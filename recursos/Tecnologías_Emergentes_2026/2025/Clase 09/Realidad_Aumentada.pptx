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60" r:id="rId4"/>
    <p:sldId id="261" r:id="rId5"/>
    <p:sldId id="262" r:id="rId6"/>
    <p:sldId id="263" r:id="rId7"/>
    <p:sldId id="264" r:id="rId8"/>
    <p:sldId id="265" r:id="rId9"/>
    <p:sldId id="266" r:id="rId10"/>
    <p:sldId id="267" r:id="rId11"/>
    <p:sldId id="268" r:id="rId12"/>
    <p:sldId id="269" r:id="rId13"/>
    <p:sldId id="270" r:id="rId14"/>
    <p:sldId id="271" r:id="rId15"/>
    <p:sldId id="272" r:id="rId16"/>
    <p:sldId id="273" r:id="rId17"/>
    <p:sldId id="299" r:id="rId18"/>
    <p:sldId id="275" r:id="rId19"/>
    <p:sldId id="276" r:id="rId20"/>
    <p:sldId id="277" r:id="rId21"/>
    <p:sldId id="278" r:id="rId22"/>
    <p:sldId id="279" r:id="rId23"/>
    <p:sldId id="280" r:id="rId24"/>
    <p:sldId id="281" r:id="rId25"/>
    <p:sldId id="282" r:id="rId26"/>
    <p:sldId id="283" r:id="rId27"/>
    <p:sldId id="284" r:id="rId28"/>
    <p:sldId id="286" r:id="rId29"/>
    <p:sldId id="287" r:id="rId30"/>
    <p:sldId id="288" r:id="rId31"/>
    <p:sldId id="289" r:id="rId32"/>
    <p:sldId id="291" r:id="rId33"/>
    <p:sldId id="292" r:id="rId34"/>
  </p:sldIdLst>
  <p:sldSz cx="9144000" cy="6858000" type="screen4x3"/>
  <p:notesSz cx="12192000" cy="6858000"/>
  <p:defaultTextStyle>
    <a:defPPr>
      <a:defRPr lang="es-P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userDrawn="1">
          <p15:clr>
            <a:srgbClr val="A4A3A4"/>
          </p15:clr>
        </p15:guide>
        <p15:guide id="2" pos="162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90" d="100"/>
          <a:sy n="90" d="100"/>
        </p:scale>
        <p:origin x="1234" y="67"/>
      </p:cViewPr>
      <p:guideLst>
        <p:guide orient="horz" pos="2880"/>
        <p:guide pos="162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131292" y="154939"/>
            <a:ext cx="4263390" cy="307777"/>
          </a:xfrm>
          <a:prstGeom prst="rect">
            <a:avLst/>
          </a:prstGeom>
        </p:spPr>
        <p:txBody>
          <a:bodyPr wrap="square" lIns="0" tIns="0" rIns="0" bIns="0">
            <a:spAutoFit/>
          </a:bodyPr>
          <a:lstStyle>
            <a:lvl1pPr>
              <a:defRPr sz="2000" b="1" i="0">
                <a:solidFill>
                  <a:srgbClr val="3A3737"/>
                </a:solidFill>
                <a:latin typeface="Tahoma"/>
                <a:cs typeface="Tahoma"/>
              </a:defRPr>
            </a:lvl1pPr>
          </a:lstStyle>
          <a:p>
            <a:endParaRPr/>
          </a:p>
        </p:txBody>
      </p:sp>
      <p:sp>
        <p:nvSpPr>
          <p:cNvPr id="3" name="Holder 3"/>
          <p:cNvSpPr>
            <a:spLocks noGrp="1"/>
          </p:cNvSpPr>
          <p:nvPr>
            <p:ph type="subTitle" idx="4"/>
          </p:nvPr>
        </p:nvSpPr>
        <p:spPr>
          <a:xfrm>
            <a:off x="1371600" y="3840480"/>
            <a:ext cx="6400800" cy="307777"/>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10/20/2025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000" b="1" i="0">
                <a:solidFill>
                  <a:srgbClr val="3A3737"/>
                </a:solidFill>
                <a:latin typeface="Tahoma"/>
                <a:cs typeface="Tahoma"/>
              </a:defRPr>
            </a:lvl1pPr>
          </a:lstStyle>
          <a:p>
            <a:endParaRPr/>
          </a:p>
        </p:txBody>
      </p:sp>
      <p:sp>
        <p:nvSpPr>
          <p:cNvPr id="3" name="Holder 3"/>
          <p:cNvSpPr>
            <a:spLocks noGrp="1"/>
          </p:cNvSpPr>
          <p:nvPr>
            <p:ph type="body" idx="1"/>
          </p:nvPr>
        </p:nvSpPr>
        <p:spPr/>
        <p:txBody>
          <a:bodyPr lIns="0" tIns="0" rIns="0" bIns="0"/>
          <a:lstStyle>
            <a:lvl1pPr>
              <a:defRPr sz="2000" b="0" i="0">
                <a:solidFill>
                  <a:srgbClr val="3A3737"/>
                </a:solidFill>
                <a:latin typeface="Verdana"/>
                <a:cs typeface="Verdana"/>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10/20/2025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000" b="1" i="0">
                <a:solidFill>
                  <a:srgbClr val="3A3737"/>
                </a:solidFill>
                <a:latin typeface="Tahoma"/>
                <a:cs typeface="Tahoma"/>
              </a:defRPr>
            </a:lvl1pPr>
          </a:lstStyle>
          <a:p>
            <a:endParaRPr/>
          </a:p>
        </p:txBody>
      </p:sp>
      <p:sp>
        <p:nvSpPr>
          <p:cNvPr id="3" name="Holder 3"/>
          <p:cNvSpPr>
            <a:spLocks noGrp="1"/>
          </p:cNvSpPr>
          <p:nvPr>
            <p:ph sz="half" idx="2"/>
          </p:nvPr>
        </p:nvSpPr>
        <p:spPr>
          <a:xfrm>
            <a:off x="457200" y="1577340"/>
            <a:ext cx="3977640" cy="307777"/>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577340"/>
            <a:ext cx="3977640" cy="307777"/>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10/20/2025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000" b="1" i="0">
                <a:solidFill>
                  <a:srgbClr val="3A3737"/>
                </a:solidFill>
                <a:latin typeface="Tahoma"/>
                <a:cs typeface="Tahoma"/>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10/20/2025</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10/20/2025</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9144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F0F1F0"/>
          </a:solidFill>
        </p:spPr>
        <p:txBody>
          <a:bodyPr wrap="square" lIns="0" tIns="0" rIns="0" bIns="0" rtlCol="0"/>
          <a:lstStyle/>
          <a:p>
            <a:endParaRPr sz="1800"/>
          </a:p>
        </p:txBody>
      </p:sp>
      <p:pic>
        <p:nvPicPr>
          <p:cNvPr id="17" name="bg object 17"/>
          <p:cNvPicPr/>
          <p:nvPr/>
        </p:nvPicPr>
        <p:blipFill>
          <a:blip r:embed="rId7" cstate="print"/>
          <a:stretch>
            <a:fillRect/>
          </a:stretch>
        </p:blipFill>
        <p:spPr>
          <a:xfrm>
            <a:off x="7854696" y="6286500"/>
            <a:ext cx="1115568" cy="419100"/>
          </a:xfrm>
          <a:prstGeom prst="rect">
            <a:avLst/>
          </a:prstGeom>
        </p:spPr>
      </p:pic>
      <p:sp>
        <p:nvSpPr>
          <p:cNvPr id="2" name="Holder 2"/>
          <p:cNvSpPr>
            <a:spLocks noGrp="1"/>
          </p:cNvSpPr>
          <p:nvPr>
            <p:ph type="title"/>
          </p:nvPr>
        </p:nvSpPr>
        <p:spPr>
          <a:xfrm>
            <a:off x="131292" y="154939"/>
            <a:ext cx="4262914" cy="307777"/>
          </a:xfrm>
          <a:prstGeom prst="rect">
            <a:avLst/>
          </a:prstGeom>
        </p:spPr>
        <p:txBody>
          <a:bodyPr wrap="square" lIns="0" tIns="0" rIns="0" bIns="0">
            <a:spAutoFit/>
          </a:bodyPr>
          <a:lstStyle>
            <a:lvl1pPr>
              <a:defRPr sz="2000" b="1" i="0">
                <a:solidFill>
                  <a:srgbClr val="3A3737"/>
                </a:solidFill>
                <a:latin typeface="Tahoma"/>
                <a:cs typeface="Tahoma"/>
              </a:defRPr>
            </a:lvl1pPr>
          </a:lstStyle>
          <a:p>
            <a:endParaRPr/>
          </a:p>
        </p:txBody>
      </p:sp>
      <p:sp>
        <p:nvSpPr>
          <p:cNvPr id="3" name="Holder 3"/>
          <p:cNvSpPr>
            <a:spLocks noGrp="1"/>
          </p:cNvSpPr>
          <p:nvPr>
            <p:ph type="body" idx="1"/>
          </p:nvPr>
        </p:nvSpPr>
        <p:spPr>
          <a:xfrm>
            <a:off x="131293" y="2880791"/>
            <a:ext cx="4383881" cy="307777"/>
          </a:xfrm>
          <a:prstGeom prst="rect">
            <a:avLst/>
          </a:prstGeom>
        </p:spPr>
        <p:txBody>
          <a:bodyPr wrap="square" lIns="0" tIns="0" rIns="0" bIns="0">
            <a:spAutoFit/>
          </a:bodyPr>
          <a:lstStyle>
            <a:lvl1pPr>
              <a:defRPr sz="2000" b="0" i="0">
                <a:solidFill>
                  <a:srgbClr val="3A3737"/>
                </a:solidFill>
                <a:latin typeface="Verdana"/>
                <a:cs typeface="Verdana"/>
              </a:defRPr>
            </a:lvl1pPr>
          </a:lstStyle>
          <a:p>
            <a:endParaRPr/>
          </a:p>
        </p:txBody>
      </p:sp>
      <p:sp>
        <p:nvSpPr>
          <p:cNvPr id="4" name="Holder 4"/>
          <p:cNvSpPr>
            <a:spLocks noGrp="1"/>
          </p:cNvSpPr>
          <p:nvPr>
            <p:ph type="ftr" sz="quarter" idx="5"/>
          </p:nvPr>
        </p:nvSpPr>
        <p:spPr>
          <a:xfrm>
            <a:off x="3108960" y="6377940"/>
            <a:ext cx="2926080" cy="276999"/>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457200" y="6377940"/>
            <a:ext cx="2103120" cy="276999"/>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10/20/2025</a:t>
            </a:fld>
            <a:endParaRPr lang="en-US"/>
          </a:p>
        </p:txBody>
      </p:sp>
      <p:sp>
        <p:nvSpPr>
          <p:cNvPr id="6" name="Holder 6"/>
          <p:cNvSpPr>
            <a:spLocks noGrp="1"/>
          </p:cNvSpPr>
          <p:nvPr>
            <p:ph type="sldNum" sz="quarter" idx="7"/>
          </p:nvPr>
        </p:nvSpPr>
        <p:spPr>
          <a:xfrm>
            <a:off x="6583680" y="6377940"/>
            <a:ext cx="2103120" cy="276999"/>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‹Nº›</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4.xml"/><Relationship Id="rId5" Type="http://schemas.openxmlformats.org/officeDocument/2006/relationships/image" Target="../media/image5.pn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image" Target="../media/image12.jp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5.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11.xml.rels><?xml version="1.0" encoding="UTF-8" standalone="yes"?>
<Relationships xmlns="http://schemas.openxmlformats.org/package/2006/relationships"><Relationship Id="rId2" Type="http://schemas.openxmlformats.org/officeDocument/2006/relationships/image" Target="../media/image20.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1.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image" Target="../media/image22.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4.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5.jp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6.jp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8.jpg"/><Relationship Id="rId2" Type="http://schemas.openxmlformats.org/officeDocument/2006/relationships/image" Target="../media/image27.jp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0.jpg"/><Relationship Id="rId2" Type="http://schemas.openxmlformats.org/officeDocument/2006/relationships/image" Target="../media/image29.jp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1.jp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2.jp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3.jp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4.jp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image" Target="../media/image35.jp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6.jp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7.jp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8.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p:nvPr/>
        </p:nvSpPr>
        <p:spPr>
          <a:xfrm>
            <a:off x="362712" y="3429000"/>
            <a:ext cx="3846195" cy="0"/>
          </a:xfrm>
          <a:custGeom>
            <a:avLst/>
            <a:gdLst/>
            <a:ahLst/>
            <a:cxnLst/>
            <a:rect l="l" t="t" r="r" b="b"/>
            <a:pathLst>
              <a:path w="3846195">
                <a:moveTo>
                  <a:pt x="0" y="0"/>
                </a:moveTo>
                <a:lnTo>
                  <a:pt x="3845814" y="0"/>
                </a:lnTo>
              </a:path>
            </a:pathLst>
          </a:custGeom>
          <a:ln w="6096">
            <a:solidFill>
              <a:srgbClr val="F0F1F0"/>
            </a:solidFill>
          </a:ln>
        </p:spPr>
        <p:txBody>
          <a:bodyPr wrap="square" lIns="0" tIns="0" rIns="0" bIns="0" rtlCol="0"/>
          <a:lstStyle/>
          <a:p>
            <a:endParaRPr/>
          </a:p>
        </p:txBody>
      </p:sp>
      <p:grpSp>
        <p:nvGrpSpPr>
          <p:cNvPr id="4" name="object 4"/>
          <p:cNvGrpSpPr/>
          <p:nvPr/>
        </p:nvGrpSpPr>
        <p:grpSpPr>
          <a:xfrm>
            <a:off x="7686723" y="539051"/>
            <a:ext cx="1021080" cy="2044064"/>
            <a:chOff x="8751999" y="435739"/>
            <a:chExt cx="1021080" cy="2044064"/>
          </a:xfrm>
        </p:grpSpPr>
        <p:sp>
          <p:nvSpPr>
            <p:cNvPr id="5" name="object 5"/>
            <p:cNvSpPr/>
            <p:nvPr/>
          </p:nvSpPr>
          <p:spPr>
            <a:xfrm>
              <a:off x="8751999" y="435739"/>
              <a:ext cx="778510" cy="1878330"/>
            </a:xfrm>
            <a:custGeom>
              <a:avLst/>
              <a:gdLst/>
              <a:ahLst/>
              <a:cxnLst/>
              <a:rect l="l" t="t" r="r" b="b"/>
              <a:pathLst>
                <a:path w="778509" h="1878330">
                  <a:moveTo>
                    <a:pt x="656860" y="0"/>
                  </a:moveTo>
                  <a:lnTo>
                    <a:pt x="586397" y="9361"/>
                  </a:lnTo>
                  <a:lnTo>
                    <a:pt x="547442" y="22173"/>
                  </a:lnTo>
                  <a:lnTo>
                    <a:pt x="506995" y="39967"/>
                  </a:lnTo>
                  <a:lnTo>
                    <a:pt x="424590" y="89182"/>
                  </a:lnTo>
                  <a:lnTo>
                    <a:pt x="384117" y="119944"/>
                  </a:lnTo>
                  <a:lnTo>
                    <a:pt x="345120" y="154370"/>
                  </a:lnTo>
                  <a:lnTo>
                    <a:pt x="308341" y="192129"/>
                  </a:lnTo>
                  <a:lnTo>
                    <a:pt x="274521" y="232892"/>
                  </a:lnTo>
                  <a:lnTo>
                    <a:pt x="244404" y="276331"/>
                  </a:lnTo>
                  <a:lnTo>
                    <a:pt x="218732" y="322114"/>
                  </a:lnTo>
                  <a:lnTo>
                    <a:pt x="198246" y="369913"/>
                  </a:lnTo>
                  <a:lnTo>
                    <a:pt x="183688" y="419399"/>
                  </a:lnTo>
                  <a:lnTo>
                    <a:pt x="175992" y="469104"/>
                  </a:lnTo>
                  <a:lnTo>
                    <a:pt x="175399" y="514440"/>
                  </a:lnTo>
                  <a:lnTo>
                    <a:pt x="180290" y="556552"/>
                  </a:lnTo>
                  <a:lnTo>
                    <a:pt x="222347" y="715695"/>
                  </a:lnTo>
                  <a:lnTo>
                    <a:pt x="230396" y="758886"/>
                  </a:lnTo>
                  <a:lnTo>
                    <a:pt x="234223" y="805732"/>
                  </a:lnTo>
                  <a:lnTo>
                    <a:pt x="232211" y="857379"/>
                  </a:lnTo>
                  <a:lnTo>
                    <a:pt x="222742" y="914974"/>
                  </a:lnTo>
                  <a:lnTo>
                    <a:pt x="207290" y="968336"/>
                  </a:lnTo>
                  <a:lnTo>
                    <a:pt x="188337" y="1012385"/>
                  </a:lnTo>
                  <a:lnTo>
                    <a:pt x="166745" y="1049399"/>
                  </a:lnTo>
                  <a:lnTo>
                    <a:pt x="71217" y="1172652"/>
                  </a:lnTo>
                  <a:lnTo>
                    <a:pt x="49355" y="1208651"/>
                  </a:lnTo>
                  <a:lnTo>
                    <a:pt x="30025" y="1251280"/>
                  </a:lnTo>
                  <a:lnTo>
                    <a:pt x="14089" y="1302815"/>
                  </a:lnTo>
                  <a:lnTo>
                    <a:pt x="4967" y="1353422"/>
                  </a:lnTo>
                  <a:lnTo>
                    <a:pt x="337" y="1405618"/>
                  </a:lnTo>
                  <a:lnTo>
                    <a:pt x="0" y="1458634"/>
                  </a:lnTo>
                  <a:lnTo>
                    <a:pt x="3756" y="1511695"/>
                  </a:lnTo>
                  <a:lnTo>
                    <a:pt x="11408" y="1564032"/>
                  </a:lnTo>
                  <a:lnTo>
                    <a:pt x="22755" y="1614871"/>
                  </a:lnTo>
                  <a:lnTo>
                    <a:pt x="37601" y="1663441"/>
                  </a:lnTo>
                  <a:lnTo>
                    <a:pt x="55745" y="1708970"/>
                  </a:lnTo>
                  <a:lnTo>
                    <a:pt x="76988" y="1750687"/>
                  </a:lnTo>
                  <a:lnTo>
                    <a:pt x="101133" y="1787818"/>
                  </a:lnTo>
                  <a:lnTo>
                    <a:pt x="127979" y="1819592"/>
                  </a:lnTo>
                  <a:lnTo>
                    <a:pt x="157328" y="1845238"/>
                  </a:lnTo>
                  <a:lnTo>
                    <a:pt x="222742" y="1875057"/>
                  </a:lnTo>
                  <a:lnTo>
                    <a:pt x="260735" y="1877842"/>
                  </a:lnTo>
                  <a:lnTo>
                    <a:pt x="299936" y="1871906"/>
                  </a:lnTo>
                  <a:lnTo>
                    <a:pt x="339494" y="1858131"/>
                  </a:lnTo>
                  <a:lnTo>
                    <a:pt x="378560" y="1837403"/>
                  </a:lnTo>
                  <a:lnTo>
                    <a:pt x="416284" y="1810604"/>
                  </a:lnTo>
                  <a:lnTo>
                    <a:pt x="451818" y="1778619"/>
                  </a:lnTo>
                  <a:lnTo>
                    <a:pt x="484312" y="1742332"/>
                  </a:lnTo>
                  <a:lnTo>
                    <a:pt x="512917" y="1702627"/>
                  </a:lnTo>
                  <a:lnTo>
                    <a:pt x="536782" y="1660386"/>
                  </a:lnTo>
                  <a:lnTo>
                    <a:pt x="555060" y="1616496"/>
                  </a:lnTo>
                  <a:lnTo>
                    <a:pt x="566154" y="1574256"/>
                  </a:lnTo>
                  <a:lnTo>
                    <a:pt x="569996" y="1535484"/>
                  </a:lnTo>
                  <a:lnTo>
                    <a:pt x="568021" y="1498838"/>
                  </a:lnTo>
                  <a:lnTo>
                    <a:pt x="521241" y="1300506"/>
                  </a:lnTo>
                  <a:lnTo>
                    <a:pt x="514568" y="1248423"/>
                  </a:lnTo>
                  <a:lnTo>
                    <a:pt x="512143" y="1189068"/>
                  </a:lnTo>
                  <a:lnTo>
                    <a:pt x="513998" y="1140671"/>
                  </a:lnTo>
                  <a:lnTo>
                    <a:pt x="527746" y="1058233"/>
                  </a:lnTo>
                  <a:lnTo>
                    <a:pt x="552442" y="987806"/>
                  </a:lnTo>
                  <a:lnTo>
                    <a:pt x="642920" y="808114"/>
                  </a:lnTo>
                  <a:lnTo>
                    <a:pt x="682941" y="712320"/>
                  </a:lnTo>
                  <a:lnTo>
                    <a:pt x="734048" y="533679"/>
                  </a:lnTo>
                  <a:lnTo>
                    <a:pt x="762044" y="389433"/>
                  </a:lnTo>
                  <a:lnTo>
                    <a:pt x="775592" y="275484"/>
                  </a:lnTo>
                  <a:lnTo>
                    <a:pt x="778130" y="218842"/>
                  </a:lnTo>
                  <a:lnTo>
                    <a:pt x="776644" y="164940"/>
                  </a:lnTo>
                  <a:lnTo>
                    <a:pt x="770233" y="115668"/>
                  </a:lnTo>
                  <a:lnTo>
                    <a:pt x="757996" y="72915"/>
                  </a:lnTo>
                  <a:lnTo>
                    <a:pt x="739034" y="38569"/>
                  </a:lnTo>
                  <a:lnTo>
                    <a:pt x="686884" y="4110"/>
                  </a:lnTo>
                  <a:lnTo>
                    <a:pt x="656860" y="0"/>
                  </a:lnTo>
                  <a:close/>
                </a:path>
              </a:pathLst>
            </a:custGeom>
            <a:solidFill>
              <a:srgbClr val="BBCCE9"/>
            </a:solidFill>
          </p:spPr>
          <p:txBody>
            <a:bodyPr wrap="square" lIns="0" tIns="0" rIns="0" bIns="0" rtlCol="0"/>
            <a:lstStyle/>
            <a:p>
              <a:endParaRPr/>
            </a:p>
          </p:txBody>
        </p:sp>
        <p:sp>
          <p:nvSpPr>
            <p:cNvPr id="6" name="object 6"/>
            <p:cNvSpPr/>
            <p:nvPr/>
          </p:nvSpPr>
          <p:spPr>
            <a:xfrm>
              <a:off x="8903170" y="851382"/>
              <a:ext cx="869950" cy="1579880"/>
            </a:xfrm>
            <a:custGeom>
              <a:avLst/>
              <a:gdLst/>
              <a:ahLst/>
              <a:cxnLst/>
              <a:rect l="l" t="t" r="r" b="b"/>
              <a:pathLst>
                <a:path w="869950" h="1579880">
                  <a:moveTo>
                    <a:pt x="869657" y="520382"/>
                  </a:moveTo>
                  <a:lnTo>
                    <a:pt x="866013" y="468566"/>
                  </a:lnTo>
                  <a:lnTo>
                    <a:pt x="857199" y="419074"/>
                  </a:lnTo>
                  <a:lnTo>
                    <a:pt x="843635" y="373405"/>
                  </a:lnTo>
                  <a:lnTo>
                    <a:pt x="825792" y="333095"/>
                  </a:lnTo>
                  <a:lnTo>
                    <a:pt x="804087" y="299631"/>
                  </a:lnTo>
                  <a:lnTo>
                    <a:pt x="750887" y="259321"/>
                  </a:lnTo>
                  <a:lnTo>
                    <a:pt x="720839" y="254838"/>
                  </a:lnTo>
                  <a:lnTo>
                    <a:pt x="688035" y="259511"/>
                  </a:lnTo>
                  <a:lnTo>
                    <a:pt x="617321" y="292836"/>
                  </a:lnTo>
                  <a:lnTo>
                    <a:pt x="580986" y="319697"/>
                  </a:lnTo>
                  <a:lnTo>
                    <a:pt x="545033" y="352183"/>
                  </a:lnTo>
                  <a:lnTo>
                    <a:pt x="510247" y="389407"/>
                  </a:lnTo>
                  <a:lnTo>
                    <a:pt x="477418" y="430491"/>
                  </a:lnTo>
                  <a:lnTo>
                    <a:pt x="447332" y="474535"/>
                  </a:lnTo>
                  <a:lnTo>
                    <a:pt x="420776" y="520661"/>
                  </a:lnTo>
                  <a:lnTo>
                    <a:pt x="398526" y="567982"/>
                  </a:lnTo>
                  <a:lnTo>
                    <a:pt x="378968" y="623227"/>
                  </a:lnTo>
                  <a:lnTo>
                    <a:pt x="366026" y="676008"/>
                  </a:lnTo>
                  <a:lnTo>
                    <a:pt x="358114" y="726186"/>
                  </a:lnTo>
                  <a:lnTo>
                    <a:pt x="344551" y="898436"/>
                  </a:lnTo>
                  <a:lnTo>
                    <a:pt x="337667" y="933767"/>
                  </a:lnTo>
                  <a:lnTo>
                    <a:pt x="308432" y="994283"/>
                  </a:lnTo>
                  <a:lnTo>
                    <a:pt x="239331" y="1042593"/>
                  </a:lnTo>
                  <a:lnTo>
                    <a:pt x="196227" y="1051001"/>
                  </a:lnTo>
                  <a:lnTo>
                    <a:pt x="114604" y="1052398"/>
                  </a:lnTo>
                  <a:lnTo>
                    <a:pt x="103022" y="1054823"/>
                  </a:lnTo>
                  <a:lnTo>
                    <a:pt x="136626" y="817905"/>
                  </a:lnTo>
                  <a:lnTo>
                    <a:pt x="216065" y="421932"/>
                  </a:lnTo>
                  <a:lnTo>
                    <a:pt x="323113" y="3009"/>
                  </a:lnTo>
                  <a:lnTo>
                    <a:pt x="312686" y="0"/>
                  </a:lnTo>
                  <a:lnTo>
                    <a:pt x="205422" y="419823"/>
                  </a:lnTo>
                  <a:lnTo>
                    <a:pt x="134607" y="765632"/>
                  </a:lnTo>
                  <a:lnTo>
                    <a:pt x="91948" y="1057135"/>
                  </a:lnTo>
                  <a:lnTo>
                    <a:pt x="77673" y="1060119"/>
                  </a:lnTo>
                  <a:lnTo>
                    <a:pt x="44424" y="1082357"/>
                  </a:lnTo>
                  <a:lnTo>
                    <a:pt x="10490" y="1144244"/>
                  </a:lnTo>
                  <a:lnTo>
                    <a:pt x="2374" y="1183995"/>
                  </a:lnTo>
                  <a:lnTo>
                    <a:pt x="0" y="1227747"/>
                  </a:lnTo>
                  <a:lnTo>
                    <a:pt x="3187" y="1274089"/>
                  </a:lnTo>
                  <a:lnTo>
                    <a:pt x="11823" y="1321625"/>
                  </a:lnTo>
                  <a:lnTo>
                    <a:pt x="25755" y="1368945"/>
                  </a:lnTo>
                  <a:lnTo>
                    <a:pt x="44843" y="1414665"/>
                  </a:lnTo>
                  <a:lnTo>
                    <a:pt x="68948" y="1457363"/>
                  </a:lnTo>
                  <a:lnTo>
                    <a:pt x="76136" y="1466875"/>
                  </a:lnTo>
                  <a:lnTo>
                    <a:pt x="80492" y="1517548"/>
                  </a:lnTo>
                  <a:lnTo>
                    <a:pt x="90932" y="1515541"/>
                  </a:lnTo>
                  <a:lnTo>
                    <a:pt x="88138" y="1482737"/>
                  </a:lnTo>
                  <a:lnTo>
                    <a:pt x="97917" y="1495653"/>
                  </a:lnTo>
                  <a:lnTo>
                    <a:pt x="131622" y="1528127"/>
                  </a:lnTo>
                  <a:lnTo>
                    <a:pt x="169913" y="1553375"/>
                  </a:lnTo>
                  <a:lnTo>
                    <a:pt x="209118" y="1569326"/>
                  </a:lnTo>
                  <a:lnTo>
                    <a:pt x="250698" y="1577860"/>
                  </a:lnTo>
                  <a:lnTo>
                    <a:pt x="294030" y="1579537"/>
                  </a:lnTo>
                  <a:lnTo>
                    <a:pt x="338493" y="1574914"/>
                  </a:lnTo>
                  <a:lnTo>
                    <a:pt x="383501" y="1564563"/>
                  </a:lnTo>
                  <a:lnTo>
                    <a:pt x="428421" y="1549044"/>
                  </a:lnTo>
                  <a:lnTo>
                    <a:pt x="472630" y="1528914"/>
                  </a:lnTo>
                  <a:lnTo>
                    <a:pt x="515543" y="1504759"/>
                  </a:lnTo>
                  <a:lnTo>
                    <a:pt x="556514" y="1477111"/>
                  </a:lnTo>
                  <a:lnTo>
                    <a:pt x="594956" y="1446555"/>
                  </a:lnTo>
                  <a:lnTo>
                    <a:pt x="630250" y="1413649"/>
                  </a:lnTo>
                  <a:lnTo>
                    <a:pt x="661771" y="1378953"/>
                  </a:lnTo>
                  <a:lnTo>
                    <a:pt x="688911" y="1343025"/>
                  </a:lnTo>
                  <a:lnTo>
                    <a:pt x="711060" y="1306436"/>
                  </a:lnTo>
                  <a:lnTo>
                    <a:pt x="727595" y="1269758"/>
                  </a:lnTo>
                  <a:lnTo>
                    <a:pt x="741413" y="1198359"/>
                  </a:lnTo>
                  <a:lnTo>
                    <a:pt x="735228" y="1154938"/>
                  </a:lnTo>
                  <a:lnTo>
                    <a:pt x="719569" y="1116495"/>
                  </a:lnTo>
                  <a:lnTo>
                    <a:pt x="677316" y="1046238"/>
                  </a:lnTo>
                  <a:lnTo>
                    <a:pt x="659434" y="1010272"/>
                  </a:lnTo>
                  <a:lnTo>
                    <a:pt x="649516" y="970965"/>
                  </a:lnTo>
                  <a:lnTo>
                    <a:pt x="651941" y="926261"/>
                  </a:lnTo>
                  <a:lnTo>
                    <a:pt x="667423" y="884669"/>
                  </a:lnTo>
                  <a:lnTo>
                    <a:pt x="692023" y="853059"/>
                  </a:lnTo>
                  <a:lnTo>
                    <a:pt x="756983" y="798614"/>
                  </a:lnTo>
                  <a:lnTo>
                    <a:pt x="791552" y="765187"/>
                  </a:lnTo>
                  <a:lnTo>
                    <a:pt x="823658" y="720572"/>
                  </a:lnTo>
                  <a:lnTo>
                    <a:pt x="845121" y="674598"/>
                  </a:lnTo>
                  <a:lnTo>
                    <a:pt x="859650" y="624903"/>
                  </a:lnTo>
                  <a:lnTo>
                    <a:pt x="867676" y="572998"/>
                  </a:lnTo>
                  <a:lnTo>
                    <a:pt x="869657" y="520382"/>
                  </a:lnTo>
                  <a:close/>
                </a:path>
              </a:pathLst>
            </a:custGeom>
            <a:solidFill>
              <a:srgbClr val="92ADDA"/>
            </a:solidFill>
          </p:spPr>
          <p:txBody>
            <a:bodyPr wrap="square" lIns="0" tIns="0" rIns="0" bIns="0" rtlCol="0"/>
            <a:lstStyle/>
            <a:p>
              <a:endParaRPr/>
            </a:p>
          </p:txBody>
        </p:sp>
        <p:sp>
          <p:nvSpPr>
            <p:cNvPr id="7" name="object 7"/>
            <p:cNvSpPr/>
            <p:nvPr/>
          </p:nvSpPr>
          <p:spPr>
            <a:xfrm>
              <a:off x="9152988" y="1497281"/>
              <a:ext cx="294005" cy="982980"/>
            </a:xfrm>
            <a:custGeom>
              <a:avLst/>
              <a:gdLst/>
              <a:ahLst/>
              <a:cxnLst/>
              <a:rect l="l" t="t" r="r" b="b"/>
              <a:pathLst>
                <a:path w="294004" h="982980">
                  <a:moveTo>
                    <a:pt x="291121" y="751"/>
                  </a:moveTo>
                  <a:lnTo>
                    <a:pt x="283420" y="0"/>
                  </a:lnTo>
                  <a:lnTo>
                    <a:pt x="280429" y="2505"/>
                  </a:lnTo>
                  <a:lnTo>
                    <a:pt x="233206" y="270126"/>
                  </a:lnTo>
                  <a:lnTo>
                    <a:pt x="192235" y="441315"/>
                  </a:lnTo>
                  <a:lnTo>
                    <a:pt x="156327" y="568419"/>
                  </a:lnTo>
                  <a:lnTo>
                    <a:pt x="112920" y="701858"/>
                  </a:lnTo>
                  <a:lnTo>
                    <a:pt x="61480" y="838162"/>
                  </a:lnTo>
                  <a:lnTo>
                    <a:pt x="32579" y="906305"/>
                  </a:lnTo>
                  <a:lnTo>
                    <a:pt x="0" y="977119"/>
                  </a:lnTo>
                  <a:lnTo>
                    <a:pt x="1470" y="980877"/>
                  </a:lnTo>
                  <a:lnTo>
                    <a:pt x="7426" y="982381"/>
                  </a:lnTo>
                  <a:lnTo>
                    <a:pt x="12286" y="980877"/>
                  </a:lnTo>
                  <a:lnTo>
                    <a:pt x="44627" y="911111"/>
                  </a:lnTo>
                  <a:lnTo>
                    <a:pt x="73660" y="842960"/>
                  </a:lnTo>
                  <a:lnTo>
                    <a:pt x="125360" y="706496"/>
                  </a:lnTo>
                  <a:lnTo>
                    <a:pt x="169007" y="572744"/>
                  </a:lnTo>
                  <a:lnTo>
                    <a:pt x="205129" y="445217"/>
                  </a:lnTo>
                  <a:lnTo>
                    <a:pt x="234250" y="327429"/>
                  </a:lnTo>
                  <a:lnTo>
                    <a:pt x="265958" y="176689"/>
                  </a:lnTo>
                  <a:lnTo>
                    <a:pt x="293613" y="4008"/>
                  </a:lnTo>
                  <a:lnTo>
                    <a:pt x="291121" y="751"/>
                  </a:lnTo>
                  <a:close/>
                </a:path>
              </a:pathLst>
            </a:custGeom>
            <a:solidFill>
              <a:srgbClr val="7D90C7"/>
            </a:solidFill>
          </p:spPr>
          <p:txBody>
            <a:bodyPr wrap="square" lIns="0" tIns="0" rIns="0" bIns="0" rtlCol="0"/>
            <a:lstStyle/>
            <a:p>
              <a:endParaRPr/>
            </a:p>
          </p:txBody>
        </p:sp>
        <p:sp>
          <p:nvSpPr>
            <p:cNvPr id="8" name="object 8"/>
            <p:cNvSpPr/>
            <p:nvPr/>
          </p:nvSpPr>
          <p:spPr>
            <a:xfrm>
              <a:off x="9598480" y="1160550"/>
              <a:ext cx="129539" cy="477520"/>
            </a:xfrm>
            <a:custGeom>
              <a:avLst/>
              <a:gdLst/>
              <a:ahLst/>
              <a:cxnLst/>
              <a:rect l="l" t="t" r="r" b="b"/>
              <a:pathLst>
                <a:path w="129540" h="477519">
                  <a:moveTo>
                    <a:pt x="5981" y="476283"/>
                  </a:moveTo>
                  <a:lnTo>
                    <a:pt x="3239" y="476283"/>
                  </a:lnTo>
                  <a:lnTo>
                    <a:pt x="4486" y="477034"/>
                  </a:lnTo>
                  <a:lnTo>
                    <a:pt x="5981" y="476283"/>
                  </a:lnTo>
                  <a:close/>
                </a:path>
                <a:path w="129540" h="477519">
                  <a:moveTo>
                    <a:pt x="58069" y="0"/>
                  </a:moveTo>
                  <a:lnTo>
                    <a:pt x="56325" y="250"/>
                  </a:lnTo>
                  <a:lnTo>
                    <a:pt x="55328" y="1503"/>
                  </a:lnTo>
                  <a:lnTo>
                    <a:pt x="54082" y="2755"/>
                  </a:lnTo>
                  <a:lnTo>
                    <a:pt x="54082" y="4760"/>
                  </a:lnTo>
                  <a:lnTo>
                    <a:pt x="55328" y="6013"/>
                  </a:lnTo>
                  <a:lnTo>
                    <a:pt x="77108" y="31627"/>
                  </a:lnTo>
                  <a:lnTo>
                    <a:pt x="94799" y="60036"/>
                  </a:lnTo>
                  <a:lnTo>
                    <a:pt x="108144" y="90747"/>
                  </a:lnTo>
                  <a:lnTo>
                    <a:pt x="116887" y="123267"/>
                  </a:lnTo>
                  <a:lnTo>
                    <a:pt x="122497" y="171845"/>
                  </a:lnTo>
                  <a:lnTo>
                    <a:pt x="119807" y="220071"/>
                  </a:lnTo>
                  <a:lnTo>
                    <a:pt x="110096" y="267404"/>
                  </a:lnTo>
                  <a:lnTo>
                    <a:pt x="94643" y="313304"/>
                  </a:lnTo>
                  <a:lnTo>
                    <a:pt x="74727" y="357232"/>
                  </a:lnTo>
                  <a:lnTo>
                    <a:pt x="51628" y="398646"/>
                  </a:lnTo>
                  <a:lnTo>
                    <a:pt x="26625" y="437006"/>
                  </a:lnTo>
                  <a:lnTo>
                    <a:pt x="996" y="471773"/>
                  </a:lnTo>
                  <a:lnTo>
                    <a:pt x="0" y="473276"/>
                  </a:lnTo>
                  <a:lnTo>
                    <a:pt x="0" y="475030"/>
                  </a:lnTo>
                  <a:lnTo>
                    <a:pt x="996" y="476283"/>
                  </a:lnTo>
                  <a:lnTo>
                    <a:pt x="1744" y="476784"/>
                  </a:lnTo>
                  <a:lnTo>
                    <a:pt x="2492" y="476784"/>
                  </a:lnTo>
                  <a:lnTo>
                    <a:pt x="2990" y="476283"/>
                  </a:lnTo>
                  <a:lnTo>
                    <a:pt x="5981" y="476283"/>
                  </a:lnTo>
                  <a:lnTo>
                    <a:pt x="6729" y="474780"/>
                  </a:lnTo>
                  <a:lnTo>
                    <a:pt x="48020" y="416542"/>
                  </a:lnTo>
                  <a:lnTo>
                    <a:pt x="79530" y="362148"/>
                  </a:lnTo>
                  <a:lnTo>
                    <a:pt x="102342" y="311683"/>
                  </a:lnTo>
                  <a:lnTo>
                    <a:pt x="117541" y="265231"/>
                  </a:lnTo>
                  <a:lnTo>
                    <a:pt x="126209" y="222878"/>
                  </a:lnTo>
                  <a:lnTo>
                    <a:pt x="129430" y="184709"/>
                  </a:lnTo>
                  <a:lnTo>
                    <a:pt x="128287" y="150809"/>
                  </a:lnTo>
                  <a:lnTo>
                    <a:pt x="114803" y="87858"/>
                  </a:lnTo>
                  <a:lnTo>
                    <a:pt x="82474" y="27438"/>
                  </a:lnTo>
                  <a:lnTo>
                    <a:pt x="59565" y="1252"/>
                  </a:lnTo>
                  <a:lnTo>
                    <a:pt x="59315" y="1252"/>
                  </a:lnTo>
                  <a:lnTo>
                    <a:pt x="58069" y="0"/>
                  </a:lnTo>
                  <a:close/>
                </a:path>
              </a:pathLst>
            </a:custGeom>
            <a:solidFill>
              <a:srgbClr val="BBCCE9"/>
            </a:solidFill>
          </p:spPr>
          <p:txBody>
            <a:bodyPr wrap="square" lIns="0" tIns="0" rIns="0" bIns="0" rtlCol="0"/>
            <a:lstStyle/>
            <a:p>
              <a:endParaRPr/>
            </a:p>
          </p:txBody>
        </p:sp>
        <p:sp>
          <p:nvSpPr>
            <p:cNvPr id="9" name="object 9"/>
            <p:cNvSpPr/>
            <p:nvPr/>
          </p:nvSpPr>
          <p:spPr>
            <a:xfrm>
              <a:off x="8937526" y="1928717"/>
              <a:ext cx="123825" cy="437515"/>
            </a:xfrm>
            <a:custGeom>
              <a:avLst/>
              <a:gdLst/>
              <a:ahLst/>
              <a:cxnLst/>
              <a:rect l="l" t="t" r="r" b="b"/>
              <a:pathLst>
                <a:path w="123825" h="437514">
                  <a:moveTo>
                    <a:pt x="120357" y="0"/>
                  </a:moveTo>
                  <a:lnTo>
                    <a:pt x="56487" y="29689"/>
                  </a:lnTo>
                  <a:lnTo>
                    <a:pt x="12467" y="84934"/>
                  </a:lnTo>
                  <a:lnTo>
                    <a:pt x="0" y="152639"/>
                  </a:lnTo>
                  <a:lnTo>
                    <a:pt x="3512" y="191482"/>
                  </a:lnTo>
                  <a:lnTo>
                    <a:pt x="13514" y="233663"/>
                  </a:lnTo>
                  <a:lnTo>
                    <a:pt x="29997" y="279191"/>
                  </a:lnTo>
                  <a:lnTo>
                    <a:pt x="52954" y="328075"/>
                  </a:lnTo>
                  <a:lnTo>
                    <a:pt x="82379" y="380323"/>
                  </a:lnTo>
                  <a:lnTo>
                    <a:pt x="118862" y="436947"/>
                  </a:lnTo>
                  <a:lnTo>
                    <a:pt x="120955" y="437449"/>
                  </a:lnTo>
                  <a:lnTo>
                    <a:pt x="122725" y="436697"/>
                  </a:lnTo>
                  <a:lnTo>
                    <a:pt x="123796" y="435444"/>
                  </a:lnTo>
                  <a:lnTo>
                    <a:pt x="123672" y="433440"/>
                  </a:lnTo>
                  <a:lnTo>
                    <a:pt x="122451" y="432438"/>
                  </a:lnTo>
                  <a:lnTo>
                    <a:pt x="87050" y="377433"/>
                  </a:lnTo>
                  <a:lnTo>
                    <a:pt x="57982" y="325749"/>
                  </a:lnTo>
                  <a:lnTo>
                    <a:pt x="35264" y="277418"/>
                  </a:lnTo>
                  <a:lnTo>
                    <a:pt x="18913" y="232473"/>
                  </a:lnTo>
                  <a:lnTo>
                    <a:pt x="8946" y="190945"/>
                  </a:lnTo>
                  <a:lnTo>
                    <a:pt x="5382" y="152866"/>
                  </a:lnTo>
                  <a:lnTo>
                    <a:pt x="8236" y="118270"/>
                  </a:lnTo>
                  <a:lnTo>
                    <a:pt x="35630" y="58302"/>
                  </a:lnTo>
                  <a:lnTo>
                    <a:pt x="88108" y="16970"/>
                  </a:lnTo>
                  <a:lnTo>
                    <a:pt x="121379" y="6013"/>
                  </a:lnTo>
                  <a:lnTo>
                    <a:pt x="123049" y="2505"/>
                  </a:lnTo>
                  <a:lnTo>
                    <a:pt x="122102" y="501"/>
                  </a:lnTo>
                  <a:close/>
                </a:path>
              </a:pathLst>
            </a:custGeom>
            <a:solidFill>
              <a:srgbClr val="EDEDED"/>
            </a:solidFill>
          </p:spPr>
          <p:txBody>
            <a:bodyPr wrap="square" lIns="0" tIns="0" rIns="0" bIns="0" rtlCol="0"/>
            <a:lstStyle/>
            <a:p>
              <a:endParaRPr/>
            </a:p>
          </p:txBody>
        </p:sp>
      </p:grpSp>
      <p:grpSp>
        <p:nvGrpSpPr>
          <p:cNvPr id="10" name="object 10"/>
          <p:cNvGrpSpPr/>
          <p:nvPr/>
        </p:nvGrpSpPr>
        <p:grpSpPr>
          <a:xfrm>
            <a:off x="6070443" y="2219436"/>
            <a:ext cx="2525395" cy="1550035"/>
            <a:chOff x="7135718" y="2116123"/>
            <a:chExt cx="2525395" cy="1550035"/>
          </a:xfrm>
        </p:grpSpPr>
        <p:sp>
          <p:nvSpPr>
            <p:cNvPr id="11" name="object 11"/>
            <p:cNvSpPr/>
            <p:nvPr/>
          </p:nvSpPr>
          <p:spPr>
            <a:xfrm>
              <a:off x="7148639" y="3192538"/>
              <a:ext cx="1414145" cy="473709"/>
            </a:xfrm>
            <a:custGeom>
              <a:avLst/>
              <a:gdLst/>
              <a:ahLst/>
              <a:cxnLst/>
              <a:rect l="l" t="t" r="r" b="b"/>
              <a:pathLst>
                <a:path w="1414145" h="473710">
                  <a:moveTo>
                    <a:pt x="1413573" y="473481"/>
                  </a:moveTo>
                  <a:lnTo>
                    <a:pt x="0" y="0"/>
                  </a:lnTo>
                  <a:lnTo>
                    <a:pt x="330" y="24688"/>
                  </a:lnTo>
                  <a:lnTo>
                    <a:pt x="5854" y="429729"/>
                  </a:lnTo>
                  <a:lnTo>
                    <a:pt x="9410" y="446862"/>
                  </a:lnTo>
                  <a:lnTo>
                    <a:pt x="18897" y="460794"/>
                  </a:lnTo>
                  <a:lnTo>
                    <a:pt x="32880" y="470141"/>
                  </a:lnTo>
                  <a:lnTo>
                    <a:pt x="49961" y="473481"/>
                  </a:lnTo>
                  <a:lnTo>
                    <a:pt x="1340256" y="473481"/>
                  </a:lnTo>
                  <a:lnTo>
                    <a:pt x="1413573" y="473481"/>
                  </a:lnTo>
                  <a:close/>
                </a:path>
              </a:pathLst>
            </a:custGeom>
            <a:solidFill>
              <a:srgbClr val="222450"/>
            </a:solidFill>
          </p:spPr>
          <p:txBody>
            <a:bodyPr wrap="square" lIns="0" tIns="0" rIns="0" bIns="0" rtlCol="0"/>
            <a:lstStyle/>
            <a:p>
              <a:endParaRPr/>
            </a:p>
          </p:txBody>
        </p:sp>
        <p:sp>
          <p:nvSpPr>
            <p:cNvPr id="12" name="object 12"/>
            <p:cNvSpPr/>
            <p:nvPr/>
          </p:nvSpPr>
          <p:spPr>
            <a:xfrm>
              <a:off x="7147966" y="3143173"/>
              <a:ext cx="1560830" cy="523240"/>
            </a:xfrm>
            <a:custGeom>
              <a:avLst/>
              <a:gdLst/>
              <a:ahLst/>
              <a:cxnLst/>
              <a:rect l="l" t="t" r="r" b="b"/>
              <a:pathLst>
                <a:path w="1560829" h="523239">
                  <a:moveTo>
                    <a:pt x="1560296" y="522846"/>
                  </a:moveTo>
                  <a:lnTo>
                    <a:pt x="0" y="0"/>
                  </a:lnTo>
                  <a:lnTo>
                    <a:pt x="330" y="24663"/>
                  </a:lnTo>
                  <a:lnTo>
                    <a:pt x="673" y="49364"/>
                  </a:lnTo>
                  <a:lnTo>
                    <a:pt x="1414246" y="522846"/>
                  </a:lnTo>
                  <a:lnTo>
                    <a:pt x="1487271" y="522846"/>
                  </a:lnTo>
                  <a:lnTo>
                    <a:pt x="1560296" y="522846"/>
                  </a:lnTo>
                  <a:close/>
                </a:path>
              </a:pathLst>
            </a:custGeom>
            <a:solidFill>
              <a:srgbClr val="222451"/>
            </a:solidFill>
          </p:spPr>
          <p:txBody>
            <a:bodyPr wrap="square" lIns="0" tIns="0" rIns="0" bIns="0" rtlCol="0"/>
            <a:lstStyle/>
            <a:p>
              <a:endParaRPr/>
            </a:p>
          </p:txBody>
        </p:sp>
        <p:sp>
          <p:nvSpPr>
            <p:cNvPr id="13" name="object 13"/>
            <p:cNvSpPr/>
            <p:nvPr/>
          </p:nvSpPr>
          <p:spPr>
            <a:xfrm>
              <a:off x="7146290" y="3020047"/>
              <a:ext cx="1927860" cy="646430"/>
            </a:xfrm>
            <a:custGeom>
              <a:avLst/>
              <a:gdLst/>
              <a:ahLst/>
              <a:cxnLst/>
              <a:rect l="l" t="t" r="r" b="b"/>
              <a:pathLst>
                <a:path w="1927859" h="646429">
                  <a:moveTo>
                    <a:pt x="1927682" y="645972"/>
                  </a:moveTo>
                  <a:lnTo>
                    <a:pt x="0" y="0"/>
                  </a:lnTo>
                  <a:lnTo>
                    <a:pt x="330" y="24688"/>
                  </a:lnTo>
                  <a:lnTo>
                    <a:pt x="673" y="49377"/>
                  </a:lnTo>
                  <a:lnTo>
                    <a:pt x="1003" y="74053"/>
                  </a:lnTo>
                  <a:lnTo>
                    <a:pt x="1333" y="98437"/>
                  </a:lnTo>
                  <a:lnTo>
                    <a:pt x="1676" y="123126"/>
                  </a:lnTo>
                  <a:lnTo>
                    <a:pt x="1561973" y="645972"/>
                  </a:lnTo>
                  <a:lnTo>
                    <a:pt x="1635290" y="645972"/>
                  </a:lnTo>
                  <a:lnTo>
                    <a:pt x="1708315" y="645972"/>
                  </a:lnTo>
                  <a:lnTo>
                    <a:pt x="1781644" y="645972"/>
                  </a:lnTo>
                  <a:lnTo>
                    <a:pt x="1854657" y="645972"/>
                  </a:lnTo>
                  <a:lnTo>
                    <a:pt x="1927682" y="645972"/>
                  </a:lnTo>
                  <a:close/>
                </a:path>
              </a:pathLst>
            </a:custGeom>
            <a:solidFill>
              <a:srgbClr val="222552"/>
            </a:solidFill>
          </p:spPr>
          <p:txBody>
            <a:bodyPr wrap="square" lIns="0" tIns="0" rIns="0" bIns="0" rtlCol="0"/>
            <a:lstStyle/>
            <a:p>
              <a:endParaRPr/>
            </a:p>
          </p:txBody>
        </p:sp>
        <p:sp>
          <p:nvSpPr>
            <p:cNvPr id="14" name="object 14"/>
            <p:cNvSpPr/>
            <p:nvPr/>
          </p:nvSpPr>
          <p:spPr>
            <a:xfrm>
              <a:off x="7145959" y="2995678"/>
              <a:ext cx="2001520" cy="670560"/>
            </a:xfrm>
            <a:custGeom>
              <a:avLst/>
              <a:gdLst/>
              <a:ahLst/>
              <a:cxnLst/>
              <a:rect l="l" t="t" r="r" b="b"/>
              <a:pathLst>
                <a:path w="2001520" h="670560">
                  <a:moveTo>
                    <a:pt x="0" y="0"/>
                  </a:moveTo>
                  <a:lnTo>
                    <a:pt x="332" y="24365"/>
                  </a:lnTo>
                  <a:lnTo>
                    <a:pt x="1928023" y="670333"/>
                  </a:lnTo>
                  <a:lnTo>
                    <a:pt x="2001345" y="670333"/>
                  </a:lnTo>
                  <a:lnTo>
                    <a:pt x="0" y="0"/>
                  </a:lnTo>
                  <a:close/>
                </a:path>
              </a:pathLst>
            </a:custGeom>
            <a:solidFill>
              <a:srgbClr val="222553"/>
            </a:solidFill>
          </p:spPr>
          <p:txBody>
            <a:bodyPr wrap="square" lIns="0" tIns="0" rIns="0" bIns="0" rtlCol="0"/>
            <a:lstStyle/>
            <a:p>
              <a:endParaRPr/>
            </a:p>
          </p:txBody>
        </p:sp>
        <p:sp>
          <p:nvSpPr>
            <p:cNvPr id="15" name="object 15"/>
            <p:cNvSpPr/>
            <p:nvPr/>
          </p:nvSpPr>
          <p:spPr>
            <a:xfrm>
              <a:off x="7145623" y="2970987"/>
              <a:ext cx="2075180" cy="695325"/>
            </a:xfrm>
            <a:custGeom>
              <a:avLst/>
              <a:gdLst/>
              <a:ahLst/>
              <a:cxnLst/>
              <a:rect l="l" t="t" r="r" b="b"/>
              <a:pathLst>
                <a:path w="2075179" h="695325">
                  <a:moveTo>
                    <a:pt x="0" y="0"/>
                  </a:moveTo>
                  <a:lnTo>
                    <a:pt x="336" y="24690"/>
                  </a:lnTo>
                  <a:lnTo>
                    <a:pt x="2001682" y="695023"/>
                  </a:lnTo>
                  <a:lnTo>
                    <a:pt x="2074705" y="695023"/>
                  </a:lnTo>
                  <a:lnTo>
                    <a:pt x="0" y="0"/>
                  </a:lnTo>
                  <a:close/>
                </a:path>
              </a:pathLst>
            </a:custGeom>
            <a:solidFill>
              <a:srgbClr val="232553"/>
            </a:solidFill>
          </p:spPr>
          <p:txBody>
            <a:bodyPr wrap="square" lIns="0" tIns="0" rIns="0" bIns="0" rtlCol="0"/>
            <a:lstStyle/>
            <a:p>
              <a:endParaRPr/>
            </a:p>
          </p:txBody>
        </p:sp>
        <p:sp>
          <p:nvSpPr>
            <p:cNvPr id="16" name="object 16"/>
            <p:cNvSpPr/>
            <p:nvPr/>
          </p:nvSpPr>
          <p:spPr>
            <a:xfrm>
              <a:off x="7145286" y="2946297"/>
              <a:ext cx="2148205" cy="720090"/>
            </a:xfrm>
            <a:custGeom>
              <a:avLst/>
              <a:gdLst/>
              <a:ahLst/>
              <a:cxnLst/>
              <a:rect l="l" t="t" r="r" b="b"/>
              <a:pathLst>
                <a:path w="2148204" h="720089">
                  <a:moveTo>
                    <a:pt x="0" y="0"/>
                  </a:moveTo>
                  <a:lnTo>
                    <a:pt x="336" y="24690"/>
                  </a:lnTo>
                  <a:lnTo>
                    <a:pt x="2075042" y="719714"/>
                  </a:lnTo>
                  <a:lnTo>
                    <a:pt x="2148065" y="719714"/>
                  </a:lnTo>
                  <a:lnTo>
                    <a:pt x="0" y="0"/>
                  </a:lnTo>
                  <a:close/>
                </a:path>
              </a:pathLst>
            </a:custGeom>
            <a:solidFill>
              <a:srgbClr val="222754"/>
            </a:solidFill>
          </p:spPr>
          <p:txBody>
            <a:bodyPr wrap="square" lIns="0" tIns="0" rIns="0" bIns="0" rtlCol="0"/>
            <a:lstStyle/>
            <a:p>
              <a:endParaRPr/>
            </a:p>
          </p:txBody>
        </p:sp>
        <p:sp>
          <p:nvSpPr>
            <p:cNvPr id="17" name="object 17"/>
            <p:cNvSpPr/>
            <p:nvPr/>
          </p:nvSpPr>
          <p:spPr>
            <a:xfrm>
              <a:off x="7144950" y="2921631"/>
              <a:ext cx="2221865" cy="744855"/>
            </a:xfrm>
            <a:custGeom>
              <a:avLst/>
              <a:gdLst/>
              <a:ahLst/>
              <a:cxnLst/>
              <a:rect l="l" t="t" r="r" b="b"/>
              <a:pathLst>
                <a:path w="2221865" h="744854">
                  <a:moveTo>
                    <a:pt x="0" y="0"/>
                  </a:moveTo>
                  <a:lnTo>
                    <a:pt x="336" y="24665"/>
                  </a:lnTo>
                  <a:lnTo>
                    <a:pt x="2148401" y="744379"/>
                  </a:lnTo>
                  <a:lnTo>
                    <a:pt x="2221723" y="744379"/>
                  </a:lnTo>
                  <a:lnTo>
                    <a:pt x="0" y="0"/>
                  </a:lnTo>
                  <a:close/>
                </a:path>
              </a:pathLst>
            </a:custGeom>
            <a:solidFill>
              <a:srgbClr val="232754"/>
            </a:solidFill>
          </p:spPr>
          <p:txBody>
            <a:bodyPr wrap="square" lIns="0" tIns="0" rIns="0" bIns="0" rtlCol="0"/>
            <a:lstStyle/>
            <a:p>
              <a:endParaRPr/>
            </a:p>
          </p:txBody>
        </p:sp>
        <p:sp>
          <p:nvSpPr>
            <p:cNvPr id="18" name="object 18"/>
            <p:cNvSpPr/>
            <p:nvPr/>
          </p:nvSpPr>
          <p:spPr>
            <a:xfrm>
              <a:off x="7144614" y="2896940"/>
              <a:ext cx="2295525" cy="769620"/>
            </a:xfrm>
            <a:custGeom>
              <a:avLst/>
              <a:gdLst/>
              <a:ahLst/>
              <a:cxnLst/>
              <a:rect l="l" t="t" r="r" b="b"/>
              <a:pathLst>
                <a:path w="2295525" h="769620">
                  <a:moveTo>
                    <a:pt x="0" y="0"/>
                  </a:moveTo>
                  <a:lnTo>
                    <a:pt x="336" y="24690"/>
                  </a:lnTo>
                  <a:lnTo>
                    <a:pt x="2222060" y="769070"/>
                  </a:lnTo>
                  <a:lnTo>
                    <a:pt x="2295083" y="769070"/>
                  </a:lnTo>
                  <a:lnTo>
                    <a:pt x="0" y="0"/>
                  </a:lnTo>
                  <a:close/>
                </a:path>
              </a:pathLst>
            </a:custGeom>
            <a:solidFill>
              <a:srgbClr val="232755"/>
            </a:solidFill>
          </p:spPr>
          <p:txBody>
            <a:bodyPr wrap="square" lIns="0" tIns="0" rIns="0" bIns="0" rtlCol="0"/>
            <a:lstStyle/>
            <a:p>
              <a:endParaRPr/>
            </a:p>
          </p:txBody>
        </p:sp>
        <p:sp>
          <p:nvSpPr>
            <p:cNvPr id="19" name="object 19"/>
            <p:cNvSpPr/>
            <p:nvPr/>
          </p:nvSpPr>
          <p:spPr>
            <a:xfrm>
              <a:off x="7144281" y="2872550"/>
              <a:ext cx="2369185" cy="793750"/>
            </a:xfrm>
            <a:custGeom>
              <a:avLst/>
              <a:gdLst/>
              <a:ahLst/>
              <a:cxnLst/>
              <a:rect l="l" t="t" r="r" b="b"/>
              <a:pathLst>
                <a:path w="2369184" h="793750">
                  <a:moveTo>
                    <a:pt x="0" y="0"/>
                  </a:moveTo>
                  <a:lnTo>
                    <a:pt x="332" y="24390"/>
                  </a:lnTo>
                  <a:lnTo>
                    <a:pt x="2295415" y="793460"/>
                  </a:lnTo>
                  <a:lnTo>
                    <a:pt x="2368713" y="793460"/>
                  </a:lnTo>
                  <a:lnTo>
                    <a:pt x="0" y="0"/>
                  </a:lnTo>
                  <a:close/>
                </a:path>
              </a:pathLst>
            </a:custGeom>
            <a:solidFill>
              <a:srgbClr val="232756"/>
            </a:solidFill>
          </p:spPr>
          <p:txBody>
            <a:bodyPr wrap="square" lIns="0" tIns="0" rIns="0" bIns="0" rtlCol="0"/>
            <a:lstStyle/>
            <a:p>
              <a:endParaRPr/>
            </a:p>
          </p:txBody>
        </p:sp>
        <p:sp>
          <p:nvSpPr>
            <p:cNvPr id="20" name="object 20"/>
            <p:cNvSpPr/>
            <p:nvPr/>
          </p:nvSpPr>
          <p:spPr>
            <a:xfrm>
              <a:off x="7143945" y="2847885"/>
              <a:ext cx="2440940" cy="818515"/>
            </a:xfrm>
            <a:custGeom>
              <a:avLst/>
              <a:gdLst/>
              <a:ahLst/>
              <a:cxnLst/>
              <a:rect l="l" t="t" r="r" b="b"/>
              <a:pathLst>
                <a:path w="2440940" h="818514">
                  <a:moveTo>
                    <a:pt x="0" y="0"/>
                  </a:moveTo>
                  <a:lnTo>
                    <a:pt x="336" y="24665"/>
                  </a:lnTo>
                  <a:lnTo>
                    <a:pt x="2369049" y="818126"/>
                  </a:lnTo>
                  <a:lnTo>
                    <a:pt x="2439082" y="818126"/>
                  </a:lnTo>
                  <a:lnTo>
                    <a:pt x="2440945" y="817748"/>
                  </a:lnTo>
                  <a:lnTo>
                    <a:pt x="0" y="0"/>
                  </a:lnTo>
                  <a:close/>
                </a:path>
              </a:pathLst>
            </a:custGeom>
            <a:solidFill>
              <a:srgbClr val="232856"/>
            </a:solidFill>
          </p:spPr>
          <p:txBody>
            <a:bodyPr wrap="square" lIns="0" tIns="0" rIns="0" bIns="0" rtlCol="0"/>
            <a:lstStyle/>
            <a:p>
              <a:endParaRPr/>
            </a:p>
          </p:txBody>
        </p:sp>
        <p:sp>
          <p:nvSpPr>
            <p:cNvPr id="21" name="object 21"/>
            <p:cNvSpPr/>
            <p:nvPr/>
          </p:nvSpPr>
          <p:spPr>
            <a:xfrm>
              <a:off x="7143267" y="2798533"/>
              <a:ext cx="2482215" cy="867410"/>
            </a:xfrm>
            <a:custGeom>
              <a:avLst/>
              <a:gdLst/>
              <a:ahLst/>
              <a:cxnLst/>
              <a:rect l="l" t="t" r="r" b="b"/>
              <a:pathLst>
                <a:path w="2482215" h="867410">
                  <a:moveTo>
                    <a:pt x="2482126" y="831748"/>
                  </a:moveTo>
                  <a:lnTo>
                    <a:pt x="0" y="0"/>
                  </a:lnTo>
                  <a:lnTo>
                    <a:pt x="330" y="24663"/>
                  </a:lnTo>
                  <a:lnTo>
                    <a:pt x="673" y="49352"/>
                  </a:lnTo>
                  <a:lnTo>
                    <a:pt x="2441613" y="867105"/>
                  </a:lnTo>
                  <a:lnTo>
                    <a:pt x="2456815" y="864031"/>
                  </a:lnTo>
                  <a:lnTo>
                    <a:pt x="2470785" y="854595"/>
                  </a:lnTo>
                  <a:lnTo>
                    <a:pt x="2471877" y="852970"/>
                  </a:lnTo>
                  <a:lnTo>
                    <a:pt x="2480272" y="840600"/>
                  </a:lnTo>
                  <a:lnTo>
                    <a:pt x="2482126" y="831748"/>
                  </a:lnTo>
                  <a:close/>
                </a:path>
              </a:pathLst>
            </a:custGeom>
            <a:solidFill>
              <a:srgbClr val="232857"/>
            </a:solidFill>
          </p:spPr>
          <p:txBody>
            <a:bodyPr wrap="square" lIns="0" tIns="0" rIns="0" bIns="0" rtlCol="0"/>
            <a:lstStyle/>
            <a:p>
              <a:endParaRPr/>
            </a:p>
          </p:txBody>
        </p:sp>
        <p:sp>
          <p:nvSpPr>
            <p:cNvPr id="22" name="object 22"/>
            <p:cNvSpPr/>
            <p:nvPr/>
          </p:nvSpPr>
          <p:spPr>
            <a:xfrm>
              <a:off x="7142594" y="2749460"/>
              <a:ext cx="2486025" cy="881380"/>
            </a:xfrm>
            <a:custGeom>
              <a:avLst/>
              <a:gdLst/>
              <a:ahLst/>
              <a:cxnLst/>
              <a:rect l="l" t="t" r="r" b="b"/>
              <a:pathLst>
                <a:path w="2486025" h="881379">
                  <a:moveTo>
                    <a:pt x="2485504" y="832739"/>
                  </a:moveTo>
                  <a:lnTo>
                    <a:pt x="0" y="0"/>
                  </a:lnTo>
                  <a:lnTo>
                    <a:pt x="330" y="24409"/>
                  </a:lnTo>
                  <a:lnTo>
                    <a:pt x="673" y="49072"/>
                  </a:lnTo>
                  <a:lnTo>
                    <a:pt x="2482799" y="880821"/>
                  </a:lnTo>
                  <a:lnTo>
                    <a:pt x="2484539" y="872515"/>
                  </a:lnTo>
                  <a:lnTo>
                    <a:pt x="2484920" y="856932"/>
                  </a:lnTo>
                  <a:lnTo>
                    <a:pt x="2485504" y="832739"/>
                  </a:lnTo>
                  <a:close/>
                </a:path>
              </a:pathLst>
            </a:custGeom>
            <a:solidFill>
              <a:srgbClr val="232858"/>
            </a:solidFill>
          </p:spPr>
          <p:txBody>
            <a:bodyPr wrap="square" lIns="0" tIns="0" rIns="0" bIns="0" rtlCol="0"/>
            <a:lstStyle/>
            <a:p>
              <a:endParaRPr/>
            </a:p>
          </p:txBody>
        </p:sp>
        <p:sp>
          <p:nvSpPr>
            <p:cNvPr id="23" name="object 23"/>
            <p:cNvSpPr/>
            <p:nvPr/>
          </p:nvSpPr>
          <p:spPr>
            <a:xfrm>
              <a:off x="7142268" y="2724782"/>
              <a:ext cx="2486660" cy="857885"/>
            </a:xfrm>
            <a:custGeom>
              <a:avLst/>
              <a:gdLst/>
              <a:ahLst/>
              <a:cxnLst/>
              <a:rect l="l" t="t" r="r" b="b"/>
              <a:pathLst>
                <a:path w="2486659" h="857885">
                  <a:moveTo>
                    <a:pt x="0" y="0"/>
                  </a:moveTo>
                  <a:lnTo>
                    <a:pt x="336" y="24665"/>
                  </a:lnTo>
                  <a:lnTo>
                    <a:pt x="2485842" y="857405"/>
                  </a:lnTo>
                  <a:lnTo>
                    <a:pt x="2486433" y="833116"/>
                  </a:lnTo>
                  <a:lnTo>
                    <a:pt x="0" y="0"/>
                  </a:lnTo>
                  <a:close/>
                </a:path>
              </a:pathLst>
            </a:custGeom>
            <a:solidFill>
              <a:srgbClr val="242858"/>
            </a:solidFill>
          </p:spPr>
          <p:txBody>
            <a:bodyPr wrap="square" lIns="0" tIns="0" rIns="0" bIns="0" rtlCol="0"/>
            <a:lstStyle/>
            <a:p>
              <a:endParaRPr/>
            </a:p>
          </p:txBody>
        </p:sp>
        <p:sp>
          <p:nvSpPr>
            <p:cNvPr id="24" name="object 24"/>
            <p:cNvSpPr/>
            <p:nvPr/>
          </p:nvSpPr>
          <p:spPr>
            <a:xfrm>
              <a:off x="7141932" y="2700117"/>
              <a:ext cx="2487930" cy="857885"/>
            </a:xfrm>
            <a:custGeom>
              <a:avLst/>
              <a:gdLst/>
              <a:ahLst/>
              <a:cxnLst/>
              <a:rect l="l" t="t" r="r" b="b"/>
              <a:pathLst>
                <a:path w="2487929" h="857885">
                  <a:moveTo>
                    <a:pt x="0" y="0"/>
                  </a:moveTo>
                  <a:lnTo>
                    <a:pt x="336" y="24665"/>
                  </a:lnTo>
                  <a:lnTo>
                    <a:pt x="2486769" y="857782"/>
                  </a:lnTo>
                  <a:lnTo>
                    <a:pt x="2487361" y="833485"/>
                  </a:lnTo>
                  <a:lnTo>
                    <a:pt x="0" y="0"/>
                  </a:lnTo>
                  <a:close/>
                </a:path>
              </a:pathLst>
            </a:custGeom>
            <a:solidFill>
              <a:srgbClr val="23295A"/>
            </a:solidFill>
          </p:spPr>
          <p:txBody>
            <a:bodyPr wrap="square" lIns="0" tIns="0" rIns="0" bIns="0" rtlCol="0"/>
            <a:lstStyle/>
            <a:p>
              <a:endParaRPr/>
            </a:p>
          </p:txBody>
        </p:sp>
        <p:sp>
          <p:nvSpPr>
            <p:cNvPr id="25" name="object 25"/>
            <p:cNvSpPr/>
            <p:nvPr/>
          </p:nvSpPr>
          <p:spPr>
            <a:xfrm>
              <a:off x="7141248" y="2650794"/>
              <a:ext cx="2489835" cy="883285"/>
            </a:xfrm>
            <a:custGeom>
              <a:avLst/>
              <a:gdLst/>
              <a:ahLst/>
              <a:cxnLst/>
              <a:rect l="l" t="t" r="r" b="b"/>
              <a:pathLst>
                <a:path w="2489834" h="883285">
                  <a:moveTo>
                    <a:pt x="2489225" y="834059"/>
                  </a:moveTo>
                  <a:lnTo>
                    <a:pt x="0" y="0"/>
                  </a:lnTo>
                  <a:lnTo>
                    <a:pt x="342" y="24663"/>
                  </a:lnTo>
                  <a:lnTo>
                    <a:pt x="673" y="49326"/>
                  </a:lnTo>
                  <a:lnTo>
                    <a:pt x="2488044" y="882815"/>
                  </a:lnTo>
                  <a:lnTo>
                    <a:pt x="2488628" y="858431"/>
                  </a:lnTo>
                  <a:lnTo>
                    <a:pt x="2489225" y="834059"/>
                  </a:lnTo>
                  <a:close/>
                </a:path>
              </a:pathLst>
            </a:custGeom>
            <a:solidFill>
              <a:srgbClr val="24295B"/>
            </a:solidFill>
          </p:spPr>
          <p:txBody>
            <a:bodyPr wrap="square" lIns="0" tIns="0" rIns="0" bIns="0" rtlCol="0"/>
            <a:lstStyle/>
            <a:p>
              <a:endParaRPr/>
            </a:p>
          </p:txBody>
        </p:sp>
        <p:sp>
          <p:nvSpPr>
            <p:cNvPr id="26" name="object 26"/>
            <p:cNvSpPr/>
            <p:nvPr/>
          </p:nvSpPr>
          <p:spPr>
            <a:xfrm>
              <a:off x="7140587" y="2601709"/>
              <a:ext cx="2491105" cy="883285"/>
            </a:xfrm>
            <a:custGeom>
              <a:avLst/>
              <a:gdLst/>
              <a:ahLst/>
              <a:cxnLst/>
              <a:rect l="l" t="t" r="r" b="b"/>
              <a:pathLst>
                <a:path w="2491104" h="883285">
                  <a:moveTo>
                    <a:pt x="2491067" y="834707"/>
                  </a:moveTo>
                  <a:lnTo>
                    <a:pt x="0" y="0"/>
                  </a:lnTo>
                  <a:lnTo>
                    <a:pt x="330" y="24663"/>
                  </a:lnTo>
                  <a:lnTo>
                    <a:pt x="660" y="49085"/>
                  </a:lnTo>
                  <a:lnTo>
                    <a:pt x="2489885" y="883145"/>
                  </a:lnTo>
                  <a:lnTo>
                    <a:pt x="2490470" y="859078"/>
                  </a:lnTo>
                  <a:lnTo>
                    <a:pt x="2491067" y="834707"/>
                  </a:lnTo>
                  <a:close/>
                </a:path>
              </a:pathLst>
            </a:custGeom>
            <a:solidFill>
              <a:srgbClr val="24295C"/>
            </a:solidFill>
          </p:spPr>
          <p:txBody>
            <a:bodyPr wrap="square" lIns="0" tIns="0" rIns="0" bIns="0" rtlCol="0"/>
            <a:lstStyle/>
            <a:p>
              <a:endParaRPr/>
            </a:p>
          </p:txBody>
        </p:sp>
        <p:sp>
          <p:nvSpPr>
            <p:cNvPr id="27" name="object 27"/>
            <p:cNvSpPr/>
            <p:nvPr/>
          </p:nvSpPr>
          <p:spPr>
            <a:xfrm>
              <a:off x="7139914" y="2552382"/>
              <a:ext cx="2493010" cy="884555"/>
            </a:xfrm>
            <a:custGeom>
              <a:avLst/>
              <a:gdLst/>
              <a:ahLst/>
              <a:cxnLst/>
              <a:rect l="l" t="t" r="r" b="b"/>
              <a:pathLst>
                <a:path w="2493009" h="884554">
                  <a:moveTo>
                    <a:pt x="2492921" y="835304"/>
                  </a:moveTo>
                  <a:lnTo>
                    <a:pt x="0" y="0"/>
                  </a:lnTo>
                  <a:lnTo>
                    <a:pt x="330" y="24663"/>
                  </a:lnTo>
                  <a:lnTo>
                    <a:pt x="673" y="49326"/>
                  </a:lnTo>
                  <a:lnTo>
                    <a:pt x="2491740" y="884034"/>
                  </a:lnTo>
                  <a:lnTo>
                    <a:pt x="2492337" y="859650"/>
                  </a:lnTo>
                  <a:lnTo>
                    <a:pt x="2492921" y="835304"/>
                  </a:lnTo>
                  <a:close/>
                </a:path>
              </a:pathLst>
            </a:custGeom>
            <a:solidFill>
              <a:srgbClr val="242A5D"/>
            </a:solidFill>
          </p:spPr>
          <p:txBody>
            <a:bodyPr wrap="square" lIns="0" tIns="0" rIns="0" bIns="0" rtlCol="0"/>
            <a:lstStyle/>
            <a:p>
              <a:endParaRPr/>
            </a:p>
          </p:txBody>
        </p:sp>
        <p:sp>
          <p:nvSpPr>
            <p:cNvPr id="28" name="object 28"/>
            <p:cNvSpPr/>
            <p:nvPr/>
          </p:nvSpPr>
          <p:spPr>
            <a:xfrm>
              <a:off x="7139241" y="2503296"/>
              <a:ext cx="2494915" cy="884555"/>
            </a:xfrm>
            <a:custGeom>
              <a:avLst/>
              <a:gdLst/>
              <a:ahLst/>
              <a:cxnLst/>
              <a:rect l="l" t="t" r="r" b="b"/>
              <a:pathLst>
                <a:path w="2494915" h="884554">
                  <a:moveTo>
                    <a:pt x="2494775" y="835926"/>
                  </a:moveTo>
                  <a:lnTo>
                    <a:pt x="0" y="0"/>
                  </a:lnTo>
                  <a:lnTo>
                    <a:pt x="330" y="24422"/>
                  </a:lnTo>
                  <a:lnTo>
                    <a:pt x="673" y="49085"/>
                  </a:lnTo>
                  <a:lnTo>
                    <a:pt x="2493594" y="884389"/>
                  </a:lnTo>
                  <a:lnTo>
                    <a:pt x="2494191" y="860005"/>
                  </a:lnTo>
                  <a:lnTo>
                    <a:pt x="2494775" y="835926"/>
                  </a:lnTo>
                  <a:close/>
                </a:path>
              </a:pathLst>
            </a:custGeom>
            <a:solidFill>
              <a:srgbClr val="242A5E"/>
            </a:solidFill>
          </p:spPr>
          <p:txBody>
            <a:bodyPr wrap="square" lIns="0" tIns="0" rIns="0" bIns="0" rtlCol="0"/>
            <a:lstStyle/>
            <a:p>
              <a:endParaRPr/>
            </a:p>
          </p:txBody>
        </p:sp>
        <p:sp>
          <p:nvSpPr>
            <p:cNvPr id="29" name="object 29"/>
            <p:cNvSpPr/>
            <p:nvPr/>
          </p:nvSpPr>
          <p:spPr>
            <a:xfrm>
              <a:off x="7138238" y="2429306"/>
              <a:ext cx="2498090" cy="909955"/>
            </a:xfrm>
            <a:custGeom>
              <a:avLst/>
              <a:gdLst/>
              <a:ahLst/>
              <a:cxnLst/>
              <a:rect l="l" t="t" r="r" b="b"/>
              <a:pathLst>
                <a:path w="2498090" h="909954">
                  <a:moveTo>
                    <a:pt x="2497569" y="836803"/>
                  </a:moveTo>
                  <a:lnTo>
                    <a:pt x="0" y="0"/>
                  </a:lnTo>
                  <a:lnTo>
                    <a:pt x="330" y="24663"/>
                  </a:lnTo>
                  <a:lnTo>
                    <a:pt x="673" y="49326"/>
                  </a:lnTo>
                  <a:lnTo>
                    <a:pt x="1003" y="73990"/>
                  </a:lnTo>
                  <a:lnTo>
                    <a:pt x="2495778" y="909916"/>
                  </a:lnTo>
                  <a:lnTo>
                    <a:pt x="2496375" y="885558"/>
                  </a:lnTo>
                  <a:lnTo>
                    <a:pt x="2496972" y="861174"/>
                  </a:lnTo>
                  <a:lnTo>
                    <a:pt x="2497569" y="836803"/>
                  </a:lnTo>
                  <a:close/>
                </a:path>
              </a:pathLst>
            </a:custGeom>
            <a:solidFill>
              <a:srgbClr val="242B5F"/>
            </a:solidFill>
          </p:spPr>
          <p:txBody>
            <a:bodyPr wrap="square" lIns="0" tIns="0" rIns="0" bIns="0" rtlCol="0"/>
            <a:lstStyle/>
            <a:p>
              <a:endParaRPr/>
            </a:p>
          </p:txBody>
        </p:sp>
        <p:sp>
          <p:nvSpPr>
            <p:cNvPr id="30" name="object 30"/>
            <p:cNvSpPr/>
            <p:nvPr/>
          </p:nvSpPr>
          <p:spPr>
            <a:xfrm>
              <a:off x="7137902" y="2404378"/>
              <a:ext cx="2498725" cy="862330"/>
            </a:xfrm>
            <a:custGeom>
              <a:avLst/>
              <a:gdLst/>
              <a:ahLst/>
              <a:cxnLst/>
              <a:rect l="l" t="t" r="r" b="b"/>
              <a:pathLst>
                <a:path w="2498725" h="862329">
                  <a:moveTo>
                    <a:pt x="0" y="0"/>
                  </a:moveTo>
                  <a:lnTo>
                    <a:pt x="339" y="24917"/>
                  </a:lnTo>
                  <a:lnTo>
                    <a:pt x="2497905" y="861723"/>
                  </a:lnTo>
                  <a:lnTo>
                    <a:pt x="2498498" y="837366"/>
                  </a:lnTo>
                  <a:lnTo>
                    <a:pt x="0" y="0"/>
                  </a:lnTo>
                  <a:close/>
                </a:path>
              </a:pathLst>
            </a:custGeom>
            <a:solidFill>
              <a:srgbClr val="252B5F"/>
            </a:solidFill>
          </p:spPr>
          <p:txBody>
            <a:bodyPr wrap="square" lIns="0" tIns="0" rIns="0" bIns="0" rtlCol="0"/>
            <a:lstStyle/>
            <a:p>
              <a:endParaRPr/>
            </a:p>
          </p:txBody>
        </p:sp>
        <p:sp>
          <p:nvSpPr>
            <p:cNvPr id="31" name="object 31"/>
            <p:cNvSpPr/>
            <p:nvPr/>
          </p:nvSpPr>
          <p:spPr>
            <a:xfrm>
              <a:off x="7137235" y="2355557"/>
              <a:ext cx="2500630" cy="886460"/>
            </a:xfrm>
            <a:custGeom>
              <a:avLst/>
              <a:gdLst/>
              <a:ahLst/>
              <a:cxnLst/>
              <a:rect l="l" t="t" r="r" b="b"/>
              <a:pathLst>
                <a:path w="2500629" h="886460">
                  <a:moveTo>
                    <a:pt x="2500338" y="837730"/>
                  </a:moveTo>
                  <a:lnTo>
                    <a:pt x="0" y="0"/>
                  </a:lnTo>
                  <a:lnTo>
                    <a:pt x="330" y="24663"/>
                  </a:lnTo>
                  <a:lnTo>
                    <a:pt x="660" y="48831"/>
                  </a:lnTo>
                  <a:lnTo>
                    <a:pt x="2499156" y="886193"/>
                  </a:lnTo>
                  <a:lnTo>
                    <a:pt x="2499741" y="862114"/>
                  </a:lnTo>
                  <a:lnTo>
                    <a:pt x="2500338" y="837730"/>
                  </a:lnTo>
                  <a:close/>
                </a:path>
              </a:pathLst>
            </a:custGeom>
            <a:solidFill>
              <a:srgbClr val="252B60"/>
            </a:solidFill>
          </p:spPr>
          <p:txBody>
            <a:bodyPr wrap="square" lIns="0" tIns="0" rIns="0" bIns="0" rtlCol="0"/>
            <a:lstStyle/>
            <a:p>
              <a:endParaRPr/>
            </a:p>
          </p:txBody>
        </p:sp>
        <p:sp>
          <p:nvSpPr>
            <p:cNvPr id="32" name="object 32"/>
            <p:cNvSpPr/>
            <p:nvPr/>
          </p:nvSpPr>
          <p:spPr>
            <a:xfrm>
              <a:off x="7136897" y="2330632"/>
              <a:ext cx="2501900" cy="862965"/>
            </a:xfrm>
            <a:custGeom>
              <a:avLst/>
              <a:gdLst/>
              <a:ahLst/>
              <a:cxnLst/>
              <a:rect l="l" t="t" r="r" b="b"/>
              <a:pathLst>
                <a:path w="2501900" h="862964">
                  <a:moveTo>
                    <a:pt x="0" y="0"/>
                  </a:moveTo>
                  <a:lnTo>
                    <a:pt x="339" y="24917"/>
                  </a:lnTo>
                  <a:lnTo>
                    <a:pt x="2500683" y="862653"/>
                  </a:lnTo>
                  <a:lnTo>
                    <a:pt x="2501276" y="838297"/>
                  </a:lnTo>
                  <a:lnTo>
                    <a:pt x="0" y="0"/>
                  </a:lnTo>
                  <a:close/>
                </a:path>
              </a:pathLst>
            </a:custGeom>
            <a:solidFill>
              <a:srgbClr val="252B61"/>
            </a:solidFill>
          </p:spPr>
          <p:txBody>
            <a:bodyPr wrap="square" lIns="0" tIns="0" rIns="0" bIns="0" rtlCol="0"/>
            <a:lstStyle/>
            <a:p>
              <a:endParaRPr/>
            </a:p>
          </p:txBody>
        </p:sp>
        <p:sp>
          <p:nvSpPr>
            <p:cNvPr id="33" name="object 33"/>
            <p:cNvSpPr/>
            <p:nvPr/>
          </p:nvSpPr>
          <p:spPr>
            <a:xfrm>
              <a:off x="7136561" y="2305966"/>
              <a:ext cx="2502535" cy="862965"/>
            </a:xfrm>
            <a:custGeom>
              <a:avLst/>
              <a:gdLst/>
              <a:ahLst/>
              <a:cxnLst/>
              <a:rect l="l" t="t" r="r" b="b"/>
              <a:pathLst>
                <a:path w="2502534" h="862964">
                  <a:moveTo>
                    <a:pt x="0" y="0"/>
                  </a:moveTo>
                  <a:lnTo>
                    <a:pt x="336" y="24665"/>
                  </a:lnTo>
                  <a:lnTo>
                    <a:pt x="2501613" y="862963"/>
                  </a:lnTo>
                  <a:lnTo>
                    <a:pt x="2502206" y="838584"/>
                  </a:lnTo>
                  <a:lnTo>
                    <a:pt x="0" y="0"/>
                  </a:lnTo>
                  <a:close/>
                </a:path>
              </a:pathLst>
            </a:custGeom>
            <a:solidFill>
              <a:srgbClr val="252C61"/>
            </a:solidFill>
          </p:spPr>
          <p:txBody>
            <a:bodyPr wrap="square" lIns="0" tIns="0" rIns="0" bIns="0" rtlCol="0"/>
            <a:lstStyle/>
            <a:p>
              <a:endParaRPr/>
            </a:p>
          </p:txBody>
        </p:sp>
        <p:sp>
          <p:nvSpPr>
            <p:cNvPr id="34" name="object 34"/>
            <p:cNvSpPr/>
            <p:nvPr/>
          </p:nvSpPr>
          <p:spPr>
            <a:xfrm>
              <a:off x="7135888" y="2256891"/>
              <a:ext cx="2504440" cy="887730"/>
            </a:xfrm>
            <a:custGeom>
              <a:avLst/>
              <a:gdLst/>
              <a:ahLst/>
              <a:cxnLst/>
              <a:rect l="l" t="t" r="r" b="b"/>
              <a:pathLst>
                <a:path w="2504440" h="887730">
                  <a:moveTo>
                    <a:pt x="2504046" y="839228"/>
                  </a:moveTo>
                  <a:lnTo>
                    <a:pt x="0" y="0"/>
                  </a:lnTo>
                  <a:lnTo>
                    <a:pt x="342" y="24917"/>
                  </a:lnTo>
                  <a:lnTo>
                    <a:pt x="660" y="49085"/>
                  </a:lnTo>
                  <a:lnTo>
                    <a:pt x="2502878" y="887666"/>
                  </a:lnTo>
                  <a:lnTo>
                    <a:pt x="2503462" y="863295"/>
                  </a:lnTo>
                  <a:lnTo>
                    <a:pt x="2504046" y="839228"/>
                  </a:lnTo>
                  <a:close/>
                </a:path>
              </a:pathLst>
            </a:custGeom>
            <a:solidFill>
              <a:srgbClr val="252C62"/>
            </a:solidFill>
          </p:spPr>
          <p:txBody>
            <a:bodyPr wrap="square" lIns="0" tIns="0" rIns="0" bIns="0" rtlCol="0"/>
            <a:lstStyle/>
            <a:p>
              <a:endParaRPr/>
            </a:p>
          </p:txBody>
        </p:sp>
        <p:sp>
          <p:nvSpPr>
            <p:cNvPr id="35" name="object 35"/>
            <p:cNvSpPr/>
            <p:nvPr/>
          </p:nvSpPr>
          <p:spPr>
            <a:xfrm>
              <a:off x="7135711" y="2211996"/>
              <a:ext cx="2505710" cy="884555"/>
            </a:xfrm>
            <a:custGeom>
              <a:avLst/>
              <a:gdLst/>
              <a:ahLst/>
              <a:cxnLst/>
              <a:rect l="l" t="t" r="r" b="b"/>
              <a:pathLst>
                <a:path w="2505709" h="884555">
                  <a:moveTo>
                    <a:pt x="2505418" y="835367"/>
                  </a:moveTo>
                  <a:lnTo>
                    <a:pt x="12153" y="0"/>
                  </a:lnTo>
                  <a:lnTo>
                    <a:pt x="8877" y="4038"/>
                  </a:lnTo>
                  <a:lnTo>
                    <a:pt x="3390" y="21424"/>
                  </a:lnTo>
                  <a:lnTo>
                    <a:pt x="0" y="32156"/>
                  </a:lnTo>
                  <a:lnTo>
                    <a:pt x="177" y="44894"/>
                  </a:lnTo>
                  <a:lnTo>
                    <a:pt x="2504224" y="884123"/>
                  </a:lnTo>
                  <a:lnTo>
                    <a:pt x="2504821" y="859739"/>
                  </a:lnTo>
                  <a:lnTo>
                    <a:pt x="2505418" y="835367"/>
                  </a:lnTo>
                  <a:close/>
                </a:path>
              </a:pathLst>
            </a:custGeom>
            <a:solidFill>
              <a:srgbClr val="252C63"/>
            </a:solidFill>
          </p:spPr>
          <p:txBody>
            <a:bodyPr wrap="square" lIns="0" tIns="0" rIns="0" bIns="0" rtlCol="0"/>
            <a:lstStyle/>
            <a:p>
              <a:endParaRPr/>
            </a:p>
          </p:txBody>
        </p:sp>
        <p:sp>
          <p:nvSpPr>
            <p:cNvPr id="36" name="object 36"/>
            <p:cNvSpPr/>
            <p:nvPr/>
          </p:nvSpPr>
          <p:spPr>
            <a:xfrm>
              <a:off x="7147864" y="2178849"/>
              <a:ext cx="2494915" cy="868680"/>
            </a:xfrm>
            <a:custGeom>
              <a:avLst/>
              <a:gdLst/>
              <a:ahLst/>
              <a:cxnLst/>
              <a:rect l="l" t="t" r="r" b="b"/>
              <a:pathLst>
                <a:path w="2494915" h="868680">
                  <a:moveTo>
                    <a:pt x="2494445" y="820077"/>
                  </a:moveTo>
                  <a:lnTo>
                    <a:pt x="47282" y="0"/>
                  </a:lnTo>
                  <a:lnTo>
                    <a:pt x="39497" y="1041"/>
                  </a:lnTo>
                  <a:lnTo>
                    <a:pt x="16433" y="14109"/>
                  </a:lnTo>
                  <a:lnTo>
                    <a:pt x="14732" y="15074"/>
                  </a:lnTo>
                  <a:lnTo>
                    <a:pt x="0" y="33147"/>
                  </a:lnTo>
                  <a:lnTo>
                    <a:pt x="2493264" y="868514"/>
                  </a:lnTo>
                  <a:lnTo>
                    <a:pt x="2493861" y="844156"/>
                  </a:lnTo>
                  <a:lnTo>
                    <a:pt x="2494445" y="820077"/>
                  </a:lnTo>
                  <a:close/>
                </a:path>
              </a:pathLst>
            </a:custGeom>
            <a:solidFill>
              <a:srgbClr val="252C64"/>
            </a:solidFill>
          </p:spPr>
          <p:txBody>
            <a:bodyPr wrap="square" lIns="0" tIns="0" rIns="0" bIns="0" rtlCol="0"/>
            <a:lstStyle/>
            <a:p>
              <a:endParaRPr/>
            </a:p>
          </p:txBody>
        </p:sp>
        <p:sp>
          <p:nvSpPr>
            <p:cNvPr id="37" name="object 37"/>
            <p:cNvSpPr/>
            <p:nvPr/>
          </p:nvSpPr>
          <p:spPr>
            <a:xfrm>
              <a:off x="7195151" y="2174950"/>
              <a:ext cx="2447925" cy="824230"/>
            </a:xfrm>
            <a:custGeom>
              <a:avLst/>
              <a:gdLst/>
              <a:ahLst/>
              <a:cxnLst/>
              <a:rect l="l" t="t" r="r" b="b"/>
              <a:pathLst>
                <a:path w="2447925" h="824230">
                  <a:moveTo>
                    <a:pt x="62329" y="0"/>
                  </a:moveTo>
                  <a:lnTo>
                    <a:pt x="21341" y="1053"/>
                  </a:lnTo>
                  <a:lnTo>
                    <a:pt x="0" y="3898"/>
                  </a:lnTo>
                  <a:lnTo>
                    <a:pt x="2447162" y="823970"/>
                  </a:lnTo>
                  <a:lnTo>
                    <a:pt x="2447756" y="799589"/>
                  </a:lnTo>
                  <a:lnTo>
                    <a:pt x="62329" y="0"/>
                  </a:lnTo>
                  <a:close/>
                </a:path>
              </a:pathLst>
            </a:custGeom>
            <a:solidFill>
              <a:srgbClr val="252C66"/>
            </a:solidFill>
          </p:spPr>
          <p:txBody>
            <a:bodyPr wrap="square" lIns="0" tIns="0" rIns="0" bIns="0" rtlCol="0"/>
            <a:lstStyle/>
            <a:p>
              <a:endParaRPr/>
            </a:p>
          </p:txBody>
        </p:sp>
        <p:sp>
          <p:nvSpPr>
            <p:cNvPr id="38" name="object 38"/>
            <p:cNvSpPr/>
            <p:nvPr/>
          </p:nvSpPr>
          <p:spPr>
            <a:xfrm>
              <a:off x="7257481" y="2173226"/>
              <a:ext cx="2386330" cy="801370"/>
            </a:xfrm>
            <a:custGeom>
              <a:avLst/>
              <a:gdLst/>
              <a:ahLst/>
              <a:cxnLst/>
              <a:rect l="l" t="t" r="r" b="b"/>
              <a:pathLst>
                <a:path w="2386329" h="801369">
                  <a:moveTo>
                    <a:pt x="67107" y="0"/>
                  </a:moveTo>
                  <a:lnTo>
                    <a:pt x="0" y="1724"/>
                  </a:lnTo>
                  <a:lnTo>
                    <a:pt x="2385426" y="801313"/>
                  </a:lnTo>
                  <a:lnTo>
                    <a:pt x="2386019" y="776961"/>
                  </a:lnTo>
                  <a:lnTo>
                    <a:pt x="67107" y="0"/>
                  </a:lnTo>
                  <a:close/>
                </a:path>
              </a:pathLst>
            </a:custGeom>
            <a:solidFill>
              <a:srgbClr val="272C66"/>
            </a:solidFill>
          </p:spPr>
          <p:txBody>
            <a:bodyPr wrap="square" lIns="0" tIns="0" rIns="0" bIns="0" rtlCol="0"/>
            <a:lstStyle/>
            <a:p>
              <a:endParaRPr/>
            </a:p>
          </p:txBody>
        </p:sp>
        <p:sp>
          <p:nvSpPr>
            <p:cNvPr id="39" name="object 39"/>
            <p:cNvSpPr/>
            <p:nvPr/>
          </p:nvSpPr>
          <p:spPr>
            <a:xfrm>
              <a:off x="7324585" y="2169743"/>
              <a:ext cx="2320290" cy="781050"/>
            </a:xfrm>
            <a:custGeom>
              <a:avLst/>
              <a:gdLst/>
              <a:ahLst/>
              <a:cxnLst/>
              <a:rect l="l" t="t" r="r" b="b"/>
              <a:pathLst>
                <a:path w="2320290" h="781050">
                  <a:moveTo>
                    <a:pt x="2320099" y="731697"/>
                  </a:moveTo>
                  <a:lnTo>
                    <a:pt x="135991" y="0"/>
                  </a:lnTo>
                  <a:lnTo>
                    <a:pt x="68148" y="1739"/>
                  </a:lnTo>
                  <a:lnTo>
                    <a:pt x="0" y="3492"/>
                  </a:lnTo>
                  <a:lnTo>
                    <a:pt x="2318905" y="780453"/>
                  </a:lnTo>
                  <a:lnTo>
                    <a:pt x="2319502" y="756069"/>
                  </a:lnTo>
                  <a:lnTo>
                    <a:pt x="2320099" y="731697"/>
                  </a:lnTo>
                  <a:close/>
                </a:path>
              </a:pathLst>
            </a:custGeom>
            <a:solidFill>
              <a:srgbClr val="272C67"/>
            </a:solidFill>
          </p:spPr>
          <p:txBody>
            <a:bodyPr wrap="square" lIns="0" tIns="0" rIns="0" bIns="0" rtlCol="0"/>
            <a:lstStyle/>
            <a:p>
              <a:endParaRPr/>
            </a:p>
          </p:txBody>
        </p:sp>
        <p:sp>
          <p:nvSpPr>
            <p:cNvPr id="40" name="object 40"/>
            <p:cNvSpPr/>
            <p:nvPr/>
          </p:nvSpPr>
          <p:spPr>
            <a:xfrm>
              <a:off x="7460583" y="2167983"/>
              <a:ext cx="2185035" cy="734060"/>
            </a:xfrm>
            <a:custGeom>
              <a:avLst/>
              <a:gdLst/>
              <a:ahLst/>
              <a:cxnLst/>
              <a:rect l="l" t="t" r="r" b="b"/>
              <a:pathLst>
                <a:path w="2185034" h="734060">
                  <a:moveTo>
                    <a:pt x="68039" y="0"/>
                  </a:moveTo>
                  <a:lnTo>
                    <a:pt x="0" y="1748"/>
                  </a:lnTo>
                  <a:lnTo>
                    <a:pt x="2184104" y="733446"/>
                  </a:lnTo>
                  <a:lnTo>
                    <a:pt x="2184690" y="709387"/>
                  </a:lnTo>
                  <a:lnTo>
                    <a:pt x="68039" y="0"/>
                  </a:lnTo>
                  <a:close/>
                </a:path>
              </a:pathLst>
            </a:custGeom>
            <a:solidFill>
              <a:srgbClr val="272C68"/>
            </a:solidFill>
          </p:spPr>
          <p:txBody>
            <a:bodyPr wrap="square" lIns="0" tIns="0" rIns="0" bIns="0" rtlCol="0"/>
            <a:lstStyle/>
            <a:p>
              <a:endParaRPr/>
            </a:p>
          </p:txBody>
        </p:sp>
        <p:sp>
          <p:nvSpPr>
            <p:cNvPr id="41" name="object 41"/>
            <p:cNvSpPr/>
            <p:nvPr/>
          </p:nvSpPr>
          <p:spPr>
            <a:xfrm>
              <a:off x="7528622" y="2166240"/>
              <a:ext cx="2117725" cy="711200"/>
            </a:xfrm>
            <a:custGeom>
              <a:avLst/>
              <a:gdLst/>
              <a:ahLst/>
              <a:cxnLst/>
              <a:rect l="l" t="t" r="r" b="b"/>
              <a:pathLst>
                <a:path w="2117725" h="711200">
                  <a:moveTo>
                    <a:pt x="67843" y="0"/>
                  </a:moveTo>
                  <a:lnTo>
                    <a:pt x="0" y="1743"/>
                  </a:lnTo>
                  <a:lnTo>
                    <a:pt x="2116651" y="711130"/>
                  </a:lnTo>
                  <a:lnTo>
                    <a:pt x="2117245" y="686752"/>
                  </a:lnTo>
                  <a:lnTo>
                    <a:pt x="67843" y="0"/>
                  </a:lnTo>
                  <a:close/>
                </a:path>
              </a:pathLst>
            </a:custGeom>
            <a:solidFill>
              <a:srgbClr val="272D68"/>
            </a:solidFill>
          </p:spPr>
          <p:txBody>
            <a:bodyPr wrap="square" lIns="0" tIns="0" rIns="0" bIns="0" rtlCol="0"/>
            <a:lstStyle/>
            <a:p>
              <a:endParaRPr/>
            </a:p>
          </p:txBody>
        </p:sp>
        <p:sp>
          <p:nvSpPr>
            <p:cNvPr id="42" name="object 42"/>
            <p:cNvSpPr/>
            <p:nvPr/>
          </p:nvSpPr>
          <p:spPr>
            <a:xfrm>
              <a:off x="7596454" y="2162758"/>
              <a:ext cx="2051050" cy="690245"/>
            </a:xfrm>
            <a:custGeom>
              <a:avLst/>
              <a:gdLst/>
              <a:ahLst/>
              <a:cxnLst/>
              <a:rect l="l" t="t" r="r" b="b"/>
              <a:pathLst>
                <a:path w="2051050" h="690244">
                  <a:moveTo>
                    <a:pt x="2050592" y="641604"/>
                  </a:moveTo>
                  <a:lnTo>
                    <a:pt x="135928" y="0"/>
                  </a:lnTo>
                  <a:lnTo>
                    <a:pt x="68110" y="1739"/>
                  </a:lnTo>
                  <a:lnTo>
                    <a:pt x="0" y="3492"/>
                  </a:lnTo>
                  <a:lnTo>
                    <a:pt x="2049411" y="690245"/>
                  </a:lnTo>
                  <a:lnTo>
                    <a:pt x="2049995" y="665861"/>
                  </a:lnTo>
                  <a:lnTo>
                    <a:pt x="2050592" y="641604"/>
                  </a:lnTo>
                  <a:close/>
                </a:path>
              </a:pathLst>
            </a:custGeom>
            <a:solidFill>
              <a:srgbClr val="272D69"/>
            </a:solidFill>
          </p:spPr>
          <p:txBody>
            <a:bodyPr wrap="square" lIns="0" tIns="0" rIns="0" bIns="0" rtlCol="0"/>
            <a:lstStyle/>
            <a:p>
              <a:endParaRPr/>
            </a:p>
          </p:txBody>
        </p:sp>
        <p:sp>
          <p:nvSpPr>
            <p:cNvPr id="43" name="object 43"/>
            <p:cNvSpPr/>
            <p:nvPr/>
          </p:nvSpPr>
          <p:spPr>
            <a:xfrm>
              <a:off x="7732387" y="2161003"/>
              <a:ext cx="1915795" cy="643890"/>
            </a:xfrm>
            <a:custGeom>
              <a:avLst/>
              <a:gdLst/>
              <a:ahLst/>
              <a:cxnLst/>
              <a:rect l="l" t="t" r="r" b="b"/>
              <a:pathLst>
                <a:path w="1915795" h="643889">
                  <a:moveTo>
                    <a:pt x="67886" y="0"/>
                  </a:moveTo>
                  <a:lnTo>
                    <a:pt x="0" y="1744"/>
                  </a:lnTo>
                  <a:lnTo>
                    <a:pt x="1914664" y="643354"/>
                  </a:lnTo>
                  <a:lnTo>
                    <a:pt x="1915263" y="618753"/>
                  </a:lnTo>
                  <a:lnTo>
                    <a:pt x="67886" y="0"/>
                  </a:lnTo>
                  <a:close/>
                </a:path>
              </a:pathLst>
            </a:custGeom>
            <a:solidFill>
              <a:srgbClr val="272D6A"/>
            </a:solidFill>
          </p:spPr>
          <p:txBody>
            <a:bodyPr wrap="square" lIns="0" tIns="0" rIns="0" bIns="0" rtlCol="0"/>
            <a:lstStyle/>
            <a:p>
              <a:endParaRPr/>
            </a:p>
          </p:txBody>
        </p:sp>
        <p:sp>
          <p:nvSpPr>
            <p:cNvPr id="44" name="object 44"/>
            <p:cNvSpPr/>
            <p:nvPr/>
          </p:nvSpPr>
          <p:spPr>
            <a:xfrm>
              <a:off x="7800263" y="2157513"/>
              <a:ext cx="1849120" cy="622300"/>
            </a:xfrm>
            <a:custGeom>
              <a:avLst/>
              <a:gdLst/>
              <a:ahLst/>
              <a:cxnLst/>
              <a:rect l="l" t="t" r="r" b="b"/>
              <a:pathLst>
                <a:path w="1849120" h="622300">
                  <a:moveTo>
                    <a:pt x="1848561" y="574040"/>
                  </a:moveTo>
                  <a:lnTo>
                    <a:pt x="135839" y="0"/>
                  </a:lnTo>
                  <a:lnTo>
                    <a:pt x="68097" y="1739"/>
                  </a:lnTo>
                  <a:lnTo>
                    <a:pt x="0" y="3492"/>
                  </a:lnTo>
                  <a:lnTo>
                    <a:pt x="1847380" y="622249"/>
                  </a:lnTo>
                  <a:lnTo>
                    <a:pt x="1847977" y="597890"/>
                  </a:lnTo>
                  <a:lnTo>
                    <a:pt x="1848561" y="574040"/>
                  </a:lnTo>
                  <a:close/>
                </a:path>
              </a:pathLst>
            </a:custGeom>
            <a:solidFill>
              <a:srgbClr val="272D6B"/>
            </a:solidFill>
          </p:spPr>
          <p:txBody>
            <a:bodyPr wrap="square" lIns="0" tIns="0" rIns="0" bIns="0" rtlCol="0"/>
            <a:lstStyle/>
            <a:p>
              <a:endParaRPr/>
            </a:p>
          </p:txBody>
        </p:sp>
        <p:sp>
          <p:nvSpPr>
            <p:cNvPr id="45" name="object 45"/>
            <p:cNvSpPr/>
            <p:nvPr/>
          </p:nvSpPr>
          <p:spPr>
            <a:xfrm>
              <a:off x="7936103" y="2152281"/>
              <a:ext cx="1714500" cy="579755"/>
            </a:xfrm>
            <a:custGeom>
              <a:avLst/>
              <a:gdLst/>
              <a:ahLst/>
              <a:cxnLst/>
              <a:rect l="l" t="t" r="r" b="b"/>
              <a:pathLst>
                <a:path w="1714500" h="579755">
                  <a:moveTo>
                    <a:pt x="1714500" y="505955"/>
                  </a:moveTo>
                  <a:lnTo>
                    <a:pt x="203822" y="0"/>
                  </a:lnTo>
                  <a:lnTo>
                    <a:pt x="135991" y="1739"/>
                  </a:lnTo>
                  <a:lnTo>
                    <a:pt x="68148" y="3492"/>
                  </a:lnTo>
                  <a:lnTo>
                    <a:pt x="0" y="5232"/>
                  </a:lnTo>
                  <a:lnTo>
                    <a:pt x="1712722" y="579272"/>
                  </a:lnTo>
                  <a:lnTo>
                    <a:pt x="1713318" y="554659"/>
                  </a:lnTo>
                  <a:lnTo>
                    <a:pt x="1713903" y="530313"/>
                  </a:lnTo>
                  <a:lnTo>
                    <a:pt x="1714500" y="505955"/>
                  </a:lnTo>
                  <a:close/>
                </a:path>
              </a:pathLst>
            </a:custGeom>
            <a:solidFill>
              <a:srgbClr val="272E6C"/>
            </a:solidFill>
          </p:spPr>
          <p:txBody>
            <a:bodyPr wrap="square" lIns="0" tIns="0" rIns="0" bIns="0" rtlCol="0"/>
            <a:lstStyle/>
            <a:p>
              <a:endParaRPr/>
            </a:p>
          </p:txBody>
        </p:sp>
        <p:sp>
          <p:nvSpPr>
            <p:cNvPr id="46" name="object 46"/>
            <p:cNvSpPr/>
            <p:nvPr/>
          </p:nvSpPr>
          <p:spPr>
            <a:xfrm>
              <a:off x="8139936" y="2150526"/>
              <a:ext cx="1511300" cy="508000"/>
            </a:xfrm>
            <a:custGeom>
              <a:avLst/>
              <a:gdLst/>
              <a:ahLst/>
              <a:cxnLst/>
              <a:rect l="l" t="t" r="r" b="b"/>
              <a:pathLst>
                <a:path w="1511300" h="508000">
                  <a:moveTo>
                    <a:pt x="68097" y="0"/>
                  </a:moveTo>
                  <a:lnTo>
                    <a:pt x="0" y="1749"/>
                  </a:lnTo>
                  <a:lnTo>
                    <a:pt x="1510674" y="507706"/>
                  </a:lnTo>
                  <a:lnTo>
                    <a:pt x="1511267" y="483352"/>
                  </a:lnTo>
                  <a:lnTo>
                    <a:pt x="68097" y="0"/>
                  </a:lnTo>
                  <a:close/>
                </a:path>
              </a:pathLst>
            </a:custGeom>
            <a:solidFill>
              <a:srgbClr val="282E6C"/>
            </a:solidFill>
          </p:spPr>
          <p:txBody>
            <a:bodyPr wrap="square" lIns="0" tIns="0" rIns="0" bIns="0" rtlCol="0"/>
            <a:lstStyle/>
            <a:p>
              <a:endParaRPr/>
            </a:p>
          </p:txBody>
        </p:sp>
        <p:sp>
          <p:nvSpPr>
            <p:cNvPr id="47" name="object 47"/>
            <p:cNvSpPr/>
            <p:nvPr/>
          </p:nvSpPr>
          <p:spPr>
            <a:xfrm>
              <a:off x="8208022" y="2147049"/>
              <a:ext cx="1444625" cy="487045"/>
            </a:xfrm>
            <a:custGeom>
              <a:avLst/>
              <a:gdLst/>
              <a:ahLst/>
              <a:cxnLst/>
              <a:rect l="l" t="t" r="r" b="b"/>
              <a:pathLst>
                <a:path w="1444625" h="487044">
                  <a:moveTo>
                    <a:pt x="1444358" y="438378"/>
                  </a:moveTo>
                  <a:lnTo>
                    <a:pt x="135636" y="0"/>
                  </a:lnTo>
                  <a:lnTo>
                    <a:pt x="67792" y="1739"/>
                  </a:lnTo>
                  <a:lnTo>
                    <a:pt x="0" y="3479"/>
                  </a:lnTo>
                  <a:lnTo>
                    <a:pt x="1443177" y="486829"/>
                  </a:lnTo>
                  <a:lnTo>
                    <a:pt x="1443761" y="462724"/>
                  </a:lnTo>
                  <a:lnTo>
                    <a:pt x="1444358" y="438378"/>
                  </a:lnTo>
                  <a:close/>
                </a:path>
              </a:pathLst>
            </a:custGeom>
            <a:solidFill>
              <a:srgbClr val="272F6D"/>
            </a:solidFill>
          </p:spPr>
          <p:txBody>
            <a:bodyPr wrap="square" lIns="0" tIns="0" rIns="0" bIns="0" rtlCol="0"/>
            <a:lstStyle/>
            <a:p>
              <a:endParaRPr/>
            </a:p>
          </p:txBody>
        </p:sp>
        <p:sp>
          <p:nvSpPr>
            <p:cNvPr id="48" name="object 48"/>
            <p:cNvSpPr/>
            <p:nvPr/>
          </p:nvSpPr>
          <p:spPr>
            <a:xfrm>
              <a:off x="8343658" y="2143556"/>
              <a:ext cx="1310005" cy="441959"/>
            </a:xfrm>
            <a:custGeom>
              <a:avLst/>
              <a:gdLst/>
              <a:ahLst/>
              <a:cxnLst/>
              <a:rect l="l" t="t" r="r" b="b"/>
              <a:pathLst>
                <a:path w="1310004" h="441960">
                  <a:moveTo>
                    <a:pt x="1309903" y="393153"/>
                  </a:moveTo>
                  <a:lnTo>
                    <a:pt x="135928" y="0"/>
                  </a:lnTo>
                  <a:lnTo>
                    <a:pt x="68097" y="1739"/>
                  </a:lnTo>
                  <a:lnTo>
                    <a:pt x="0" y="3492"/>
                  </a:lnTo>
                  <a:lnTo>
                    <a:pt x="1308722" y="441871"/>
                  </a:lnTo>
                  <a:lnTo>
                    <a:pt x="1309306" y="417512"/>
                  </a:lnTo>
                  <a:lnTo>
                    <a:pt x="1309903" y="393153"/>
                  </a:lnTo>
                  <a:close/>
                </a:path>
              </a:pathLst>
            </a:custGeom>
            <a:solidFill>
              <a:srgbClr val="282F6E"/>
            </a:solidFill>
          </p:spPr>
          <p:txBody>
            <a:bodyPr wrap="square" lIns="0" tIns="0" rIns="0" bIns="0" rtlCol="0"/>
            <a:lstStyle/>
            <a:p>
              <a:endParaRPr/>
            </a:p>
          </p:txBody>
        </p:sp>
        <p:sp>
          <p:nvSpPr>
            <p:cNvPr id="49" name="object 49"/>
            <p:cNvSpPr/>
            <p:nvPr/>
          </p:nvSpPr>
          <p:spPr>
            <a:xfrm>
              <a:off x="8479586" y="2140064"/>
              <a:ext cx="1175385" cy="396875"/>
            </a:xfrm>
            <a:custGeom>
              <a:avLst/>
              <a:gdLst/>
              <a:ahLst/>
              <a:cxnLst/>
              <a:rect l="l" t="t" r="r" b="b"/>
              <a:pathLst>
                <a:path w="1175384" h="396875">
                  <a:moveTo>
                    <a:pt x="1175156" y="348183"/>
                  </a:moveTo>
                  <a:lnTo>
                    <a:pt x="135890" y="0"/>
                  </a:lnTo>
                  <a:lnTo>
                    <a:pt x="68059" y="1739"/>
                  </a:lnTo>
                  <a:lnTo>
                    <a:pt x="0" y="3492"/>
                  </a:lnTo>
                  <a:lnTo>
                    <a:pt x="1173975" y="396646"/>
                  </a:lnTo>
                  <a:lnTo>
                    <a:pt x="1174559" y="372541"/>
                  </a:lnTo>
                  <a:lnTo>
                    <a:pt x="1175156" y="348183"/>
                  </a:lnTo>
                  <a:close/>
                </a:path>
              </a:pathLst>
            </a:custGeom>
            <a:solidFill>
              <a:srgbClr val="282F6F"/>
            </a:solidFill>
          </p:spPr>
          <p:txBody>
            <a:bodyPr wrap="square" lIns="0" tIns="0" rIns="0" bIns="0" rtlCol="0"/>
            <a:lstStyle/>
            <a:p>
              <a:endParaRPr/>
            </a:p>
          </p:txBody>
        </p:sp>
        <p:sp>
          <p:nvSpPr>
            <p:cNvPr id="50" name="object 50"/>
            <p:cNvSpPr/>
            <p:nvPr/>
          </p:nvSpPr>
          <p:spPr>
            <a:xfrm>
              <a:off x="8615477" y="2136571"/>
              <a:ext cx="1040765" cy="351790"/>
            </a:xfrm>
            <a:custGeom>
              <a:avLst/>
              <a:gdLst/>
              <a:ahLst/>
              <a:cxnLst/>
              <a:rect l="l" t="t" r="r" b="b"/>
              <a:pathLst>
                <a:path w="1040765" h="351789">
                  <a:moveTo>
                    <a:pt x="1040447" y="302971"/>
                  </a:moveTo>
                  <a:lnTo>
                    <a:pt x="135940" y="0"/>
                  </a:lnTo>
                  <a:lnTo>
                    <a:pt x="67843" y="1752"/>
                  </a:lnTo>
                  <a:lnTo>
                    <a:pt x="0" y="3492"/>
                  </a:lnTo>
                  <a:lnTo>
                    <a:pt x="1039266" y="351675"/>
                  </a:lnTo>
                  <a:lnTo>
                    <a:pt x="1039863" y="327329"/>
                  </a:lnTo>
                  <a:lnTo>
                    <a:pt x="1040447" y="302971"/>
                  </a:lnTo>
                  <a:close/>
                </a:path>
              </a:pathLst>
            </a:custGeom>
            <a:solidFill>
              <a:srgbClr val="282F70"/>
            </a:solidFill>
          </p:spPr>
          <p:txBody>
            <a:bodyPr wrap="square" lIns="0" tIns="0" rIns="0" bIns="0" rtlCol="0"/>
            <a:lstStyle/>
            <a:p>
              <a:endParaRPr/>
            </a:p>
          </p:txBody>
        </p:sp>
        <p:sp>
          <p:nvSpPr>
            <p:cNvPr id="51" name="object 51"/>
            <p:cNvSpPr/>
            <p:nvPr/>
          </p:nvSpPr>
          <p:spPr>
            <a:xfrm>
              <a:off x="8751422" y="2134820"/>
              <a:ext cx="905510" cy="304800"/>
            </a:xfrm>
            <a:custGeom>
              <a:avLst/>
              <a:gdLst/>
              <a:ahLst/>
              <a:cxnLst/>
              <a:rect l="l" t="t" r="r" b="b"/>
              <a:pathLst>
                <a:path w="905509" h="304800">
                  <a:moveTo>
                    <a:pt x="67838" y="0"/>
                  </a:moveTo>
                  <a:lnTo>
                    <a:pt x="0" y="1743"/>
                  </a:lnTo>
                  <a:lnTo>
                    <a:pt x="904514" y="304717"/>
                  </a:lnTo>
                  <a:lnTo>
                    <a:pt x="905107" y="280363"/>
                  </a:lnTo>
                  <a:lnTo>
                    <a:pt x="67838" y="0"/>
                  </a:lnTo>
                  <a:close/>
                </a:path>
              </a:pathLst>
            </a:custGeom>
            <a:solidFill>
              <a:srgbClr val="282F71"/>
            </a:solidFill>
          </p:spPr>
          <p:txBody>
            <a:bodyPr wrap="square" lIns="0" tIns="0" rIns="0" bIns="0" rtlCol="0"/>
            <a:lstStyle/>
            <a:p>
              <a:endParaRPr/>
            </a:p>
          </p:txBody>
        </p:sp>
        <p:sp>
          <p:nvSpPr>
            <p:cNvPr id="52" name="object 52"/>
            <p:cNvSpPr/>
            <p:nvPr/>
          </p:nvSpPr>
          <p:spPr>
            <a:xfrm>
              <a:off x="8819248" y="2131339"/>
              <a:ext cx="838835" cy="283845"/>
            </a:xfrm>
            <a:custGeom>
              <a:avLst/>
              <a:gdLst/>
              <a:ahLst/>
              <a:cxnLst/>
              <a:rect l="l" t="t" r="r" b="b"/>
              <a:pathLst>
                <a:path w="838834" h="283844">
                  <a:moveTo>
                    <a:pt x="838454" y="235394"/>
                  </a:moveTo>
                  <a:lnTo>
                    <a:pt x="135890" y="0"/>
                  </a:lnTo>
                  <a:lnTo>
                    <a:pt x="68059" y="1739"/>
                  </a:lnTo>
                  <a:lnTo>
                    <a:pt x="0" y="3492"/>
                  </a:lnTo>
                  <a:lnTo>
                    <a:pt x="837272" y="283845"/>
                  </a:lnTo>
                  <a:lnTo>
                    <a:pt x="837857" y="259740"/>
                  </a:lnTo>
                  <a:lnTo>
                    <a:pt x="838454" y="235394"/>
                  </a:lnTo>
                  <a:close/>
                </a:path>
              </a:pathLst>
            </a:custGeom>
            <a:solidFill>
              <a:srgbClr val="283073"/>
            </a:solidFill>
          </p:spPr>
          <p:txBody>
            <a:bodyPr wrap="square" lIns="0" tIns="0" rIns="0" bIns="0" rtlCol="0"/>
            <a:lstStyle/>
            <a:p>
              <a:endParaRPr/>
            </a:p>
          </p:txBody>
        </p:sp>
        <p:sp>
          <p:nvSpPr>
            <p:cNvPr id="53" name="object 53"/>
            <p:cNvSpPr/>
            <p:nvPr/>
          </p:nvSpPr>
          <p:spPr>
            <a:xfrm>
              <a:off x="8955138" y="2127846"/>
              <a:ext cx="704215" cy="239395"/>
            </a:xfrm>
            <a:custGeom>
              <a:avLst/>
              <a:gdLst/>
              <a:ahLst/>
              <a:cxnLst/>
              <a:rect l="l" t="t" r="r" b="b"/>
              <a:pathLst>
                <a:path w="704215" h="239394">
                  <a:moveTo>
                    <a:pt x="703745" y="190169"/>
                  </a:moveTo>
                  <a:lnTo>
                    <a:pt x="135940" y="0"/>
                  </a:lnTo>
                  <a:lnTo>
                    <a:pt x="67843" y="1739"/>
                  </a:lnTo>
                  <a:lnTo>
                    <a:pt x="0" y="3492"/>
                  </a:lnTo>
                  <a:lnTo>
                    <a:pt x="702564" y="238887"/>
                  </a:lnTo>
                  <a:lnTo>
                    <a:pt x="703160" y="214528"/>
                  </a:lnTo>
                  <a:lnTo>
                    <a:pt x="703745" y="190169"/>
                  </a:lnTo>
                  <a:close/>
                </a:path>
              </a:pathLst>
            </a:custGeom>
            <a:solidFill>
              <a:srgbClr val="283074"/>
            </a:solidFill>
          </p:spPr>
          <p:txBody>
            <a:bodyPr wrap="square" lIns="0" tIns="0" rIns="0" bIns="0" rtlCol="0"/>
            <a:lstStyle/>
            <a:p>
              <a:endParaRPr/>
            </a:p>
          </p:txBody>
        </p:sp>
        <p:sp>
          <p:nvSpPr>
            <p:cNvPr id="54" name="object 54"/>
            <p:cNvSpPr/>
            <p:nvPr/>
          </p:nvSpPr>
          <p:spPr>
            <a:xfrm>
              <a:off x="9091084" y="2126092"/>
              <a:ext cx="568960" cy="192405"/>
            </a:xfrm>
            <a:custGeom>
              <a:avLst/>
              <a:gdLst/>
              <a:ahLst/>
              <a:cxnLst/>
              <a:rect l="l" t="t" r="r" b="b"/>
              <a:pathLst>
                <a:path w="568959" h="192405">
                  <a:moveTo>
                    <a:pt x="67837" y="0"/>
                  </a:moveTo>
                  <a:lnTo>
                    <a:pt x="0" y="1743"/>
                  </a:lnTo>
                  <a:lnTo>
                    <a:pt x="567811" y="191920"/>
                  </a:lnTo>
                  <a:lnTo>
                    <a:pt x="568404" y="167566"/>
                  </a:lnTo>
                  <a:lnTo>
                    <a:pt x="67837" y="0"/>
                  </a:lnTo>
                  <a:close/>
                </a:path>
              </a:pathLst>
            </a:custGeom>
            <a:solidFill>
              <a:srgbClr val="283075"/>
            </a:solidFill>
          </p:spPr>
          <p:txBody>
            <a:bodyPr wrap="square" lIns="0" tIns="0" rIns="0" bIns="0" rtlCol="0"/>
            <a:lstStyle/>
            <a:p>
              <a:endParaRPr/>
            </a:p>
          </p:txBody>
        </p:sp>
        <p:sp>
          <p:nvSpPr>
            <p:cNvPr id="55" name="object 55"/>
            <p:cNvSpPr/>
            <p:nvPr/>
          </p:nvSpPr>
          <p:spPr>
            <a:xfrm>
              <a:off x="9158921" y="2124344"/>
              <a:ext cx="501650" cy="169545"/>
            </a:xfrm>
            <a:custGeom>
              <a:avLst/>
              <a:gdLst/>
              <a:ahLst/>
              <a:cxnLst/>
              <a:rect l="l" t="t" r="r" b="b"/>
              <a:pathLst>
                <a:path w="501650" h="169544">
                  <a:moveTo>
                    <a:pt x="68053" y="0"/>
                  </a:moveTo>
                  <a:lnTo>
                    <a:pt x="0" y="1748"/>
                  </a:lnTo>
                  <a:lnTo>
                    <a:pt x="500567" y="169314"/>
                  </a:lnTo>
                  <a:lnTo>
                    <a:pt x="501154" y="145208"/>
                  </a:lnTo>
                  <a:lnTo>
                    <a:pt x="68053" y="0"/>
                  </a:lnTo>
                  <a:close/>
                </a:path>
              </a:pathLst>
            </a:custGeom>
            <a:solidFill>
              <a:srgbClr val="283175"/>
            </a:solidFill>
          </p:spPr>
          <p:txBody>
            <a:bodyPr wrap="square" lIns="0" tIns="0" rIns="0" bIns="0" rtlCol="0"/>
            <a:lstStyle/>
            <a:p>
              <a:endParaRPr/>
            </a:p>
          </p:txBody>
        </p:sp>
        <p:sp>
          <p:nvSpPr>
            <p:cNvPr id="56" name="object 56"/>
            <p:cNvSpPr/>
            <p:nvPr/>
          </p:nvSpPr>
          <p:spPr>
            <a:xfrm>
              <a:off x="9226974" y="2122601"/>
              <a:ext cx="433705" cy="147320"/>
            </a:xfrm>
            <a:custGeom>
              <a:avLst/>
              <a:gdLst/>
              <a:ahLst/>
              <a:cxnLst/>
              <a:rect l="l" t="t" r="r" b="b"/>
              <a:pathLst>
                <a:path w="433704" h="147319">
                  <a:moveTo>
                    <a:pt x="67837" y="0"/>
                  </a:moveTo>
                  <a:lnTo>
                    <a:pt x="0" y="1743"/>
                  </a:lnTo>
                  <a:lnTo>
                    <a:pt x="433101" y="146951"/>
                  </a:lnTo>
                  <a:lnTo>
                    <a:pt x="433562" y="128008"/>
                  </a:lnTo>
                  <a:lnTo>
                    <a:pt x="433562" y="122552"/>
                  </a:lnTo>
                  <a:lnTo>
                    <a:pt x="67837" y="0"/>
                  </a:lnTo>
                  <a:close/>
                </a:path>
              </a:pathLst>
            </a:custGeom>
            <a:solidFill>
              <a:srgbClr val="283176"/>
            </a:solidFill>
          </p:spPr>
          <p:txBody>
            <a:bodyPr wrap="square" lIns="0" tIns="0" rIns="0" bIns="0" rtlCol="0"/>
            <a:lstStyle/>
            <a:p>
              <a:endParaRPr/>
            </a:p>
          </p:txBody>
        </p:sp>
        <p:sp>
          <p:nvSpPr>
            <p:cNvPr id="57" name="object 57"/>
            <p:cNvSpPr/>
            <p:nvPr/>
          </p:nvSpPr>
          <p:spPr>
            <a:xfrm>
              <a:off x="9294800" y="2119109"/>
              <a:ext cx="365760" cy="126364"/>
            </a:xfrm>
            <a:custGeom>
              <a:avLst/>
              <a:gdLst/>
              <a:ahLst/>
              <a:cxnLst/>
              <a:rect l="l" t="t" r="r" b="b"/>
              <a:pathLst>
                <a:path w="365759" h="126364">
                  <a:moveTo>
                    <a:pt x="365734" y="104648"/>
                  </a:moveTo>
                  <a:lnTo>
                    <a:pt x="365480" y="101409"/>
                  </a:lnTo>
                  <a:lnTo>
                    <a:pt x="364464" y="88392"/>
                  </a:lnTo>
                  <a:lnTo>
                    <a:pt x="360667" y="75247"/>
                  </a:lnTo>
                  <a:lnTo>
                    <a:pt x="135940" y="0"/>
                  </a:lnTo>
                  <a:lnTo>
                    <a:pt x="67843" y="1752"/>
                  </a:lnTo>
                  <a:lnTo>
                    <a:pt x="0" y="3492"/>
                  </a:lnTo>
                  <a:lnTo>
                    <a:pt x="365734" y="126047"/>
                  </a:lnTo>
                  <a:lnTo>
                    <a:pt x="365734" y="104648"/>
                  </a:lnTo>
                  <a:close/>
                </a:path>
              </a:pathLst>
            </a:custGeom>
            <a:solidFill>
              <a:srgbClr val="293176"/>
            </a:solidFill>
          </p:spPr>
          <p:txBody>
            <a:bodyPr wrap="square" lIns="0" tIns="0" rIns="0" bIns="0" rtlCol="0"/>
            <a:lstStyle/>
            <a:p>
              <a:endParaRPr/>
            </a:p>
          </p:txBody>
        </p:sp>
        <p:pic>
          <p:nvPicPr>
            <p:cNvPr id="58" name="object 58"/>
            <p:cNvPicPr/>
            <p:nvPr/>
          </p:nvPicPr>
          <p:blipFill>
            <a:blip r:embed="rId2" cstate="print"/>
            <a:stretch>
              <a:fillRect/>
            </a:stretch>
          </p:blipFill>
          <p:spPr>
            <a:xfrm>
              <a:off x="9430745" y="2116123"/>
              <a:ext cx="224724" cy="78226"/>
            </a:xfrm>
            <a:prstGeom prst="rect">
              <a:avLst/>
            </a:prstGeom>
          </p:spPr>
        </p:pic>
        <p:sp>
          <p:nvSpPr>
            <p:cNvPr id="59" name="object 59"/>
            <p:cNvSpPr/>
            <p:nvPr/>
          </p:nvSpPr>
          <p:spPr>
            <a:xfrm>
              <a:off x="7207567" y="3171164"/>
              <a:ext cx="2384425" cy="450215"/>
            </a:xfrm>
            <a:custGeom>
              <a:avLst/>
              <a:gdLst/>
              <a:ahLst/>
              <a:cxnLst/>
              <a:rect l="l" t="t" r="r" b="b"/>
              <a:pathLst>
                <a:path w="2384425" h="450214">
                  <a:moveTo>
                    <a:pt x="2384031" y="89166"/>
                  </a:moveTo>
                  <a:lnTo>
                    <a:pt x="0" y="0"/>
                  </a:lnTo>
                  <a:lnTo>
                    <a:pt x="3810" y="261734"/>
                  </a:lnTo>
                  <a:lnTo>
                    <a:pt x="5943" y="408266"/>
                  </a:lnTo>
                  <a:lnTo>
                    <a:pt x="9182" y="424510"/>
                  </a:lnTo>
                  <a:lnTo>
                    <a:pt x="18059" y="437819"/>
                  </a:lnTo>
                  <a:lnTo>
                    <a:pt x="31216" y="446824"/>
                  </a:lnTo>
                  <a:lnTo>
                    <a:pt x="47371" y="450202"/>
                  </a:lnTo>
                  <a:lnTo>
                    <a:pt x="2334336" y="450202"/>
                  </a:lnTo>
                  <a:lnTo>
                    <a:pt x="2372918" y="424586"/>
                  </a:lnTo>
                  <a:lnTo>
                    <a:pt x="2377617" y="350583"/>
                  </a:lnTo>
                  <a:lnTo>
                    <a:pt x="2384031" y="89166"/>
                  </a:lnTo>
                  <a:close/>
                </a:path>
              </a:pathLst>
            </a:custGeom>
            <a:solidFill>
              <a:srgbClr val="41519D"/>
            </a:solidFill>
          </p:spPr>
          <p:txBody>
            <a:bodyPr wrap="square" lIns="0" tIns="0" rIns="0" bIns="0" rtlCol="0"/>
            <a:lstStyle/>
            <a:p>
              <a:endParaRPr/>
            </a:p>
          </p:txBody>
        </p:sp>
        <p:sp>
          <p:nvSpPr>
            <p:cNvPr id="60" name="object 60"/>
            <p:cNvSpPr/>
            <p:nvPr/>
          </p:nvSpPr>
          <p:spPr>
            <a:xfrm>
              <a:off x="7203772" y="2909448"/>
              <a:ext cx="2394585" cy="351155"/>
            </a:xfrm>
            <a:custGeom>
              <a:avLst/>
              <a:gdLst/>
              <a:ahLst/>
              <a:cxnLst/>
              <a:rect l="l" t="t" r="r" b="b"/>
              <a:pathLst>
                <a:path w="2394584" h="351154">
                  <a:moveTo>
                    <a:pt x="0" y="0"/>
                  </a:moveTo>
                  <a:lnTo>
                    <a:pt x="3804" y="261709"/>
                  </a:lnTo>
                  <a:lnTo>
                    <a:pt x="2387831" y="350872"/>
                  </a:lnTo>
                  <a:lnTo>
                    <a:pt x="2394243" y="89482"/>
                  </a:lnTo>
                  <a:lnTo>
                    <a:pt x="0" y="0"/>
                  </a:lnTo>
                  <a:close/>
                </a:path>
              </a:pathLst>
            </a:custGeom>
            <a:solidFill>
              <a:srgbClr val="42529E"/>
            </a:solidFill>
          </p:spPr>
          <p:txBody>
            <a:bodyPr wrap="square" lIns="0" tIns="0" rIns="0" bIns="0" rtlCol="0"/>
            <a:lstStyle/>
            <a:p>
              <a:endParaRPr/>
            </a:p>
          </p:txBody>
        </p:sp>
        <p:sp>
          <p:nvSpPr>
            <p:cNvPr id="61" name="object 61"/>
            <p:cNvSpPr/>
            <p:nvPr/>
          </p:nvSpPr>
          <p:spPr>
            <a:xfrm>
              <a:off x="7199962" y="2647438"/>
              <a:ext cx="2404745" cy="351790"/>
            </a:xfrm>
            <a:custGeom>
              <a:avLst/>
              <a:gdLst/>
              <a:ahLst/>
              <a:cxnLst/>
              <a:rect l="l" t="t" r="r" b="b"/>
              <a:pathLst>
                <a:path w="2404745" h="351789">
                  <a:moveTo>
                    <a:pt x="0" y="0"/>
                  </a:moveTo>
                  <a:lnTo>
                    <a:pt x="3809" y="262010"/>
                  </a:lnTo>
                  <a:lnTo>
                    <a:pt x="2398052" y="351492"/>
                  </a:lnTo>
                  <a:lnTo>
                    <a:pt x="2404465" y="90047"/>
                  </a:lnTo>
                  <a:lnTo>
                    <a:pt x="0" y="0"/>
                  </a:lnTo>
                  <a:close/>
                </a:path>
              </a:pathLst>
            </a:custGeom>
            <a:solidFill>
              <a:srgbClr val="43529E"/>
            </a:solidFill>
          </p:spPr>
          <p:txBody>
            <a:bodyPr wrap="square" lIns="0" tIns="0" rIns="0" bIns="0" rtlCol="0"/>
            <a:lstStyle/>
            <a:p>
              <a:endParaRPr/>
            </a:p>
          </p:txBody>
        </p:sp>
        <p:sp>
          <p:nvSpPr>
            <p:cNvPr id="62" name="object 62"/>
            <p:cNvSpPr/>
            <p:nvPr/>
          </p:nvSpPr>
          <p:spPr>
            <a:xfrm>
              <a:off x="7196158" y="2385728"/>
              <a:ext cx="2414905" cy="351790"/>
            </a:xfrm>
            <a:custGeom>
              <a:avLst/>
              <a:gdLst/>
              <a:ahLst/>
              <a:cxnLst/>
              <a:rect l="l" t="t" r="r" b="b"/>
              <a:pathLst>
                <a:path w="2414904" h="351789">
                  <a:moveTo>
                    <a:pt x="0" y="0"/>
                  </a:moveTo>
                  <a:lnTo>
                    <a:pt x="3804" y="261709"/>
                  </a:lnTo>
                  <a:lnTo>
                    <a:pt x="2408269" y="351757"/>
                  </a:lnTo>
                  <a:lnTo>
                    <a:pt x="2414680" y="90430"/>
                  </a:lnTo>
                  <a:lnTo>
                    <a:pt x="0" y="0"/>
                  </a:lnTo>
                  <a:close/>
                </a:path>
              </a:pathLst>
            </a:custGeom>
            <a:solidFill>
              <a:srgbClr val="44529F"/>
            </a:solidFill>
          </p:spPr>
          <p:txBody>
            <a:bodyPr wrap="square" lIns="0" tIns="0" rIns="0" bIns="0" rtlCol="0"/>
            <a:lstStyle/>
            <a:p>
              <a:endParaRPr/>
            </a:p>
          </p:txBody>
        </p:sp>
        <p:sp>
          <p:nvSpPr>
            <p:cNvPr id="63" name="object 63"/>
            <p:cNvSpPr/>
            <p:nvPr/>
          </p:nvSpPr>
          <p:spPr>
            <a:xfrm>
              <a:off x="7195627" y="2186376"/>
              <a:ext cx="2421255" cy="290195"/>
            </a:xfrm>
            <a:custGeom>
              <a:avLst/>
              <a:gdLst/>
              <a:ahLst/>
              <a:cxnLst/>
              <a:rect l="l" t="t" r="r" b="b"/>
              <a:pathLst>
                <a:path w="2421254" h="290194">
                  <a:moveTo>
                    <a:pt x="104463" y="41489"/>
                  </a:moveTo>
                  <a:lnTo>
                    <a:pt x="64388" y="48739"/>
                  </a:lnTo>
                  <a:lnTo>
                    <a:pt x="31322" y="70176"/>
                  </a:lnTo>
                  <a:lnTo>
                    <a:pt x="8637" y="102512"/>
                  </a:lnTo>
                  <a:lnTo>
                    <a:pt x="0" y="141135"/>
                  </a:lnTo>
                  <a:lnTo>
                    <a:pt x="0" y="162820"/>
                  </a:lnTo>
                  <a:lnTo>
                    <a:pt x="531" y="199352"/>
                  </a:lnTo>
                  <a:lnTo>
                    <a:pt x="2415211" y="289782"/>
                  </a:lnTo>
                  <a:lnTo>
                    <a:pt x="2420797" y="62034"/>
                  </a:lnTo>
                  <a:lnTo>
                    <a:pt x="2419563" y="46093"/>
                  </a:lnTo>
                  <a:lnTo>
                    <a:pt x="2418318" y="41740"/>
                  </a:lnTo>
                  <a:lnTo>
                    <a:pt x="105410" y="41740"/>
                  </a:lnTo>
                  <a:lnTo>
                    <a:pt x="104463" y="41489"/>
                  </a:lnTo>
                  <a:close/>
                </a:path>
                <a:path w="2421254" h="290194">
                  <a:moveTo>
                    <a:pt x="1664019" y="0"/>
                  </a:moveTo>
                  <a:lnTo>
                    <a:pt x="107304" y="41740"/>
                  </a:lnTo>
                  <a:lnTo>
                    <a:pt x="2418318" y="41740"/>
                  </a:lnTo>
                  <a:lnTo>
                    <a:pt x="2415221" y="30904"/>
                  </a:lnTo>
                  <a:lnTo>
                    <a:pt x="2413790" y="28160"/>
                  </a:lnTo>
                  <a:lnTo>
                    <a:pt x="1664019" y="0"/>
                  </a:lnTo>
                  <a:close/>
                </a:path>
              </a:pathLst>
            </a:custGeom>
            <a:solidFill>
              <a:srgbClr val="44539F"/>
            </a:solidFill>
          </p:spPr>
          <p:txBody>
            <a:bodyPr wrap="square" lIns="0" tIns="0" rIns="0" bIns="0" rtlCol="0"/>
            <a:lstStyle/>
            <a:p>
              <a:endParaRPr/>
            </a:p>
          </p:txBody>
        </p:sp>
        <p:sp>
          <p:nvSpPr>
            <p:cNvPr id="64" name="object 64"/>
            <p:cNvSpPr/>
            <p:nvPr/>
          </p:nvSpPr>
          <p:spPr>
            <a:xfrm>
              <a:off x="8859647" y="2168236"/>
              <a:ext cx="749935" cy="46355"/>
            </a:xfrm>
            <a:custGeom>
              <a:avLst/>
              <a:gdLst/>
              <a:ahLst/>
              <a:cxnLst/>
              <a:rect l="l" t="t" r="r" b="b"/>
              <a:pathLst>
                <a:path w="749934" h="46355">
                  <a:moveTo>
                    <a:pt x="676526" y="0"/>
                  </a:moveTo>
                  <a:lnTo>
                    <a:pt x="0" y="18139"/>
                  </a:lnTo>
                  <a:lnTo>
                    <a:pt x="749770" y="46300"/>
                  </a:lnTo>
                  <a:lnTo>
                    <a:pt x="743915" y="35076"/>
                  </a:lnTo>
                  <a:lnTo>
                    <a:pt x="707524" y="5480"/>
                  </a:lnTo>
                  <a:lnTo>
                    <a:pt x="676526" y="0"/>
                  </a:lnTo>
                  <a:close/>
                </a:path>
              </a:pathLst>
            </a:custGeom>
            <a:solidFill>
              <a:srgbClr val="45549F"/>
            </a:solidFill>
          </p:spPr>
          <p:txBody>
            <a:bodyPr wrap="square" lIns="0" tIns="0" rIns="0" bIns="0" rtlCol="0"/>
            <a:lstStyle/>
            <a:p>
              <a:endParaRPr/>
            </a:p>
          </p:txBody>
        </p:sp>
        <p:sp>
          <p:nvSpPr>
            <p:cNvPr id="65" name="object 65"/>
            <p:cNvSpPr/>
            <p:nvPr/>
          </p:nvSpPr>
          <p:spPr>
            <a:xfrm>
              <a:off x="7239077" y="2874218"/>
              <a:ext cx="0" cy="108585"/>
            </a:xfrm>
            <a:custGeom>
              <a:avLst/>
              <a:gdLst/>
              <a:ahLst/>
              <a:cxnLst/>
              <a:rect l="l" t="t" r="r" b="b"/>
              <a:pathLst>
                <a:path h="108585">
                  <a:moveTo>
                    <a:pt x="0" y="0"/>
                  </a:moveTo>
                  <a:lnTo>
                    <a:pt x="0" y="108335"/>
                  </a:lnTo>
                </a:path>
              </a:pathLst>
            </a:custGeom>
            <a:ln w="3175">
              <a:solidFill>
                <a:srgbClr val="FFFFFF"/>
              </a:solidFill>
            </a:ln>
          </p:spPr>
          <p:txBody>
            <a:bodyPr wrap="square" lIns="0" tIns="0" rIns="0" bIns="0" rtlCol="0"/>
            <a:lstStyle/>
            <a:p>
              <a:endParaRPr/>
            </a:p>
          </p:txBody>
        </p:sp>
        <p:sp>
          <p:nvSpPr>
            <p:cNvPr id="66" name="object 66"/>
            <p:cNvSpPr/>
            <p:nvPr/>
          </p:nvSpPr>
          <p:spPr>
            <a:xfrm>
              <a:off x="7225135" y="2235382"/>
              <a:ext cx="815340" cy="500380"/>
            </a:xfrm>
            <a:custGeom>
              <a:avLst/>
              <a:gdLst/>
              <a:ahLst/>
              <a:cxnLst/>
              <a:rect l="l" t="t" r="r" b="b"/>
              <a:pathLst>
                <a:path w="815340" h="500380">
                  <a:moveTo>
                    <a:pt x="813287" y="0"/>
                  </a:moveTo>
                  <a:lnTo>
                    <a:pt x="77901" y="20540"/>
                  </a:lnTo>
                  <a:lnTo>
                    <a:pt x="40180" y="33561"/>
                  </a:lnTo>
                  <a:lnTo>
                    <a:pt x="5294" y="73471"/>
                  </a:lnTo>
                  <a:lnTo>
                    <a:pt x="0" y="106731"/>
                  </a:lnTo>
                  <a:lnTo>
                    <a:pt x="6848" y="497328"/>
                  </a:lnTo>
                  <a:lnTo>
                    <a:pt x="10133" y="498832"/>
                  </a:lnTo>
                  <a:lnTo>
                    <a:pt x="8942" y="500084"/>
                  </a:lnTo>
                  <a:lnTo>
                    <a:pt x="10916" y="500084"/>
                  </a:lnTo>
                  <a:lnTo>
                    <a:pt x="12518" y="498331"/>
                  </a:lnTo>
                  <a:lnTo>
                    <a:pt x="6856" y="106731"/>
                  </a:lnTo>
                  <a:lnTo>
                    <a:pt x="7627" y="91119"/>
                  </a:lnTo>
                  <a:lnTo>
                    <a:pt x="28314" y="50108"/>
                  </a:lnTo>
                  <a:lnTo>
                    <a:pt x="79213" y="27454"/>
                  </a:lnTo>
                  <a:lnTo>
                    <a:pt x="811617" y="7015"/>
                  </a:lnTo>
                  <a:lnTo>
                    <a:pt x="814758" y="5261"/>
                  </a:lnTo>
                  <a:lnTo>
                    <a:pt x="814882" y="1503"/>
                  </a:lnTo>
                  <a:close/>
                </a:path>
              </a:pathLst>
            </a:custGeom>
            <a:solidFill>
              <a:srgbClr val="7D90C7"/>
            </a:solidFill>
          </p:spPr>
          <p:txBody>
            <a:bodyPr wrap="square" lIns="0" tIns="0" rIns="0" bIns="0" rtlCol="0"/>
            <a:lstStyle/>
            <a:p>
              <a:endParaRPr/>
            </a:p>
          </p:txBody>
        </p:sp>
        <p:sp>
          <p:nvSpPr>
            <p:cNvPr id="67" name="object 67"/>
            <p:cNvSpPr/>
            <p:nvPr/>
          </p:nvSpPr>
          <p:spPr>
            <a:xfrm>
              <a:off x="7314134" y="2263443"/>
              <a:ext cx="2220595" cy="1294130"/>
            </a:xfrm>
            <a:custGeom>
              <a:avLst/>
              <a:gdLst/>
              <a:ahLst/>
              <a:cxnLst/>
              <a:rect l="l" t="t" r="r" b="b"/>
              <a:pathLst>
                <a:path w="2220595" h="1294129">
                  <a:moveTo>
                    <a:pt x="2141999" y="2121"/>
                  </a:moveTo>
                  <a:lnTo>
                    <a:pt x="233537" y="49876"/>
                  </a:lnTo>
                  <a:lnTo>
                    <a:pt x="120337" y="61822"/>
                  </a:lnTo>
                  <a:lnTo>
                    <a:pt x="75905" y="71342"/>
                  </a:lnTo>
                  <a:lnTo>
                    <a:pt x="15010" y="100851"/>
                  </a:lnTo>
                  <a:lnTo>
                    <a:pt x="0" y="122191"/>
                  </a:lnTo>
                  <a:lnTo>
                    <a:pt x="411" y="1246454"/>
                  </a:lnTo>
                  <a:lnTo>
                    <a:pt x="9387" y="1272061"/>
                  </a:lnTo>
                  <a:lnTo>
                    <a:pt x="37561" y="1287211"/>
                  </a:lnTo>
                  <a:lnTo>
                    <a:pt x="86807" y="1293820"/>
                  </a:lnTo>
                  <a:lnTo>
                    <a:pt x="2101114" y="1285714"/>
                  </a:lnTo>
                  <a:lnTo>
                    <a:pt x="2165776" y="1259576"/>
                  </a:lnTo>
                  <a:lnTo>
                    <a:pt x="2194624" y="1195819"/>
                  </a:lnTo>
                  <a:lnTo>
                    <a:pt x="2220071" y="269432"/>
                  </a:lnTo>
                  <a:lnTo>
                    <a:pt x="2212905" y="146982"/>
                  </a:lnTo>
                  <a:lnTo>
                    <a:pt x="2205310" y="99778"/>
                  </a:lnTo>
                  <a:lnTo>
                    <a:pt x="2194686" y="61790"/>
                  </a:lnTo>
                  <a:lnTo>
                    <a:pt x="2163295" y="13060"/>
                  </a:lnTo>
                  <a:lnTo>
                    <a:pt x="2141999" y="2121"/>
                  </a:lnTo>
                  <a:close/>
                </a:path>
              </a:pathLst>
            </a:custGeom>
            <a:solidFill>
              <a:srgbClr val="4756A1"/>
            </a:solidFill>
          </p:spPr>
          <p:txBody>
            <a:bodyPr wrap="square" lIns="0" tIns="0" rIns="0" bIns="0" rtlCol="0"/>
            <a:lstStyle/>
            <a:p>
              <a:endParaRPr/>
            </a:p>
          </p:txBody>
        </p:sp>
      </p:grpSp>
      <p:grpSp>
        <p:nvGrpSpPr>
          <p:cNvPr id="68" name="object 68"/>
          <p:cNvGrpSpPr/>
          <p:nvPr/>
        </p:nvGrpSpPr>
        <p:grpSpPr>
          <a:xfrm>
            <a:off x="5951220" y="1762194"/>
            <a:ext cx="2811780" cy="2080260"/>
            <a:chOff x="7016496" y="1658882"/>
            <a:chExt cx="2811780" cy="2080260"/>
          </a:xfrm>
        </p:grpSpPr>
        <p:pic>
          <p:nvPicPr>
            <p:cNvPr id="69" name="object 69"/>
            <p:cNvPicPr/>
            <p:nvPr/>
          </p:nvPicPr>
          <p:blipFill>
            <a:blip r:embed="rId3" cstate="print"/>
            <a:stretch>
              <a:fillRect/>
            </a:stretch>
          </p:blipFill>
          <p:spPr>
            <a:xfrm>
              <a:off x="9714619" y="3617781"/>
              <a:ext cx="113148" cy="64817"/>
            </a:xfrm>
            <a:prstGeom prst="rect">
              <a:avLst/>
            </a:prstGeom>
          </p:spPr>
        </p:pic>
        <p:sp>
          <p:nvSpPr>
            <p:cNvPr id="70" name="object 70"/>
            <p:cNvSpPr/>
            <p:nvPr/>
          </p:nvSpPr>
          <p:spPr>
            <a:xfrm>
              <a:off x="7016496" y="3617781"/>
              <a:ext cx="2810510" cy="121285"/>
            </a:xfrm>
            <a:custGeom>
              <a:avLst/>
              <a:gdLst/>
              <a:ahLst/>
              <a:cxnLst/>
              <a:rect l="l" t="t" r="r" b="b"/>
              <a:pathLst>
                <a:path w="2810509" h="121285">
                  <a:moveTo>
                    <a:pt x="2698123" y="0"/>
                  </a:moveTo>
                  <a:lnTo>
                    <a:pt x="60207" y="0"/>
                  </a:lnTo>
                  <a:lnTo>
                    <a:pt x="36772" y="4753"/>
                  </a:lnTo>
                  <a:lnTo>
                    <a:pt x="17634" y="17719"/>
                  </a:lnTo>
                  <a:lnTo>
                    <a:pt x="4731" y="36951"/>
                  </a:lnTo>
                  <a:lnTo>
                    <a:pt x="0" y="60506"/>
                  </a:lnTo>
                  <a:lnTo>
                    <a:pt x="4731" y="84074"/>
                  </a:lnTo>
                  <a:lnTo>
                    <a:pt x="17634" y="103314"/>
                  </a:lnTo>
                  <a:lnTo>
                    <a:pt x="36772" y="116283"/>
                  </a:lnTo>
                  <a:lnTo>
                    <a:pt x="60207" y="121037"/>
                  </a:lnTo>
                  <a:lnTo>
                    <a:pt x="2750959" y="121037"/>
                  </a:lnTo>
                  <a:lnTo>
                    <a:pt x="2774472" y="116283"/>
                  </a:lnTo>
                  <a:lnTo>
                    <a:pt x="2793639" y="103314"/>
                  </a:lnTo>
                  <a:lnTo>
                    <a:pt x="2806544" y="84074"/>
                  </a:lnTo>
                  <a:lnTo>
                    <a:pt x="2810407" y="64817"/>
                  </a:lnTo>
                  <a:lnTo>
                    <a:pt x="2698123" y="0"/>
                  </a:lnTo>
                  <a:close/>
                </a:path>
              </a:pathLst>
            </a:custGeom>
            <a:solidFill>
              <a:srgbClr val="293177"/>
            </a:solidFill>
          </p:spPr>
          <p:txBody>
            <a:bodyPr wrap="square" lIns="0" tIns="0" rIns="0" bIns="0" rtlCol="0"/>
            <a:lstStyle/>
            <a:p>
              <a:endParaRPr/>
            </a:p>
          </p:txBody>
        </p:sp>
        <p:sp>
          <p:nvSpPr>
            <p:cNvPr id="71" name="object 71"/>
            <p:cNvSpPr/>
            <p:nvPr/>
          </p:nvSpPr>
          <p:spPr>
            <a:xfrm>
              <a:off x="7731775" y="1658882"/>
              <a:ext cx="1635125" cy="1957070"/>
            </a:xfrm>
            <a:custGeom>
              <a:avLst/>
              <a:gdLst/>
              <a:ahLst/>
              <a:cxnLst/>
              <a:rect l="l" t="t" r="r" b="b"/>
              <a:pathLst>
                <a:path w="1635125" h="1957070">
                  <a:moveTo>
                    <a:pt x="75764" y="0"/>
                  </a:moveTo>
                  <a:lnTo>
                    <a:pt x="46381" y="5793"/>
                  </a:lnTo>
                  <a:lnTo>
                    <a:pt x="22327" y="21922"/>
                  </a:lnTo>
                  <a:lnTo>
                    <a:pt x="6044" y="45943"/>
                  </a:lnTo>
                  <a:lnTo>
                    <a:pt x="0" y="77919"/>
                  </a:lnTo>
                  <a:lnTo>
                    <a:pt x="89472" y="1956494"/>
                  </a:lnTo>
                  <a:lnTo>
                    <a:pt x="1553228" y="1956494"/>
                  </a:lnTo>
                  <a:lnTo>
                    <a:pt x="1634600" y="278604"/>
                  </a:lnTo>
                  <a:lnTo>
                    <a:pt x="1390184" y="8017"/>
                  </a:lnTo>
                  <a:lnTo>
                    <a:pt x="75764" y="0"/>
                  </a:lnTo>
                  <a:close/>
                </a:path>
              </a:pathLst>
            </a:custGeom>
            <a:solidFill>
              <a:srgbClr val="FFEBAC"/>
            </a:solidFill>
          </p:spPr>
          <p:txBody>
            <a:bodyPr wrap="square" lIns="0" tIns="0" rIns="0" bIns="0" rtlCol="0"/>
            <a:lstStyle/>
            <a:p>
              <a:endParaRPr/>
            </a:p>
          </p:txBody>
        </p:sp>
        <p:sp>
          <p:nvSpPr>
            <p:cNvPr id="72" name="object 72"/>
            <p:cNvSpPr/>
            <p:nvPr/>
          </p:nvSpPr>
          <p:spPr>
            <a:xfrm>
              <a:off x="7933613" y="2075040"/>
              <a:ext cx="1175385" cy="1027430"/>
            </a:xfrm>
            <a:custGeom>
              <a:avLst/>
              <a:gdLst/>
              <a:ahLst/>
              <a:cxnLst/>
              <a:rect l="l" t="t" r="r" b="b"/>
              <a:pathLst>
                <a:path w="1175384" h="1027430">
                  <a:moveTo>
                    <a:pt x="1172857" y="990219"/>
                  </a:moveTo>
                  <a:lnTo>
                    <a:pt x="1168463" y="975906"/>
                  </a:lnTo>
                  <a:lnTo>
                    <a:pt x="1156500" y="964298"/>
                  </a:lnTo>
                  <a:lnTo>
                    <a:pt x="1138770" y="956513"/>
                  </a:lnTo>
                  <a:lnTo>
                    <a:pt x="1117104" y="953668"/>
                  </a:lnTo>
                  <a:lnTo>
                    <a:pt x="55435" y="953668"/>
                  </a:lnTo>
                  <a:lnTo>
                    <a:pt x="34201" y="956614"/>
                  </a:lnTo>
                  <a:lnTo>
                    <a:pt x="16535" y="964641"/>
                  </a:lnTo>
                  <a:lnTo>
                    <a:pt x="4470" y="976541"/>
                  </a:lnTo>
                  <a:lnTo>
                    <a:pt x="0" y="991120"/>
                  </a:lnTo>
                  <a:lnTo>
                    <a:pt x="4343" y="1005509"/>
                  </a:lnTo>
                  <a:lnTo>
                    <a:pt x="16205" y="1017003"/>
                  </a:lnTo>
                  <a:lnTo>
                    <a:pt x="33820" y="1024623"/>
                  </a:lnTo>
                  <a:lnTo>
                    <a:pt x="55435" y="1027379"/>
                  </a:lnTo>
                  <a:lnTo>
                    <a:pt x="1117104" y="1027379"/>
                  </a:lnTo>
                  <a:lnTo>
                    <a:pt x="1138402" y="1024432"/>
                  </a:lnTo>
                  <a:lnTo>
                    <a:pt x="1156169" y="1016444"/>
                  </a:lnTo>
                  <a:lnTo>
                    <a:pt x="1168336" y="1004620"/>
                  </a:lnTo>
                  <a:lnTo>
                    <a:pt x="1172857" y="990219"/>
                  </a:lnTo>
                  <a:close/>
                </a:path>
                <a:path w="1175384" h="1027430">
                  <a:moveTo>
                    <a:pt x="1172857" y="846988"/>
                  </a:moveTo>
                  <a:lnTo>
                    <a:pt x="1168463" y="832421"/>
                  </a:lnTo>
                  <a:lnTo>
                    <a:pt x="1156500" y="820508"/>
                  </a:lnTo>
                  <a:lnTo>
                    <a:pt x="1138770" y="812482"/>
                  </a:lnTo>
                  <a:lnTo>
                    <a:pt x="1117104" y="809536"/>
                  </a:lnTo>
                  <a:lnTo>
                    <a:pt x="55435" y="809536"/>
                  </a:lnTo>
                  <a:lnTo>
                    <a:pt x="34201" y="812482"/>
                  </a:lnTo>
                  <a:lnTo>
                    <a:pt x="16535" y="820508"/>
                  </a:lnTo>
                  <a:lnTo>
                    <a:pt x="4470" y="832421"/>
                  </a:lnTo>
                  <a:lnTo>
                    <a:pt x="0" y="846988"/>
                  </a:lnTo>
                  <a:lnTo>
                    <a:pt x="4343" y="861517"/>
                  </a:lnTo>
                  <a:lnTo>
                    <a:pt x="16205" y="873315"/>
                  </a:lnTo>
                  <a:lnTo>
                    <a:pt x="33820" y="881240"/>
                  </a:lnTo>
                  <a:lnTo>
                    <a:pt x="55435" y="884148"/>
                  </a:lnTo>
                  <a:lnTo>
                    <a:pt x="1117104" y="884148"/>
                  </a:lnTo>
                  <a:lnTo>
                    <a:pt x="1138402" y="881240"/>
                  </a:lnTo>
                  <a:lnTo>
                    <a:pt x="1156169" y="873315"/>
                  </a:lnTo>
                  <a:lnTo>
                    <a:pt x="1168336" y="861517"/>
                  </a:lnTo>
                  <a:lnTo>
                    <a:pt x="1172857" y="846988"/>
                  </a:lnTo>
                  <a:close/>
                </a:path>
                <a:path w="1175384" h="1027430">
                  <a:moveTo>
                    <a:pt x="1172857" y="701268"/>
                  </a:moveTo>
                  <a:lnTo>
                    <a:pt x="1168463" y="686879"/>
                  </a:lnTo>
                  <a:lnTo>
                    <a:pt x="1156500" y="674992"/>
                  </a:lnTo>
                  <a:lnTo>
                    <a:pt x="1138770" y="666915"/>
                  </a:lnTo>
                  <a:lnTo>
                    <a:pt x="1117104" y="663943"/>
                  </a:lnTo>
                  <a:lnTo>
                    <a:pt x="55435" y="663943"/>
                  </a:lnTo>
                  <a:lnTo>
                    <a:pt x="34201" y="666889"/>
                  </a:lnTo>
                  <a:lnTo>
                    <a:pt x="16535" y="674903"/>
                  </a:lnTo>
                  <a:lnTo>
                    <a:pt x="4470" y="686777"/>
                  </a:lnTo>
                  <a:lnTo>
                    <a:pt x="0" y="701268"/>
                  </a:lnTo>
                  <a:lnTo>
                    <a:pt x="4343" y="715873"/>
                  </a:lnTo>
                  <a:lnTo>
                    <a:pt x="16205" y="727735"/>
                  </a:lnTo>
                  <a:lnTo>
                    <a:pt x="33820" y="735698"/>
                  </a:lnTo>
                  <a:lnTo>
                    <a:pt x="55435" y="738606"/>
                  </a:lnTo>
                  <a:lnTo>
                    <a:pt x="1117104" y="738606"/>
                  </a:lnTo>
                  <a:lnTo>
                    <a:pt x="1138402" y="735660"/>
                  </a:lnTo>
                  <a:lnTo>
                    <a:pt x="1156169" y="727646"/>
                  </a:lnTo>
                  <a:lnTo>
                    <a:pt x="1168336" y="715772"/>
                  </a:lnTo>
                  <a:lnTo>
                    <a:pt x="1172857" y="701268"/>
                  </a:lnTo>
                  <a:close/>
                </a:path>
                <a:path w="1175384" h="1027430">
                  <a:moveTo>
                    <a:pt x="1172857" y="555205"/>
                  </a:moveTo>
                  <a:lnTo>
                    <a:pt x="1168463" y="540600"/>
                  </a:lnTo>
                  <a:lnTo>
                    <a:pt x="1156500" y="528739"/>
                  </a:lnTo>
                  <a:lnTo>
                    <a:pt x="1138770" y="520788"/>
                  </a:lnTo>
                  <a:lnTo>
                    <a:pt x="1117104" y="517880"/>
                  </a:lnTo>
                  <a:lnTo>
                    <a:pt x="55435" y="517880"/>
                  </a:lnTo>
                  <a:lnTo>
                    <a:pt x="34201" y="520814"/>
                  </a:lnTo>
                  <a:lnTo>
                    <a:pt x="16535" y="528840"/>
                  </a:lnTo>
                  <a:lnTo>
                    <a:pt x="4470" y="540702"/>
                  </a:lnTo>
                  <a:lnTo>
                    <a:pt x="0" y="555205"/>
                  </a:lnTo>
                  <a:lnTo>
                    <a:pt x="4343" y="569595"/>
                  </a:lnTo>
                  <a:lnTo>
                    <a:pt x="16205" y="581482"/>
                  </a:lnTo>
                  <a:lnTo>
                    <a:pt x="33820" y="589559"/>
                  </a:lnTo>
                  <a:lnTo>
                    <a:pt x="55435" y="592531"/>
                  </a:lnTo>
                  <a:lnTo>
                    <a:pt x="1117104" y="592531"/>
                  </a:lnTo>
                  <a:lnTo>
                    <a:pt x="1138402" y="589597"/>
                  </a:lnTo>
                  <a:lnTo>
                    <a:pt x="1156169" y="581571"/>
                  </a:lnTo>
                  <a:lnTo>
                    <a:pt x="1168336" y="569709"/>
                  </a:lnTo>
                  <a:lnTo>
                    <a:pt x="1172857" y="555205"/>
                  </a:lnTo>
                  <a:close/>
                </a:path>
                <a:path w="1175384" h="1027430">
                  <a:moveTo>
                    <a:pt x="1175131" y="331724"/>
                  </a:moveTo>
                  <a:lnTo>
                    <a:pt x="1173518" y="316992"/>
                  </a:lnTo>
                  <a:lnTo>
                    <a:pt x="1166622" y="304469"/>
                  </a:lnTo>
                  <a:lnTo>
                    <a:pt x="1155534" y="295427"/>
                  </a:lnTo>
                  <a:lnTo>
                    <a:pt x="1134706" y="291134"/>
                  </a:lnTo>
                  <a:lnTo>
                    <a:pt x="405345" y="291134"/>
                  </a:lnTo>
                  <a:lnTo>
                    <a:pt x="390639" y="292798"/>
                  </a:lnTo>
                  <a:lnTo>
                    <a:pt x="378142" y="299720"/>
                  </a:lnTo>
                  <a:lnTo>
                    <a:pt x="369138" y="310857"/>
                  </a:lnTo>
                  <a:lnTo>
                    <a:pt x="364921" y="325208"/>
                  </a:lnTo>
                  <a:lnTo>
                    <a:pt x="366534" y="339966"/>
                  </a:lnTo>
                  <a:lnTo>
                    <a:pt x="373430" y="352552"/>
                  </a:lnTo>
                  <a:lnTo>
                    <a:pt x="384517" y="361607"/>
                  </a:lnTo>
                  <a:lnTo>
                    <a:pt x="405345" y="365798"/>
                  </a:lnTo>
                  <a:lnTo>
                    <a:pt x="1134706" y="365798"/>
                  </a:lnTo>
                  <a:lnTo>
                    <a:pt x="1149400" y="364134"/>
                  </a:lnTo>
                  <a:lnTo>
                    <a:pt x="1161910" y="357212"/>
                  </a:lnTo>
                  <a:lnTo>
                    <a:pt x="1170914" y="346062"/>
                  </a:lnTo>
                  <a:lnTo>
                    <a:pt x="1175131" y="331724"/>
                  </a:lnTo>
                  <a:close/>
                </a:path>
                <a:path w="1175384" h="1027430">
                  <a:moveTo>
                    <a:pt x="1175131" y="186156"/>
                  </a:moveTo>
                  <a:lnTo>
                    <a:pt x="1173518" y="171386"/>
                  </a:lnTo>
                  <a:lnTo>
                    <a:pt x="1166622" y="158813"/>
                  </a:lnTo>
                  <a:lnTo>
                    <a:pt x="1155534" y="149758"/>
                  </a:lnTo>
                  <a:lnTo>
                    <a:pt x="1134706" y="145567"/>
                  </a:lnTo>
                  <a:lnTo>
                    <a:pt x="405345" y="145567"/>
                  </a:lnTo>
                  <a:lnTo>
                    <a:pt x="390639" y="147218"/>
                  </a:lnTo>
                  <a:lnTo>
                    <a:pt x="378142" y="154114"/>
                  </a:lnTo>
                  <a:lnTo>
                    <a:pt x="369138" y="165188"/>
                  </a:lnTo>
                  <a:lnTo>
                    <a:pt x="364921" y="179387"/>
                  </a:lnTo>
                  <a:lnTo>
                    <a:pt x="366534" y="194259"/>
                  </a:lnTo>
                  <a:lnTo>
                    <a:pt x="373430" y="206857"/>
                  </a:lnTo>
                  <a:lnTo>
                    <a:pt x="384517" y="215925"/>
                  </a:lnTo>
                  <a:lnTo>
                    <a:pt x="405345" y="220230"/>
                  </a:lnTo>
                  <a:lnTo>
                    <a:pt x="1134706" y="220230"/>
                  </a:lnTo>
                  <a:lnTo>
                    <a:pt x="1149400" y="218528"/>
                  </a:lnTo>
                  <a:lnTo>
                    <a:pt x="1161910" y="211556"/>
                  </a:lnTo>
                  <a:lnTo>
                    <a:pt x="1170914" y="200393"/>
                  </a:lnTo>
                  <a:lnTo>
                    <a:pt x="1175131" y="186156"/>
                  </a:lnTo>
                  <a:close/>
                </a:path>
                <a:path w="1175384" h="1027430">
                  <a:moveTo>
                    <a:pt x="1175131" y="40589"/>
                  </a:moveTo>
                  <a:lnTo>
                    <a:pt x="1173518" y="25831"/>
                  </a:lnTo>
                  <a:lnTo>
                    <a:pt x="1166622" y="13246"/>
                  </a:lnTo>
                  <a:lnTo>
                    <a:pt x="1155534" y="4191"/>
                  </a:lnTo>
                  <a:lnTo>
                    <a:pt x="1134706" y="0"/>
                  </a:lnTo>
                  <a:lnTo>
                    <a:pt x="405345" y="0"/>
                  </a:lnTo>
                  <a:lnTo>
                    <a:pt x="390639" y="1549"/>
                  </a:lnTo>
                  <a:lnTo>
                    <a:pt x="378142" y="8458"/>
                  </a:lnTo>
                  <a:lnTo>
                    <a:pt x="369138" y="19596"/>
                  </a:lnTo>
                  <a:lnTo>
                    <a:pt x="364921" y="33820"/>
                  </a:lnTo>
                  <a:lnTo>
                    <a:pt x="366534" y="48590"/>
                  </a:lnTo>
                  <a:lnTo>
                    <a:pt x="373430" y="61201"/>
                  </a:lnTo>
                  <a:lnTo>
                    <a:pt x="384517" y="70319"/>
                  </a:lnTo>
                  <a:lnTo>
                    <a:pt x="405345" y="74663"/>
                  </a:lnTo>
                  <a:lnTo>
                    <a:pt x="1134706" y="74663"/>
                  </a:lnTo>
                  <a:lnTo>
                    <a:pt x="1149400" y="72974"/>
                  </a:lnTo>
                  <a:lnTo>
                    <a:pt x="1161910" y="65989"/>
                  </a:lnTo>
                  <a:lnTo>
                    <a:pt x="1170914" y="54825"/>
                  </a:lnTo>
                  <a:lnTo>
                    <a:pt x="1175131" y="40589"/>
                  </a:lnTo>
                  <a:close/>
                </a:path>
              </a:pathLst>
            </a:custGeom>
            <a:solidFill>
              <a:srgbClr val="FFFFFF"/>
            </a:solidFill>
          </p:spPr>
          <p:txBody>
            <a:bodyPr wrap="square" lIns="0" tIns="0" rIns="0" bIns="0" rtlCol="0"/>
            <a:lstStyle/>
            <a:p>
              <a:endParaRPr/>
            </a:p>
          </p:txBody>
        </p:sp>
      </p:grpSp>
      <p:sp>
        <p:nvSpPr>
          <p:cNvPr id="73" name="object 73"/>
          <p:cNvSpPr/>
          <p:nvPr/>
        </p:nvSpPr>
        <p:spPr>
          <a:xfrm>
            <a:off x="6368300" y="4281786"/>
            <a:ext cx="36830" cy="51435"/>
          </a:xfrm>
          <a:custGeom>
            <a:avLst/>
            <a:gdLst/>
            <a:ahLst/>
            <a:cxnLst/>
            <a:rect l="l" t="t" r="r" b="b"/>
            <a:pathLst>
              <a:path w="36829" h="51435">
                <a:moveTo>
                  <a:pt x="18941" y="0"/>
                </a:moveTo>
                <a:lnTo>
                  <a:pt x="11813" y="2004"/>
                </a:lnTo>
                <a:lnTo>
                  <a:pt x="4486" y="3933"/>
                </a:lnTo>
                <a:lnTo>
                  <a:pt x="0" y="11349"/>
                </a:lnTo>
                <a:lnTo>
                  <a:pt x="1694" y="18790"/>
                </a:lnTo>
                <a:lnTo>
                  <a:pt x="3788" y="26282"/>
                </a:lnTo>
                <a:lnTo>
                  <a:pt x="5557" y="33472"/>
                </a:lnTo>
                <a:lnTo>
                  <a:pt x="7950" y="40663"/>
                </a:lnTo>
                <a:lnTo>
                  <a:pt x="9645" y="46576"/>
                </a:lnTo>
                <a:lnTo>
                  <a:pt x="14953" y="50710"/>
                </a:lnTo>
                <a:lnTo>
                  <a:pt x="21059" y="50860"/>
                </a:lnTo>
                <a:lnTo>
                  <a:pt x="24947" y="50259"/>
                </a:lnTo>
                <a:lnTo>
                  <a:pt x="32324" y="48054"/>
                </a:lnTo>
                <a:lnTo>
                  <a:pt x="36586" y="40312"/>
                </a:lnTo>
                <a:lnTo>
                  <a:pt x="34467" y="32871"/>
                </a:lnTo>
                <a:lnTo>
                  <a:pt x="30305" y="19091"/>
                </a:lnTo>
                <a:lnTo>
                  <a:pt x="28511" y="11900"/>
                </a:lnTo>
                <a:lnTo>
                  <a:pt x="26368" y="4159"/>
                </a:lnTo>
                <a:lnTo>
                  <a:pt x="18941" y="0"/>
                </a:lnTo>
                <a:close/>
              </a:path>
            </a:pathLst>
          </a:custGeom>
          <a:solidFill>
            <a:srgbClr val="D0153C"/>
          </a:solidFill>
        </p:spPr>
        <p:txBody>
          <a:bodyPr wrap="square" lIns="0" tIns="0" rIns="0" bIns="0" rtlCol="0"/>
          <a:lstStyle/>
          <a:p>
            <a:endParaRPr/>
          </a:p>
        </p:txBody>
      </p:sp>
      <p:grpSp>
        <p:nvGrpSpPr>
          <p:cNvPr id="74" name="object 74"/>
          <p:cNvGrpSpPr/>
          <p:nvPr/>
        </p:nvGrpSpPr>
        <p:grpSpPr>
          <a:xfrm>
            <a:off x="6346442" y="3380105"/>
            <a:ext cx="2366010" cy="2030095"/>
            <a:chOff x="7411718" y="3276792"/>
            <a:chExt cx="2366010" cy="2030095"/>
          </a:xfrm>
        </p:grpSpPr>
        <p:sp>
          <p:nvSpPr>
            <p:cNvPr id="75" name="object 75"/>
            <p:cNvSpPr/>
            <p:nvPr/>
          </p:nvSpPr>
          <p:spPr>
            <a:xfrm>
              <a:off x="8833754" y="3852541"/>
              <a:ext cx="34290" cy="50800"/>
            </a:xfrm>
            <a:custGeom>
              <a:avLst/>
              <a:gdLst/>
              <a:ahLst/>
              <a:cxnLst/>
              <a:rect l="l" t="t" r="r" b="b"/>
              <a:pathLst>
                <a:path w="34290" h="50800">
                  <a:moveTo>
                    <a:pt x="19863" y="0"/>
                  </a:moveTo>
                  <a:lnTo>
                    <a:pt x="4884" y="2981"/>
                  </a:lnTo>
                  <a:lnTo>
                    <a:pt x="0" y="10297"/>
                  </a:lnTo>
                  <a:lnTo>
                    <a:pt x="2965" y="25004"/>
                  </a:lnTo>
                  <a:lnTo>
                    <a:pt x="5358" y="32194"/>
                  </a:lnTo>
                  <a:lnTo>
                    <a:pt x="5358" y="39385"/>
                  </a:lnTo>
                  <a:lnTo>
                    <a:pt x="6629" y="45974"/>
                  </a:lnTo>
                  <a:lnTo>
                    <a:pt x="12386" y="50760"/>
                  </a:lnTo>
                  <a:lnTo>
                    <a:pt x="19065" y="50785"/>
                  </a:lnTo>
                  <a:lnTo>
                    <a:pt x="21458" y="50785"/>
                  </a:lnTo>
                  <a:lnTo>
                    <a:pt x="28910" y="49281"/>
                  </a:lnTo>
                  <a:lnTo>
                    <a:pt x="33869" y="42141"/>
                  </a:lnTo>
                  <a:lnTo>
                    <a:pt x="32773" y="34600"/>
                  </a:lnTo>
                  <a:lnTo>
                    <a:pt x="31277" y="27108"/>
                  </a:lnTo>
                  <a:lnTo>
                    <a:pt x="28611" y="19918"/>
                  </a:lnTo>
                  <a:lnTo>
                    <a:pt x="28611" y="12426"/>
                  </a:lnTo>
                  <a:lnTo>
                    <a:pt x="27115" y="4910"/>
                  </a:lnTo>
                  <a:close/>
                </a:path>
              </a:pathLst>
            </a:custGeom>
            <a:solidFill>
              <a:srgbClr val="D0153C"/>
            </a:solidFill>
          </p:spPr>
          <p:txBody>
            <a:bodyPr wrap="square" lIns="0" tIns="0" rIns="0" bIns="0" rtlCol="0"/>
            <a:lstStyle/>
            <a:p>
              <a:endParaRPr/>
            </a:p>
          </p:txBody>
        </p:sp>
        <p:pic>
          <p:nvPicPr>
            <p:cNvPr id="76" name="object 76"/>
            <p:cNvPicPr/>
            <p:nvPr/>
          </p:nvPicPr>
          <p:blipFill>
            <a:blip r:embed="rId4" cstate="print"/>
            <a:stretch>
              <a:fillRect/>
            </a:stretch>
          </p:blipFill>
          <p:spPr>
            <a:xfrm>
              <a:off x="7411718" y="3276792"/>
              <a:ext cx="2365954" cy="2029557"/>
            </a:xfrm>
            <a:prstGeom prst="rect">
              <a:avLst/>
            </a:prstGeom>
          </p:spPr>
        </p:pic>
      </p:grpSp>
      <p:pic>
        <p:nvPicPr>
          <p:cNvPr id="77" name="object 77"/>
          <p:cNvPicPr/>
          <p:nvPr/>
        </p:nvPicPr>
        <p:blipFill>
          <a:blip r:embed="rId5" cstate="print"/>
          <a:stretch>
            <a:fillRect/>
          </a:stretch>
        </p:blipFill>
        <p:spPr>
          <a:xfrm>
            <a:off x="6262529" y="576767"/>
            <a:ext cx="2037375" cy="1804019"/>
          </a:xfrm>
          <a:prstGeom prst="rect">
            <a:avLst/>
          </a:prstGeom>
        </p:spPr>
      </p:pic>
      <p:sp>
        <p:nvSpPr>
          <p:cNvPr id="102" name="object 102"/>
          <p:cNvSpPr txBox="1">
            <a:spLocks noGrp="1"/>
          </p:cNvSpPr>
          <p:nvPr>
            <p:ph type="title"/>
          </p:nvPr>
        </p:nvSpPr>
        <p:spPr>
          <a:xfrm>
            <a:off x="382703" y="2683872"/>
            <a:ext cx="5238750" cy="1068070"/>
          </a:xfrm>
          <a:prstGeom prst="rect">
            <a:avLst/>
          </a:prstGeom>
        </p:spPr>
        <p:txBody>
          <a:bodyPr vert="horz" wrap="square" lIns="0" tIns="74295" rIns="0" bIns="0" rtlCol="0">
            <a:spAutoFit/>
          </a:bodyPr>
          <a:lstStyle/>
          <a:p>
            <a:pPr marL="12700" marR="5080" indent="434340">
              <a:lnSpc>
                <a:spcPts val="3890"/>
              </a:lnSpc>
              <a:spcBef>
                <a:spcPts val="585"/>
              </a:spcBef>
            </a:pPr>
            <a:r>
              <a:rPr sz="3600" b="0" spc="-35" dirty="0">
                <a:solidFill>
                  <a:srgbClr val="0E488F"/>
                </a:solidFill>
                <a:latin typeface="Calibri Light"/>
                <a:cs typeface="Calibri Light"/>
              </a:rPr>
              <a:t>Realidad </a:t>
            </a:r>
            <a:r>
              <a:rPr sz="3600" b="0" spc="-40" dirty="0">
                <a:solidFill>
                  <a:srgbClr val="0E488F"/>
                </a:solidFill>
                <a:latin typeface="Calibri Light"/>
                <a:cs typeface="Calibri Light"/>
              </a:rPr>
              <a:t>Aumentada. </a:t>
            </a:r>
            <a:r>
              <a:rPr sz="3600" b="0" dirty="0">
                <a:solidFill>
                  <a:srgbClr val="0E488F"/>
                </a:solidFill>
                <a:latin typeface="Calibri Light"/>
                <a:cs typeface="Calibri Light"/>
              </a:rPr>
              <a:t>La </a:t>
            </a:r>
            <a:r>
              <a:rPr sz="3600" b="0" spc="5" dirty="0">
                <a:solidFill>
                  <a:srgbClr val="0E488F"/>
                </a:solidFill>
                <a:latin typeface="Calibri Light"/>
                <a:cs typeface="Calibri Light"/>
              </a:rPr>
              <a:t> </a:t>
            </a:r>
            <a:r>
              <a:rPr sz="3600" b="0" spc="-40" dirty="0">
                <a:solidFill>
                  <a:srgbClr val="0E488F"/>
                </a:solidFill>
                <a:latin typeface="Calibri Light"/>
                <a:cs typeface="Calibri Light"/>
              </a:rPr>
              <a:t>revolución</a:t>
            </a:r>
            <a:r>
              <a:rPr sz="3600" b="0" spc="-85" dirty="0">
                <a:solidFill>
                  <a:srgbClr val="0E488F"/>
                </a:solidFill>
                <a:latin typeface="Calibri Light"/>
                <a:cs typeface="Calibri Light"/>
              </a:rPr>
              <a:t> </a:t>
            </a:r>
            <a:r>
              <a:rPr sz="3600" b="0" spc="-15" dirty="0">
                <a:solidFill>
                  <a:srgbClr val="0E488F"/>
                </a:solidFill>
                <a:latin typeface="Calibri Light"/>
                <a:cs typeface="Calibri Light"/>
              </a:rPr>
              <a:t>de</a:t>
            </a:r>
            <a:r>
              <a:rPr sz="3600" b="0" spc="-65" dirty="0">
                <a:solidFill>
                  <a:srgbClr val="0E488F"/>
                </a:solidFill>
                <a:latin typeface="Calibri Light"/>
                <a:cs typeface="Calibri Light"/>
              </a:rPr>
              <a:t> </a:t>
            </a:r>
            <a:r>
              <a:rPr sz="3600" b="0" dirty="0">
                <a:solidFill>
                  <a:srgbClr val="0E488F"/>
                </a:solidFill>
                <a:latin typeface="Calibri Light"/>
                <a:cs typeface="Calibri Light"/>
              </a:rPr>
              <a:t>la</a:t>
            </a:r>
            <a:r>
              <a:rPr sz="3600" b="0" spc="-70" dirty="0">
                <a:solidFill>
                  <a:srgbClr val="0E488F"/>
                </a:solidFill>
                <a:latin typeface="Calibri Light"/>
                <a:cs typeface="Calibri Light"/>
              </a:rPr>
              <a:t> </a:t>
            </a:r>
            <a:r>
              <a:rPr sz="3600" b="0" spc="-30" dirty="0">
                <a:solidFill>
                  <a:srgbClr val="0E488F"/>
                </a:solidFill>
                <a:latin typeface="Calibri Light"/>
                <a:cs typeface="Calibri Light"/>
              </a:rPr>
              <a:t>Industria</a:t>
            </a:r>
            <a:r>
              <a:rPr sz="3600" b="0" spc="-90" dirty="0">
                <a:solidFill>
                  <a:srgbClr val="0E488F"/>
                </a:solidFill>
                <a:latin typeface="Calibri Light"/>
                <a:cs typeface="Calibri Light"/>
              </a:rPr>
              <a:t> </a:t>
            </a:r>
            <a:r>
              <a:rPr sz="3600" b="0" spc="-15" dirty="0">
                <a:solidFill>
                  <a:srgbClr val="0E488F"/>
                </a:solidFill>
                <a:latin typeface="Calibri Light"/>
                <a:cs typeface="Calibri Light"/>
              </a:rPr>
              <a:t>4.0</a:t>
            </a:r>
            <a:endParaRPr sz="3600" dirty="0">
              <a:latin typeface="Calibri Light"/>
              <a:cs typeface="Calibri Ligh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76579" y="594172"/>
            <a:ext cx="804545" cy="330835"/>
          </a:xfrm>
          <a:prstGeom prst="rect">
            <a:avLst/>
          </a:prstGeom>
        </p:spPr>
        <p:txBody>
          <a:bodyPr vert="horz" wrap="square" lIns="0" tIns="12700" rIns="0" bIns="0" rtlCol="0">
            <a:spAutoFit/>
          </a:bodyPr>
          <a:lstStyle/>
          <a:p>
            <a:pPr marL="12700">
              <a:spcBef>
                <a:spcPts val="100"/>
              </a:spcBef>
            </a:pPr>
            <a:r>
              <a:rPr spc="-40" dirty="0"/>
              <a:t>Índice</a:t>
            </a:r>
          </a:p>
        </p:txBody>
      </p:sp>
      <p:sp>
        <p:nvSpPr>
          <p:cNvPr id="3" name="object 3"/>
          <p:cNvSpPr txBox="1"/>
          <p:nvPr/>
        </p:nvSpPr>
        <p:spPr>
          <a:xfrm>
            <a:off x="1447800" y="1738948"/>
            <a:ext cx="6457315" cy="3380104"/>
          </a:xfrm>
          <a:prstGeom prst="rect">
            <a:avLst/>
          </a:prstGeom>
        </p:spPr>
        <p:txBody>
          <a:bodyPr vert="horz" wrap="square" lIns="0" tIns="13335" rIns="0" bIns="0" rtlCol="0">
            <a:spAutoFit/>
          </a:bodyPr>
          <a:lstStyle/>
          <a:p>
            <a:pPr marL="406400" indent="-342900">
              <a:spcBef>
                <a:spcPts val="105"/>
              </a:spcBef>
              <a:buAutoNum type="arabicPeriod"/>
              <a:tabLst>
                <a:tab pos="405765" algn="l"/>
                <a:tab pos="406400" algn="l"/>
              </a:tabLst>
            </a:pPr>
            <a:r>
              <a:rPr sz="2000" b="1" dirty="0">
                <a:solidFill>
                  <a:srgbClr val="3A3737"/>
                </a:solidFill>
                <a:latin typeface="Calibri"/>
                <a:cs typeface="Calibri"/>
              </a:rPr>
              <a:t>¿Qué</a:t>
            </a:r>
            <a:r>
              <a:rPr sz="2000" b="1" spc="-20" dirty="0">
                <a:solidFill>
                  <a:srgbClr val="3A3737"/>
                </a:solidFill>
                <a:latin typeface="Calibri"/>
                <a:cs typeface="Calibri"/>
              </a:rPr>
              <a:t> </a:t>
            </a:r>
            <a:r>
              <a:rPr sz="2000" b="1" spc="-5" dirty="0">
                <a:solidFill>
                  <a:srgbClr val="3A3737"/>
                </a:solidFill>
                <a:latin typeface="Calibri"/>
                <a:cs typeface="Calibri"/>
              </a:rPr>
              <a:t>es </a:t>
            </a:r>
            <a:r>
              <a:rPr sz="2000" b="1" dirty="0">
                <a:solidFill>
                  <a:srgbClr val="3A3737"/>
                </a:solidFill>
                <a:latin typeface="Calibri"/>
                <a:cs typeface="Calibri"/>
              </a:rPr>
              <a:t>la</a:t>
            </a:r>
            <a:r>
              <a:rPr sz="2000" b="1" spc="-25" dirty="0">
                <a:solidFill>
                  <a:srgbClr val="3A3737"/>
                </a:solidFill>
                <a:latin typeface="Calibri"/>
                <a:cs typeface="Calibri"/>
              </a:rPr>
              <a:t> </a:t>
            </a:r>
            <a:r>
              <a:rPr sz="2000" b="1" dirty="0">
                <a:solidFill>
                  <a:srgbClr val="3A3737"/>
                </a:solidFill>
                <a:latin typeface="Calibri"/>
                <a:cs typeface="Calibri"/>
              </a:rPr>
              <a:t>Hiperexperiencia?</a:t>
            </a:r>
            <a:endParaRPr sz="2000">
              <a:latin typeface="Calibri"/>
              <a:cs typeface="Calibri"/>
            </a:endParaRPr>
          </a:p>
          <a:p>
            <a:pPr>
              <a:spcBef>
                <a:spcPts val="20"/>
              </a:spcBef>
              <a:buClr>
                <a:srgbClr val="3A3737"/>
              </a:buClr>
              <a:buFont typeface="Calibri"/>
              <a:buAutoNum type="arabicPeriod"/>
            </a:pPr>
            <a:endParaRPr sz="1950">
              <a:latin typeface="Calibri"/>
              <a:cs typeface="Calibri"/>
            </a:endParaRPr>
          </a:p>
          <a:p>
            <a:pPr marL="406400" indent="-342900">
              <a:buAutoNum type="arabicPeriod"/>
              <a:tabLst>
                <a:tab pos="405765" algn="l"/>
                <a:tab pos="406400" algn="l"/>
              </a:tabLst>
            </a:pPr>
            <a:r>
              <a:rPr sz="2000" b="1" dirty="0">
                <a:solidFill>
                  <a:srgbClr val="3A3737"/>
                </a:solidFill>
                <a:latin typeface="Calibri"/>
                <a:cs typeface="Calibri"/>
              </a:rPr>
              <a:t>Introducción</a:t>
            </a:r>
            <a:r>
              <a:rPr sz="2000" b="1" spc="-50" dirty="0">
                <a:solidFill>
                  <a:srgbClr val="3A3737"/>
                </a:solidFill>
                <a:latin typeface="Calibri"/>
                <a:cs typeface="Calibri"/>
              </a:rPr>
              <a:t> </a:t>
            </a:r>
            <a:r>
              <a:rPr sz="2000" b="1" dirty="0">
                <a:solidFill>
                  <a:srgbClr val="3A3737"/>
                </a:solidFill>
                <a:latin typeface="Calibri"/>
                <a:cs typeface="Calibri"/>
              </a:rPr>
              <a:t>a</a:t>
            </a:r>
            <a:r>
              <a:rPr sz="2000" b="1" spc="-25" dirty="0">
                <a:solidFill>
                  <a:srgbClr val="3A3737"/>
                </a:solidFill>
                <a:latin typeface="Calibri"/>
                <a:cs typeface="Calibri"/>
              </a:rPr>
              <a:t> </a:t>
            </a:r>
            <a:r>
              <a:rPr sz="2000" b="1" dirty="0">
                <a:solidFill>
                  <a:srgbClr val="3A3737"/>
                </a:solidFill>
                <a:latin typeface="Calibri"/>
                <a:cs typeface="Calibri"/>
              </a:rPr>
              <a:t>la</a:t>
            </a:r>
            <a:r>
              <a:rPr sz="2000" b="1" spc="-10" dirty="0">
                <a:solidFill>
                  <a:srgbClr val="3A3737"/>
                </a:solidFill>
                <a:latin typeface="Calibri"/>
                <a:cs typeface="Calibri"/>
              </a:rPr>
              <a:t> </a:t>
            </a:r>
            <a:r>
              <a:rPr sz="2000" b="1" dirty="0">
                <a:solidFill>
                  <a:srgbClr val="3A3737"/>
                </a:solidFill>
                <a:latin typeface="Calibri"/>
                <a:cs typeface="Calibri"/>
              </a:rPr>
              <a:t>Realidad</a:t>
            </a:r>
            <a:r>
              <a:rPr sz="2000" b="1" spc="-10" dirty="0">
                <a:solidFill>
                  <a:srgbClr val="3A3737"/>
                </a:solidFill>
                <a:latin typeface="Calibri"/>
                <a:cs typeface="Calibri"/>
              </a:rPr>
              <a:t> </a:t>
            </a:r>
            <a:r>
              <a:rPr sz="2000" b="1" spc="-5" dirty="0">
                <a:solidFill>
                  <a:srgbClr val="3A3737"/>
                </a:solidFill>
                <a:latin typeface="Calibri"/>
                <a:cs typeface="Calibri"/>
              </a:rPr>
              <a:t>Extendida</a:t>
            </a:r>
            <a:endParaRPr sz="2000">
              <a:latin typeface="Calibri"/>
              <a:cs typeface="Calibri"/>
            </a:endParaRPr>
          </a:p>
          <a:p>
            <a:pPr>
              <a:spcBef>
                <a:spcPts val="20"/>
              </a:spcBef>
              <a:buClr>
                <a:srgbClr val="3A3737"/>
              </a:buClr>
              <a:buFont typeface="Calibri"/>
              <a:buAutoNum type="arabicPeriod"/>
            </a:pPr>
            <a:endParaRPr sz="1950">
              <a:latin typeface="Calibri"/>
              <a:cs typeface="Calibri"/>
            </a:endParaRPr>
          </a:p>
          <a:p>
            <a:pPr marL="406400" indent="-342900">
              <a:buAutoNum type="arabicPeriod"/>
              <a:tabLst>
                <a:tab pos="405765" algn="l"/>
                <a:tab pos="406400" algn="l"/>
              </a:tabLst>
            </a:pPr>
            <a:r>
              <a:rPr sz="2000" b="1" spc="-5" dirty="0">
                <a:solidFill>
                  <a:srgbClr val="3A3737"/>
                </a:solidFill>
                <a:latin typeface="Calibri"/>
                <a:cs typeface="Calibri"/>
              </a:rPr>
              <a:t>Conceptos</a:t>
            </a:r>
            <a:r>
              <a:rPr sz="2000" b="1" spc="-30" dirty="0">
                <a:solidFill>
                  <a:srgbClr val="3A3737"/>
                </a:solidFill>
                <a:latin typeface="Calibri"/>
                <a:cs typeface="Calibri"/>
              </a:rPr>
              <a:t> </a:t>
            </a:r>
            <a:r>
              <a:rPr sz="2000" b="1" dirty="0">
                <a:solidFill>
                  <a:srgbClr val="3A3737"/>
                </a:solidFill>
                <a:latin typeface="Calibri"/>
                <a:cs typeface="Calibri"/>
              </a:rPr>
              <a:t>básicos</a:t>
            </a:r>
            <a:r>
              <a:rPr sz="2000" b="1" spc="-15" dirty="0">
                <a:solidFill>
                  <a:srgbClr val="3A3737"/>
                </a:solidFill>
                <a:latin typeface="Calibri"/>
                <a:cs typeface="Calibri"/>
              </a:rPr>
              <a:t> </a:t>
            </a:r>
            <a:r>
              <a:rPr sz="2000" b="1" dirty="0">
                <a:solidFill>
                  <a:srgbClr val="3A3737"/>
                </a:solidFill>
                <a:latin typeface="Calibri"/>
                <a:cs typeface="Calibri"/>
              </a:rPr>
              <a:t>para</a:t>
            </a:r>
            <a:r>
              <a:rPr sz="2000" b="1" spc="-15" dirty="0">
                <a:solidFill>
                  <a:srgbClr val="3A3737"/>
                </a:solidFill>
                <a:latin typeface="Calibri"/>
                <a:cs typeface="Calibri"/>
              </a:rPr>
              <a:t> </a:t>
            </a:r>
            <a:r>
              <a:rPr sz="2000" b="1" dirty="0">
                <a:solidFill>
                  <a:srgbClr val="3A3737"/>
                </a:solidFill>
                <a:latin typeface="Calibri"/>
                <a:cs typeface="Calibri"/>
              </a:rPr>
              <a:t>entender</a:t>
            </a:r>
            <a:r>
              <a:rPr sz="2000" b="1" spc="-15" dirty="0">
                <a:solidFill>
                  <a:srgbClr val="3A3737"/>
                </a:solidFill>
                <a:latin typeface="Calibri"/>
                <a:cs typeface="Calibri"/>
              </a:rPr>
              <a:t> </a:t>
            </a:r>
            <a:r>
              <a:rPr sz="2000" b="1" dirty="0">
                <a:solidFill>
                  <a:srgbClr val="3A3737"/>
                </a:solidFill>
                <a:latin typeface="Calibri"/>
                <a:cs typeface="Calibri"/>
              </a:rPr>
              <a:t>la</a:t>
            </a:r>
            <a:r>
              <a:rPr sz="2000" b="1" spc="-5" dirty="0">
                <a:solidFill>
                  <a:srgbClr val="3A3737"/>
                </a:solidFill>
                <a:latin typeface="Calibri"/>
                <a:cs typeface="Calibri"/>
              </a:rPr>
              <a:t> </a:t>
            </a:r>
            <a:r>
              <a:rPr sz="2000" b="1" dirty="0">
                <a:solidFill>
                  <a:srgbClr val="3A3737"/>
                </a:solidFill>
                <a:latin typeface="Calibri"/>
                <a:cs typeface="Calibri"/>
              </a:rPr>
              <a:t>Realidad</a:t>
            </a:r>
            <a:r>
              <a:rPr sz="2000" b="1" spc="-20" dirty="0">
                <a:solidFill>
                  <a:srgbClr val="3A3737"/>
                </a:solidFill>
                <a:latin typeface="Calibri"/>
                <a:cs typeface="Calibri"/>
              </a:rPr>
              <a:t> </a:t>
            </a:r>
            <a:r>
              <a:rPr sz="2000" b="1" dirty="0">
                <a:solidFill>
                  <a:srgbClr val="3A3737"/>
                </a:solidFill>
                <a:latin typeface="Calibri"/>
                <a:cs typeface="Calibri"/>
              </a:rPr>
              <a:t>Aumentada</a:t>
            </a:r>
            <a:endParaRPr sz="2000">
              <a:latin typeface="Calibri"/>
              <a:cs typeface="Calibri"/>
            </a:endParaRPr>
          </a:p>
          <a:p>
            <a:pPr>
              <a:spcBef>
                <a:spcPts val="20"/>
              </a:spcBef>
              <a:buClr>
                <a:srgbClr val="3A3737"/>
              </a:buClr>
              <a:buFont typeface="Calibri"/>
              <a:buAutoNum type="arabicPeriod"/>
            </a:pPr>
            <a:endParaRPr sz="1950">
              <a:latin typeface="Calibri"/>
              <a:cs typeface="Calibri"/>
            </a:endParaRPr>
          </a:p>
          <a:p>
            <a:pPr marL="406400" indent="-342900">
              <a:buAutoNum type="arabicPeriod"/>
              <a:tabLst>
                <a:tab pos="405765" algn="l"/>
                <a:tab pos="406400" algn="l"/>
              </a:tabLst>
            </a:pPr>
            <a:r>
              <a:rPr sz="2000" b="1" dirty="0">
                <a:solidFill>
                  <a:srgbClr val="3A3737"/>
                </a:solidFill>
                <a:latin typeface="Calibri"/>
                <a:cs typeface="Calibri"/>
              </a:rPr>
              <a:t>Formatos</a:t>
            </a:r>
            <a:r>
              <a:rPr sz="2000" b="1" spc="-35" dirty="0">
                <a:solidFill>
                  <a:srgbClr val="3A3737"/>
                </a:solidFill>
                <a:latin typeface="Calibri"/>
                <a:cs typeface="Calibri"/>
              </a:rPr>
              <a:t> </a:t>
            </a:r>
            <a:r>
              <a:rPr sz="2000" b="1" dirty="0">
                <a:solidFill>
                  <a:srgbClr val="3A3737"/>
                </a:solidFill>
                <a:latin typeface="Calibri"/>
                <a:cs typeface="Calibri"/>
              </a:rPr>
              <a:t>de</a:t>
            </a:r>
            <a:r>
              <a:rPr sz="2000" b="1" spc="-10" dirty="0">
                <a:solidFill>
                  <a:srgbClr val="3A3737"/>
                </a:solidFill>
                <a:latin typeface="Calibri"/>
                <a:cs typeface="Calibri"/>
              </a:rPr>
              <a:t> </a:t>
            </a:r>
            <a:r>
              <a:rPr sz="2000" b="1" dirty="0">
                <a:solidFill>
                  <a:srgbClr val="3A3737"/>
                </a:solidFill>
                <a:latin typeface="Calibri"/>
                <a:cs typeface="Calibri"/>
              </a:rPr>
              <a:t>uso</a:t>
            </a:r>
            <a:r>
              <a:rPr sz="2000" b="1" spc="-5" dirty="0">
                <a:solidFill>
                  <a:srgbClr val="3A3737"/>
                </a:solidFill>
                <a:latin typeface="Calibri"/>
                <a:cs typeface="Calibri"/>
              </a:rPr>
              <a:t> </a:t>
            </a:r>
            <a:r>
              <a:rPr sz="2000" b="1" dirty="0">
                <a:solidFill>
                  <a:srgbClr val="3A3737"/>
                </a:solidFill>
                <a:latin typeface="Calibri"/>
                <a:cs typeface="Calibri"/>
              </a:rPr>
              <a:t>de</a:t>
            </a:r>
            <a:r>
              <a:rPr sz="2000" b="1" spc="-15" dirty="0">
                <a:solidFill>
                  <a:srgbClr val="3A3737"/>
                </a:solidFill>
                <a:latin typeface="Calibri"/>
                <a:cs typeface="Calibri"/>
              </a:rPr>
              <a:t> </a:t>
            </a:r>
            <a:r>
              <a:rPr sz="2000" b="1" dirty="0">
                <a:solidFill>
                  <a:srgbClr val="3A3737"/>
                </a:solidFill>
                <a:latin typeface="Calibri"/>
                <a:cs typeface="Calibri"/>
              </a:rPr>
              <a:t>la</a:t>
            </a:r>
            <a:r>
              <a:rPr sz="2000" b="1" spc="-20" dirty="0">
                <a:solidFill>
                  <a:srgbClr val="3A3737"/>
                </a:solidFill>
                <a:latin typeface="Calibri"/>
                <a:cs typeface="Calibri"/>
              </a:rPr>
              <a:t> </a:t>
            </a:r>
            <a:r>
              <a:rPr sz="2000" b="1" dirty="0">
                <a:solidFill>
                  <a:srgbClr val="3A3737"/>
                </a:solidFill>
                <a:latin typeface="Calibri"/>
                <a:cs typeface="Calibri"/>
              </a:rPr>
              <a:t>Realidad</a:t>
            </a:r>
            <a:r>
              <a:rPr sz="2000" b="1" spc="-15" dirty="0">
                <a:solidFill>
                  <a:srgbClr val="3A3737"/>
                </a:solidFill>
                <a:latin typeface="Calibri"/>
                <a:cs typeface="Calibri"/>
              </a:rPr>
              <a:t> </a:t>
            </a:r>
            <a:r>
              <a:rPr sz="2000" b="1" dirty="0">
                <a:solidFill>
                  <a:srgbClr val="3A3737"/>
                </a:solidFill>
                <a:latin typeface="Calibri"/>
                <a:cs typeface="Calibri"/>
              </a:rPr>
              <a:t>Aumentada</a:t>
            </a:r>
            <a:endParaRPr sz="2000">
              <a:latin typeface="Calibri"/>
              <a:cs typeface="Calibri"/>
            </a:endParaRPr>
          </a:p>
          <a:p>
            <a:pPr>
              <a:spcBef>
                <a:spcPts val="20"/>
              </a:spcBef>
              <a:buClr>
                <a:srgbClr val="3A3737"/>
              </a:buClr>
              <a:buFont typeface="Calibri"/>
              <a:buAutoNum type="arabicPeriod"/>
            </a:pPr>
            <a:endParaRPr sz="1950">
              <a:latin typeface="Calibri"/>
              <a:cs typeface="Calibri"/>
            </a:endParaRPr>
          </a:p>
          <a:p>
            <a:pPr marL="406400" indent="-342900">
              <a:buAutoNum type="arabicPeriod"/>
              <a:tabLst>
                <a:tab pos="405765" algn="l"/>
                <a:tab pos="406400" algn="l"/>
              </a:tabLst>
            </a:pPr>
            <a:r>
              <a:rPr sz="2000" b="1" spc="-10" dirty="0">
                <a:solidFill>
                  <a:srgbClr val="3A3737"/>
                </a:solidFill>
                <a:latin typeface="Calibri"/>
                <a:cs typeface="Calibri"/>
              </a:rPr>
              <a:t>¿Por</a:t>
            </a:r>
            <a:r>
              <a:rPr sz="2000" b="1" spc="-5" dirty="0">
                <a:solidFill>
                  <a:srgbClr val="3A3737"/>
                </a:solidFill>
                <a:latin typeface="Calibri"/>
                <a:cs typeface="Calibri"/>
              </a:rPr>
              <a:t> </a:t>
            </a:r>
            <a:r>
              <a:rPr sz="2000" b="1" dirty="0">
                <a:solidFill>
                  <a:srgbClr val="3A3737"/>
                </a:solidFill>
                <a:latin typeface="Calibri"/>
                <a:cs typeface="Calibri"/>
              </a:rPr>
              <a:t>qué</a:t>
            </a:r>
            <a:r>
              <a:rPr sz="3000" b="1" baseline="12500" dirty="0">
                <a:solidFill>
                  <a:srgbClr val="3A3737"/>
                </a:solidFill>
                <a:latin typeface="Calibri"/>
                <a:cs typeface="Calibri"/>
              </a:rPr>
              <a:t>́ </a:t>
            </a:r>
            <a:r>
              <a:rPr sz="2000" b="1" dirty="0">
                <a:solidFill>
                  <a:srgbClr val="3A3737"/>
                </a:solidFill>
                <a:latin typeface="Calibri"/>
                <a:cs typeface="Calibri"/>
              </a:rPr>
              <a:t>introducir</a:t>
            </a:r>
            <a:r>
              <a:rPr sz="2000" b="1" spc="-45" dirty="0">
                <a:solidFill>
                  <a:srgbClr val="3A3737"/>
                </a:solidFill>
                <a:latin typeface="Calibri"/>
                <a:cs typeface="Calibri"/>
              </a:rPr>
              <a:t> </a:t>
            </a:r>
            <a:r>
              <a:rPr sz="2000" b="1" spc="-5" dirty="0">
                <a:solidFill>
                  <a:srgbClr val="3A3737"/>
                </a:solidFill>
                <a:latin typeface="Calibri"/>
                <a:cs typeface="Calibri"/>
              </a:rPr>
              <a:t>esta</a:t>
            </a:r>
            <a:r>
              <a:rPr sz="2000" b="1" spc="-15" dirty="0">
                <a:solidFill>
                  <a:srgbClr val="3A3737"/>
                </a:solidFill>
                <a:latin typeface="Calibri"/>
                <a:cs typeface="Calibri"/>
              </a:rPr>
              <a:t> </a:t>
            </a:r>
            <a:r>
              <a:rPr sz="2000" b="1" dirty="0">
                <a:solidFill>
                  <a:srgbClr val="3A3737"/>
                </a:solidFill>
                <a:latin typeface="Calibri"/>
                <a:cs typeface="Calibri"/>
              </a:rPr>
              <a:t>tecnología</a:t>
            </a:r>
            <a:r>
              <a:rPr sz="2000" b="1" spc="-25" dirty="0">
                <a:solidFill>
                  <a:srgbClr val="3A3737"/>
                </a:solidFill>
                <a:latin typeface="Calibri"/>
                <a:cs typeface="Calibri"/>
              </a:rPr>
              <a:t> </a:t>
            </a:r>
            <a:r>
              <a:rPr sz="2000" b="1" spc="-5" dirty="0">
                <a:solidFill>
                  <a:srgbClr val="3A3737"/>
                </a:solidFill>
                <a:latin typeface="Calibri"/>
                <a:cs typeface="Calibri"/>
              </a:rPr>
              <a:t>en</a:t>
            </a:r>
            <a:r>
              <a:rPr sz="2000" b="1" spc="-10" dirty="0">
                <a:solidFill>
                  <a:srgbClr val="3A3737"/>
                </a:solidFill>
                <a:latin typeface="Calibri"/>
                <a:cs typeface="Calibri"/>
              </a:rPr>
              <a:t> </a:t>
            </a:r>
            <a:r>
              <a:rPr sz="2000" b="1" dirty="0">
                <a:solidFill>
                  <a:srgbClr val="3A3737"/>
                </a:solidFill>
                <a:latin typeface="Calibri"/>
                <a:cs typeface="Calibri"/>
              </a:rPr>
              <a:t>tu</a:t>
            </a:r>
            <a:r>
              <a:rPr sz="2000" b="1" spc="-20" dirty="0">
                <a:solidFill>
                  <a:srgbClr val="3A3737"/>
                </a:solidFill>
                <a:latin typeface="Calibri"/>
                <a:cs typeface="Calibri"/>
              </a:rPr>
              <a:t> </a:t>
            </a:r>
            <a:r>
              <a:rPr sz="2000" b="1" spc="-5" dirty="0">
                <a:solidFill>
                  <a:srgbClr val="3A3737"/>
                </a:solidFill>
                <a:latin typeface="Calibri"/>
                <a:cs typeface="Calibri"/>
              </a:rPr>
              <a:t>empresa?</a:t>
            </a:r>
            <a:endParaRPr sz="2000">
              <a:latin typeface="Calibri"/>
              <a:cs typeface="Calibri"/>
            </a:endParaRPr>
          </a:p>
          <a:p>
            <a:pPr>
              <a:spcBef>
                <a:spcPts val="20"/>
              </a:spcBef>
              <a:buClr>
                <a:srgbClr val="3A3737"/>
              </a:buClr>
              <a:buFont typeface="Calibri"/>
              <a:buAutoNum type="arabicPeriod"/>
            </a:pPr>
            <a:endParaRPr sz="1950">
              <a:latin typeface="Calibri"/>
              <a:cs typeface="Calibri"/>
            </a:endParaRPr>
          </a:p>
          <a:p>
            <a:pPr marL="406400" indent="-342900">
              <a:spcBef>
                <a:spcPts val="5"/>
              </a:spcBef>
              <a:buAutoNum type="arabicPeriod"/>
              <a:tabLst>
                <a:tab pos="405765" algn="l"/>
                <a:tab pos="406400" algn="l"/>
              </a:tabLst>
            </a:pPr>
            <a:r>
              <a:rPr sz="2000" b="1" spc="-5" dirty="0">
                <a:solidFill>
                  <a:srgbClr val="3A3737"/>
                </a:solidFill>
                <a:latin typeface="Calibri"/>
                <a:cs typeface="Calibri"/>
              </a:rPr>
              <a:t>Casos reales</a:t>
            </a:r>
            <a:r>
              <a:rPr sz="2000" b="1" dirty="0">
                <a:solidFill>
                  <a:srgbClr val="3A3737"/>
                </a:solidFill>
                <a:latin typeface="Calibri"/>
                <a:cs typeface="Calibri"/>
              </a:rPr>
              <a:t> del</a:t>
            </a:r>
            <a:r>
              <a:rPr sz="2000" b="1" spc="-5" dirty="0">
                <a:solidFill>
                  <a:srgbClr val="3A3737"/>
                </a:solidFill>
                <a:latin typeface="Calibri"/>
                <a:cs typeface="Calibri"/>
              </a:rPr>
              <a:t> </a:t>
            </a:r>
            <a:r>
              <a:rPr sz="2000" b="1" dirty="0">
                <a:solidFill>
                  <a:srgbClr val="3A3737"/>
                </a:solidFill>
                <a:latin typeface="Calibri"/>
                <a:cs typeface="Calibri"/>
              </a:rPr>
              <a:t>uso</a:t>
            </a:r>
            <a:r>
              <a:rPr sz="2000" b="1" spc="-20" dirty="0">
                <a:solidFill>
                  <a:srgbClr val="3A3737"/>
                </a:solidFill>
                <a:latin typeface="Calibri"/>
                <a:cs typeface="Calibri"/>
              </a:rPr>
              <a:t> </a:t>
            </a:r>
            <a:r>
              <a:rPr sz="2000" b="1" dirty="0">
                <a:solidFill>
                  <a:srgbClr val="3A3737"/>
                </a:solidFill>
                <a:latin typeface="Calibri"/>
                <a:cs typeface="Calibri"/>
              </a:rPr>
              <a:t>de</a:t>
            </a:r>
            <a:r>
              <a:rPr sz="2000" b="1" spc="-5" dirty="0">
                <a:solidFill>
                  <a:srgbClr val="3A3737"/>
                </a:solidFill>
                <a:latin typeface="Calibri"/>
                <a:cs typeface="Calibri"/>
              </a:rPr>
              <a:t> la </a:t>
            </a:r>
            <a:r>
              <a:rPr sz="2000" b="1" dirty="0">
                <a:solidFill>
                  <a:srgbClr val="3A3737"/>
                </a:solidFill>
                <a:latin typeface="Calibri"/>
                <a:cs typeface="Calibri"/>
              </a:rPr>
              <a:t>Realidad</a:t>
            </a:r>
            <a:r>
              <a:rPr sz="2000" b="1" spc="-20" dirty="0">
                <a:solidFill>
                  <a:srgbClr val="3A3737"/>
                </a:solidFill>
                <a:latin typeface="Calibri"/>
                <a:cs typeface="Calibri"/>
              </a:rPr>
              <a:t> </a:t>
            </a:r>
            <a:r>
              <a:rPr sz="2000" b="1" dirty="0">
                <a:solidFill>
                  <a:srgbClr val="3A3737"/>
                </a:solidFill>
                <a:latin typeface="Calibri"/>
                <a:cs typeface="Calibri"/>
              </a:rPr>
              <a:t>Aumentada</a:t>
            </a:r>
            <a:endParaRPr sz="2000">
              <a:latin typeface="Calibri"/>
              <a:cs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3400" y="1056894"/>
            <a:ext cx="8305800" cy="1816266"/>
          </a:xfrm>
          <a:prstGeom prst="rect">
            <a:avLst/>
          </a:prstGeom>
        </p:spPr>
        <p:txBody>
          <a:bodyPr vert="horz" wrap="square" lIns="0" tIns="13335" rIns="0" bIns="0" rtlCol="0">
            <a:spAutoFit/>
          </a:bodyPr>
          <a:lstStyle/>
          <a:p>
            <a:pPr marL="184785" marR="8890" indent="-172720" algn="just">
              <a:lnSpc>
                <a:spcPct val="107100"/>
              </a:lnSpc>
              <a:spcBef>
                <a:spcPts val="105"/>
              </a:spcBef>
              <a:buFont typeface="Arial MT"/>
              <a:buChar char="•"/>
              <a:tabLst>
                <a:tab pos="185420" algn="l"/>
              </a:tabLst>
            </a:pPr>
            <a:r>
              <a:rPr sz="1400" spc="-10" dirty="0">
                <a:solidFill>
                  <a:srgbClr val="3A3737"/>
                </a:solidFill>
                <a:latin typeface="Verdana"/>
                <a:cs typeface="Verdana"/>
              </a:rPr>
              <a:t>La</a:t>
            </a:r>
            <a:r>
              <a:rPr sz="1400" spc="-70" dirty="0">
                <a:solidFill>
                  <a:srgbClr val="3A3737"/>
                </a:solidFill>
                <a:latin typeface="Verdana"/>
                <a:cs typeface="Verdana"/>
              </a:rPr>
              <a:t> </a:t>
            </a:r>
            <a:r>
              <a:rPr sz="1400" b="1" spc="-5" dirty="0">
                <a:solidFill>
                  <a:srgbClr val="3A3737"/>
                </a:solidFill>
                <a:latin typeface="Tahoma"/>
                <a:cs typeface="Tahoma"/>
              </a:rPr>
              <a:t>realidad</a:t>
            </a:r>
            <a:r>
              <a:rPr sz="1400" b="1" spc="10" dirty="0">
                <a:solidFill>
                  <a:srgbClr val="3A3737"/>
                </a:solidFill>
                <a:latin typeface="Tahoma"/>
                <a:cs typeface="Tahoma"/>
              </a:rPr>
              <a:t> </a:t>
            </a:r>
            <a:r>
              <a:rPr sz="1400" b="1" spc="-15" dirty="0">
                <a:solidFill>
                  <a:srgbClr val="3A3737"/>
                </a:solidFill>
                <a:latin typeface="Tahoma"/>
                <a:cs typeface="Tahoma"/>
              </a:rPr>
              <a:t>extendida</a:t>
            </a:r>
            <a:r>
              <a:rPr sz="1400" b="1" spc="15" dirty="0">
                <a:solidFill>
                  <a:srgbClr val="3A3737"/>
                </a:solidFill>
                <a:latin typeface="Tahoma"/>
                <a:cs typeface="Tahoma"/>
              </a:rPr>
              <a:t> </a:t>
            </a:r>
            <a:r>
              <a:rPr sz="1400" spc="-50" dirty="0">
                <a:solidFill>
                  <a:srgbClr val="3A3737"/>
                </a:solidFill>
                <a:latin typeface="Verdana"/>
                <a:cs typeface="Verdana"/>
              </a:rPr>
              <a:t>es</a:t>
            </a:r>
            <a:r>
              <a:rPr sz="1400" spc="-70" dirty="0">
                <a:solidFill>
                  <a:srgbClr val="3A3737"/>
                </a:solidFill>
                <a:latin typeface="Verdana"/>
                <a:cs typeface="Verdana"/>
              </a:rPr>
              <a:t> </a:t>
            </a:r>
            <a:r>
              <a:rPr sz="1400" spc="-30" dirty="0">
                <a:solidFill>
                  <a:srgbClr val="3A3737"/>
                </a:solidFill>
                <a:latin typeface="Verdana"/>
                <a:cs typeface="Verdana"/>
              </a:rPr>
              <a:t>un</a:t>
            </a:r>
            <a:r>
              <a:rPr sz="1400" spc="-45" dirty="0">
                <a:solidFill>
                  <a:srgbClr val="3A3737"/>
                </a:solidFill>
                <a:latin typeface="Verdana"/>
                <a:cs typeface="Verdana"/>
              </a:rPr>
              <a:t> </a:t>
            </a:r>
            <a:r>
              <a:rPr sz="1400" spc="-40" dirty="0">
                <a:solidFill>
                  <a:srgbClr val="3A3737"/>
                </a:solidFill>
                <a:latin typeface="Verdana"/>
                <a:cs typeface="Verdana"/>
              </a:rPr>
              <a:t>término</a:t>
            </a:r>
            <a:r>
              <a:rPr sz="1400" spc="-65" dirty="0">
                <a:solidFill>
                  <a:srgbClr val="3A3737"/>
                </a:solidFill>
                <a:latin typeface="Verdana"/>
                <a:cs typeface="Verdana"/>
              </a:rPr>
              <a:t> </a:t>
            </a:r>
            <a:r>
              <a:rPr sz="1400" spc="30" dirty="0">
                <a:solidFill>
                  <a:srgbClr val="3A3737"/>
                </a:solidFill>
                <a:latin typeface="Verdana"/>
                <a:cs typeface="Verdana"/>
              </a:rPr>
              <a:t>que</a:t>
            </a:r>
            <a:r>
              <a:rPr sz="1400" spc="-65" dirty="0">
                <a:solidFill>
                  <a:srgbClr val="3A3737"/>
                </a:solidFill>
                <a:latin typeface="Verdana"/>
                <a:cs typeface="Verdana"/>
              </a:rPr>
              <a:t> </a:t>
            </a:r>
            <a:r>
              <a:rPr sz="1400" spc="70" dirty="0">
                <a:solidFill>
                  <a:srgbClr val="3A3737"/>
                </a:solidFill>
                <a:latin typeface="Verdana"/>
                <a:cs typeface="Verdana"/>
              </a:rPr>
              <a:t>hace</a:t>
            </a:r>
            <a:r>
              <a:rPr sz="1400" spc="-55" dirty="0">
                <a:solidFill>
                  <a:srgbClr val="3A3737"/>
                </a:solidFill>
                <a:latin typeface="Verdana"/>
                <a:cs typeface="Verdana"/>
              </a:rPr>
              <a:t> </a:t>
            </a:r>
            <a:r>
              <a:rPr sz="1400" spc="-5" dirty="0">
                <a:solidFill>
                  <a:srgbClr val="3A3737"/>
                </a:solidFill>
                <a:latin typeface="Verdana"/>
                <a:cs typeface="Verdana"/>
              </a:rPr>
              <a:t>referencia</a:t>
            </a:r>
            <a:r>
              <a:rPr sz="1400" spc="-60" dirty="0">
                <a:solidFill>
                  <a:srgbClr val="3A3737"/>
                </a:solidFill>
                <a:latin typeface="Verdana"/>
                <a:cs typeface="Verdana"/>
              </a:rPr>
              <a:t> </a:t>
            </a:r>
            <a:r>
              <a:rPr sz="1400" spc="95" dirty="0">
                <a:solidFill>
                  <a:srgbClr val="3A3737"/>
                </a:solidFill>
                <a:latin typeface="Verdana"/>
                <a:cs typeface="Verdana"/>
              </a:rPr>
              <a:t>a</a:t>
            </a:r>
            <a:r>
              <a:rPr sz="1400" spc="-65" dirty="0">
                <a:solidFill>
                  <a:srgbClr val="3A3737"/>
                </a:solidFill>
                <a:latin typeface="Verdana"/>
                <a:cs typeface="Verdana"/>
              </a:rPr>
              <a:t> </a:t>
            </a:r>
            <a:r>
              <a:rPr sz="1400" spc="15" dirty="0">
                <a:solidFill>
                  <a:srgbClr val="3A3737"/>
                </a:solidFill>
                <a:latin typeface="Verdana"/>
                <a:cs typeface="Verdana"/>
              </a:rPr>
              <a:t>la</a:t>
            </a:r>
            <a:r>
              <a:rPr sz="1400" spc="-65" dirty="0">
                <a:solidFill>
                  <a:srgbClr val="3A3737"/>
                </a:solidFill>
                <a:latin typeface="Verdana"/>
                <a:cs typeface="Verdana"/>
              </a:rPr>
              <a:t> </a:t>
            </a:r>
            <a:r>
              <a:rPr sz="1400" spc="20" dirty="0">
                <a:solidFill>
                  <a:srgbClr val="3A3737"/>
                </a:solidFill>
                <a:latin typeface="Verdana"/>
                <a:cs typeface="Verdana"/>
              </a:rPr>
              <a:t>combinación </a:t>
            </a:r>
            <a:r>
              <a:rPr sz="1400" spc="-409" dirty="0">
                <a:solidFill>
                  <a:srgbClr val="3A3737"/>
                </a:solidFill>
                <a:latin typeface="Verdana"/>
                <a:cs typeface="Verdana"/>
              </a:rPr>
              <a:t> </a:t>
            </a:r>
            <a:r>
              <a:rPr sz="1400" spc="70" dirty="0">
                <a:solidFill>
                  <a:srgbClr val="3A3737"/>
                </a:solidFill>
                <a:latin typeface="Verdana"/>
                <a:cs typeface="Verdana"/>
              </a:rPr>
              <a:t>de </a:t>
            </a:r>
            <a:r>
              <a:rPr sz="1400" spc="-15" dirty="0">
                <a:solidFill>
                  <a:srgbClr val="3A3737"/>
                </a:solidFill>
                <a:latin typeface="Verdana"/>
                <a:cs typeface="Verdana"/>
              </a:rPr>
              <a:t>todos </a:t>
            </a:r>
            <a:r>
              <a:rPr sz="1400" spc="-65" dirty="0">
                <a:solidFill>
                  <a:srgbClr val="3A3737"/>
                </a:solidFill>
                <a:latin typeface="Verdana"/>
                <a:cs typeface="Verdana"/>
              </a:rPr>
              <a:t>los</a:t>
            </a:r>
            <a:r>
              <a:rPr sz="1400" spc="-60" dirty="0">
                <a:solidFill>
                  <a:srgbClr val="3A3737"/>
                </a:solidFill>
                <a:latin typeface="Verdana"/>
                <a:cs typeface="Verdana"/>
              </a:rPr>
              <a:t> </a:t>
            </a:r>
            <a:r>
              <a:rPr sz="1400" spc="-35" dirty="0">
                <a:solidFill>
                  <a:srgbClr val="3A3737"/>
                </a:solidFill>
                <a:latin typeface="Verdana"/>
                <a:cs typeface="Verdana"/>
              </a:rPr>
              <a:t>entornos</a:t>
            </a:r>
            <a:r>
              <a:rPr sz="1400" spc="-30" dirty="0">
                <a:solidFill>
                  <a:srgbClr val="3A3737"/>
                </a:solidFill>
                <a:latin typeface="Verdana"/>
                <a:cs typeface="Verdana"/>
              </a:rPr>
              <a:t> reales </a:t>
            </a:r>
            <a:r>
              <a:rPr sz="1400" spc="-70" dirty="0">
                <a:solidFill>
                  <a:srgbClr val="3A3737"/>
                </a:solidFill>
                <a:latin typeface="Verdana"/>
                <a:cs typeface="Verdana"/>
              </a:rPr>
              <a:t>y</a:t>
            </a:r>
            <a:r>
              <a:rPr sz="1400" spc="-65" dirty="0">
                <a:solidFill>
                  <a:srgbClr val="3A3737"/>
                </a:solidFill>
                <a:latin typeface="Verdana"/>
                <a:cs typeface="Verdana"/>
              </a:rPr>
              <a:t> </a:t>
            </a:r>
            <a:r>
              <a:rPr sz="1400" spc="-60" dirty="0">
                <a:solidFill>
                  <a:srgbClr val="3A3737"/>
                </a:solidFill>
                <a:latin typeface="Verdana"/>
                <a:cs typeface="Verdana"/>
              </a:rPr>
              <a:t>virtuales,</a:t>
            </a:r>
            <a:r>
              <a:rPr sz="1400" spc="-55" dirty="0">
                <a:solidFill>
                  <a:srgbClr val="3A3737"/>
                </a:solidFill>
                <a:latin typeface="Verdana"/>
                <a:cs typeface="Verdana"/>
              </a:rPr>
              <a:t> junto</a:t>
            </a:r>
            <a:r>
              <a:rPr sz="1400" spc="-50" dirty="0">
                <a:solidFill>
                  <a:srgbClr val="3A3737"/>
                </a:solidFill>
                <a:latin typeface="Verdana"/>
                <a:cs typeface="Verdana"/>
              </a:rPr>
              <a:t> </a:t>
            </a:r>
            <a:r>
              <a:rPr sz="1400" spc="95" dirty="0">
                <a:solidFill>
                  <a:srgbClr val="3A3737"/>
                </a:solidFill>
                <a:latin typeface="Verdana"/>
                <a:cs typeface="Verdana"/>
              </a:rPr>
              <a:t>a </a:t>
            </a:r>
            <a:r>
              <a:rPr sz="1400" spc="15" dirty="0">
                <a:solidFill>
                  <a:srgbClr val="3A3737"/>
                </a:solidFill>
                <a:latin typeface="Verdana"/>
                <a:cs typeface="Verdana"/>
              </a:rPr>
              <a:t>la </a:t>
            </a:r>
            <a:r>
              <a:rPr sz="1400" dirty="0">
                <a:solidFill>
                  <a:srgbClr val="3A3737"/>
                </a:solidFill>
                <a:latin typeface="Verdana"/>
                <a:cs typeface="Verdana"/>
              </a:rPr>
              <a:t>interacción </a:t>
            </a:r>
            <a:r>
              <a:rPr sz="1400" spc="10" dirty="0">
                <a:solidFill>
                  <a:srgbClr val="3A3737"/>
                </a:solidFill>
                <a:latin typeface="Verdana"/>
                <a:cs typeface="Verdana"/>
              </a:rPr>
              <a:t>del </a:t>
            </a:r>
            <a:r>
              <a:rPr sz="1400" spc="-90" dirty="0">
                <a:solidFill>
                  <a:srgbClr val="3A3737"/>
                </a:solidFill>
                <a:latin typeface="Verdana"/>
                <a:cs typeface="Verdana"/>
              </a:rPr>
              <a:t>ser </a:t>
            </a:r>
            <a:r>
              <a:rPr sz="1400" spc="-85" dirty="0">
                <a:solidFill>
                  <a:srgbClr val="3A3737"/>
                </a:solidFill>
                <a:latin typeface="Verdana"/>
                <a:cs typeface="Verdana"/>
              </a:rPr>
              <a:t> </a:t>
            </a:r>
            <a:r>
              <a:rPr sz="1400" spc="-30" dirty="0">
                <a:solidFill>
                  <a:srgbClr val="3A3737"/>
                </a:solidFill>
                <a:latin typeface="Verdana"/>
                <a:cs typeface="Verdana"/>
              </a:rPr>
              <a:t>hum</a:t>
            </a:r>
            <a:r>
              <a:rPr sz="1400" spc="90" dirty="0">
                <a:solidFill>
                  <a:srgbClr val="3A3737"/>
                </a:solidFill>
                <a:latin typeface="Verdana"/>
                <a:cs typeface="Verdana"/>
              </a:rPr>
              <a:t>a</a:t>
            </a:r>
            <a:r>
              <a:rPr sz="1400" spc="10" dirty="0">
                <a:solidFill>
                  <a:srgbClr val="3A3737"/>
                </a:solidFill>
                <a:latin typeface="Verdana"/>
                <a:cs typeface="Verdana"/>
              </a:rPr>
              <a:t>no</a:t>
            </a:r>
            <a:r>
              <a:rPr sz="1400" spc="-80" dirty="0">
                <a:solidFill>
                  <a:srgbClr val="3A3737"/>
                </a:solidFill>
                <a:latin typeface="Verdana"/>
                <a:cs typeface="Verdana"/>
              </a:rPr>
              <a:t> </a:t>
            </a:r>
            <a:r>
              <a:rPr sz="1400" spc="150" dirty="0">
                <a:solidFill>
                  <a:srgbClr val="3A3737"/>
                </a:solidFill>
                <a:latin typeface="Verdana"/>
                <a:cs typeface="Verdana"/>
              </a:rPr>
              <a:t>c</a:t>
            </a:r>
            <a:r>
              <a:rPr sz="1400" spc="45" dirty="0">
                <a:solidFill>
                  <a:srgbClr val="3A3737"/>
                </a:solidFill>
                <a:latin typeface="Verdana"/>
                <a:cs typeface="Verdana"/>
              </a:rPr>
              <a:t>o</a:t>
            </a:r>
            <a:r>
              <a:rPr sz="1400" spc="-30" dirty="0">
                <a:solidFill>
                  <a:srgbClr val="3A3737"/>
                </a:solidFill>
                <a:latin typeface="Verdana"/>
                <a:cs typeface="Verdana"/>
              </a:rPr>
              <a:t>n</a:t>
            </a:r>
            <a:r>
              <a:rPr sz="1400" spc="-85" dirty="0">
                <a:solidFill>
                  <a:srgbClr val="3A3737"/>
                </a:solidFill>
                <a:latin typeface="Verdana"/>
                <a:cs typeface="Verdana"/>
              </a:rPr>
              <a:t> </a:t>
            </a:r>
            <a:r>
              <a:rPr sz="1400" spc="20" dirty="0">
                <a:solidFill>
                  <a:srgbClr val="3A3737"/>
                </a:solidFill>
                <a:latin typeface="Verdana"/>
                <a:cs typeface="Verdana"/>
              </a:rPr>
              <a:t>l</a:t>
            </a:r>
            <a:r>
              <a:rPr sz="1400" spc="5" dirty="0">
                <a:solidFill>
                  <a:srgbClr val="3A3737"/>
                </a:solidFill>
                <a:latin typeface="Verdana"/>
                <a:cs typeface="Verdana"/>
              </a:rPr>
              <a:t>a</a:t>
            </a:r>
            <a:r>
              <a:rPr sz="1400" spc="-105" dirty="0">
                <a:solidFill>
                  <a:srgbClr val="3A3737"/>
                </a:solidFill>
                <a:latin typeface="Verdana"/>
                <a:cs typeface="Verdana"/>
              </a:rPr>
              <a:t> </a:t>
            </a:r>
            <a:r>
              <a:rPr sz="1400" spc="-30" dirty="0">
                <a:solidFill>
                  <a:srgbClr val="3A3737"/>
                </a:solidFill>
                <a:latin typeface="Verdana"/>
                <a:cs typeface="Verdana"/>
              </a:rPr>
              <a:t>m</a:t>
            </a:r>
            <a:r>
              <a:rPr sz="1400" spc="90" dirty="0">
                <a:solidFill>
                  <a:srgbClr val="3A3737"/>
                </a:solidFill>
                <a:latin typeface="Verdana"/>
                <a:cs typeface="Verdana"/>
              </a:rPr>
              <a:t>á</a:t>
            </a:r>
            <a:r>
              <a:rPr sz="1400" spc="-5" dirty="0">
                <a:solidFill>
                  <a:srgbClr val="3A3737"/>
                </a:solidFill>
                <a:latin typeface="Verdana"/>
                <a:cs typeface="Verdana"/>
              </a:rPr>
              <a:t>quina</a:t>
            </a:r>
            <a:r>
              <a:rPr sz="1400" spc="-105" dirty="0">
                <a:solidFill>
                  <a:srgbClr val="3A3737"/>
                </a:solidFill>
                <a:latin typeface="Verdana"/>
                <a:cs typeface="Verdana"/>
              </a:rPr>
              <a:t>.</a:t>
            </a:r>
            <a:endParaRPr sz="1400" dirty="0">
              <a:latin typeface="Verdana"/>
              <a:cs typeface="Verdana"/>
            </a:endParaRPr>
          </a:p>
          <a:p>
            <a:pPr marL="184785" marR="5080" indent="-172720" algn="just">
              <a:lnSpc>
                <a:spcPct val="107500"/>
              </a:lnSpc>
              <a:spcBef>
                <a:spcPts val="790"/>
              </a:spcBef>
              <a:buFont typeface="Arial MT"/>
              <a:buChar char="•"/>
              <a:tabLst>
                <a:tab pos="185420" algn="l"/>
              </a:tabLst>
            </a:pPr>
            <a:r>
              <a:rPr sz="1400" spc="-140" dirty="0">
                <a:solidFill>
                  <a:srgbClr val="3A3737"/>
                </a:solidFill>
                <a:latin typeface="Verdana"/>
                <a:cs typeface="Verdana"/>
              </a:rPr>
              <a:t>Es</a:t>
            </a:r>
            <a:r>
              <a:rPr sz="1400" spc="-135" dirty="0">
                <a:solidFill>
                  <a:srgbClr val="3A3737"/>
                </a:solidFill>
                <a:latin typeface="Verdana"/>
                <a:cs typeface="Verdana"/>
              </a:rPr>
              <a:t> </a:t>
            </a:r>
            <a:r>
              <a:rPr sz="1400" spc="-30" dirty="0">
                <a:solidFill>
                  <a:srgbClr val="3A3737"/>
                </a:solidFill>
                <a:latin typeface="Verdana"/>
                <a:cs typeface="Verdana"/>
              </a:rPr>
              <a:t>un</a:t>
            </a:r>
            <a:r>
              <a:rPr sz="1400" spc="-25" dirty="0">
                <a:solidFill>
                  <a:srgbClr val="3A3737"/>
                </a:solidFill>
                <a:latin typeface="Verdana"/>
                <a:cs typeface="Verdana"/>
              </a:rPr>
              <a:t> </a:t>
            </a:r>
            <a:r>
              <a:rPr sz="1400" spc="50" dirty="0">
                <a:solidFill>
                  <a:srgbClr val="3A3737"/>
                </a:solidFill>
                <a:latin typeface="Verdana"/>
                <a:cs typeface="Verdana"/>
              </a:rPr>
              <a:t>concepto</a:t>
            </a:r>
            <a:r>
              <a:rPr sz="1400" spc="55" dirty="0">
                <a:solidFill>
                  <a:srgbClr val="3A3737"/>
                </a:solidFill>
                <a:latin typeface="Verdana"/>
                <a:cs typeface="Verdana"/>
              </a:rPr>
              <a:t> </a:t>
            </a:r>
            <a:r>
              <a:rPr sz="1400" spc="-5" dirty="0">
                <a:solidFill>
                  <a:srgbClr val="3A3737"/>
                </a:solidFill>
                <a:latin typeface="Verdana"/>
                <a:cs typeface="Verdana"/>
              </a:rPr>
              <a:t>introducido</a:t>
            </a:r>
            <a:r>
              <a:rPr sz="1400" dirty="0">
                <a:solidFill>
                  <a:srgbClr val="3A3737"/>
                </a:solidFill>
                <a:latin typeface="Verdana"/>
                <a:cs typeface="Verdana"/>
              </a:rPr>
              <a:t> </a:t>
            </a:r>
            <a:r>
              <a:rPr sz="1400" spc="-15" dirty="0">
                <a:solidFill>
                  <a:srgbClr val="3A3737"/>
                </a:solidFill>
                <a:latin typeface="Verdana"/>
                <a:cs typeface="Verdana"/>
              </a:rPr>
              <a:t>por</a:t>
            </a:r>
            <a:r>
              <a:rPr sz="1400" spc="-10" dirty="0">
                <a:solidFill>
                  <a:srgbClr val="3A3737"/>
                </a:solidFill>
                <a:latin typeface="Verdana"/>
                <a:cs typeface="Verdana"/>
              </a:rPr>
              <a:t> Paul</a:t>
            </a:r>
            <a:r>
              <a:rPr sz="1400" spc="-5" dirty="0">
                <a:solidFill>
                  <a:srgbClr val="3A3737"/>
                </a:solidFill>
                <a:latin typeface="Verdana"/>
                <a:cs typeface="Verdana"/>
              </a:rPr>
              <a:t> </a:t>
            </a:r>
            <a:r>
              <a:rPr sz="1400" spc="-20" dirty="0">
                <a:solidFill>
                  <a:srgbClr val="3A3737"/>
                </a:solidFill>
                <a:latin typeface="Verdana"/>
                <a:cs typeface="Verdana"/>
              </a:rPr>
              <a:t>Milgram</a:t>
            </a:r>
            <a:r>
              <a:rPr sz="1400" spc="-15" dirty="0">
                <a:solidFill>
                  <a:srgbClr val="3A3737"/>
                </a:solidFill>
                <a:latin typeface="Verdana"/>
                <a:cs typeface="Verdana"/>
              </a:rPr>
              <a:t> </a:t>
            </a:r>
            <a:r>
              <a:rPr sz="1400" spc="-70" dirty="0">
                <a:solidFill>
                  <a:srgbClr val="3A3737"/>
                </a:solidFill>
                <a:latin typeface="Verdana"/>
                <a:cs typeface="Verdana"/>
              </a:rPr>
              <a:t>y</a:t>
            </a:r>
            <a:r>
              <a:rPr sz="1400" spc="285" dirty="0">
                <a:solidFill>
                  <a:srgbClr val="3A3737"/>
                </a:solidFill>
                <a:latin typeface="Verdana"/>
                <a:cs typeface="Verdana"/>
              </a:rPr>
              <a:t> </a:t>
            </a:r>
            <a:r>
              <a:rPr sz="1400" spc="55" dirty="0">
                <a:solidFill>
                  <a:srgbClr val="3A3737"/>
                </a:solidFill>
                <a:latin typeface="Verdana"/>
                <a:cs typeface="Verdana"/>
              </a:rPr>
              <a:t>abarca</a:t>
            </a:r>
            <a:r>
              <a:rPr sz="1400" spc="60" dirty="0">
                <a:solidFill>
                  <a:srgbClr val="3A3737"/>
                </a:solidFill>
                <a:latin typeface="Verdana"/>
                <a:cs typeface="Verdana"/>
              </a:rPr>
              <a:t> </a:t>
            </a:r>
            <a:r>
              <a:rPr sz="1400" spc="20" dirty="0">
                <a:solidFill>
                  <a:srgbClr val="3A3737"/>
                </a:solidFill>
                <a:latin typeface="Verdana"/>
                <a:cs typeface="Verdana"/>
              </a:rPr>
              <a:t>desde</a:t>
            </a:r>
            <a:r>
              <a:rPr sz="1400" spc="25" dirty="0">
                <a:solidFill>
                  <a:srgbClr val="3A3737"/>
                </a:solidFill>
                <a:latin typeface="Verdana"/>
                <a:cs typeface="Verdana"/>
              </a:rPr>
              <a:t> </a:t>
            </a:r>
            <a:r>
              <a:rPr sz="1400" spc="-10" dirty="0">
                <a:solidFill>
                  <a:srgbClr val="3A3737"/>
                </a:solidFill>
                <a:latin typeface="Verdana"/>
                <a:cs typeface="Verdana"/>
              </a:rPr>
              <a:t>lo </a:t>
            </a:r>
            <a:r>
              <a:rPr sz="1400" spc="-5" dirty="0">
                <a:solidFill>
                  <a:srgbClr val="3A3737"/>
                </a:solidFill>
                <a:latin typeface="Verdana"/>
                <a:cs typeface="Verdana"/>
              </a:rPr>
              <a:t> </a:t>
            </a:r>
            <a:r>
              <a:rPr sz="1400" spc="150" dirty="0">
                <a:solidFill>
                  <a:srgbClr val="3A3737"/>
                </a:solidFill>
                <a:latin typeface="Verdana"/>
                <a:cs typeface="Verdana"/>
              </a:rPr>
              <a:t>c</a:t>
            </a:r>
            <a:r>
              <a:rPr sz="1400" spc="45" dirty="0">
                <a:solidFill>
                  <a:srgbClr val="3A3737"/>
                </a:solidFill>
                <a:latin typeface="Verdana"/>
                <a:cs typeface="Verdana"/>
              </a:rPr>
              <a:t>o</a:t>
            </a:r>
            <a:r>
              <a:rPr sz="1400" spc="-35" dirty="0">
                <a:solidFill>
                  <a:srgbClr val="3A3737"/>
                </a:solidFill>
                <a:latin typeface="Verdana"/>
                <a:cs typeface="Verdana"/>
              </a:rPr>
              <a:t>m</a:t>
            </a:r>
            <a:r>
              <a:rPr sz="1400" spc="-20" dirty="0">
                <a:solidFill>
                  <a:srgbClr val="3A3737"/>
                </a:solidFill>
                <a:latin typeface="Verdana"/>
                <a:cs typeface="Verdana"/>
              </a:rPr>
              <a:t>p</a:t>
            </a:r>
            <a:r>
              <a:rPr sz="1400" spc="-5" dirty="0">
                <a:solidFill>
                  <a:srgbClr val="3A3737"/>
                </a:solidFill>
                <a:latin typeface="Verdana"/>
                <a:cs typeface="Verdana"/>
              </a:rPr>
              <a:t>le</a:t>
            </a:r>
            <a:r>
              <a:rPr sz="1400" spc="-30" dirty="0">
                <a:solidFill>
                  <a:srgbClr val="3A3737"/>
                </a:solidFill>
                <a:latin typeface="Verdana"/>
                <a:cs typeface="Verdana"/>
              </a:rPr>
              <a:t>t</a:t>
            </a:r>
            <a:r>
              <a:rPr sz="1400" spc="90" dirty="0">
                <a:solidFill>
                  <a:srgbClr val="3A3737"/>
                </a:solidFill>
                <a:latin typeface="Verdana"/>
                <a:cs typeface="Verdana"/>
              </a:rPr>
              <a:t>a</a:t>
            </a:r>
            <a:r>
              <a:rPr sz="1400" spc="-35" dirty="0">
                <a:solidFill>
                  <a:srgbClr val="3A3737"/>
                </a:solidFill>
                <a:latin typeface="Verdana"/>
                <a:cs typeface="Verdana"/>
              </a:rPr>
              <a:t>m</a:t>
            </a:r>
            <a:r>
              <a:rPr sz="1400" spc="-15" dirty="0">
                <a:solidFill>
                  <a:srgbClr val="3A3737"/>
                </a:solidFill>
                <a:latin typeface="Verdana"/>
                <a:cs typeface="Verdana"/>
              </a:rPr>
              <a:t>en</a:t>
            </a:r>
            <a:r>
              <a:rPr sz="1400" spc="-35" dirty="0">
                <a:solidFill>
                  <a:srgbClr val="3A3737"/>
                </a:solidFill>
                <a:latin typeface="Verdana"/>
                <a:cs typeface="Verdana"/>
              </a:rPr>
              <a:t>t</a:t>
            </a:r>
            <a:r>
              <a:rPr sz="1400" spc="65" dirty="0">
                <a:solidFill>
                  <a:srgbClr val="3A3737"/>
                </a:solidFill>
                <a:latin typeface="Verdana"/>
                <a:cs typeface="Verdana"/>
              </a:rPr>
              <a:t>e</a:t>
            </a:r>
            <a:r>
              <a:rPr sz="1400" spc="-70" dirty="0">
                <a:solidFill>
                  <a:srgbClr val="3A3737"/>
                </a:solidFill>
                <a:latin typeface="Verdana"/>
                <a:cs typeface="Verdana"/>
              </a:rPr>
              <a:t> </a:t>
            </a:r>
            <a:r>
              <a:rPr sz="1400" dirty="0">
                <a:solidFill>
                  <a:srgbClr val="3A3737"/>
                </a:solidFill>
                <a:latin typeface="Verdana"/>
                <a:cs typeface="Verdana"/>
              </a:rPr>
              <a:t>re</a:t>
            </a:r>
            <a:r>
              <a:rPr sz="1400" spc="-5" dirty="0">
                <a:solidFill>
                  <a:srgbClr val="3A3737"/>
                </a:solidFill>
                <a:latin typeface="Verdana"/>
                <a:cs typeface="Verdana"/>
              </a:rPr>
              <a:t>a</a:t>
            </a:r>
            <a:r>
              <a:rPr sz="1400" spc="-90" dirty="0">
                <a:solidFill>
                  <a:srgbClr val="3A3737"/>
                </a:solidFill>
                <a:latin typeface="Verdana"/>
                <a:cs typeface="Verdana"/>
              </a:rPr>
              <a:t>l</a:t>
            </a:r>
            <a:r>
              <a:rPr sz="1400" spc="-75" dirty="0">
                <a:solidFill>
                  <a:srgbClr val="3A3737"/>
                </a:solidFill>
                <a:latin typeface="Verdana"/>
                <a:cs typeface="Verdana"/>
              </a:rPr>
              <a:t> </a:t>
            </a:r>
            <a:r>
              <a:rPr sz="1400" spc="35" dirty="0">
                <a:solidFill>
                  <a:srgbClr val="3A3737"/>
                </a:solidFill>
                <a:latin typeface="Verdana"/>
                <a:cs typeface="Verdana"/>
              </a:rPr>
              <a:t>h</a:t>
            </a:r>
            <a:r>
              <a:rPr sz="1400" spc="25" dirty="0">
                <a:solidFill>
                  <a:srgbClr val="3A3737"/>
                </a:solidFill>
                <a:latin typeface="Verdana"/>
                <a:cs typeface="Verdana"/>
              </a:rPr>
              <a:t>a</a:t>
            </a:r>
            <a:r>
              <a:rPr sz="1400" spc="-135" dirty="0">
                <a:solidFill>
                  <a:srgbClr val="3A3737"/>
                </a:solidFill>
                <a:latin typeface="Verdana"/>
                <a:cs typeface="Verdana"/>
              </a:rPr>
              <a:t>s</a:t>
            </a:r>
            <a:r>
              <a:rPr sz="1400" spc="-125" dirty="0">
                <a:solidFill>
                  <a:srgbClr val="3A3737"/>
                </a:solidFill>
                <a:latin typeface="Verdana"/>
                <a:cs typeface="Verdana"/>
              </a:rPr>
              <a:t>t</a:t>
            </a:r>
            <a:r>
              <a:rPr sz="1400" spc="95" dirty="0">
                <a:solidFill>
                  <a:srgbClr val="3A3737"/>
                </a:solidFill>
                <a:latin typeface="Verdana"/>
                <a:cs typeface="Verdana"/>
              </a:rPr>
              <a:t>a</a:t>
            </a:r>
            <a:r>
              <a:rPr sz="1400" spc="-45" dirty="0">
                <a:solidFill>
                  <a:srgbClr val="3A3737"/>
                </a:solidFill>
                <a:latin typeface="Verdana"/>
                <a:cs typeface="Verdana"/>
              </a:rPr>
              <a:t> </a:t>
            </a:r>
            <a:r>
              <a:rPr sz="1400" spc="10" dirty="0">
                <a:solidFill>
                  <a:srgbClr val="3A3737"/>
                </a:solidFill>
                <a:latin typeface="Verdana"/>
                <a:cs typeface="Verdana"/>
              </a:rPr>
              <a:t>l</a:t>
            </a:r>
            <a:r>
              <a:rPr sz="1400" spc="-25" dirty="0">
                <a:solidFill>
                  <a:srgbClr val="3A3737"/>
                </a:solidFill>
                <a:latin typeface="Verdana"/>
                <a:cs typeface="Verdana"/>
              </a:rPr>
              <a:t>o</a:t>
            </a:r>
            <a:r>
              <a:rPr sz="1400" spc="-120" dirty="0">
                <a:solidFill>
                  <a:srgbClr val="3A3737"/>
                </a:solidFill>
                <a:latin typeface="Verdana"/>
                <a:cs typeface="Verdana"/>
              </a:rPr>
              <a:t> </a:t>
            </a:r>
            <a:r>
              <a:rPr sz="1400" spc="150" dirty="0">
                <a:solidFill>
                  <a:srgbClr val="3A3737"/>
                </a:solidFill>
                <a:latin typeface="Verdana"/>
                <a:cs typeface="Verdana"/>
              </a:rPr>
              <a:t>c</a:t>
            </a:r>
            <a:r>
              <a:rPr sz="1400" spc="45" dirty="0">
                <a:solidFill>
                  <a:srgbClr val="3A3737"/>
                </a:solidFill>
                <a:latin typeface="Verdana"/>
                <a:cs typeface="Verdana"/>
              </a:rPr>
              <a:t>o</a:t>
            </a:r>
            <a:r>
              <a:rPr sz="1400" spc="-35" dirty="0">
                <a:solidFill>
                  <a:srgbClr val="3A3737"/>
                </a:solidFill>
                <a:latin typeface="Verdana"/>
                <a:cs typeface="Verdana"/>
              </a:rPr>
              <a:t>m</a:t>
            </a:r>
            <a:r>
              <a:rPr sz="1400" spc="-20" dirty="0">
                <a:solidFill>
                  <a:srgbClr val="3A3737"/>
                </a:solidFill>
                <a:latin typeface="Verdana"/>
                <a:cs typeface="Verdana"/>
              </a:rPr>
              <a:t>p</a:t>
            </a:r>
            <a:r>
              <a:rPr sz="1400" spc="10" dirty="0">
                <a:solidFill>
                  <a:srgbClr val="3A3737"/>
                </a:solidFill>
                <a:latin typeface="Verdana"/>
                <a:cs typeface="Verdana"/>
              </a:rPr>
              <a:t>l</a:t>
            </a:r>
            <a:r>
              <a:rPr sz="1400" spc="50" dirty="0">
                <a:solidFill>
                  <a:srgbClr val="3A3737"/>
                </a:solidFill>
                <a:latin typeface="Verdana"/>
                <a:cs typeface="Verdana"/>
              </a:rPr>
              <a:t>e</a:t>
            </a:r>
            <a:r>
              <a:rPr sz="1400" spc="-95" dirty="0">
                <a:solidFill>
                  <a:srgbClr val="3A3737"/>
                </a:solidFill>
                <a:latin typeface="Verdana"/>
                <a:cs typeface="Verdana"/>
              </a:rPr>
              <a:t>t</a:t>
            </a:r>
            <a:r>
              <a:rPr sz="1400" spc="90" dirty="0">
                <a:solidFill>
                  <a:srgbClr val="3A3737"/>
                </a:solidFill>
                <a:latin typeface="Verdana"/>
                <a:cs typeface="Verdana"/>
              </a:rPr>
              <a:t>a</a:t>
            </a:r>
            <a:r>
              <a:rPr sz="1400" spc="-35" dirty="0">
                <a:solidFill>
                  <a:srgbClr val="3A3737"/>
                </a:solidFill>
                <a:latin typeface="Verdana"/>
                <a:cs typeface="Verdana"/>
              </a:rPr>
              <a:t>m</a:t>
            </a:r>
            <a:r>
              <a:rPr sz="1400" spc="-15" dirty="0">
                <a:solidFill>
                  <a:srgbClr val="3A3737"/>
                </a:solidFill>
                <a:latin typeface="Verdana"/>
                <a:cs typeface="Verdana"/>
              </a:rPr>
              <a:t>en</a:t>
            </a:r>
            <a:r>
              <a:rPr sz="1400" spc="-35" dirty="0">
                <a:solidFill>
                  <a:srgbClr val="3A3737"/>
                </a:solidFill>
                <a:latin typeface="Verdana"/>
                <a:cs typeface="Verdana"/>
              </a:rPr>
              <a:t>t</a:t>
            </a:r>
            <a:r>
              <a:rPr sz="1400" spc="65" dirty="0">
                <a:solidFill>
                  <a:srgbClr val="3A3737"/>
                </a:solidFill>
                <a:latin typeface="Verdana"/>
                <a:cs typeface="Verdana"/>
              </a:rPr>
              <a:t>e</a:t>
            </a:r>
            <a:r>
              <a:rPr sz="1400" spc="-70" dirty="0">
                <a:solidFill>
                  <a:srgbClr val="3A3737"/>
                </a:solidFill>
                <a:latin typeface="Verdana"/>
                <a:cs typeface="Verdana"/>
              </a:rPr>
              <a:t> </a:t>
            </a:r>
            <a:r>
              <a:rPr sz="1400" spc="-55" dirty="0">
                <a:solidFill>
                  <a:srgbClr val="3A3737"/>
                </a:solidFill>
                <a:latin typeface="Verdana"/>
                <a:cs typeface="Verdana"/>
              </a:rPr>
              <a:t>v</a:t>
            </a:r>
            <a:r>
              <a:rPr sz="1400" spc="-105" dirty="0">
                <a:solidFill>
                  <a:srgbClr val="3A3737"/>
                </a:solidFill>
                <a:latin typeface="Verdana"/>
                <a:cs typeface="Verdana"/>
              </a:rPr>
              <a:t>ir</a:t>
            </a:r>
            <a:r>
              <a:rPr sz="1400" spc="-140" dirty="0">
                <a:solidFill>
                  <a:srgbClr val="3A3737"/>
                </a:solidFill>
                <a:latin typeface="Verdana"/>
                <a:cs typeface="Verdana"/>
              </a:rPr>
              <a:t>t</a:t>
            </a:r>
            <a:r>
              <a:rPr sz="1400" spc="-10" dirty="0">
                <a:solidFill>
                  <a:srgbClr val="3A3737"/>
                </a:solidFill>
                <a:latin typeface="Verdana"/>
                <a:cs typeface="Verdana"/>
              </a:rPr>
              <a:t>ua</a:t>
            </a:r>
            <a:r>
              <a:rPr sz="1400" spc="20" dirty="0">
                <a:solidFill>
                  <a:srgbClr val="3A3737"/>
                </a:solidFill>
                <a:latin typeface="Verdana"/>
                <a:cs typeface="Verdana"/>
              </a:rPr>
              <a:t>l</a:t>
            </a:r>
            <a:r>
              <a:rPr sz="1400" spc="-105" dirty="0">
                <a:solidFill>
                  <a:srgbClr val="3A3737"/>
                </a:solidFill>
                <a:latin typeface="Verdana"/>
                <a:cs typeface="Verdana"/>
              </a:rPr>
              <a:t>.</a:t>
            </a:r>
            <a:endParaRPr sz="1400" dirty="0">
              <a:latin typeface="Verdana"/>
              <a:cs typeface="Verdana"/>
            </a:endParaRPr>
          </a:p>
          <a:p>
            <a:pPr marL="184785" marR="7620" indent="-172720" algn="just">
              <a:lnSpc>
                <a:spcPct val="107100"/>
              </a:lnSpc>
              <a:spcBef>
                <a:spcPts val="800"/>
              </a:spcBef>
              <a:buFont typeface="Arial MT"/>
              <a:buChar char="•"/>
              <a:tabLst>
                <a:tab pos="185420" algn="l"/>
              </a:tabLst>
            </a:pPr>
            <a:r>
              <a:rPr sz="1400" spc="-10" dirty="0">
                <a:solidFill>
                  <a:srgbClr val="3A3737"/>
                </a:solidFill>
                <a:latin typeface="Verdana"/>
                <a:cs typeface="Verdana"/>
              </a:rPr>
              <a:t>La </a:t>
            </a:r>
            <a:r>
              <a:rPr sz="1400" spc="10" dirty="0">
                <a:solidFill>
                  <a:srgbClr val="3A3737"/>
                </a:solidFill>
                <a:latin typeface="Verdana"/>
                <a:cs typeface="Verdana"/>
              </a:rPr>
              <a:t>Realidad </a:t>
            </a:r>
            <a:r>
              <a:rPr sz="1400" spc="-15" dirty="0">
                <a:solidFill>
                  <a:srgbClr val="3A3737"/>
                </a:solidFill>
                <a:latin typeface="Verdana"/>
                <a:cs typeface="Verdana"/>
              </a:rPr>
              <a:t>Extendida </a:t>
            </a:r>
            <a:r>
              <a:rPr sz="1400" spc="30" dirty="0">
                <a:solidFill>
                  <a:srgbClr val="3A3737"/>
                </a:solidFill>
                <a:latin typeface="Verdana"/>
                <a:cs typeface="Verdana"/>
              </a:rPr>
              <a:t>engloba </a:t>
            </a:r>
            <a:r>
              <a:rPr sz="1400" spc="15" dirty="0">
                <a:solidFill>
                  <a:srgbClr val="3A3737"/>
                </a:solidFill>
                <a:latin typeface="Verdana"/>
                <a:cs typeface="Verdana"/>
              </a:rPr>
              <a:t>la </a:t>
            </a:r>
            <a:r>
              <a:rPr sz="1400" spc="20" dirty="0">
                <a:solidFill>
                  <a:srgbClr val="3A3737"/>
                </a:solidFill>
                <a:latin typeface="Verdana"/>
                <a:cs typeface="Verdana"/>
              </a:rPr>
              <a:t>tecnología </a:t>
            </a:r>
            <a:r>
              <a:rPr sz="1400" spc="70" dirty="0">
                <a:solidFill>
                  <a:srgbClr val="3A3737"/>
                </a:solidFill>
                <a:latin typeface="Verdana"/>
                <a:cs typeface="Verdana"/>
              </a:rPr>
              <a:t>de </a:t>
            </a:r>
            <a:r>
              <a:rPr sz="1400" spc="15" dirty="0">
                <a:solidFill>
                  <a:srgbClr val="3A3737"/>
                </a:solidFill>
                <a:latin typeface="Verdana"/>
                <a:cs typeface="Verdana"/>
              </a:rPr>
              <a:t>la </a:t>
            </a:r>
            <a:r>
              <a:rPr sz="1400" spc="10" dirty="0">
                <a:solidFill>
                  <a:srgbClr val="3A3737"/>
                </a:solidFill>
                <a:latin typeface="Verdana"/>
                <a:cs typeface="Verdana"/>
              </a:rPr>
              <a:t>Realidad Aumentada, </a:t>
            </a:r>
            <a:r>
              <a:rPr sz="1400" spc="-409" dirty="0">
                <a:solidFill>
                  <a:srgbClr val="3A3737"/>
                </a:solidFill>
                <a:latin typeface="Verdana"/>
                <a:cs typeface="Verdana"/>
              </a:rPr>
              <a:t> </a:t>
            </a:r>
            <a:r>
              <a:rPr sz="1400" spc="10" dirty="0">
                <a:solidFill>
                  <a:srgbClr val="3A3737"/>
                </a:solidFill>
                <a:latin typeface="Verdana"/>
                <a:cs typeface="Verdana"/>
              </a:rPr>
              <a:t>Realidad</a:t>
            </a:r>
            <a:r>
              <a:rPr sz="1400" spc="15" dirty="0">
                <a:solidFill>
                  <a:srgbClr val="3A3737"/>
                </a:solidFill>
                <a:latin typeface="Verdana"/>
                <a:cs typeface="Verdana"/>
              </a:rPr>
              <a:t> </a:t>
            </a:r>
            <a:r>
              <a:rPr sz="1400" spc="-25" dirty="0">
                <a:solidFill>
                  <a:srgbClr val="3A3737"/>
                </a:solidFill>
                <a:latin typeface="Verdana"/>
                <a:cs typeface="Verdana"/>
              </a:rPr>
              <a:t>Mixta</a:t>
            </a:r>
            <a:r>
              <a:rPr sz="1400" spc="-20" dirty="0">
                <a:solidFill>
                  <a:srgbClr val="3A3737"/>
                </a:solidFill>
                <a:latin typeface="Verdana"/>
                <a:cs typeface="Verdana"/>
              </a:rPr>
              <a:t> </a:t>
            </a:r>
            <a:r>
              <a:rPr sz="1400" spc="-70" dirty="0">
                <a:solidFill>
                  <a:srgbClr val="3A3737"/>
                </a:solidFill>
                <a:latin typeface="Verdana"/>
                <a:cs typeface="Verdana"/>
              </a:rPr>
              <a:t>y</a:t>
            </a:r>
            <a:r>
              <a:rPr sz="1400" spc="-65" dirty="0">
                <a:solidFill>
                  <a:srgbClr val="3A3737"/>
                </a:solidFill>
                <a:latin typeface="Verdana"/>
                <a:cs typeface="Verdana"/>
              </a:rPr>
              <a:t> </a:t>
            </a:r>
            <a:r>
              <a:rPr sz="1400" spc="10" dirty="0">
                <a:solidFill>
                  <a:srgbClr val="3A3737"/>
                </a:solidFill>
                <a:latin typeface="Verdana"/>
                <a:cs typeface="Verdana"/>
              </a:rPr>
              <a:t>Realidad</a:t>
            </a:r>
            <a:r>
              <a:rPr sz="1400" spc="15" dirty="0">
                <a:solidFill>
                  <a:srgbClr val="3A3737"/>
                </a:solidFill>
                <a:latin typeface="Verdana"/>
                <a:cs typeface="Verdana"/>
              </a:rPr>
              <a:t> </a:t>
            </a:r>
            <a:r>
              <a:rPr sz="1400" spc="-50" dirty="0">
                <a:solidFill>
                  <a:srgbClr val="3A3737"/>
                </a:solidFill>
                <a:latin typeface="Verdana"/>
                <a:cs typeface="Verdana"/>
              </a:rPr>
              <a:t>Virtual</a:t>
            </a:r>
            <a:r>
              <a:rPr sz="1400" spc="-45" dirty="0">
                <a:solidFill>
                  <a:srgbClr val="3A3737"/>
                </a:solidFill>
                <a:latin typeface="Verdana"/>
                <a:cs typeface="Verdana"/>
              </a:rPr>
              <a:t> </a:t>
            </a:r>
            <a:r>
              <a:rPr sz="1400" spc="-15" dirty="0">
                <a:solidFill>
                  <a:srgbClr val="3A3737"/>
                </a:solidFill>
                <a:latin typeface="Verdana"/>
                <a:cs typeface="Verdana"/>
              </a:rPr>
              <a:t>(también</a:t>
            </a:r>
            <a:r>
              <a:rPr sz="1400" spc="-10" dirty="0">
                <a:solidFill>
                  <a:srgbClr val="3A3737"/>
                </a:solidFill>
                <a:latin typeface="Verdana"/>
                <a:cs typeface="Verdana"/>
              </a:rPr>
              <a:t> </a:t>
            </a:r>
            <a:r>
              <a:rPr sz="1400" spc="5" dirty="0">
                <a:solidFill>
                  <a:srgbClr val="3A3737"/>
                </a:solidFill>
                <a:latin typeface="Verdana"/>
                <a:cs typeface="Verdana"/>
              </a:rPr>
              <a:t>denominadas</a:t>
            </a:r>
            <a:r>
              <a:rPr sz="1400" spc="10" dirty="0">
                <a:solidFill>
                  <a:srgbClr val="3A3737"/>
                </a:solidFill>
                <a:latin typeface="Verdana"/>
                <a:cs typeface="Verdana"/>
              </a:rPr>
              <a:t> </a:t>
            </a:r>
            <a:r>
              <a:rPr sz="1400" dirty="0">
                <a:solidFill>
                  <a:srgbClr val="3A3737"/>
                </a:solidFill>
                <a:latin typeface="Verdana"/>
                <a:cs typeface="Verdana"/>
              </a:rPr>
              <a:t>tecnologías </a:t>
            </a:r>
            <a:r>
              <a:rPr sz="1400" spc="5" dirty="0">
                <a:solidFill>
                  <a:srgbClr val="3A3737"/>
                </a:solidFill>
                <a:latin typeface="Verdana"/>
                <a:cs typeface="Verdana"/>
              </a:rPr>
              <a:t> </a:t>
            </a:r>
            <a:r>
              <a:rPr sz="1400" spc="-70" dirty="0">
                <a:solidFill>
                  <a:srgbClr val="3A3737"/>
                </a:solidFill>
                <a:latin typeface="Verdana"/>
                <a:cs typeface="Verdana"/>
              </a:rPr>
              <a:t>inmersivas,</a:t>
            </a:r>
            <a:r>
              <a:rPr sz="1400" spc="-95" dirty="0">
                <a:solidFill>
                  <a:srgbClr val="3A3737"/>
                </a:solidFill>
                <a:latin typeface="Verdana"/>
                <a:cs typeface="Verdana"/>
              </a:rPr>
              <a:t> </a:t>
            </a:r>
            <a:r>
              <a:rPr sz="1400" spc="-15" dirty="0">
                <a:solidFill>
                  <a:srgbClr val="3A3737"/>
                </a:solidFill>
                <a:latin typeface="Verdana"/>
                <a:cs typeface="Verdana"/>
              </a:rPr>
              <a:t>por</a:t>
            </a:r>
            <a:r>
              <a:rPr sz="1400" spc="-70" dirty="0">
                <a:solidFill>
                  <a:srgbClr val="3A3737"/>
                </a:solidFill>
                <a:latin typeface="Verdana"/>
                <a:cs typeface="Verdana"/>
              </a:rPr>
              <a:t> </a:t>
            </a:r>
            <a:r>
              <a:rPr sz="1400" spc="-95" dirty="0">
                <a:solidFill>
                  <a:srgbClr val="3A3737"/>
                </a:solidFill>
                <a:latin typeface="Verdana"/>
                <a:cs typeface="Verdana"/>
              </a:rPr>
              <a:t>su </a:t>
            </a:r>
            <a:r>
              <a:rPr sz="1400" spc="75" dirty="0">
                <a:solidFill>
                  <a:srgbClr val="3A3737"/>
                </a:solidFill>
                <a:latin typeface="Verdana"/>
                <a:cs typeface="Verdana"/>
              </a:rPr>
              <a:t>capacidad</a:t>
            </a:r>
            <a:r>
              <a:rPr sz="1400" spc="-75" dirty="0">
                <a:solidFill>
                  <a:srgbClr val="3A3737"/>
                </a:solidFill>
                <a:latin typeface="Verdana"/>
                <a:cs typeface="Verdana"/>
              </a:rPr>
              <a:t> </a:t>
            </a:r>
            <a:r>
              <a:rPr sz="1400" spc="70" dirty="0">
                <a:solidFill>
                  <a:srgbClr val="3A3737"/>
                </a:solidFill>
                <a:latin typeface="Verdana"/>
                <a:cs typeface="Verdana"/>
              </a:rPr>
              <a:t>de</a:t>
            </a:r>
            <a:r>
              <a:rPr sz="1400" spc="-90" dirty="0">
                <a:solidFill>
                  <a:srgbClr val="3A3737"/>
                </a:solidFill>
                <a:latin typeface="Verdana"/>
                <a:cs typeface="Verdana"/>
              </a:rPr>
              <a:t> </a:t>
            </a:r>
            <a:r>
              <a:rPr sz="1400" spc="-40" dirty="0">
                <a:solidFill>
                  <a:srgbClr val="3A3737"/>
                </a:solidFill>
                <a:latin typeface="Verdana"/>
                <a:cs typeface="Verdana"/>
              </a:rPr>
              <a:t>introducir</a:t>
            </a:r>
            <a:r>
              <a:rPr sz="1400" spc="-55" dirty="0">
                <a:solidFill>
                  <a:srgbClr val="3A3737"/>
                </a:solidFill>
                <a:latin typeface="Verdana"/>
                <a:cs typeface="Verdana"/>
              </a:rPr>
              <a:t> </a:t>
            </a:r>
            <a:r>
              <a:rPr sz="1400" dirty="0">
                <a:solidFill>
                  <a:srgbClr val="3A3737"/>
                </a:solidFill>
                <a:latin typeface="Verdana"/>
                <a:cs typeface="Verdana"/>
              </a:rPr>
              <a:t>al</a:t>
            </a:r>
            <a:r>
              <a:rPr sz="1400" spc="-75" dirty="0">
                <a:solidFill>
                  <a:srgbClr val="3A3737"/>
                </a:solidFill>
                <a:latin typeface="Verdana"/>
                <a:cs typeface="Verdana"/>
              </a:rPr>
              <a:t> </a:t>
            </a:r>
            <a:r>
              <a:rPr sz="1400" spc="-45" dirty="0">
                <a:solidFill>
                  <a:srgbClr val="3A3737"/>
                </a:solidFill>
                <a:latin typeface="Verdana"/>
                <a:cs typeface="Verdana"/>
              </a:rPr>
              <a:t>usuario</a:t>
            </a:r>
            <a:r>
              <a:rPr sz="1400" spc="-90" dirty="0">
                <a:solidFill>
                  <a:srgbClr val="3A3737"/>
                </a:solidFill>
                <a:latin typeface="Verdana"/>
                <a:cs typeface="Verdana"/>
              </a:rPr>
              <a:t> </a:t>
            </a:r>
            <a:r>
              <a:rPr sz="1400" spc="15" dirty="0">
                <a:solidFill>
                  <a:srgbClr val="3A3737"/>
                </a:solidFill>
                <a:latin typeface="Verdana"/>
                <a:cs typeface="Verdana"/>
              </a:rPr>
              <a:t>en</a:t>
            </a:r>
            <a:r>
              <a:rPr sz="1400" spc="-90" dirty="0">
                <a:solidFill>
                  <a:srgbClr val="3A3737"/>
                </a:solidFill>
                <a:latin typeface="Verdana"/>
                <a:cs typeface="Verdana"/>
              </a:rPr>
              <a:t> </a:t>
            </a:r>
            <a:r>
              <a:rPr sz="1400" spc="-10" dirty="0">
                <a:solidFill>
                  <a:srgbClr val="3A3737"/>
                </a:solidFill>
                <a:latin typeface="Verdana"/>
                <a:cs typeface="Verdana"/>
              </a:rPr>
              <a:t>lo</a:t>
            </a:r>
            <a:r>
              <a:rPr sz="1400" spc="-114" dirty="0">
                <a:solidFill>
                  <a:srgbClr val="3A3737"/>
                </a:solidFill>
                <a:latin typeface="Verdana"/>
                <a:cs typeface="Verdana"/>
              </a:rPr>
              <a:t> </a:t>
            </a:r>
            <a:r>
              <a:rPr sz="1400" spc="-70" dirty="0">
                <a:solidFill>
                  <a:srgbClr val="3A3737"/>
                </a:solidFill>
                <a:latin typeface="Verdana"/>
                <a:cs typeface="Verdana"/>
              </a:rPr>
              <a:t>virtual).</a:t>
            </a:r>
            <a:endParaRPr sz="1400" dirty="0">
              <a:latin typeface="Verdana"/>
              <a:cs typeface="Verdana"/>
            </a:endParaRPr>
          </a:p>
        </p:txBody>
      </p:sp>
      <p:sp>
        <p:nvSpPr>
          <p:cNvPr id="3" name="object 3"/>
          <p:cNvSpPr txBox="1">
            <a:spLocks noGrp="1"/>
          </p:cNvSpPr>
          <p:nvPr>
            <p:ph type="title"/>
          </p:nvPr>
        </p:nvSpPr>
        <p:spPr>
          <a:xfrm>
            <a:off x="2133600" y="271308"/>
            <a:ext cx="4820285" cy="330835"/>
          </a:xfrm>
          <a:prstGeom prst="rect">
            <a:avLst/>
          </a:prstGeom>
        </p:spPr>
        <p:txBody>
          <a:bodyPr vert="horz" wrap="square" lIns="0" tIns="12700" rIns="0" bIns="0" rtlCol="0">
            <a:spAutoFit/>
          </a:bodyPr>
          <a:lstStyle/>
          <a:p>
            <a:pPr marL="12700">
              <a:spcBef>
                <a:spcPts val="100"/>
              </a:spcBef>
            </a:pPr>
            <a:r>
              <a:rPr spc="-65" dirty="0" err="1"/>
              <a:t>Introducción</a:t>
            </a:r>
            <a:r>
              <a:rPr spc="-55" dirty="0"/>
              <a:t> </a:t>
            </a:r>
            <a:r>
              <a:rPr spc="125" dirty="0"/>
              <a:t>a</a:t>
            </a:r>
            <a:r>
              <a:rPr spc="-25" dirty="0"/>
              <a:t> </a:t>
            </a:r>
            <a:r>
              <a:rPr dirty="0"/>
              <a:t>la</a:t>
            </a:r>
            <a:r>
              <a:rPr spc="-20" dirty="0"/>
              <a:t> </a:t>
            </a:r>
            <a:r>
              <a:rPr spc="-15" dirty="0"/>
              <a:t>Realidad</a:t>
            </a:r>
            <a:r>
              <a:rPr spc="-25" dirty="0"/>
              <a:t> </a:t>
            </a:r>
            <a:r>
              <a:rPr spc="-45" dirty="0"/>
              <a:t>Extendida</a:t>
            </a:r>
          </a:p>
        </p:txBody>
      </p:sp>
      <p:pic>
        <p:nvPicPr>
          <p:cNvPr id="4" name="object 4"/>
          <p:cNvPicPr/>
          <p:nvPr/>
        </p:nvPicPr>
        <p:blipFill>
          <a:blip r:embed="rId2" cstate="print"/>
          <a:stretch>
            <a:fillRect/>
          </a:stretch>
        </p:blipFill>
        <p:spPr>
          <a:xfrm>
            <a:off x="533400" y="3327911"/>
            <a:ext cx="8229600" cy="2844289"/>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762000" y="1130554"/>
            <a:ext cx="7772400" cy="1414426"/>
          </a:xfrm>
          <a:prstGeom prst="rect">
            <a:avLst/>
          </a:prstGeom>
        </p:spPr>
        <p:txBody>
          <a:bodyPr vert="horz" wrap="square" lIns="0" tIns="13335" rIns="0" bIns="0" rtlCol="0">
            <a:spAutoFit/>
          </a:bodyPr>
          <a:lstStyle/>
          <a:p>
            <a:pPr marL="355600" marR="5080" indent="-342900" algn="just">
              <a:lnSpc>
                <a:spcPct val="107100"/>
              </a:lnSpc>
              <a:spcBef>
                <a:spcPts val="105"/>
              </a:spcBef>
              <a:buFont typeface="Symbol"/>
              <a:buChar char=""/>
              <a:tabLst>
                <a:tab pos="355600" algn="l"/>
              </a:tabLst>
            </a:pPr>
            <a:r>
              <a:rPr sz="1600" spc="-75" dirty="0">
                <a:solidFill>
                  <a:srgbClr val="3A3737"/>
                </a:solidFill>
                <a:latin typeface="Verdana"/>
                <a:cs typeface="Verdana"/>
              </a:rPr>
              <a:t>En </a:t>
            </a:r>
            <a:r>
              <a:rPr sz="1600" spc="-60" dirty="0">
                <a:solidFill>
                  <a:srgbClr val="3A3737"/>
                </a:solidFill>
                <a:latin typeface="Verdana"/>
                <a:cs typeface="Verdana"/>
              </a:rPr>
              <a:t>términos</a:t>
            </a:r>
            <a:r>
              <a:rPr sz="1600" spc="-65" dirty="0">
                <a:solidFill>
                  <a:srgbClr val="3A3737"/>
                </a:solidFill>
                <a:latin typeface="Verdana"/>
                <a:cs typeface="Verdana"/>
              </a:rPr>
              <a:t> </a:t>
            </a:r>
            <a:r>
              <a:rPr sz="1600" spc="-10" dirty="0">
                <a:solidFill>
                  <a:srgbClr val="3A3737"/>
                </a:solidFill>
                <a:latin typeface="Verdana"/>
                <a:cs typeface="Verdana"/>
              </a:rPr>
              <a:t>generales</a:t>
            </a:r>
            <a:r>
              <a:rPr sz="1600" spc="-80" dirty="0">
                <a:solidFill>
                  <a:srgbClr val="3A3737"/>
                </a:solidFill>
                <a:latin typeface="Verdana"/>
                <a:cs typeface="Verdana"/>
              </a:rPr>
              <a:t> </a:t>
            </a:r>
            <a:r>
              <a:rPr sz="1600" spc="-50" dirty="0">
                <a:solidFill>
                  <a:srgbClr val="3A3737"/>
                </a:solidFill>
                <a:latin typeface="Verdana"/>
                <a:cs typeface="Verdana"/>
              </a:rPr>
              <a:t>se</a:t>
            </a:r>
            <a:r>
              <a:rPr sz="1600" spc="-70" dirty="0">
                <a:solidFill>
                  <a:srgbClr val="3A3737"/>
                </a:solidFill>
                <a:latin typeface="Verdana"/>
                <a:cs typeface="Verdana"/>
              </a:rPr>
              <a:t> </a:t>
            </a:r>
            <a:r>
              <a:rPr sz="1600" spc="-25" dirty="0">
                <a:solidFill>
                  <a:srgbClr val="3A3737"/>
                </a:solidFill>
                <a:latin typeface="Verdana"/>
                <a:cs typeface="Verdana"/>
              </a:rPr>
              <a:t>trata</a:t>
            </a:r>
            <a:r>
              <a:rPr sz="1600" spc="-75" dirty="0">
                <a:solidFill>
                  <a:srgbClr val="3A3737"/>
                </a:solidFill>
                <a:latin typeface="Verdana"/>
                <a:cs typeface="Verdana"/>
              </a:rPr>
              <a:t> </a:t>
            </a:r>
            <a:r>
              <a:rPr sz="1600" spc="70" dirty="0">
                <a:solidFill>
                  <a:srgbClr val="3A3737"/>
                </a:solidFill>
                <a:latin typeface="Verdana"/>
                <a:cs typeface="Verdana"/>
              </a:rPr>
              <a:t>de</a:t>
            </a:r>
            <a:r>
              <a:rPr sz="1600" spc="-90" dirty="0">
                <a:solidFill>
                  <a:srgbClr val="3A3737"/>
                </a:solidFill>
                <a:latin typeface="Verdana"/>
                <a:cs typeface="Verdana"/>
              </a:rPr>
              <a:t> </a:t>
            </a:r>
            <a:r>
              <a:rPr sz="1600" spc="-35" dirty="0">
                <a:solidFill>
                  <a:srgbClr val="3A3737"/>
                </a:solidFill>
                <a:latin typeface="Verdana"/>
                <a:cs typeface="Verdana"/>
              </a:rPr>
              <a:t>introducir</a:t>
            </a:r>
            <a:r>
              <a:rPr sz="1600" spc="-80" dirty="0">
                <a:solidFill>
                  <a:srgbClr val="3A3737"/>
                </a:solidFill>
                <a:latin typeface="Verdana"/>
                <a:cs typeface="Verdana"/>
              </a:rPr>
              <a:t> </a:t>
            </a:r>
            <a:r>
              <a:rPr sz="1600" dirty="0">
                <a:solidFill>
                  <a:srgbClr val="3A3737"/>
                </a:solidFill>
                <a:latin typeface="Verdana"/>
                <a:cs typeface="Verdana"/>
              </a:rPr>
              <a:t>al</a:t>
            </a:r>
            <a:r>
              <a:rPr sz="1600" spc="-75" dirty="0">
                <a:solidFill>
                  <a:srgbClr val="3A3737"/>
                </a:solidFill>
                <a:latin typeface="Verdana"/>
                <a:cs typeface="Verdana"/>
              </a:rPr>
              <a:t> </a:t>
            </a:r>
            <a:r>
              <a:rPr sz="1600" spc="-45" dirty="0">
                <a:solidFill>
                  <a:srgbClr val="3A3737"/>
                </a:solidFill>
                <a:latin typeface="Verdana"/>
                <a:cs typeface="Verdana"/>
              </a:rPr>
              <a:t>usuario</a:t>
            </a:r>
            <a:r>
              <a:rPr sz="1600" spc="-90" dirty="0">
                <a:solidFill>
                  <a:srgbClr val="3A3737"/>
                </a:solidFill>
                <a:latin typeface="Verdana"/>
                <a:cs typeface="Verdana"/>
              </a:rPr>
              <a:t> </a:t>
            </a:r>
            <a:r>
              <a:rPr sz="1600" spc="15" dirty="0">
                <a:solidFill>
                  <a:srgbClr val="3A3737"/>
                </a:solidFill>
                <a:latin typeface="Verdana"/>
                <a:cs typeface="Verdana"/>
              </a:rPr>
              <a:t>en</a:t>
            </a:r>
            <a:r>
              <a:rPr sz="1600" spc="-70" dirty="0">
                <a:solidFill>
                  <a:srgbClr val="3A3737"/>
                </a:solidFill>
                <a:latin typeface="Verdana"/>
                <a:cs typeface="Verdana"/>
              </a:rPr>
              <a:t> </a:t>
            </a:r>
            <a:r>
              <a:rPr sz="1600" spc="-30" dirty="0">
                <a:solidFill>
                  <a:srgbClr val="3A3737"/>
                </a:solidFill>
                <a:latin typeface="Verdana"/>
                <a:cs typeface="Verdana"/>
              </a:rPr>
              <a:t>un</a:t>
            </a:r>
            <a:r>
              <a:rPr sz="1600" spc="-75" dirty="0">
                <a:solidFill>
                  <a:srgbClr val="3A3737"/>
                </a:solidFill>
                <a:latin typeface="Verdana"/>
                <a:cs typeface="Verdana"/>
              </a:rPr>
              <a:t> </a:t>
            </a:r>
            <a:r>
              <a:rPr sz="1600" spc="5" dirty="0">
                <a:solidFill>
                  <a:srgbClr val="3A3737"/>
                </a:solidFill>
                <a:latin typeface="Verdana"/>
                <a:cs typeface="Verdana"/>
              </a:rPr>
              <a:t>mundo</a:t>
            </a:r>
            <a:r>
              <a:rPr sz="1600" spc="-85" dirty="0">
                <a:solidFill>
                  <a:srgbClr val="3A3737"/>
                </a:solidFill>
                <a:latin typeface="Verdana"/>
                <a:cs typeface="Verdana"/>
              </a:rPr>
              <a:t> </a:t>
            </a:r>
            <a:r>
              <a:rPr sz="1600" spc="-60" dirty="0">
                <a:solidFill>
                  <a:srgbClr val="3A3737"/>
                </a:solidFill>
                <a:latin typeface="Verdana"/>
                <a:cs typeface="Verdana"/>
              </a:rPr>
              <a:t>virtual </a:t>
            </a:r>
            <a:r>
              <a:rPr sz="1600" spc="-409" dirty="0">
                <a:solidFill>
                  <a:srgbClr val="3A3737"/>
                </a:solidFill>
                <a:latin typeface="Verdana"/>
                <a:cs typeface="Verdana"/>
              </a:rPr>
              <a:t> </a:t>
            </a:r>
            <a:r>
              <a:rPr sz="1600" dirty="0">
                <a:solidFill>
                  <a:srgbClr val="3A3737"/>
                </a:solidFill>
                <a:latin typeface="Verdana"/>
                <a:cs typeface="Verdana"/>
              </a:rPr>
              <a:t>ajeno</a:t>
            </a:r>
            <a:r>
              <a:rPr sz="1600" spc="5" dirty="0">
                <a:solidFill>
                  <a:srgbClr val="3A3737"/>
                </a:solidFill>
                <a:latin typeface="Verdana"/>
                <a:cs typeface="Verdana"/>
              </a:rPr>
              <a:t> </a:t>
            </a:r>
            <a:r>
              <a:rPr sz="1600" spc="95" dirty="0">
                <a:solidFill>
                  <a:srgbClr val="3A3737"/>
                </a:solidFill>
                <a:latin typeface="Verdana"/>
                <a:cs typeface="Verdana"/>
              </a:rPr>
              <a:t>a </a:t>
            </a:r>
            <a:r>
              <a:rPr sz="1600" spc="15" dirty="0">
                <a:solidFill>
                  <a:srgbClr val="3A3737"/>
                </a:solidFill>
                <a:latin typeface="Verdana"/>
                <a:cs typeface="Verdana"/>
              </a:rPr>
              <a:t>la</a:t>
            </a:r>
            <a:r>
              <a:rPr sz="1600" spc="20" dirty="0">
                <a:solidFill>
                  <a:srgbClr val="3A3737"/>
                </a:solidFill>
                <a:latin typeface="Verdana"/>
                <a:cs typeface="Verdana"/>
              </a:rPr>
              <a:t> </a:t>
            </a:r>
            <a:r>
              <a:rPr sz="1600" spc="5" dirty="0">
                <a:solidFill>
                  <a:srgbClr val="3A3737"/>
                </a:solidFill>
                <a:latin typeface="Verdana"/>
                <a:cs typeface="Verdana"/>
              </a:rPr>
              <a:t>realidad</a:t>
            </a:r>
            <a:r>
              <a:rPr sz="1600" spc="10" dirty="0">
                <a:solidFill>
                  <a:srgbClr val="3A3737"/>
                </a:solidFill>
                <a:latin typeface="Verdana"/>
                <a:cs typeface="Verdana"/>
              </a:rPr>
              <a:t> </a:t>
            </a:r>
            <a:r>
              <a:rPr sz="1600" spc="30" dirty="0">
                <a:solidFill>
                  <a:srgbClr val="3A3737"/>
                </a:solidFill>
                <a:latin typeface="Verdana"/>
                <a:cs typeface="Verdana"/>
              </a:rPr>
              <a:t>que</a:t>
            </a:r>
            <a:r>
              <a:rPr sz="1600" spc="35" dirty="0">
                <a:solidFill>
                  <a:srgbClr val="3A3737"/>
                </a:solidFill>
                <a:latin typeface="Verdana"/>
                <a:cs typeface="Verdana"/>
              </a:rPr>
              <a:t> </a:t>
            </a:r>
            <a:r>
              <a:rPr sz="1600" spc="30" dirty="0">
                <a:solidFill>
                  <a:srgbClr val="3A3737"/>
                </a:solidFill>
                <a:latin typeface="Verdana"/>
                <a:cs typeface="Verdana"/>
              </a:rPr>
              <a:t>ocupa,</a:t>
            </a:r>
            <a:r>
              <a:rPr sz="1600" spc="35" dirty="0">
                <a:solidFill>
                  <a:srgbClr val="3A3737"/>
                </a:solidFill>
                <a:latin typeface="Verdana"/>
                <a:cs typeface="Verdana"/>
              </a:rPr>
              <a:t> </a:t>
            </a:r>
            <a:r>
              <a:rPr sz="1600" spc="5" dirty="0">
                <a:solidFill>
                  <a:srgbClr val="3A3737"/>
                </a:solidFill>
                <a:latin typeface="Verdana"/>
                <a:cs typeface="Verdana"/>
              </a:rPr>
              <a:t>teniendo</a:t>
            </a:r>
            <a:r>
              <a:rPr sz="1600" spc="10" dirty="0">
                <a:solidFill>
                  <a:srgbClr val="3A3737"/>
                </a:solidFill>
                <a:latin typeface="Verdana"/>
                <a:cs typeface="Verdana"/>
              </a:rPr>
              <a:t> </a:t>
            </a:r>
            <a:r>
              <a:rPr sz="1600" spc="-45" dirty="0">
                <a:solidFill>
                  <a:srgbClr val="3A3737"/>
                </a:solidFill>
                <a:latin typeface="Verdana"/>
                <a:cs typeface="Verdana"/>
              </a:rPr>
              <a:t>este,</a:t>
            </a:r>
            <a:r>
              <a:rPr sz="1600" spc="-40" dirty="0">
                <a:solidFill>
                  <a:srgbClr val="3A3737"/>
                </a:solidFill>
                <a:latin typeface="Verdana"/>
                <a:cs typeface="Verdana"/>
              </a:rPr>
              <a:t> </a:t>
            </a:r>
            <a:r>
              <a:rPr sz="1600" spc="15" dirty="0">
                <a:solidFill>
                  <a:srgbClr val="3A3737"/>
                </a:solidFill>
                <a:latin typeface="Verdana"/>
                <a:cs typeface="Verdana"/>
              </a:rPr>
              <a:t>la</a:t>
            </a:r>
            <a:r>
              <a:rPr sz="1600" spc="20" dirty="0">
                <a:solidFill>
                  <a:srgbClr val="3A3737"/>
                </a:solidFill>
                <a:latin typeface="Verdana"/>
                <a:cs typeface="Verdana"/>
              </a:rPr>
              <a:t> </a:t>
            </a:r>
            <a:r>
              <a:rPr sz="1600" spc="30" dirty="0">
                <a:solidFill>
                  <a:srgbClr val="3A3737"/>
                </a:solidFill>
                <a:latin typeface="Verdana"/>
                <a:cs typeface="Verdana"/>
              </a:rPr>
              <a:t>percepción</a:t>
            </a:r>
            <a:r>
              <a:rPr sz="1600" spc="35" dirty="0">
                <a:solidFill>
                  <a:srgbClr val="3A3737"/>
                </a:solidFill>
                <a:latin typeface="Verdana"/>
                <a:cs typeface="Verdana"/>
              </a:rPr>
              <a:t> </a:t>
            </a:r>
            <a:r>
              <a:rPr sz="1600" spc="70" dirty="0">
                <a:solidFill>
                  <a:srgbClr val="3A3737"/>
                </a:solidFill>
                <a:latin typeface="Verdana"/>
                <a:cs typeface="Verdana"/>
              </a:rPr>
              <a:t>de </a:t>
            </a:r>
            <a:r>
              <a:rPr sz="1600" spc="75" dirty="0">
                <a:solidFill>
                  <a:srgbClr val="3A3737"/>
                </a:solidFill>
                <a:latin typeface="Verdana"/>
                <a:cs typeface="Verdana"/>
              </a:rPr>
              <a:t> </a:t>
            </a:r>
            <a:r>
              <a:rPr sz="1600" spc="-5" dirty="0">
                <a:solidFill>
                  <a:srgbClr val="3A3737"/>
                </a:solidFill>
                <a:latin typeface="Verdana"/>
                <a:cs typeface="Verdana"/>
              </a:rPr>
              <a:t>efectivamente,</a:t>
            </a:r>
            <a:r>
              <a:rPr sz="1600" spc="-45" dirty="0">
                <a:solidFill>
                  <a:srgbClr val="3A3737"/>
                </a:solidFill>
                <a:latin typeface="Verdana"/>
                <a:cs typeface="Verdana"/>
              </a:rPr>
              <a:t> </a:t>
            </a:r>
            <a:r>
              <a:rPr sz="1600" spc="-50" dirty="0">
                <a:solidFill>
                  <a:srgbClr val="3A3737"/>
                </a:solidFill>
                <a:latin typeface="Verdana"/>
                <a:cs typeface="Verdana"/>
              </a:rPr>
              <a:t>estar</a:t>
            </a:r>
            <a:r>
              <a:rPr sz="1600" spc="-55" dirty="0">
                <a:solidFill>
                  <a:srgbClr val="3A3737"/>
                </a:solidFill>
                <a:latin typeface="Verdana"/>
                <a:cs typeface="Verdana"/>
              </a:rPr>
              <a:t> </a:t>
            </a:r>
            <a:r>
              <a:rPr sz="1600" spc="-15" dirty="0">
                <a:solidFill>
                  <a:srgbClr val="3A3737"/>
                </a:solidFill>
                <a:latin typeface="Verdana"/>
                <a:cs typeface="Verdana"/>
              </a:rPr>
              <a:t>físicamente</a:t>
            </a:r>
            <a:r>
              <a:rPr sz="1600" spc="-95" dirty="0">
                <a:solidFill>
                  <a:srgbClr val="3A3737"/>
                </a:solidFill>
                <a:latin typeface="Verdana"/>
                <a:cs typeface="Verdana"/>
              </a:rPr>
              <a:t> </a:t>
            </a:r>
            <a:r>
              <a:rPr sz="1600" spc="15" dirty="0">
                <a:solidFill>
                  <a:srgbClr val="3A3737"/>
                </a:solidFill>
                <a:latin typeface="Verdana"/>
                <a:cs typeface="Verdana"/>
              </a:rPr>
              <a:t>en</a:t>
            </a:r>
            <a:r>
              <a:rPr sz="1600" spc="-90" dirty="0">
                <a:solidFill>
                  <a:srgbClr val="3A3737"/>
                </a:solidFill>
                <a:latin typeface="Verdana"/>
                <a:cs typeface="Verdana"/>
              </a:rPr>
              <a:t> </a:t>
            </a:r>
            <a:r>
              <a:rPr sz="1600" spc="30" dirty="0">
                <a:solidFill>
                  <a:srgbClr val="3A3737"/>
                </a:solidFill>
                <a:latin typeface="Verdana"/>
                <a:cs typeface="Verdana"/>
              </a:rPr>
              <a:t>dicho</a:t>
            </a:r>
            <a:r>
              <a:rPr sz="1600" spc="-80" dirty="0">
                <a:solidFill>
                  <a:srgbClr val="3A3737"/>
                </a:solidFill>
                <a:latin typeface="Verdana"/>
                <a:cs typeface="Verdana"/>
              </a:rPr>
              <a:t> </a:t>
            </a:r>
            <a:r>
              <a:rPr sz="1600" spc="10" dirty="0">
                <a:solidFill>
                  <a:srgbClr val="3A3737"/>
                </a:solidFill>
                <a:latin typeface="Verdana"/>
                <a:cs typeface="Verdana"/>
              </a:rPr>
              <a:t>mundo</a:t>
            </a:r>
            <a:r>
              <a:rPr sz="1600" spc="-105" dirty="0">
                <a:solidFill>
                  <a:srgbClr val="3A3737"/>
                </a:solidFill>
                <a:latin typeface="Verdana"/>
                <a:cs typeface="Verdana"/>
              </a:rPr>
              <a:t> </a:t>
            </a:r>
            <a:r>
              <a:rPr sz="1600" dirty="0">
                <a:solidFill>
                  <a:srgbClr val="3A3737"/>
                </a:solidFill>
                <a:latin typeface="Verdana"/>
                <a:cs typeface="Verdana"/>
              </a:rPr>
              <a:t>“paralelo”.</a:t>
            </a:r>
            <a:endParaRPr sz="1600" dirty="0">
              <a:latin typeface="Verdana"/>
              <a:cs typeface="Verdana"/>
            </a:endParaRPr>
          </a:p>
          <a:p>
            <a:pPr marL="355600" marR="8255" indent="-342900" algn="just">
              <a:lnSpc>
                <a:spcPct val="107500"/>
              </a:lnSpc>
              <a:spcBef>
                <a:spcPts val="790"/>
              </a:spcBef>
              <a:buFont typeface="Symbol"/>
              <a:buChar char=""/>
              <a:tabLst>
                <a:tab pos="355600" algn="l"/>
              </a:tabLst>
            </a:pPr>
            <a:r>
              <a:rPr sz="1600" spc="-155" dirty="0">
                <a:solidFill>
                  <a:srgbClr val="3A3737"/>
                </a:solidFill>
                <a:latin typeface="Verdana"/>
                <a:cs typeface="Verdana"/>
              </a:rPr>
              <a:t>E</a:t>
            </a:r>
            <a:r>
              <a:rPr sz="1600" spc="-65" dirty="0">
                <a:solidFill>
                  <a:srgbClr val="3A3737"/>
                </a:solidFill>
                <a:latin typeface="Verdana"/>
                <a:cs typeface="Verdana"/>
              </a:rPr>
              <a:t>l</a:t>
            </a:r>
            <a:r>
              <a:rPr sz="1600" spc="-5" dirty="0">
                <a:solidFill>
                  <a:srgbClr val="3A3737"/>
                </a:solidFill>
                <a:latin typeface="Verdana"/>
                <a:cs typeface="Verdana"/>
              </a:rPr>
              <a:t> </a:t>
            </a:r>
            <a:r>
              <a:rPr sz="1600" spc="70" dirty="0">
                <a:solidFill>
                  <a:srgbClr val="3A3737"/>
                </a:solidFill>
                <a:latin typeface="Verdana"/>
                <a:cs typeface="Verdana"/>
              </a:rPr>
              <a:t>d</a:t>
            </a:r>
            <a:r>
              <a:rPr sz="1600" spc="-75" dirty="0">
                <a:solidFill>
                  <a:srgbClr val="3A3737"/>
                </a:solidFill>
                <a:latin typeface="Verdana"/>
                <a:cs typeface="Verdana"/>
              </a:rPr>
              <a:t>if</a:t>
            </a:r>
            <a:r>
              <a:rPr sz="1600" spc="20" dirty="0">
                <a:solidFill>
                  <a:srgbClr val="3A3737"/>
                </a:solidFill>
                <a:latin typeface="Verdana"/>
                <a:cs typeface="Verdana"/>
              </a:rPr>
              <a:t>erenciad</a:t>
            </a:r>
            <a:r>
              <a:rPr sz="1600" spc="45" dirty="0">
                <a:solidFill>
                  <a:srgbClr val="3A3737"/>
                </a:solidFill>
                <a:latin typeface="Verdana"/>
                <a:cs typeface="Verdana"/>
              </a:rPr>
              <a:t>o</a:t>
            </a:r>
            <a:r>
              <a:rPr sz="1600" spc="-155" dirty="0">
                <a:solidFill>
                  <a:srgbClr val="3A3737"/>
                </a:solidFill>
                <a:latin typeface="Verdana"/>
                <a:cs typeface="Verdana"/>
              </a:rPr>
              <a:t>r</a:t>
            </a:r>
            <a:r>
              <a:rPr sz="1600" dirty="0">
                <a:solidFill>
                  <a:srgbClr val="3A3737"/>
                </a:solidFill>
                <a:latin typeface="Verdana"/>
                <a:cs typeface="Verdana"/>
              </a:rPr>
              <a:t> </a:t>
            </a:r>
            <a:r>
              <a:rPr sz="1600" spc="-5" dirty="0">
                <a:solidFill>
                  <a:srgbClr val="3A3737"/>
                </a:solidFill>
                <a:latin typeface="Verdana"/>
                <a:cs typeface="Verdana"/>
              </a:rPr>
              <a:t>ine</a:t>
            </a:r>
            <a:r>
              <a:rPr sz="1600" spc="-10" dirty="0">
                <a:solidFill>
                  <a:srgbClr val="3A3737"/>
                </a:solidFill>
                <a:latin typeface="Verdana"/>
                <a:cs typeface="Verdana"/>
              </a:rPr>
              <a:t>q</a:t>
            </a:r>
            <a:r>
              <a:rPr sz="1600" spc="-40" dirty="0">
                <a:solidFill>
                  <a:srgbClr val="3A3737"/>
                </a:solidFill>
                <a:latin typeface="Verdana"/>
                <a:cs typeface="Verdana"/>
              </a:rPr>
              <a:t>u</a:t>
            </a:r>
            <a:r>
              <a:rPr sz="1600" spc="-80" dirty="0">
                <a:solidFill>
                  <a:srgbClr val="3A3737"/>
                </a:solidFill>
                <a:latin typeface="Verdana"/>
                <a:cs typeface="Verdana"/>
              </a:rPr>
              <a:t>í</a:t>
            </a:r>
            <a:r>
              <a:rPr sz="1600" spc="-55" dirty="0">
                <a:solidFill>
                  <a:srgbClr val="3A3737"/>
                </a:solidFill>
                <a:latin typeface="Verdana"/>
                <a:cs typeface="Verdana"/>
              </a:rPr>
              <a:t>v</a:t>
            </a:r>
            <a:r>
              <a:rPr sz="1600" spc="45" dirty="0">
                <a:solidFill>
                  <a:srgbClr val="3A3737"/>
                </a:solidFill>
                <a:latin typeface="Verdana"/>
                <a:cs typeface="Verdana"/>
              </a:rPr>
              <a:t>o</a:t>
            </a:r>
            <a:r>
              <a:rPr sz="1600" spc="150" dirty="0">
                <a:solidFill>
                  <a:srgbClr val="3A3737"/>
                </a:solidFill>
                <a:latin typeface="Verdana"/>
                <a:cs typeface="Verdana"/>
              </a:rPr>
              <a:t>c</a:t>
            </a:r>
            <a:r>
              <a:rPr sz="1600" spc="55" dirty="0">
                <a:solidFill>
                  <a:srgbClr val="3A3737"/>
                </a:solidFill>
                <a:latin typeface="Verdana"/>
                <a:cs typeface="Verdana"/>
              </a:rPr>
              <a:t>o</a:t>
            </a:r>
            <a:r>
              <a:rPr sz="1600" spc="-5" dirty="0">
                <a:solidFill>
                  <a:srgbClr val="3A3737"/>
                </a:solidFill>
                <a:latin typeface="Verdana"/>
                <a:cs typeface="Verdana"/>
              </a:rPr>
              <a:t> </a:t>
            </a:r>
            <a:r>
              <a:rPr sz="1600" spc="-50" dirty="0">
                <a:solidFill>
                  <a:srgbClr val="3A3737"/>
                </a:solidFill>
                <a:latin typeface="Verdana"/>
                <a:cs typeface="Verdana"/>
              </a:rPr>
              <a:t>es</a:t>
            </a:r>
            <a:r>
              <a:rPr sz="1600" dirty="0">
                <a:solidFill>
                  <a:srgbClr val="3A3737"/>
                </a:solidFill>
                <a:latin typeface="Verdana"/>
                <a:cs typeface="Verdana"/>
              </a:rPr>
              <a:t> </a:t>
            </a:r>
            <a:r>
              <a:rPr sz="1600" spc="-45" dirty="0">
                <a:solidFill>
                  <a:srgbClr val="3A3737"/>
                </a:solidFill>
                <a:latin typeface="Verdana"/>
                <a:cs typeface="Verdana"/>
              </a:rPr>
              <a:t>e</a:t>
            </a:r>
            <a:r>
              <a:rPr sz="1600" spc="-10" dirty="0">
                <a:solidFill>
                  <a:srgbClr val="3A3737"/>
                </a:solidFill>
                <a:latin typeface="Verdana"/>
                <a:cs typeface="Verdana"/>
              </a:rPr>
              <a:t>l</a:t>
            </a:r>
            <a:r>
              <a:rPr sz="1600" spc="5" dirty="0">
                <a:solidFill>
                  <a:srgbClr val="3A3737"/>
                </a:solidFill>
                <a:latin typeface="Verdana"/>
                <a:cs typeface="Verdana"/>
              </a:rPr>
              <a:t> </a:t>
            </a:r>
            <a:r>
              <a:rPr sz="1600" spc="-40" dirty="0">
                <a:solidFill>
                  <a:srgbClr val="3A3737"/>
                </a:solidFill>
                <a:latin typeface="Verdana"/>
                <a:cs typeface="Verdana"/>
              </a:rPr>
              <a:t>u</a:t>
            </a:r>
            <a:r>
              <a:rPr sz="1600" spc="-55" dirty="0">
                <a:solidFill>
                  <a:srgbClr val="3A3737"/>
                </a:solidFill>
                <a:latin typeface="Verdana"/>
                <a:cs typeface="Verdana"/>
              </a:rPr>
              <a:t>so</a:t>
            </a:r>
            <a:r>
              <a:rPr sz="1600" spc="-10" dirty="0">
                <a:solidFill>
                  <a:srgbClr val="3A3737"/>
                </a:solidFill>
                <a:latin typeface="Verdana"/>
                <a:cs typeface="Verdana"/>
              </a:rPr>
              <a:t> </a:t>
            </a:r>
            <a:r>
              <a:rPr sz="1600" spc="75" dirty="0">
                <a:solidFill>
                  <a:srgbClr val="3A3737"/>
                </a:solidFill>
                <a:latin typeface="Verdana"/>
                <a:cs typeface="Verdana"/>
              </a:rPr>
              <a:t>d</a:t>
            </a:r>
            <a:r>
              <a:rPr sz="1600" spc="65" dirty="0">
                <a:solidFill>
                  <a:srgbClr val="3A3737"/>
                </a:solidFill>
                <a:latin typeface="Verdana"/>
                <a:cs typeface="Verdana"/>
              </a:rPr>
              <a:t>e</a:t>
            </a:r>
            <a:r>
              <a:rPr sz="1600" spc="-15" dirty="0">
                <a:solidFill>
                  <a:srgbClr val="3A3737"/>
                </a:solidFill>
                <a:latin typeface="Verdana"/>
                <a:cs typeface="Verdana"/>
              </a:rPr>
              <a:t> </a:t>
            </a:r>
            <a:r>
              <a:rPr sz="1600" spc="60" dirty="0">
                <a:solidFill>
                  <a:srgbClr val="3A3737"/>
                </a:solidFill>
                <a:latin typeface="Verdana"/>
                <a:cs typeface="Verdana"/>
              </a:rPr>
              <a:t>“</a:t>
            </a:r>
            <a:r>
              <a:rPr sz="1600" spc="100" dirty="0">
                <a:solidFill>
                  <a:srgbClr val="3A3737"/>
                </a:solidFill>
                <a:latin typeface="Verdana"/>
                <a:cs typeface="Verdana"/>
              </a:rPr>
              <a:t>G</a:t>
            </a:r>
            <a:r>
              <a:rPr sz="1600" spc="90" dirty="0">
                <a:solidFill>
                  <a:srgbClr val="3A3737"/>
                </a:solidFill>
                <a:latin typeface="Verdana"/>
                <a:cs typeface="Verdana"/>
              </a:rPr>
              <a:t>a</a:t>
            </a:r>
            <a:r>
              <a:rPr sz="1600" spc="-45" dirty="0">
                <a:solidFill>
                  <a:srgbClr val="3A3737"/>
                </a:solidFill>
                <a:latin typeface="Verdana"/>
                <a:cs typeface="Verdana"/>
              </a:rPr>
              <a:t>f</a:t>
            </a:r>
            <a:r>
              <a:rPr sz="1600" spc="90" dirty="0">
                <a:solidFill>
                  <a:srgbClr val="3A3737"/>
                </a:solidFill>
                <a:latin typeface="Verdana"/>
                <a:cs typeface="Verdana"/>
              </a:rPr>
              <a:t>a</a:t>
            </a:r>
            <a:r>
              <a:rPr sz="1600" spc="-75" dirty="0">
                <a:solidFill>
                  <a:srgbClr val="3A3737"/>
                </a:solidFill>
                <a:latin typeface="Verdana"/>
                <a:cs typeface="Verdana"/>
              </a:rPr>
              <a:t>s</a:t>
            </a:r>
            <a:r>
              <a:rPr sz="1600" spc="-65" dirty="0">
                <a:solidFill>
                  <a:srgbClr val="3A3737"/>
                </a:solidFill>
                <a:latin typeface="Verdana"/>
                <a:cs typeface="Verdana"/>
              </a:rPr>
              <a:t>”</a:t>
            </a:r>
            <a:r>
              <a:rPr sz="1600" spc="-5" dirty="0">
                <a:solidFill>
                  <a:srgbClr val="3A3737"/>
                </a:solidFill>
                <a:latin typeface="Verdana"/>
                <a:cs typeface="Verdana"/>
              </a:rPr>
              <a:t> </a:t>
            </a:r>
            <a:r>
              <a:rPr sz="1600" spc="55" dirty="0">
                <a:solidFill>
                  <a:srgbClr val="3A3737"/>
                </a:solidFill>
                <a:latin typeface="Verdana"/>
                <a:cs typeface="Verdana"/>
              </a:rPr>
              <a:t>o</a:t>
            </a:r>
            <a:r>
              <a:rPr sz="1600" dirty="0">
                <a:solidFill>
                  <a:srgbClr val="3A3737"/>
                </a:solidFill>
                <a:latin typeface="Verdana"/>
                <a:cs typeface="Verdana"/>
              </a:rPr>
              <a:t> </a:t>
            </a:r>
            <a:r>
              <a:rPr sz="1600" spc="-90" dirty="0">
                <a:solidFill>
                  <a:srgbClr val="3A3737"/>
                </a:solidFill>
                <a:latin typeface="Verdana"/>
                <a:cs typeface="Verdana"/>
              </a:rPr>
              <a:t>H</a:t>
            </a:r>
            <a:r>
              <a:rPr sz="1600" spc="100" dirty="0">
                <a:solidFill>
                  <a:srgbClr val="3A3737"/>
                </a:solidFill>
                <a:latin typeface="Verdana"/>
                <a:cs typeface="Verdana"/>
              </a:rPr>
              <a:t>M</a:t>
            </a:r>
            <a:r>
              <a:rPr sz="1600" spc="-35" dirty="0">
                <a:solidFill>
                  <a:srgbClr val="3A3737"/>
                </a:solidFill>
                <a:latin typeface="Verdana"/>
                <a:cs typeface="Verdana"/>
              </a:rPr>
              <a:t>D</a:t>
            </a:r>
            <a:r>
              <a:rPr sz="1600" spc="-10" dirty="0">
                <a:solidFill>
                  <a:srgbClr val="3A3737"/>
                </a:solidFill>
                <a:latin typeface="Verdana"/>
                <a:cs typeface="Verdana"/>
              </a:rPr>
              <a:t> </a:t>
            </a:r>
            <a:r>
              <a:rPr sz="1600" spc="-120" dirty="0">
                <a:solidFill>
                  <a:srgbClr val="3A3737"/>
                </a:solidFill>
                <a:latin typeface="Verdana"/>
                <a:cs typeface="Verdana"/>
              </a:rPr>
              <a:t>(</a:t>
            </a:r>
            <a:r>
              <a:rPr sz="1600" spc="-90" dirty="0">
                <a:solidFill>
                  <a:srgbClr val="3A3737"/>
                </a:solidFill>
                <a:latin typeface="Verdana"/>
                <a:cs typeface="Verdana"/>
              </a:rPr>
              <a:t>H</a:t>
            </a:r>
            <a:r>
              <a:rPr sz="1600" spc="75" dirty="0">
                <a:solidFill>
                  <a:srgbClr val="3A3737"/>
                </a:solidFill>
                <a:latin typeface="Verdana"/>
                <a:cs typeface="Verdana"/>
              </a:rPr>
              <a:t>ead</a:t>
            </a:r>
            <a:r>
              <a:rPr sz="1600" dirty="0">
                <a:solidFill>
                  <a:srgbClr val="3A3737"/>
                </a:solidFill>
                <a:latin typeface="Verdana"/>
                <a:cs typeface="Verdana"/>
              </a:rPr>
              <a:t> </a:t>
            </a:r>
            <a:r>
              <a:rPr sz="1600" spc="100" dirty="0">
                <a:solidFill>
                  <a:srgbClr val="3A3737"/>
                </a:solidFill>
                <a:latin typeface="Verdana"/>
                <a:cs typeface="Verdana"/>
              </a:rPr>
              <a:t>M</a:t>
            </a:r>
            <a:r>
              <a:rPr sz="1600" spc="45" dirty="0">
                <a:solidFill>
                  <a:srgbClr val="3A3737"/>
                </a:solidFill>
                <a:latin typeface="Verdana"/>
                <a:cs typeface="Verdana"/>
              </a:rPr>
              <a:t>o</a:t>
            </a:r>
            <a:r>
              <a:rPr sz="1600" spc="-30" dirty="0">
                <a:solidFill>
                  <a:srgbClr val="3A3737"/>
                </a:solidFill>
                <a:latin typeface="Verdana"/>
                <a:cs typeface="Verdana"/>
              </a:rPr>
              <a:t>u</a:t>
            </a:r>
            <a:r>
              <a:rPr sz="1600" spc="-20" dirty="0">
                <a:solidFill>
                  <a:srgbClr val="3A3737"/>
                </a:solidFill>
                <a:latin typeface="Verdana"/>
                <a:cs typeface="Verdana"/>
              </a:rPr>
              <a:t>n</a:t>
            </a:r>
            <a:r>
              <a:rPr sz="1600" spc="-95" dirty="0">
                <a:solidFill>
                  <a:srgbClr val="3A3737"/>
                </a:solidFill>
                <a:latin typeface="Verdana"/>
                <a:cs typeface="Verdana"/>
              </a:rPr>
              <a:t>t</a:t>
            </a:r>
            <a:r>
              <a:rPr sz="1600" spc="55" dirty="0">
                <a:solidFill>
                  <a:srgbClr val="3A3737"/>
                </a:solidFill>
                <a:latin typeface="Verdana"/>
                <a:cs typeface="Verdana"/>
              </a:rPr>
              <a:t>ed  </a:t>
            </a:r>
            <a:r>
              <a:rPr sz="1600" spc="-50" dirty="0">
                <a:solidFill>
                  <a:srgbClr val="3A3737"/>
                </a:solidFill>
                <a:latin typeface="Verdana"/>
                <a:cs typeface="Verdana"/>
              </a:rPr>
              <a:t>Display)</a:t>
            </a:r>
            <a:r>
              <a:rPr sz="1600" spc="-125" dirty="0">
                <a:solidFill>
                  <a:srgbClr val="3A3737"/>
                </a:solidFill>
                <a:latin typeface="Verdana"/>
                <a:cs typeface="Verdana"/>
              </a:rPr>
              <a:t> </a:t>
            </a:r>
            <a:r>
              <a:rPr sz="1600" spc="25" dirty="0">
                <a:solidFill>
                  <a:srgbClr val="3A3737"/>
                </a:solidFill>
                <a:latin typeface="Verdana"/>
                <a:cs typeface="Verdana"/>
              </a:rPr>
              <a:t>para</a:t>
            </a:r>
            <a:r>
              <a:rPr sz="1600" spc="-70" dirty="0">
                <a:solidFill>
                  <a:srgbClr val="3A3737"/>
                </a:solidFill>
                <a:latin typeface="Verdana"/>
                <a:cs typeface="Verdana"/>
              </a:rPr>
              <a:t> </a:t>
            </a:r>
            <a:r>
              <a:rPr sz="1600" spc="15" dirty="0">
                <a:solidFill>
                  <a:srgbClr val="3A3737"/>
                </a:solidFill>
                <a:latin typeface="Verdana"/>
                <a:cs typeface="Verdana"/>
              </a:rPr>
              <a:t>la</a:t>
            </a:r>
            <a:r>
              <a:rPr sz="1600" spc="-114" dirty="0">
                <a:solidFill>
                  <a:srgbClr val="3A3737"/>
                </a:solidFill>
                <a:latin typeface="Verdana"/>
                <a:cs typeface="Verdana"/>
              </a:rPr>
              <a:t> </a:t>
            </a:r>
            <a:r>
              <a:rPr sz="1600" spc="-55" dirty="0">
                <a:solidFill>
                  <a:srgbClr val="3A3737"/>
                </a:solidFill>
                <a:latin typeface="Verdana"/>
                <a:cs typeface="Verdana"/>
              </a:rPr>
              <a:t>inmersión</a:t>
            </a:r>
            <a:r>
              <a:rPr sz="1600" spc="-85" dirty="0">
                <a:solidFill>
                  <a:srgbClr val="3A3737"/>
                </a:solidFill>
                <a:latin typeface="Verdana"/>
                <a:cs typeface="Verdana"/>
              </a:rPr>
              <a:t> </a:t>
            </a:r>
            <a:r>
              <a:rPr sz="1600" spc="15" dirty="0">
                <a:solidFill>
                  <a:srgbClr val="3A3737"/>
                </a:solidFill>
                <a:latin typeface="Verdana"/>
                <a:cs typeface="Verdana"/>
              </a:rPr>
              <a:t>del</a:t>
            </a:r>
            <a:r>
              <a:rPr sz="1600" spc="-100" dirty="0">
                <a:solidFill>
                  <a:srgbClr val="3A3737"/>
                </a:solidFill>
                <a:latin typeface="Verdana"/>
                <a:cs typeface="Verdana"/>
              </a:rPr>
              <a:t> </a:t>
            </a:r>
            <a:r>
              <a:rPr sz="1600" spc="-55" dirty="0">
                <a:solidFill>
                  <a:srgbClr val="3A3737"/>
                </a:solidFill>
                <a:latin typeface="Verdana"/>
                <a:cs typeface="Verdana"/>
              </a:rPr>
              <a:t>usuario.</a:t>
            </a:r>
            <a:r>
              <a:rPr sz="1600" spc="-85" dirty="0">
                <a:solidFill>
                  <a:srgbClr val="3A3737"/>
                </a:solidFill>
                <a:latin typeface="Verdana"/>
                <a:cs typeface="Verdana"/>
              </a:rPr>
              <a:t> </a:t>
            </a:r>
            <a:r>
              <a:rPr sz="1600" spc="-75" dirty="0">
                <a:solidFill>
                  <a:srgbClr val="3A3737"/>
                </a:solidFill>
                <a:latin typeface="Verdana"/>
                <a:cs typeface="Verdana"/>
              </a:rPr>
              <a:t>“Sin</a:t>
            </a:r>
            <a:r>
              <a:rPr sz="1600" spc="-90" dirty="0">
                <a:solidFill>
                  <a:srgbClr val="3A3737"/>
                </a:solidFill>
                <a:latin typeface="Verdana"/>
                <a:cs typeface="Verdana"/>
              </a:rPr>
              <a:t> </a:t>
            </a:r>
            <a:r>
              <a:rPr sz="1600" spc="-15" dirty="0">
                <a:solidFill>
                  <a:srgbClr val="3A3737"/>
                </a:solidFill>
                <a:latin typeface="Verdana"/>
                <a:cs typeface="Verdana"/>
              </a:rPr>
              <a:t>gafas,</a:t>
            </a:r>
            <a:r>
              <a:rPr sz="1600" spc="-40" dirty="0">
                <a:solidFill>
                  <a:srgbClr val="3A3737"/>
                </a:solidFill>
                <a:latin typeface="Verdana"/>
                <a:cs typeface="Verdana"/>
              </a:rPr>
              <a:t> </a:t>
            </a:r>
            <a:r>
              <a:rPr sz="1600" spc="10" dirty="0">
                <a:solidFill>
                  <a:srgbClr val="3A3737"/>
                </a:solidFill>
                <a:latin typeface="Verdana"/>
                <a:cs typeface="Verdana"/>
              </a:rPr>
              <a:t>no</a:t>
            </a:r>
            <a:r>
              <a:rPr sz="1600" spc="-80" dirty="0">
                <a:solidFill>
                  <a:srgbClr val="3A3737"/>
                </a:solidFill>
                <a:latin typeface="Verdana"/>
                <a:cs typeface="Verdana"/>
              </a:rPr>
              <a:t> </a:t>
            </a:r>
            <a:r>
              <a:rPr sz="1600" spc="-50" dirty="0">
                <a:solidFill>
                  <a:srgbClr val="3A3737"/>
                </a:solidFill>
                <a:latin typeface="Verdana"/>
                <a:cs typeface="Verdana"/>
              </a:rPr>
              <a:t>es</a:t>
            </a:r>
            <a:r>
              <a:rPr sz="1600" spc="-100" dirty="0">
                <a:solidFill>
                  <a:srgbClr val="3A3737"/>
                </a:solidFill>
                <a:latin typeface="Verdana"/>
                <a:cs typeface="Verdana"/>
              </a:rPr>
              <a:t> </a:t>
            </a:r>
            <a:r>
              <a:rPr sz="1600" spc="-25" dirty="0">
                <a:solidFill>
                  <a:srgbClr val="3A3737"/>
                </a:solidFill>
                <a:latin typeface="Verdana"/>
                <a:cs typeface="Verdana"/>
              </a:rPr>
              <a:t>VR”</a:t>
            </a:r>
            <a:endParaRPr sz="1600" dirty="0">
              <a:latin typeface="Verdana"/>
              <a:cs typeface="Verdana"/>
            </a:endParaRPr>
          </a:p>
        </p:txBody>
      </p:sp>
      <p:sp>
        <p:nvSpPr>
          <p:cNvPr id="3" name="object 3"/>
          <p:cNvSpPr txBox="1">
            <a:spLocks noGrp="1"/>
          </p:cNvSpPr>
          <p:nvPr>
            <p:ph type="title"/>
          </p:nvPr>
        </p:nvSpPr>
        <p:spPr>
          <a:xfrm>
            <a:off x="762000" y="228600"/>
            <a:ext cx="4820285" cy="575310"/>
          </a:xfrm>
          <a:prstGeom prst="rect">
            <a:avLst/>
          </a:prstGeom>
        </p:spPr>
        <p:txBody>
          <a:bodyPr vert="horz" wrap="square" lIns="0" tIns="12700" rIns="0" bIns="0" rtlCol="0">
            <a:spAutoFit/>
          </a:bodyPr>
          <a:lstStyle/>
          <a:p>
            <a:pPr marL="226695" indent="-214629">
              <a:spcBef>
                <a:spcPts val="100"/>
              </a:spcBef>
              <a:buSzPct val="95000"/>
              <a:buAutoNum type="arabicPeriod" startAt="2"/>
              <a:tabLst>
                <a:tab pos="227329" algn="l"/>
              </a:tabLst>
            </a:pPr>
            <a:r>
              <a:rPr spc="-55" dirty="0"/>
              <a:t>Introducción</a:t>
            </a:r>
            <a:r>
              <a:rPr spc="-65" dirty="0"/>
              <a:t> </a:t>
            </a:r>
            <a:r>
              <a:rPr spc="125" dirty="0"/>
              <a:t>a</a:t>
            </a:r>
            <a:r>
              <a:rPr spc="-30" dirty="0"/>
              <a:t> </a:t>
            </a:r>
            <a:r>
              <a:rPr dirty="0"/>
              <a:t>la</a:t>
            </a:r>
            <a:r>
              <a:rPr spc="-30" dirty="0"/>
              <a:t> </a:t>
            </a:r>
            <a:r>
              <a:rPr spc="-15" dirty="0"/>
              <a:t>Realidad</a:t>
            </a:r>
            <a:r>
              <a:rPr spc="-30" dirty="0"/>
              <a:t> </a:t>
            </a:r>
            <a:r>
              <a:rPr spc="-45" dirty="0"/>
              <a:t>Extendida</a:t>
            </a:r>
          </a:p>
          <a:p>
            <a:pPr marL="639445" lvl="1" indent="-170180">
              <a:spcBef>
                <a:spcPts val="5"/>
              </a:spcBef>
              <a:buSzPct val="93750"/>
              <a:buAutoNum type="arabicPeriod"/>
              <a:tabLst>
                <a:tab pos="640080" algn="l"/>
              </a:tabLst>
            </a:pPr>
            <a:r>
              <a:rPr sz="1600" b="1" spc="-15" dirty="0">
                <a:solidFill>
                  <a:srgbClr val="3A3737"/>
                </a:solidFill>
                <a:latin typeface="Tahoma"/>
                <a:cs typeface="Tahoma"/>
              </a:rPr>
              <a:t>Realidad</a:t>
            </a:r>
            <a:r>
              <a:rPr sz="1600" b="1" spc="10" dirty="0">
                <a:solidFill>
                  <a:srgbClr val="3A3737"/>
                </a:solidFill>
                <a:latin typeface="Tahoma"/>
                <a:cs typeface="Tahoma"/>
              </a:rPr>
              <a:t> </a:t>
            </a:r>
            <a:r>
              <a:rPr sz="1600" b="1" spc="-75" dirty="0">
                <a:solidFill>
                  <a:srgbClr val="3A3737"/>
                </a:solidFill>
                <a:latin typeface="Tahoma"/>
                <a:cs typeface="Tahoma"/>
              </a:rPr>
              <a:t>Virtual</a:t>
            </a:r>
            <a:r>
              <a:rPr sz="1600" b="1" spc="-20" dirty="0">
                <a:solidFill>
                  <a:srgbClr val="3A3737"/>
                </a:solidFill>
                <a:latin typeface="Tahoma"/>
                <a:cs typeface="Tahoma"/>
              </a:rPr>
              <a:t> </a:t>
            </a:r>
            <a:r>
              <a:rPr sz="1600" b="1" spc="-114" dirty="0">
                <a:solidFill>
                  <a:srgbClr val="3A3737"/>
                </a:solidFill>
                <a:latin typeface="Tahoma"/>
                <a:cs typeface="Tahoma"/>
              </a:rPr>
              <a:t>(VR)</a:t>
            </a:r>
            <a:endParaRPr sz="1600">
              <a:latin typeface="Tahoma"/>
              <a:cs typeface="Tahoma"/>
            </a:endParaRPr>
          </a:p>
        </p:txBody>
      </p:sp>
      <p:grpSp>
        <p:nvGrpSpPr>
          <p:cNvPr id="4" name="object 4"/>
          <p:cNvGrpSpPr/>
          <p:nvPr/>
        </p:nvGrpSpPr>
        <p:grpSpPr>
          <a:xfrm>
            <a:off x="1752600" y="2880091"/>
            <a:ext cx="6510655" cy="3413760"/>
            <a:chOff x="2743200" y="2593848"/>
            <a:chExt cx="6510655" cy="3413760"/>
          </a:xfrm>
        </p:grpSpPr>
        <p:pic>
          <p:nvPicPr>
            <p:cNvPr id="5" name="object 5"/>
            <p:cNvPicPr/>
            <p:nvPr/>
          </p:nvPicPr>
          <p:blipFill>
            <a:blip r:embed="rId2" cstate="print"/>
            <a:stretch>
              <a:fillRect/>
            </a:stretch>
          </p:blipFill>
          <p:spPr>
            <a:xfrm>
              <a:off x="2743200" y="2593848"/>
              <a:ext cx="6510528" cy="3413760"/>
            </a:xfrm>
            <a:prstGeom prst="rect">
              <a:avLst/>
            </a:prstGeom>
          </p:spPr>
        </p:pic>
        <p:pic>
          <p:nvPicPr>
            <p:cNvPr id="6" name="object 6"/>
            <p:cNvPicPr/>
            <p:nvPr/>
          </p:nvPicPr>
          <p:blipFill>
            <a:blip r:embed="rId3" cstate="print"/>
            <a:stretch>
              <a:fillRect/>
            </a:stretch>
          </p:blipFill>
          <p:spPr>
            <a:xfrm>
              <a:off x="5655564" y="3945636"/>
              <a:ext cx="693420" cy="713232"/>
            </a:xfrm>
            <a:prstGeom prst="rect">
              <a:avLst/>
            </a:prstGeom>
          </p:spPr>
        </p:pic>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685799" y="1142599"/>
            <a:ext cx="7772400" cy="1709314"/>
          </a:xfrm>
          <a:prstGeom prst="rect">
            <a:avLst/>
          </a:prstGeom>
        </p:spPr>
        <p:txBody>
          <a:bodyPr vert="horz" wrap="square" lIns="0" tIns="13335" rIns="0" bIns="0" rtlCol="0">
            <a:spAutoFit/>
          </a:bodyPr>
          <a:lstStyle/>
          <a:p>
            <a:pPr marL="355600" marR="5080" indent="-342900" algn="just">
              <a:lnSpc>
                <a:spcPct val="107200"/>
              </a:lnSpc>
              <a:spcBef>
                <a:spcPts val="105"/>
              </a:spcBef>
              <a:buFont typeface="Symbol"/>
              <a:buChar char=""/>
              <a:tabLst>
                <a:tab pos="355600" algn="l"/>
              </a:tabLst>
            </a:pPr>
            <a:r>
              <a:rPr sz="1400" spc="-80" dirty="0">
                <a:solidFill>
                  <a:srgbClr val="3A3737"/>
                </a:solidFill>
                <a:latin typeface="Verdana"/>
                <a:cs typeface="Verdana"/>
              </a:rPr>
              <a:t>Se </a:t>
            </a:r>
            <a:r>
              <a:rPr sz="1400" spc="-25" dirty="0">
                <a:solidFill>
                  <a:srgbClr val="3A3737"/>
                </a:solidFill>
                <a:latin typeface="Verdana"/>
                <a:cs typeface="Verdana"/>
              </a:rPr>
              <a:t>trata </a:t>
            </a:r>
            <a:r>
              <a:rPr sz="1400" spc="70" dirty="0">
                <a:solidFill>
                  <a:srgbClr val="3A3737"/>
                </a:solidFill>
                <a:latin typeface="Verdana"/>
                <a:cs typeface="Verdana"/>
              </a:rPr>
              <a:t>de </a:t>
            </a:r>
            <a:r>
              <a:rPr sz="1400" spc="15" dirty="0">
                <a:solidFill>
                  <a:srgbClr val="3A3737"/>
                </a:solidFill>
                <a:latin typeface="Verdana"/>
                <a:cs typeface="Verdana"/>
              </a:rPr>
              <a:t>la </a:t>
            </a:r>
            <a:r>
              <a:rPr sz="1400" spc="20" dirty="0">
                <a:solidFill>
                  <a:srgbClr val="3A3737"/>
                </a:solidFill>
                <a:latin typeface="Verdana"/>
                <a:cs typeface="Verdana"/>
              </a:rPr>
              <a:t>combinación </a:t>
            </a:r>
            <a:r>
              <a:rPr sz="1400" spc="10" dirty="0">
                <a:solidFill>
                  <a:srgbClr val="3A3737"/>
                </a:solidFill>
                <a:latin typeface="Verdana"/>
                <a:cs typeface="Verdana"/>
              </a:rPr>
              <a:t>del </a:t>
            </a:r>
            <a:r>
              <a:rPr sz="1400" spc="5" dirty="0">
                <a:solidFill>
                  <a:srgbClr val="3A3737"/>
                </a:solidFill>
                <a:latin typeface="Verdana"/>
                <a:cs typeface="Verdana"/>
              </a:rPr>
              <a:t>mundo </a:t>
            </a:r>
            <a:r>
              <a:rPr sz="1400" spc="-25" dirty="0">
                <a:solidFill>
                  <a:srgbClr val="3A3737"/>
                </a:solidFill>
                <a:latin typeface="Verdana"/>
                <a:cs typeface="Verdana"/>
              </a:rPr>
              <a:t>real </a:t>
            </a:r>
            <a:r>
              <a:rPr sz="1400" spc="55" dirty="0">
                <a:solidFill>
                  <a:srgbClr val="3A3737"/>
                </a:solidFill>
                <a:latin typeface="Verdana"/>
                <a:cs typeface="Verdana"/>
              </a:rPr>
              <a:t>con </a:t>
            </a:r>
            <a:r>
              <a:rPr sz="1400" spc="-20" dirty="0">
                <a:solidFill>
                  <a:srgbClr val="3A3737"/>
                </a:solidFill>
                <a:latin typeface="Verdana"/>
                <a:cs typeface="Verdana"/>
              </a:rPr>
              <a:t>el </a:t>
            </a:r>
            <a:r>
              <a:rPr sz="1400" spc="-60" dirty="0">
                <a:solidFill>
                  <a:srgbClr val="3A3737"/>
                </a:solidFill>
                <a:latin typeface="Verdana"/>
                <a:cs typeface="Verdana"/>
              </a:rPr>
              <a:t>virtual </a:t>
            </a:r>
            <a:r>
              <a:rPr sz="1400" spc="95" dirty="0">
                <a:solidFill>
                  <a:srgbClr val="3A3737"/>
                </a:solidFill>
                <a:latin typeface="Verdana"/>
                <a:cs typeface="Verdana"/>
              </a:rPr>
              <a:t>a </a:t>
            </a:r>
            <a:r>
              <a:rPr sz="1400" spc="-50" dirty="0">
                <a:solidFill>
                  <a:srgbClr val="3A3737"/>
                </a:solidFill>
                <a:latin typeface="Verdana"/>
                <a:cs typeface="Verdana"/>
              </a:rPr>
              <a:t>través </a:t>
            </a:r>
            <a:r>
              <a:rPr sz="1400" spc="70" dirty="0">
                <a:solidFill>
                  <a:srgbClr val="3A3737"/>
                </a:solidFill>
                <a:latin typeface="Verdana"/>
                <a:cs typeface="Verdana"/>
              </a:rPr>
              <a:t>de </a:t>
            </a:r>
            <a:r>
              <a:rPr sz="1400" spc="-30" dirty="0">
                <a:solidFill>
                  <a:srgbClr val="3A3737"/>
                </a:solidFill>
                <a:latin typeface="Verdana"/>
                <a:cs typeface="Verdana"/>
              </a:rPr>
              <a:t>un </a:t>
            </a:r>
            <a:r>
              <a:rPr sz="1400" spc="-409" dirty="0">
                <a:solidFill>
                  <a:srgbClr val="3A3737"/>
                </a:solidFill>
                <a:latin typeface="Verdana"/>
                <a:cs typeface="Verdana"/>
              </a:rPr>
              <a:t> </a:t>
            </a:r>
            <a:r>
              <a:rPr sz="1400" spc="10" dirty="0">
                <a:solidFill>
                  <a:srgbClr val="3A3737"/>
                </a:solidFill>
                <a:latin typeface="Verdana"/>
                <a:cs typeface="Verdana"/>
              </a:rPr>
              <a:t>proceso </a:t>
            </a:r>
            <a:r>
              <a:rPr sz="1400" spc="-25" dirty="0">
                <a:solidFill>
                  <a:srgbClr val="3A3737"/>
                </a:solidFill>
                <a:latin typeface="Verdana"/>
                <a:cs typeface="Verdana"/>
              </a:rPr>
              <a:t>informático. </a:t>
            </a:r>
            <a:r>
              <a:rPr sz="1400" spc="-10" dirty="0">
                <a:solidFill>
                  <a:srgbClr val="3A3737"/>
                </a:solidFill>
                <a:latin typeface="Verdana"/>
                <a:cs typeface="Verdana"/>
              </a:rPr>
              <a:t>Enriqueciendo </a:t>
            </a:r>
            <a:r>
              <a:rPr sz="1400" spc="-5" dirty="0">
                <a:solidFill>
                  <a:srgbClr val="3A3737"/>
                </a:solidFill>
                <a:latin typeface="Verdana"/>
                <a:cs typeface="Verdana"/>
              </a:rPr>
              <a:t>tanto </a:t>
            </a:r>
            <a:r>
              <a:rPr sz="1400" spc="15" dirty="0">
                <a:solidFill>
                  <a:srgbClr val="3A3737"/>
                </a:solidFill>
                <a:latin typeface="Verdana"/>
                <a:cs typeface="Verdana"/>
              </a:rPr>
              <a:t>la </a:t>
            </a:r>
            <a:r>
              <a:rPr sz="1400" dirty="0">
                <a:solidFill>
                  <a:srgbClr val="3A3737"/>
                </a:solidFill>
                <a:latin typeface="Verdana"/>
                <a:cs typeface="Verdana"/>
              </a:rPr>
              <a:t>experiencia </a:t>
            </a:r>
            <a:r>
              <a:rPr sz="1400" spc="-60" dirty="0">
                <a:solidFill>
                  <a:srgbClr val="3A3737"/>
                </a:solidFill>
                <a:latin typeface="Verdana"/>
                <a:cs typeface="Verdana"/>
              </a:rPr>
              <a:t>visual </a:t>
            </a:r>
            <a:r>
              <a:rPr sz="1400" spc="55" dirty="0">
                <a:solidFill>
                  <a:srgbClr val="3A3737"/>
                </a:solidFill>
                <a:latin typeface="Verdana"/>
                <a:cs typeface="Verdana"/>
              </a:rPr>
              <a:t>como </a:t>
            </a:r>
            <a:r>
              <a:rPr sz="1400" spc="15" dirty="0">
                <a:solidFill>
                  <a:srgbClr val="3A3737"/>
                </a:solidFill>
                <a:latin typeface="Verdana"/>
                <a:cs typeface="Verdana"/>
              </a:rPr>
              <a:t>la </a:t>
            </a:r>
            <a:r>
              <a:rPr sz="1400" spc="20" dirty="0">
                <a:solidFill>
                  <a:srgbClr val="3A3737"/>
                </a:solidFill>
                <a:latin typeface="Verdana"/>
                <a:cs typeface="Verdana"/>
              </a:rPr>
              <a:t> </a:t>
            </a:r>
            <a:r>
              <a:rPr sz="1400" spc="-15" dirty="0">
                <a:solidFill>
                  <a:srgbClr val="3A3737"/>
                </a:solidFill>
                <a:latin typeface="Verdana"/>
                <a:cs typeface="Verdana"/>
              </a:rPr>
              <a:t>información</a:t>
            </a:r>
            <a:r>
              <a:rPr sz="1400" spc="-35" dirty="0">
                <a:solidFill>
                  <a:srgbClr val="3A3737"/>
                </a:solidFill>
                <a:latin typeface="Verdana"/>
                <a:cs typeface="Verdana"/>
              </a:rPr>
              <a:t> </a:t>
            </a:r>
            <a:r>
              <a:rPr sz="1400" spc="30" dirty="0">
                <a:solidFill>
                  <a:srgbClr val="3A3737"/>
                </a:solidFill>
                <a:latin typeface="Verdana"/>
                <a:cs typeface="Verdana"/>
              </a:rPr>
              <a:t>que</a:t>
            </a:r>
            <a:r>
              <a:rPr sz="1400" spc="-35" dirty="0">
                <a:solidFill>
                  <a:srgbClr val="3A3737"/>
                </a:solidFill>
                <a:latin typeface="Verdana"/>
                <a:cs typeface="Verdana"/>
              </a:rPr>
              <a:t> </a:t>
            </a:r>
            <a:r>
              <a:rPr sz="1400" spc="-20" dirty="0">
                <a:solidFill>
                  <a:srgbClr val="3A3737"/>
                </a:solidFill>
                <a:latin typeface="Verdana"/>
                <a:cs typeface="Verdana"/>
              </a:rPr>
              <a:t>el</a:t>
            </a:r>
            <a:r>
              <a:rPr sz="1400" spc="-40" dirty="0">
                <a:solidFill>
                  <a:srgbClr val="3A3737"/>
                </a:solidFill>
                <a:latin typeface="Verdana"/>
                <a:cs typeface="Verdana"/>
              </a:rPr>
              <a:t> </a:t>
            </a:r>
            <a:r>
              <a:rPr sz="1400" spc="-50" dirty="0">
                <a:solidFill>
                  <a:srgbClr val="3A3737"/>
                </a:solidFill>
                <a:latin typeface="Verdana"/>
                <a:cs typeface="Verdana"/>
              </a:rPr>
              <a:t>usuario</a:t>
            </a:r>
            <a:r>
              <a:rPr sz="1400" spc="-40" dirty="0">
                <a:solidFill>
                  <a:srgbClr val="3A3737"/>
                </a:solidFill>
                <a:latin typeface="Verdana"/>
                <a:cs typeface="Verdana"/>
              </a:rPr>
              <a:t> </a:t>
            </a:r>
            <a:r>
              <a:rPr sz="1400" spc="5" dirty="0">
                <a:solidFill>
                  <a:srgbClr val="3A3737"/>
                </a:solidFill>
                <a:latin typeface="Verdana"/>
                <a:cs typeface="Verdana"/>
              </a:rPr>
              <a:t>obtiene</a:t>
            </a:r>
            <a:r>
              <a:rPr sz="1400" spc="-40" dirty="0">
                <a:solidFill>
                  <a:srgbClr val="3A3737"/>
                </a:solidFill>
                <a:latin typeface="Verdana"/>
                <a:cs typeface="Verdana"/>
              </a:rPr>
              <a:t> </a:t>
            </a:r>
            <a:r>
              <a:rPr sz="1400" spc="10" dirty="0">
                <a:solidFill>
                  <a:srgbClr val="3A3737"/>
                </a:solidFill>
                <a:latin typeface="Verdana"/>
                <a:cs typeface="Verdana"/>
              </a:rPr>
              <a:t>del</a:t>
            </a:r>
            <a:r>
              <a:rPr sz="1400" spc="-40" dirty="0">
                <a:solidFill>
                  <a:srgbClr val="3A3737"/>
                </a:solidFill>
                <a:latin typeface="Verdana"/>
                <a:cs typeface="Verdana"/>
              </a:rPr>
              <a:t> </a:t>
            </a:r>
            <a:r>
              <a:rPr sz="1400" spc="-15" dirty="0">
                <a:solidFill>
                  <a:srgbClr val="3A3737"/>
                </a:solidFill>
                <a:latin typeface="Verdana"/>
                <a:cs typeface="Verdana"/>
              </a:rPr>
              <a:t>entorno</a:t>
            </a:r>
            <a:r>
              <a:rPr sz="1400" spc="-35" dirty="0">
                <a:solidFill>
                  <a:srgbClr val="3A3737"/>
                </a:solidFill>
                <a:latin typeface="Verdana"/>
                <a:cs typeface="Verdana"/>
              </a:rPr>
              <a:t> </a:t>
            </a:r>
            <a:r>
              <a:rPr sz="1400" spc="30" dirty="0">
                <a:solidFill>
                  <a:srgbClr val="3A3737"/>
                </a:solidFill>
                <a:latin typeface="Verdana"/>
                <a:cs typeface="Verdana"/>
              </a:rPr>
              <a:t>que</a:t>
            </a:r>
            <a:r>
              <a:rPr sz="1400" spc="-50" dirty="0">
                <a:solidFill>
                  <a:srgbClr val="3A3737"/>
                </a:solidFill>
                <a:latin typeface="Verdana"/>
                <a:cs typeface="Verdana"/>
              </a:rPr>
              <a:t> </a:t>
            </a:r>
            <a:r>
              <a:rPr sz="1400" spc="-10" dirty="0">
                <a:solidFill>
                  <a:srgbClr val="3A3737"/>
                </a:solidFill>
                <a:latin typeface="Verdana"/>
                <a:cs typeface="Verdana"/>
              </a:rPr>
              <a:t>le</a:t>
            </a:r>
            <a:r>
              <a:rPr sz="1400" spc="-50" dirty="0">
                <a:solidFill>
                  <a:srgbClr val="3A3737"/>
                </a:solidFill>
                <a:latin typeface="Verdana"/>
                <a:cs typeface="Verdana"/>
              </a:rPr>
              <a:t> </a:t>
            </a:r>
            <a:r>
              <a:rPr sz="1400" dirty="0">
                <a:solidFill>
                  <a:srgbClr val="3A3737"/>
                </a:solidFill>
                <a:latin typeface="Verdana"/>
                <a:cs typeface="Verdana"/>
              </a:rPr>
              <a:t>rodea.</a:t>
            </a:r>
            <a:r>
              <a:rPr sz="1400" spc="-30" dirty="0">
                <a:solidFill>
                  <a:srgbClr val="3A3737"/>
                </a:solidFill>
                <a:latin typeface="Verdana"/>
                <a:cs typeface="Verdana"/>
              </a:rPr>
              <a:t> </a:t>
            </a:r>
            <a:r>
              <a:rPr sz="1400" spc="-25" dirty="0">
                <a:solidFill>
                  <a:srgbClr val="3A3737"/>
                </a:solidFill>
                <a:latin typeface="Verdana"/>
                <a:cs typeface="Verdana"/>
              </a:rPr>
              <a:t>También</a:t>
            </a:r>
            <a:r>
              <a:rPr sz="1400" spc="-40" dirty="0">
                <a:solidFill>
                  <a:srgbClr val="3A3737"/>
                </a:solidFill>
                <a:latin typeface="Verdana"/>
                <a:cs typeface="Verdana"/>
              </a:rPr>
              <a:t> </a:t>
            </a:r>
            <a:r>
              <a:rPr sz="1400" spc="-65" dirty="0">
                <a:solidFill>
                  <a:srgbClr val="3A3737"/>
                </a:solidFill>
                <a:latin typeface="Verdana"/>
                <a:cs typeface="Verdana"/>
              </a:rPr>
              <a:t>es </a:t>
            </a:r>
            <a:r>
              <a:rPr sz="1400" spc="-409" dirty="0">
                <a:solidFill>
                  <a:srgbClr val="3A3737"/>
                </a:solidFill>
                <a:latin typeface="Verdana"/>
                <a:cs typeface="Verdana"/>
              </a:rPr>
              <a:t> </a:t>
            </a:r>
            <a:r>
              <a:rPr sz="1400" spc="55" dirty="0">
                <a:solidFill>
                  <a:srgbClr val="3A3737"/>
                </a:solidFill>
                <a:latin typeface="Verdana"/>
                <a:cs typeface="Verdana"/>
              </a:rPr>
              <a:t>conocida</a:t>
            </a:r>
            <a:r>
              <a:rPr sz="1400" spc="-75" dirty="0">
                <a:solidFill>
                  <a:srgbClr val="3A3737"/>
                </a:solidFill>
                <a:latin typeface="Verdana"/>
                <a:cs typeface="Verdana"/>
              </a:rPr>
              <a:t> </a:t>
            </a:r>
            <a:r>
              <a:rPr sz="1400" spc="-15" dirty="0">
                <a:solidFill>
                  <a:srgbClr val="3A3737"/>
                </a:solidFill>
                <a:latin typeface="Verdana"/>
                <a:cs typeface="Verdana"/>
              </a:rPr>
              <a:t>por</a:t>
            </a:r>
            <a:r>
              <a:rPr sz="1400" spc="-75" dirty="0">
                <a:solidFill>
                  <a:srgbClr val="3A3737"/>
                </a:solidFill>
                <a:latin typeface="Verdana"/>
                <a:cs typeface="Verdana"/>
              </a:rPr>
              <a:t> </a:t>
            </a:r>
            <a:r>
              <a:rPr sz="1400" spc="10" dirty="0">
                <a:solidFill>
                  <a:srgbClr val="3A3737"/>
                </a:solidFill>
                <a:latin typeface="Verdana"/>
                <a:cs typeface="Verdana"/>
              </a:rPr>
              <a:t>“realidad</a:t>
            </a:r>
            <a:r>
              <a:rPr sz="1400" spc="-105" dirty="0">
                <a:solidFill>
                  <a:srgbClr val="3A3737"/>
                </a:solidFill>
                <a:latin typeface="Verdana"/>
                <a:cs typeface="Verdana"/>
              </a:rPr>
              <a:t> </a:t>
            </a:r>
            <a:r>
              <a:rPr sz="1400" dirty="0">
                <a:solidFill>
                  <a:srgbClr val="3A3737"/>
                </a:solidFill>
                <a:latin typeface="Verdana"/>
                <a:cs typeface="Verdana"/>
              </a:rPr>
              <a:t>enriquecida”.</a:t>
            </a:r>
            <a:endParaRPr sz="1400" dirty="0">
              <a:latin typeface="Verdana"/>
              <a:cs typeface="Verdana"/>
            </a:endParaRPr>
          </a:p>
          <a:p>
            <a:pPr marL="355600" marR="7620" indent="-342900" algn="just">
              <a:lnSpc>
                <a:spcPct val="107200"/>
              </a:lnSpc>
              <a:spcBef>
                <a:spcPts val="795"/>
              </a:spcBef>
              <a:buFont typeface="Symbol"/>
              <a:buChar char=""/>
              <a:tabLst>
                <a:tab pos="355600" algn="l"/>
              </a:tabLst>
            </a:pPr>
            <a:r>
              <a:rPr sz="1400" spc="-15" dirty="0">
                <a:solidFill>
                  <a:srgbClr val="3A3737"/>
                </a:solidFill>
                <a:latin typeface="Verdana"/>
                <a:cs typeface="Verdana"/>
              </a:rPr>
              <a:t>Principalmente</a:t>
            </a:r>
            <a:r>
              <a:rPr sz="1400" spc="-50" dirty="0">
                <a:solidFill>
                  <a:srgbClr val="3A3737"/>
                </a:solidFill>
                <a:latin typeface="Verdana"/>
                <a:cs typeface="Verdana"/>
              </a:rPr>
              <a:t> se</a:t>
            </a:r>
            <a:r>
              <a:rPr sz="1400" spc="-55" dirty="0">
                <a:solidFill>
                  <a:srgbClr val="3A3737"/>
                </a:solidFill>
                <a:latin typeface="Verdana"/>
                <a:cs typeface="Verdana"/>
              </a:rPr>
              <a:t> </a:t>
            </a:r>
            <a:r>
              <a:rPr sz="1400" spc="-60" dirty="0">
                <a:solidFill>
                  <a:srgbClr val="3A3737"/>
                </a:solidFill>
                <a:latin typeface="Verdana"/>
                <a:cs typeface="Verdana"/>
              </a:rPr>
              <a:t>utiliza </a:t>
            </a:r>
            <a:r>
              <a:rPr sz="1400" spc="25" dirty="0">
                <a:solidFill>
                  <a:srgbClr val="3A3737"/>
                </a:solidFill>
                <a:latin typeface="Verdana"/>
                <a:cs typeface="Verdana"/>
              </a:rPr>
              <a:t>para</a:t>
            </a:r>
            <a:r>
              <a:rPr sz="1400" spc="-45" dirty="0">
                <a:solidFill>
                  <a:srgbClr val="3A3737"/>
                </a:solidFill>
                <a:latin typeface="Verdana"/>
                <a:cs typeface="Verdana"/>
              </a:rPr>
              <a:t> </a:t>
            </a:r>
            <a:r>
              <a:rPr sz="1400" spc="-65" dirty="0">
                <a:solidFill>
                  <a:srgbClr val="3A3737"/>
                </a:solidFill>
                <a:latin typeface="Verdana"/>
                <a:cs typeface="Verdana"/>
              </a:rPr>
              <a:t>mostrar</a:t>
            </a:r>
            <a:r>
              <a:rPr sz="1400" spc="-45" dirty="0">
                <a:solidFill>
                  <a:srgbClr val="3A3737"/>
                </a:solidFill>
                <a:latin typeface="Verdana"/>
                <a:cs typeface="Verdana"/>
              </a:rPr>
              <a:t> </a:t>
            </a:r>
            <a:r>
              <a:rPr sz="1400" spc="-10" dirty="0">
                <a:solidFill>
                  <a:srgbClr val="3A3737"/>
                </a:solidFill>
                <a:latin typeface="Verdana"/>
                <a:cs typeface="Verdana"/>
              </a:rPr>
              <a:t>modelos</a:t>
            </a:r>
            <a:r>
              <a:rPr sz="1400" spc="-45" dirty="0">
                <a:solidFill>
                  <a:srgbClr val="3A3737"/>
                </a:solidFill>
                <a:latin typeface="Verdana"/>
                <a:cs typeface="Verdana"/>
              </a:rPr>
              <a:t> </a:t>
            </a:r>
            <a:r>
              <a:rPr sz="1400" spc="-70" dirty="0">
                <a:solidFill>
                  <a:srgbClr val="3A3737"/>
                </a:solidFill>
                <a:latin typeface="Verdana"/>
                <a:cs typeface="Verdana"/>
              </a:rPr>
              <a:t>3D</a:t>
            </a:r>
            <a:r>
              <a:rPr sz="1400" spc="-65" dirty="0">
                <a:solidFill>
                  <a:srgbClr val="3A3737"/>
                </a:solidFill>
                <a:latin typeface="Verdana"/>
                <a:cs typeface="Verdana"/>
              </a:rPr>
              <a:t> </a:t>
            </a:r>
            <a:r>
              <a:rPr sz="1400" spc="55" dirty="0">
                <a:solidFill>
                  <a:srgbClr val="3A3737"/>
                </a:solidFill>
                <a:latin typeface="Verdana"/>
                <a:cs typeface="Verdana"/>
              </a:rPr>
              <a:t>con</a:t>
            </a:r>
            <a:r>
              <a:rPr sz="1400" spc="-30" dirty="0">
                <a:solidFill>
                  <a:srgbClr val="3A3737"/>
                </a:solidFill>
                <a:latin typeface="Verdana"/>
                <a:cs typeface="Verdana"/>
              </a:rPr>
              <a:t> </a:t>
            </a:r>
            <a:r>
              <a:rPr sz="1400" spc="-10" dirty="0">
                <a:solidFill>
                  <a:srgbClr val="3A3737"/>
                </a:solidFill>
                <a:latin typeface="Verdana"/>
                <a:cs typeface="Verdana"/>
              </a:rPr>
              <a:t>animaciones,</a:t>
            </a:r>
            <a:r>
              <a:rPr sz="1400" spc="-65" dirty="0">
                <a:solidFill>
                  <a:srgbClr val="3A3737"/>
                </a:solidFill>
                <a:latin typeface="Verdana"/>
                <a:cs typeface="Verdana"/>
              </a:rPr>
              <a:t> </a:t>
            </a:r>
            <a:r>
              <a:rPr sz="1400" spc="5" dirty="0">
                <a:solidFill>
                  <a:srgbClr val="3A3737"/>
                </a:solidFill>
                <a:latin typeface="Verdana"/>
                <a:cs typeface="Verdana"/>
              </a:rPr>
              <a:t>pero </a:t>
            </a:r>
            <a:r>
              <a:rPr sz="1400" spc="-409" dirty="0">
                <a:solidFill>
                  <a:srgbClr val="3A3737"/>
                </a:solidFill>
                <a:latin typeface="Verdana"/>
                <a:cs typeface="Verdana"/>
              </a:rPr>
              <a:t> </a:t>
            </a:r>
            <a:r>
              <a:rPr sz="1400" spc="-5" dirty="0">
                <a:solidFill>
                  <a:srgbClr val="3A3737"/>
                </a:solidFill>
                <a:latin typeface="Verdana"/>
                <a:cs typeface="Verdana"/>
              </a:rPr>
              <a:t>también </a:t>
            </a:r>
            <a:r>
              <a:rPr sz="1400" spc="-25" dirty="0">
                <a:solidFill>
                  <a:srgbClr val="3A3737"/>
                </a:solidFill>
                <a:latin typeface="Verdana"/>
                <a:cs typeface="Verdana"/>
              </a:rPr>
              <a:t>permite </a:t>
            </a:r>
            <a:r>
              <a:rPr sz="1400" dirty="0">
                <a:solidFill>
                  <a:srgbClr val="3A3737"/>
                </a:solidFill>
                <a:latin typeface="Verdana"/>
                <a:cs typeface="Verdana"/>
              </a:rPr>
              <a:t>añadir </a:t>
            </a:r>
            <a:r>
              <a:rPr sz="1400" spc="-25" dirty="0">
                <a:solidFill>
                  <a:srgbClr val="3A3737"/>
                </a:solidFill>
                <a:latin typeface="Verdana"/>
                <a:cs typeface="Verdana"/>
              </a:rPr>
              <a:t>otro </a:t>
            </a:r>
            <a:r>
              <a:rPr sz="1400" spc="-15" dirty="0">
                <a:solidFill>
                  <a:srgbClr val="3A3737"/>
                </a:solidFill>
                <a:latin typeface="Verdana"/>
                <a:cs typeface="Verdana"/>
              </a:rPr>
              <a:t>tipo </a:t>
            </a:r>
            <a:r>
              <a:rPr sz="1400" spc="70" dirty="0">
                <a:solidFill>
                  <a:srgbClr val="3A3737"/>
                </a:solidFill>
                <a:latin typeface="Verdana"/>
                <a:cs typeface="Verdana"/>
              </a:rPr>
              <a:t>de </a:t>
            </a:r>
            <a:r>
              <a:rPr sz="1400" spc="-20" dirty="0">
                <a:solidFill>
                  <a:srgbClr val="3A3737"/>
                </a:solidFill>
                <a:latin typeface="Verdana"/>
                <a:cs typeface="Verdana"/>
              </a:rPr>
              <a:t>elementos </a:t>
            </a:r>
            <a:r>
              <a:rPr sz="1400" dirty="0">
                <a:solidFill>
                  <a:srgbClr val="3A3737"/>
                </a:solidFill>
                <a:latin typeface="Verdana"/>
                <a:cs typeface="Verdana"/>
              </a:rPr>
              <a:t>como: </a:t>
            </a:r>
            <a:r>
              <a:rPr sz="1400" spc="-65" dirty="0">
                <a:solidFill>
                  <a:srgbClr val="3A3737"/>
                </a:solidFill>
                <a:latin typeface="Verdana"/>
                <a:cs typeface="Verdana"/>
              </a:rPr>
              <a:t>textos, </a:t>
            </a:r>
            <a:r>
              <a:rPr sz="1400" spc="30" dirty="0">
                <a:solidFill>
                  <a:srgbClr val="3A3737"/>
                </a:solidFill>
                <a:latin typeface="Verdana"/>
                <a:cs typeface="Verdana"/>
              </a:rPr>
              <a:t>descarga </a:t>
            </a:r>
            <a:r>
              <a:rPr sz="1400" spc="35" dirty="0">
                <a:solidFill>
                  <a:srgbClr val="3A3737"/>
                </a:solidFill>
                <a:latin typeface="Verdana"/>
                <a:cs typeface="Verdana"/>
              </a:rPr>
              <a:t> </a:t>
            </a:r>
            <a:r>
              <a:rPr sz="1400" spc="75" dirty="0">
                <a:solidFill>
                  <a:srgbClr val="3A3737"/>
                </a:solidFill>
                <a:latin typeface="Verdana"/>
                <a:cs typeface="Verdana"/>
              </a:rPr>
              <a:t>d</a:t>
            </a:r>
            <a:r>
              <a:rPr sz="1400" spc="65" dirty="0">
                <a:solidFill>
                  <a:srgbClr val="3A3737"/>
                </a:solidFill>
                <a:latin typeface="Verdana"/>
                <a:cs typeface="Verdana"/>
              </a:rPr>
              <a:t>e</a:t>
            </a:r>
            <a:r>
              <a:rPr sz="1400" spc="-100" dirty="0">
                <a:solidFill>
                  <a:srgbClr val="3A3737"/>
                </a:solidFill>
                <a:latin typeface="Verdana"/>
                <a:cs typeface="Verdana"/>
              </a:rPr>
              <a:t> </a:t>
            </a:r>
            <a:r>
              <a:rPr sz="1400" spc="90" dirty="0">
                <a:solidFill>
                  <a:srgbClr val="3A3737"/>
                </a:solidFill>
                <a:latin typeface="Verdana"/>
                <a:cs typeface="Verdana"/>
              </a:rPr>
              <a:t>a</a:t>
            </a:r>
            <a:r>
              <a:rPr sz="1400" spc="-20" dirty="0">
                <a:solidFill>
                  <a:srgbClr val="3A3737"/>
                </a:solidFill>
                <a:latin typeface="Verdana"/>
                <a:cs typeface="Verdana"/>
              </a:rPr>
              <a:t>rchiv</a:t>
            </a:r>
            <a:r>
              <a:rPr sz="1400" spc="-35" dirty="0">
                <a:solidFill>
                  <a:srgbClr val="3A3737"/>
                </a:solidFill>
                <a:latin typeface="Verdana"/>
                <a:cs typeface="Verdana"/>
              </a:rPr>
              <a:t>o</a:t>
            </a:r>
            <a:r>
              <a:rPr sz="1400" spc="-165" dirty="0">
                <a:solidFill>
                  <a:srgbClr val="3A3737"/>
                </a:solidFill>
                <a:latin typeface="Verdana"/>
                <a:cs typeface="Verdana"/>
              </a:rPr>
              <a:t>s</a:t>
            </a:r>
            <a:r>
              <a:rPr sz="1400" spc="-110" dirty="0">
                <a:solidFill>
                  <a:srgbClr val="3A3737"/>
                </a:solidFill>
                <a:latin typeface="Verdana"/>
                <a:cs typeface="Verdana"/>
              </a:rPr>
              <a:t>,</a:t>
            </a:r>
            <a:r>
              <a:rPr sz="1400" spc="-60" dirty="0">
                <a:solidFill>
                  <a:srgbClr val="3A3737"/>
                </a:solidFill>
                <a:latin typeface="Verdana"/>
                <a:cs typeface="Verdana"/>
              </a:rPr>
              <a:t> </a:t>
            </a:r>
            <a:r>
              <a:rPr sz="1400" spc="-30" dirty="0">
                <a:solidFill>
                  <a:srgbClr val="3A3737"/>
                </a:solidFill>
                <a:latin typeface="Verdana"/>
                <a:cs typeface="Verdana"/>
              </a:rPr>
              <a:t>m</a:t>
            </a:r>
            <a:r>
              <a:rPr sz="1400" spc="-95" dirty="0">
                <a:solidFill>
                  <a:srgbClr val="3A3737"/>
                </a:solidFill>
                <a:latin typeface="Verdana"/>
                <a:cs typeface="Verdana"/>
              </a:rPr>
              <a:t>ús</a:t>
            </a:r>
            <a:r>
              <a:rPr sz="1400" spc="15" dirty="0">
                <a:solidFill>
                  <a:srgbClr val="3A3737"/>
                </a:solidFill>
                <a:latin typeface="Verdana"/>
                <a:cs typeface="Verdana"/>
              </a:rPr>
              <a:t>i</a:t>
            </a:r>
            <a:r>
              <a:rPr sz="1400" spc="40" dirty="0">
                <a:solidFill>
                  <a:srgbClr val="3A3737"/>
                </a:solidFill>
                <a:latin typeface="Verdana"/>
                <a:cs typeface="Verdana"/>
              </a:rPr>
              <a:t>c</a:t>
            </a:r>
            <a:r>
              <a:rPr sz="1400" spc="90" dirty="0">
                <a:solidFill>
                  <a:srgbClr val="3A3737"/>
                </a:solidFill>
                <a:latin typeface="Verdana"/>
                <a:cs typeface="Verdana"/>
              </a:rPr>
              <a:t>a</a:t>
            </a:r>
            <a:r>
              <a:rPr sz="1400" spc="-105" dirty="0">
                <a:solidFill>
                  <a:srgbClr val="3A3737"/>
                </a:solidFill>
                <a:latin typeface="Verdana"/>
                <a:cs typeface="Verdana"/>
              </a:rPr>
              <a:t>, </a:t>
            </a:r>
            <a:r>
              <a:rPr sz="1400" spc="-70" dirty="0">
                <a:solidFill>
                  <a:srgbClr val="3A3737"/>
                </a:solidFill>
                <a:latin typeface="Verdana"/>
                <a:cs typeface="Verdana"/>
              </a:rPr>
              <a:t>in</a:t>
            </a:r>
            <a:r>
              <a:rPr sz="1400" spc="-85" dirty="0">
                <a:solidFill>
                  <a:srgbClr val="3A3737"/>
                </a:solidFill>
                <a:latin typeface="Verdana"/>
                <a:cs typeface="Verdana"/>
              </a:rPr>
              <a:t>t</a:t>
            </a:r>
            <a:r>
              <a:rPr sz="1400" spc="-50" dirty="0">
                <a:solidFill>
                  <a:srgbClr val="3A3737"/>
                </a:solidFill>
                <a:latin typeface="Verdana"/>
                <a:cs typeface="Verdana"/>
              </a:rPr>
              <a:t>er</a:t>
            </a:r>
            <a:r>
              <a:rPr sz="1400" spc="-45" dirty="0">
                <a:solidFill>
                  <a:srgbClr val="3A3737"/>
                </a:solidFill>
                <a:latin typeface="Verdana"/>
                <a:cs typeface="Verdana"/>
              </a:rPr>
              <a:t>f</a:t>
            </a:r>
            <a:r>
              <a:rPr sz="1400" spc="90" dirty="0">
                <a:solidFill>
                  <a:srgbClr val="3A3737"/>
                </a:solidFill>
                <a:latin typeface="Verdana"/>
                <a:cs typeface="Verdana"/>
              </a:rPr>
              <a:t>a</a:t>
            </a:r>
            <a:r>
              <a:rPr sz="1400" spc="-130" dirty="0">
                <a:solidFill>
                  <a:srgbClr val="3A3737"/>
                </a:solidFill>
                <a:latin typeface="Verdana"/>
                <a:cs typeface="Verdana"/>
              </a:rPr>
              <a:t>z</a:t>
            </a:r>
            <a:r>
              <a:rPr sz="1400" spc="215" dirty="0">
                <a:solidFill>
                  <a:srgbClr val="3A3737"/>
                </a:solidFill>
                <a:latin typeface="Verdana"/>
                <a:cs typeface="Verdana"/>
              </a:rPr>
              <a:t>…</a:t>
            </a:r>
            <a:endParaRPr sz="1400" dirty="0">
              <a:latin typeface="Verdana"/>
              <a:cs typeface="Verdana"/>
            </a:endParaRPr>
          </a:p>
        </p:txBody>
      </p:sp>
      <p:sp>
        <p:nvSpPr>
          <p:cNvPr id="3" name="object 3"/>
          <p:cNvSpPr txBox="1">
            <a:spLocks noGrp="1"/>
          </p:cNvSpPr>
          <p:nvPr>
            <p:ph type="title"/>
          </p:nvPr>
        </p:nvSpPr>
        <p:spPr>
          <a:xfrm>
            <a:off x="1066800" y="273009"/>
            <a:ext cx="4820285" cy="575310"/>
          </a:xfrm>
          <a:prstGeom prst="rect">
            <a:avLst/>
          </a:prstGeom>
        </p:spPr>
        <p:txBody>
          <a:bodyPr vert="horz" wrap="square" lIns="0" tIns="12700" rIns="0" bIns="0" rtlCol="0">
            <a:spAutoFit/>
          </a:bodyPr>
          <a:lstStyle/>
          <a:p>
            <a:pPr marL="12700">
              <a:spcBef>
                <a:spcPts val="100"/>
              </a:spcBef>
            </a:pPr>
            <a:r>
              <a:rPr spc="-65" dirty="0"/>
              <a:t>2.Introducción</a:t>
            </a:r>
            <a:r>
              <a:rPr spc="-55" dirty="0"/>
              <a:t> </a:t>
            </a:r>
            <a:r>
              <a:rPr spc="125" dirty="0"/>
              <a:t>a</a:t>
            </a:r>
            <a:r>
              <a:rPr spc="-25" dirty="0"/>
              <a:t> </a:t>
            </a:r>
            <a:r>
              <a:rPr dirty="0"/>
              <a:t>la</a:t>
            </a:r>
            <a:r>
              <a:rPr spc="-20" dirty="0"/>
              <a:t> </a:t>
            </a:r>
            <a:r>
              <a:rPr spc="-15" dirty="0"/>
              <a:t>Realidad</a:t>
            </a:r>
            <a:r>
              <a:rPr spc="-25" dirty="0"/>
              <a:t> </a:t>
            </a:r>
            <a:r>
              <a:rPr spc="-45" dirty="0"/>
              <a:t>Extendida</a:t>
            </a:r>
          </a:p>
          <a:p>
            <a:pPr marL="469900">
              <a:spcBef>
                <a:spcPts val="5"/>
              </a:spcBef>
            </a:pPr>
            <a:r>
              <a:rPr sz="1600" spc="-30" dirty="0"/>
              <a:t>2.Realidad</a:t>
            </a:r>
            <a:r>
              <a:rPr sz="1600" spc="10" dirty="0"/>
              <a:t> </a:t>
            </a:r>
            <a:r>
              <a:rPr sz="1600" dirty="0"/>
              <a:t>Aumentada </a:t>
            </a:r>
            <a:r>
              <a:rPr sz="1600" spc="-105" dirty="0"/>
              <a:t>(AR)</a:t>
            </a:r>
            <a:endParaRPr sz="1600" dirty="0"/>
          </a:p>
        </p:txBody>
      </p:sp>
      <p:grpSp>
        <p:nvGrpSpPr>
          <p:cNvPr id="4" name="object 4"/>
          <p:cNvGrpSpPr/>
          <p:nvPr/>
        </p:nvGrpSpPr>
        <p:grpSpPr>
          <a:xfrm>
            <a:off x="1709420" y="3146193"/>
            <a:ext cx="2862580" cy="3187065"/>
            <a:chOff x="3233927" y="2878835"/>
            <a:chExt cx="2862580" cy="3187065"/>
          </a:xfrm>
        </p:grpSpPr>
        <p:pic>
          <p:nvPicPr>
            <p:cNvPr id="5" name="object 5"/>
            <p:cNvPicPr/>
            <p:nvPr/>
          </p:nvPicPr>
          <p:blipFill>
            <a:blip r:embed="rId2" cstate="print"/>
            <a:stretch>
              <a:fillRect/>
            </a:stretch>
          </p:blipFill>
          <p:spPr>
            <a:xfrm>
              <a:off x="3233927" y="2878835"/>
              <a:ext cx="2862072" cy="3186684"/>
            </a:xfrm>
            <a:prstGeom prst="rect">
              <a:avLst/>
            </a:prstGeom>
          </p:spPr>
        </p:pic>
        <p:pic>
          <p:nvPicPr>
            <p:cNvPr id="6" name="object 6"/>
            <p:cNvPicPr/>
            <p:nvPr/>
          </p:nvPicPr>
          <p:blipFill>
            <a:blip r:embed="rId3" cstate="print"/>
            <a:stretch>
              <a:fillRect/>
            </a:stretch>
          </p:blipFill>
          <p:spPr>
            <a:xfrm>
              <a:off x="4401311" y="4550663"/>
              <a:ext cx="528827" cy="542544"/>
            </a:xfrm>
            <a:prstGeom prst="rect">
              <a:avLst/>
            </a:prstGeom>
          </p:spPr>
        </p:pic>
      </p:grpSp>
      <p:sp>
        <p:nvSpPr>
          <p:cNvPr id="7" name="object 7"/>
          <p:cNvSpPr txBox="1"/>
          <p:nvPr/>
        </p:nvSpPr>
        <p:spPr>
          <a:xfrm>
            <a:off x="1826897" y="3261764"/>
            <a:ext cx="2625725" cy="361315"/>
          </a:xfrm>
          <a:prstGeom prst="rect">
            <a:avLst/>
          </a:prstGeom>
        </p:spPr>
        <p:txBody>
          <a:bodyPr vert="horz" wrap="square" lIns="0" tIns="13335" rIns="0" bIns="0" rtlCol="0">
            <a:spAutoFit/>
          </a:bodyPr>
          <a:lstStyle/>
          <a:p>
            <a:pPr marL="728980" marR="5080" indent="-716280">
              <a:spcBef>
                <a:spcPts val="105"/>
              </a:spcBef>
            </a:pPr>
            <a:r>
              <a:rPr sz="1100" b="1" dirty="0">
                <a:solidFill>
                  <a:srgbClr val="FFFFFF"/>
                </a:solidFill>
                <a:latin typeface="Tahoma"/>
                <a:cs typeface="Tahoma"/>
              </a:rPr>
              <a:t>Activaciones</a:t>
            </a:r>
            <a:r>
              <a:rPr sz="1100" b="1" spc="-75" dirty="0">
                <a:solidFill>
                  <a:srgbClr val="FFFFFF"/>
                </a:solidFill>
                <a:latin typeface="Tahoma"/>
                <a:cs typeface="Tahoma"/>
              </a:rPr>
              <a:t> </a:t>
            </a:r>
            <a:r>
              <a:rPr sz="1100" b="1" spc="45" dirty="0">
                <a:solidFill>
                  <a:srgbClr val="FFFFFF"/>
                </a:solidFill>
                <a:latin typeface="Tahoma"/>
                <a:cs typeface="Tahoma"/>
              </a:rPr>
              <a:t>de</a:t>
            </a:r>
            <a:r>
              <a:rPr sz="1100" b="1" spc="-50" dirty="0">
                <a:solidFill>
                  <a:srgbClr val="FFFFFF"/>
                </a:solidFill>
                <a:latin typeface="Tahoma"/>
                <a:cs typeface="Tahoma"/>
              </a:rPr>
              <a:t> </a:t>
            </a:r>
            <a:r>
              <a:rPr sz="1100" b="1" spc="-5" dirty="0">
                <a:solidFill>
                  <a:srgbClr val="FFFFFF"/>
                </a:solidFill>
                <a:latin typeface="Tahoma"/>
                <a:cs typeface="Tahoma"/>
              </a:rPr>
              <a:t>Realidad</a:t>
            </a:r>
            <a:r>
              <a:rPr sz="1100" b="1" spc="-65" dirty="0">
                <a:solidFill>
                  <a:srgbClr val="FFFFFF"/>
                </a:solidFill>
                <a:latin typeface="Tahoma"/>
                <a:cs typeface="Tahoma"/>
              </a:rPr>
              <a:t> </a:t>
            </a:r>
            <a:r>
              <a:rPr sz="1100" b="1" spc="5" dirty="0">
                <a:solidFill>
                  <a:srgbClr val="FFFFFF"/>
                </a:solidFill>
                <a:latin typeface="Tahoma"/>
                <a:cs typeface="Tahoma"/>
              </a:rPr>
              <a:t>Aumentada </a:t>
            </a:r>
            <a:r>
              <a:rPr sz="1100" b="1" spc="-305" dirty="0">
                <a:solidFill>
                  <a:srgbClr val="FFFFFF"/>
                </a:solidFill>
                <a:latin typeface="Tahoma"/>
                <a:cs typeface="Tahoma"/>
              </a:rPr>
              <a:t> </a:t>
            </a:r>
            <a:r>
              <a:rPr sz="1100" b="1" spc="-25" dirty="0">
                <a:solidFill>
                  <a:srgbClr val="FFFFFF"/>
                </a:solidFill>
                <a:latin typeface="Tahoma"/>
                <a:cs typeface="Tahoma"/>
              </a:rPr>
              <a:t>sobre </a:t>
            </a:r>
            <a:r>
              <a:rPr sz="1100" b="1" spc="25" dirty="0">
                <a:solidFill>
                  <a:srgbClr val="FFFFFF"/>
                </a:solidFill>
                <a:latin typeface="Tahoma"/>
                <a:cs typeface="Tahoma"/>
              </a:rPr>
              <a:t>packaging</a:t>
            </a:r>
            <a:endParaRPr sz="1100">
              <a:latin typeface="Tahoma"/>
              <a:cs typeface="Tahoma"/>
            </a:endParaRPr>
          </a:p>
        </p:txBody>
      </p:sp>
      <p:grpSp>
        <p:nvGrpSpPr>
          <p:cNvPr id="8" name="object 8"/>
          <p:cNvGrpSpPr/>
          <p:nvPr/>
        </p:nvGrpSpPr>
        <p:grpSpPr>
          <a:xfrm>
            <a:off x="4784852" y="3146193"/>
            <a:ext cx="2872740" cy="3187065"/>
            <a:chOff x="6309359" y="2878835"/>
            <a:chExt cx="2872740" cy="3187065"/>
          </a:xfrm>
        </p:grpSpPr>
        <p:pic>
          <p:nvPicPr>
            <p:cNvPr id="9" name="object 9"/>
            <p:cNvPicPr/>
            <p:nvPr/>
          </p:nvPicPr>
          <p:blipFill>
            <a:blip r:embed="rId4" cstate="print"/>
            <a:stretch>
              <a:fillRect/>
            </a:stretch>
          </p:blipFill>
          <p:spPr>
            <a:xfrm>
              <a:off x="6309359" y="2878835"/>
              <a:ext cx="2872740" cy="3186684"/>
            </a:xfrm>
            <a:prstGeom prst="rect">
              <a:avLst/>
            </a:prstGeom>
          </p:spPr>
        </p:pic>
        <p:pic>
          <p:nvPicPr>
            <p:cNvPr id="10" name="object 10"/>
            <p:cNvPicPr/>
            <p:nvPr/>
          </p:nvPicPr>
          <p:blipFill>
            <a:blip r:embed="rId3" cstate="print"/>
            <a:stretch>
              <a:fillRect/>
            </a:stretch>
          </p:blipFill>
          <p:spPr>
            <a:xfrm>
              <a:off x="7555991" y="4550663"/>
              <a:ext cx="528827" cy="542544"/>
            </a:xfrm>
            <a:prstGeom prst="rect">
              <a:avLst/>
            </a:prstGeom>
          </p:spPr>
        </p:pic>
      </p:grpSp>
      <p:sp>
        <p:nvSpPr>
          <p:cNvPr id="11" name="object 11"/>
          <p:cNvSpPr txBox="1"/>
          <p:nvPr/>
        </p:nvSpPr>
        <p:spPr>
          <a:xfrm>
            <a:off x="4933444" y="3177055"/>
            <a:ext cx="2576195" cy="361315"/>
          </a:xfrm>
          <a:prstGeom prst="rect">
            <a:avLst/>
          </a:prstGeom>
        </p:spPr>
        <p:txBody>
          <a:bodyPr vert="horz" wrap="square" lIns="0" tIns="13335" rIns="0" bIns="0" rtlCol="0">
            <a:spAutoFit/>
          </a:bodyPr>
          <a:lstStyle/>
          <a:p>
            <a:pPr marL="940435" marR="5080" indent="-928369">
              <a:spcBef>
                <a:spcPts val="105"/>
              </a:spcBef>
            </a:pPr>
            <a:r>
              <a:rPr sz="1100" b="1" spc="-5" dirty="0">
                <a:solidFill>
                  <a:srgbClr val="FFFFFF"/>
                </a:solidFill>
                <a:latin typeface="Tahoma"/>
                <a:cs typeface="Tahoma"/>
              </a:rPr>
              <a:t>Espectáculo</a:t>
            </a:r>
            <a:r>
              <a:rPr sz="1100" b="1" spc="-65" dirty="0">
                <a:solidFill>
                  <a:srgbClr val="FFFFFF"/>
                </a:solidFill>
                <a:latin typeface="Tahoma"/>
                <a:cs typeface="Tahoma"/>
              </a:rPr>
              <a:t> </a:t>
            </a:r>
            <a:r>
              <a:rPr sz="1100" b="1" spc="45" dirty="0">
                <a:solidFill>
                  <a:srgbClr val="FFFFFF"/>
                </a:solidFill>
                <a:latin typeface="Tahoma"/>
                <a:cs typeface="Tahoma"/>
              </a:rPr>
              <a:t>de</a:t>
            </a:r>
            <a:r>
              <a:rPr sz="1100" b="1" spc="-40" dirty="0">
                <a:solidFill>
                  <a:srgbClr val="FFFFFF"/>
                </a:solidFill>
                <a:latin typeface="Tahoma"/>
                <a:cs typeface="Tahoma"/>
              </a:rPr>
              <a:t> </a:t>
            </a:r>
            <a:r>
              <a:rPr sz="1100" b="1" spc="-5" dirty="0">
                <a:solidFill>
                  <a:srgbClr val="FFFFFF"/>
                </a:solidFill>
                <a:latin typeface="Tahoma"/>
                <a:cs typeface="Tahoma"/>
              </a:rPr>
              <a:t>Realidad</a:t>
            </a:r>
            <a:r>
              <a:rPr sz="1100" b="1" spc="-60" dirty="0">
                <a:solidFill>
                  <a:srgbClr val="FFFFFF"/>
                </a:solidFill>
                <a:latin typeface="Tahoma"/>
                <a:cs typeface="Tahoma"/>
              </a:rPr>
              <a:t> </a:t>
            </a:r>
            <a:r>
              <a:rPr sz="1100" b="1" spc="5" dirty="0">
                <a:solidFill>
                  <a:srgbClr val="FFFFFF"/>
                </a:solidFill>
                <a:latin typeface="Tahoma"/>
                <a:cs typeface="Tahoma"/>
              </a:rPr>
              <a:t>Aumentada </a:t>
            </a:r>
            <a:r>
              <a:rPr sz="1100" b="1" spc="-310" dirty="0">
                <a:solidFill>
                  <a:srgbClr val="FFFFFF"/>
                </a:solidFill>
                <a:latin typeface="Tahoma"/>
                <a:cs typeface="Tahoma"/>
              </a:rPr>
              <a:t> </a:t>
            </a:r>
            <a:r>
              <a:rPr sz="1100" b="1" dirty="0">
                <a:solidFill>
                  <a:srgbClr val="FFFFFF"/>
                </a:solidFill>
                <a:latin typeface="Tahoma"/>
                <a:cs typeface="Tahoma"/>
              </a:rPr>
              <a:t>en</a:t>
            </a:r>
            <a:r>
              <a:rPr sz="1100" b="1" spc="-20" dirty="0">
                <a:solidFill>
                  <a:srgbClr val="FFFFFF"/>
                </a:solidFill>
                <a:latin typeface="Tahoma"/>
                <a:cs typeface="Tahoma"/>
              </a:rPr>
              <a:t> </a:t>
            </a:r>
            <a:r>
              <a:rPr sz="1100" b="1" spc="-15" dirty="0">
                <a:solidFill>
                  <a:srgbClr val="FFFFFF"/>
                </a:solidFill>
                <a:latin typeface="Tahoma"/>
                <a:cs typeface="Tahoma"/>
              </a:rPr>
              <a:t>directo</a:t>
            </a:r>
            <a:endParaRPr sz="1100">
              <a:latin typeface="Tahoma"/>
              <a:cs typeface="Tahoma"/>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57201" y="1088958"/>
            <a:ext cx="8305799" cy="1937069"/>
          </a:xfrm>
          <a:prstGeom prst="rect">
            <a:avLst/>
          </a:prstGeom>
        </p:spPr>
        <p:txBody>
          <a:bodyPr vert="horz" wrap="square" lIns="0" tIns="13335" rIns="0" bIns="0" rtlCol="0">
            <a:spAutoFit/>
          </a:bodyPr>
          <a:lstStyle/>
          <a:p>
            <a:pPr marL="184785" marR="5715" indent="-172720" algn="just">
              <a:lnSpc>
                <a:spcPct val="107100"/>
              </a:lnSpc>
              <a:spcBef>
                <a:spcPts val="105"/>
              </a:spcBef>
              <a:buFont typeface="Arial MT"/>
              <a:buChar char="•"/>
              <a:tabLst>
                <a:tab pos="185420" algn="l"/>
              </a:tabLst>
            </a:pPr>
            <a:r>
              <a:rPr sz="1600" spc="-10" dirty="0">
                <a:solidFill>
                  <a:srgbClr val="3A3737"/>
                </a:solidFill>
                <a:latin typeface="Verdana"/>
                <a:cs typeface="Verdana"/>
              </a:rPr>
              <a:t>La </a:t>
            </a:r>
            <a:r>
              <a:rPr sz="1600" spc="5" dirty="0">
                <a:solidFill>
                  <a:srgbClr val="3A3737"/>
                </a:solidFill>
                <a:latin typeface="Verdana"/>
                <a:cs typeface="Verdana"/>
              </a:rPr>
              <a:t>realidad </a:t>
            </a:r>
            <a:r>
              <a:rPr sz="1600" spc="-50" dirty="0">
                <a:solidFill>
                  <a:srgbClr val="3A3737"/>
                </a:solidFill>
                <a:latin typeface="Verdana"/>
                <a:cs typeface="Verdana"/>
              </a:rPr>
              <a:t>mixta es </a:t>
            </a:r>
            <a:r>
              <a:rPr sz="1600" spc="-10" dirty="0">
                <a:solidFill>
                  <a:srgbClr val="3A3737"/>
                </a:solidFill>
                <a:latin typeface="Verdana"/>
                <a:cs typeface="Verdana"/>
              </a:rPr>
              <a:t>dentro </a:t>
            </a:r>
            <a:r>
              <a:rPr sz="1600" spc="70" dirty="0">
                <a:solidFill>
                  <a:srgbClr val="3A3737"/>
                </a:solidFill>
                <a:latin typeface="Verdana"/>
                <a:cs typeface="Verdana"/>
              </a:rPr>
              <a:t>de </a:t>
            </a:r>
            <a:r>
              <a:rPr sz="1600" spc="-45" dirty="0">
                <a:solidFill>
                  <a:srgbClr val="3A3737"/>
                </a:solidFill>
                <a:latin typeface="Verdana"/>
                <a:cs typeface="Verdana"/>
              </a:rPr>
              <a:t>las </a:t>
            </a:r>
            <a:r>
              <a:rPr sz="1600" dirty="0">
                <a:solidFill>
                  <a:srgbClr val="3A3737"/>
                </a:solidFill>
                <a:latin typeface="Verdana"/>
                <a:cs typeface="Verdana"/>
              </a:rPr>
              <a:t>tecnologías </a:t>
            </a:r>
            <a:r>
              <a:rPr sz="1600" spc="-65" dirty="0">
                <a:solidFill>
                  <a:srgbClr val="3A3737"/>
                </a:solidFill>
                <a:latin typeface="Verdana"/>
                <a:cs typeface="Verdana"/>
              </a:rPr>
              <a:t>inmersivas </a:t>
            </a:r>
            <a:r>
              <a:rPr sz="1600" spc="15" dirty="0">
                <a:solidFill>
                  <a:srgbClr val="3A3737"/>
                </a:solidFill>
                <a:latin typeface="Verdana"/>
                <a:cs typeface="Verdana"/>
              </a:rPr>
              <a:t>la </a:t>
            </a:r>
            <a:r>
              <a:rPr sz="1600" spc="-35" dirty="0">
                <a:solidFill>
                  <a:srgbClr val="3A3737"/>
                </a:solidFill>
                <a:latin typeface="Verdana"/>
                <a:cs typeface="Verdana"/>
              </a:rPr>
              <a:t>más </a:t>
            </a:r>
            <a:r>
              <a:rPr sz="1600" spc="-5" dirty="0">
                <a:solidFill>
                  <a:srgbClr val="3A3737"/>
                </a:solidFill>
                <a:latin typeface="Verdana"/>
                <a:cs typeface="Verdana"/>
              </a:rPr>
              <a:t>reciente </a:t>
            </a:r>
            <a:r>
              <a:rPr sz="1600" spc="-70" dirty="0">
                <a:solidFill>
                  <a:srgbClr val="3A3737"/>
                </a:solidFill>
                <a:latin typeface="Verdana"/>
                <a:cs typeface="Verdana"/>
              </a:rPr>
              <a:t>y </a:t>
            </a:r>
            <a:r>
              <a:rPr sz="1600" spc="-409" dirty="0">
                <a:solidFill>
                  <a:srgbClr val="3A3737"/>
                </a:solidFill>
                <a:latin typeface="Verdana"/>
                <a:cs typeface="Verdana"/>
              </a:rPr>
              <a:t> </a:t>
            </a:r>
            <a:r>
              <a:rPr sz="1600" spc="15" dirty="0">
                <a:solidFill>
                  <a:srgbClr val="3A3737"/>
                </a:solidFill>
                <a:latin typeface="Verdana"/>
                <a:cs typeface="Verdana"/>
              </a:rPr>
              <a:t>la</a:t>
            </a:r>
            <a:r>
              <a:rPr sz="1600" spc="-100" dirty="0">
                <a:solidFill>
                  <a:srgbClr val="3A3737"/>
                </a:solidFill>
                <a:latin typeface="Verdana"/>
                <a:cs typeface="Verdana"/>
              </a:rPr>
              <a:t> </a:t>
            </a:r>
            <a:r>
              <a:rPr sz="1600" spc="-25" dirty="0">
                <a:solidFill>
                  <a:srgbClr val="3A3737"/>
                </a:solidFill>
                <a:latin typeface="Verdana"/>
                <a:cs typeface="Verdana"/>
              </a:rPr>
              <a:t>menos</a:t>
            </a:r>
            <a:r>
              <a:rPr sz="1600" spc="-85" dirty="0">
                <a:solidFill>
                  <a:srgbClr val="3A3737"/>
                </a:solidFill>
                <a:latin typeface="Verdana"/>
                <a:cs typeface="Verdana"/>
              </a:rPr>
              <a:t> </a:t>
            </a:r>
            <a:r>
              <a:rPr sz="1600" spc="-25" dirty="0">
                <a:solidFill>
                  <a:srgbClr val="3A3737"/>
                </a:solidFill>
                <a:latin typeface="Verdana"/>
                <a:cs typeface="Verdana"/>
              </a:rPr>
              <a:t>desarrollada;</a:t>
            </a:r>
            <a:r>
              <a:rPr sz="1600" spc="-90" dirty="0">
                <a:solidFill>
                  <a:srgbClr val="3A3737"/>
                </a:solidFill>
                <a:latin typeface="Verdana"/>
                <a:cs typeface="Verdana"/>
              </a:rPr>
              <a:t> </a:t>
            </a:r>
            <a:r>
              <a:rPr sz="1600" spc="-100" dirty="0">
                <a:solidFill>
                  <a:srgbClr val="3A3737"/>
                </a:solidFill>
                <a:latin typeface="Verdana"/>
                <a:cs typeface="Verdana"/>
              </a:rPr>
              <a:t>sin</a:t>
            </a:r>
            <a:r>
              <a:rPr sz="1600" spc="-80" dirty="0">
                <a:solidFill>
                  <a:srgbClr val="3A3737"/>
                </a:solidFill>
                <a:latin typeface="Verdana"/>
                <a:cs typeface="Verdana"/>
              </a:rPr>
              <a:t> </a:t>
            </a:r>
            <a:r>
              <a:rPr sz="1600" spc="20" dirty="0">
                <a:solidFill>
                  <a:srgbClr val="3A3737"/>
                </a:solidFill>
                <a:latin typeface="Verdana"/>
                <a:cs typeface="Verdana"/>
              </a:rPr>
              <a:t>embargo</a:t>
            </a:r>
            <a:r>
              <a:rPr sz="1600" spc="-85" dirty="0">
                <a:solidFill>
                  <a:srgbClr val="3A3737"/>
                </a:solidFill>
                <a:latin typeface="Verdana"/>
                <a:cs typeface="Verdana"/>
              </a:rPr>
              <a:t> </a:t>
            </a:r>
            <a:r>
              <a:rPr sz="1600" spc="-50" dirty="0">
                <a:solidFill>
                  <a:srgbClr val="3A3737"/>
                </a:solidFill>
                <a:latin typeface="Verdana"/>
                <a:cs typeface="Verdana"/>
              </a:rPr>
              <a:t>se</a:t>
            </a:r>
            <a:r>
              <a:rPr sz="1600" spc="-85" dirty="0">
                <a:solidFill>
                  <a:srgbClr val="3A3737"/>
                </a:solidFill>
                <a:latin typeface="Verdana"/>
                <a:cs typeface="Verdana"/>
              </a:rPr>
              <a:t> </a:t>
            </a:r>
            <a:r>
              <a:rPr sz="1600" spc="-10" dirty="0">
                <a:solidFill>
                  <a:srgbClr val="3A3737"/>
                </a:solidFill>
                <a:latin typeface="Verdana"/>
                <a:cs typeface="Verdana"/>
              </a:rPr>
              <a:t>espera</a:t>
            </a:r>
            <a:r>
              <a:rPr sz="1600" spc="-90" dirty="0">
                <a:solidFill>
                  <a:srgbClr val="3A3737"/>
                </a:solidFill>
                <a:latin typeface="Verdana"/>
                <a:cs typeface="Verdana"/>
              </a:rPr>
              <a:t> </a:t>
            </a:r>
            <a:r>
              <a:rPr sz="1600" spc="30" dirty="0">
                <a:solidFill>
                  <a:srgbClr val="3A3737"/>
                </a:solidFill>
                <a:latin typeface="Verdana"/>
                <a:cs typeface="Verdana"/>
              </a:rPr>
              <a:t>que</a:t>
            </a:r>
            <a:r>
              <a:rPr sz="1600" spc="-75" dirty="0">
                <a:solidFill>
                  <a:srgbClr val="3A3737"/>
                </a:solidFill>
                <a:latin typeface="Verdana"/>
                <a:cs typeface="Verdana"/>
              </a:rPr>
              <a:t> </a:t>
            </a:r>
            <a:r>
              <a:rPr sz="1600" spc="-5" dirty="0">
                <a:solidFill>
                  <a:srgbClr val="3A3737"/>
                </a:solidFill>
                <a:latin typeface="Verdana"/>
                <a:cs typeface="Verdana"/>
              </a:rPr>
              <a:t>sea</a:t>
            </a:r>
            <a:r>
              <a:rPr sz="1600" spc="-95" dirty="0">
                <a:solidFill>
                  <a:srgbClr val="3A3737"/>
                </a:solidFill>
                <a:latin typeface="Verdana"/>
                <a:cs typeface="Verdana"/>
              </a:rPr>
              <a:t> </a:t>
            </a:r>
            <a:r>
              <a:rPr sz="1600" spc="15" dirty="0">
                <a:solidFill>
                  <a:srgbClr val="3A3737"/>
                </a:solidFill>
                <a:latin typeface="Verdana"/>
                <a:cs typeface="Verdana"/>
              </a:rPr>
              <a:t>la</a:t>
            </a:r>
            <a:r>
              <a:rPr sz="1600" spc="-85" dirty="0">
                <a:solidFill>
                  <a:srgbClr val="3A3737"/>
                </a:solidFill>
                <a:latin typeface="Verdana"/>
                <a:cs typeface="Verdana"/>
              </a:rPr>
              <a:t> </a:t>
            </a:r>
            <a:r>
              <a:rPr sz="1600" spc="-30" dirty="0">
                <a:solidFill>
                  <a:srgbClr val="3A3737"/>
                </a:solidFill>
                <a:latin typeface="Verdana"/>
                <a:cs typeface="Verdana"/>
              </a:rPr>
              <a:t>próxima</a:t>
            </a:r>
            <a:r>
              <a:rPr sz="1600" spc="-85" dirty="0">
                <a:solidFill>
                  <a:srgbClr val="3A3737"/>
                </a:solidFill>
                <a:latin typeface="Verdana"/>
                <a:cs typeface="Verdana"/>
              </a:rPr>
              <a:t> </a:t>
            </a:r>
            <a:r>
              <a:rPr sz="1600" dirty="0">
                <a:solidFill>
                  <a:srgbClr val="3A3737"/>
                </a:solidFill>
                <a:latin typeface="Verdana"/>
                <a:cs typeface="Verdana"/>
              </a:rPr>
              <a:t>evolución </a:t>
            </a:r>
            <a:r>
              <a:rPr sz="1600" spc="-409" dirty="0">
                <a:solidFill>
                  <a:srgbClr val="3A3737"/>
                </a:solidFill>
                <a:latin typeface="Verdana"/>
                <a:cs typeface="Verdana"/>
              </a:rPr>
              <a:t> </a:t>
            </a:r>
            <a:r>
              <a:rPr sz="1600" spc="15" dirty="0">
                <a:solidFill>
                  <a:srgbClr val="3A3737"/>
                </a:solidFill>
                <a:latin typeface="Verdana"/>
                <a:cs typeface="Verdana"/>
              </a:rPr>
              <a:t>en</a:t>
            </a:r>
            <a:r>
              <a:rPr sz="1600" spc="-90" dirty="0">
                <a:solidFill>
                  <a:srgbClr val="3A3737"/>
                </a:solidFill>
                <a:latin typeface="Verdana"/>
                <a:cs typeface="Verdana"/>
              </a:rPr>
              <a:t> </a:t>
            </a:r>
            <a:r>
              <a:rPr sz="1600" spc="20" dirty="0">
                <a:solidFill>
                  <a:srgbClr val="3A3737"/>
                </a:solidFill>
                <a:latin typeface="Verdana"/>
                <a:cs typeface="Verdana"/>
              </a:rPr>
              <a:t>l</a:t>
            </a:r>
            <a:r>
              <a:rPr sz="1600" spc="5" dirty="0">
                <a:solidFill>
                  <a:srgbClr val="3A3737"/>
                </a:solidFill>
                <a:latin typeface="Verdana"/>
                <a:cs typeface="Verdana"/>
              </a:rPr>
              <a:t>a</a:t>
            </a:r>
            <a:r>
              <a:rPr sz="1600" spc="-105" dirty="0">
                <a:solidFill>
                  <a:srgbClr val="3A3737"/>
                </a:solidFill>
                <a:latin typeface="Verdana"/>
                <a:cs typeface="Verdana"/>
              </a:rPr>
              <a:t> </a:t>
            </a:r>
            <a:r>
              <a:rPr sz="1600" spc="-70" dirty="0">
                <a:solidFill>
                  <a:srgbClr val="3A3737"/>
                </a:solidFill>
                <a:latin typeface="Verdana"/>
                <a:cs typeface="Verdana"/>
              </a:rPr>
              <a:t>in</a:t>
            </a:r>
            <a:r>
              <a:rPr sz="1600" spc="-85" dirty="0">
                <a:solidFill>
                  <a:srgbClr val="3A3737"/>
                </a:solidFill>
                <a:latin typeface="Verdana"/>
                <a:cs typeface="Verdana"/>
              </a:rPr>
              <a:t>t</a:t>
            </a:r>
            <a:r>
              <a:rPr sz="1600" dirty="0">
                <a:solidFill>
                  <a:srgbClr val="3A3737"/>
                </a:solidFill>
                <a:latin typeface="Verdana"/>
                <a:cs typeface="Verdana"/>
              </a:rPr>
              <a:t>er</a:t>
            </a:r>
            <a:r>
              <a:rPr sz="1600" spc="-5" dirty="0">
                <a:solidFill>
                  <a:srgbClr val="3A3737"/>
                </a:solidFill>
                <a:latin typeface="Verdana"/>
                <a:cs typeface="Verdana"/>
              </a:rPr>
              <a:t>a</a:t>
            </a:r>
            <a:r>
              <a:rPr sz="1600" spc="150" dirty="0">
                <a:solidFill>
                  <a:srgbClr val="3A3737"/>
                </a:solidFill>
                <a:latin typeface="Verdana"/>
                <a:cs typeface="Verdana"/>
              </a:rPr>
              <a:t>cc</a:t>
            </a:r>
            <a:r>
              <a:rPr sz="1600" spc="-15" dirty="0">
                <a:solidFill>
                  <a:srgbClr val="3A3737"/>
                </a:solidFill>
                <a:latin typeface="Verdana"/>
                <a:cs typeface="Verdana"/>
              </a:rPr>
              <a:t>i</a:t>
            </a:r>
            <a:r>
              <a:rPr sz="1600" spc="-35" dirty="0">
                <a:solidFill>
                  <a:srgbClr val="3A3737"/>
                </a:solidFill>
                <a:latin typeface="Verdana"/>
                <a:cs typeface="Verdana"/>
              </a:rPr>
              <a:t>ó</a:t>
            </a:r>
            <a:r>
              <a:rPr sz="1600" spc="-30" dirty="0">
                <a:solidFill>
                  <a:srgbClr val="3A3737"/>
                </a:solidFill>
                <a:latin typeface="Verdana"/>
                <a:cs typeface="Verdana"/>
              </a:rPr>
              <a:t>n</a:t>
            </a:r>
            <a:r>
              <a:rPr sz="1600" spc="-45" dirty="0">
                <a:solidFill>
                  <a:srgbClr val="3A3737"/>
                </a:solidFill>
                <a:latin typeface="Verdana"/>
                <a:cs typeface="Verdana"/>
              </a:rPr>
              <a:t> </a:t>
            </a:r>
            <a:r>
              <a:rPr sz="1600" spc="-30" dirty="0">
                <a:solidFill>
                  <a:srgbClr val="3A3737"/>
                </a:solidFill>
                <a:latin typeface="Verdana"/>
                <a:cs typeface="Verdana"/>
              </a:rPr>
              <a:t>hum</a:t>
            </a:r>
            <a:r>
              <a:rPr sz="1600" spc="90" dirty="0">
                <a:solidFill>
                  <a:srgbClr val="3A3737"/>
                </a:solidFill>
                <a:latin typeface="Verdana"/>
                <a:cs typeface="Verdana"/>
              </a:rPr>
              <a:t>a</a:t>
            </a:r>
            <a:r>
              <a:rPr sz="1600" spc="35" dirty="0">
                <a:solidFill>
                  <a:srgbClr val="3A3737"/>
                </a:solidFill>
                <a:latin typeface="Verdana"/>
                <a:cs typeface="Verdana"/>
              </a:rPr>
              <a:t>n</a:t>
            </a:r>
            <a:r>
              <a:rPr sz="1600" spc="25" dirty="0">
                <a:solidFill>
                  <a:srgbClr val="3A3737"/>
                </a:solidFill>
                <a:latin typeface="Verdana"/>
                <a:cs typeface="Verdana"/>
              </a:rPr>
              <a:t>a</a:t>
            </a:r>
            <a:r>
              <a:rPr sz="1600" spc="-105" dirty="0">
                <a:solidFill>
                  <a:srgbClr val="3A3737"/>
                </a:solidFill>
                <a:latin typeface="Verdana"/>
                <a:cs typeface="Verdana"/>
              </a:rPr>
              <a:t>,</a:t>
            </a:r>
            <a:r>
              <a:rPr sz="1600" spc="-70" dirty="0">
                <a:solidFill>
                  <a:srgbClr val="3A3737"/>
                </a:solidFill>
                <a:latin typeface="Verdana"/>
                <a:cs typeface="Verdana"/>
              </a:rPr>
              <a:t> </a:t>
            </a:r>
            <a:r>
              <a:rPr sz="1600" spc="-60" dirty="0">
                <a:solidFill>
                  <a:srgbClr val="3A3737"/>
                </a:solidFill>
                <a:latin typeface="Verdana"/>
                <a:cs typeface="Verdana"/>
              </a:rPr>
              <a:t>inf</a:t>
            </a:r>
            <a:r>
              <a:rPr sz="1600" spc="45" dirty="0">
                <a:solidFill>
                  <a:srgbClr val="3A3737"/>
                </a:solidFill>
                <a:latin typeface="Verdana"/>
                <a:cs typeface="Verdana"/>
              </a:rPr>
              <a:t>o</a:t>
            </a:r>
            <a:r>
              <a:rPr sz="1600" spc="-60" dirty="0">
                <a:solidFill>
                  <a:srgbClr val="3A3737"/>
                </a:solidFill>
                <a:latin typeface="Verdana"/>
                <a:cs typeface="Verdana"/>
              </a:rPr>
              <a:t>r</a:t>
            </a:r>
            <a:r>
              <a:rPr sz="1600" spc="-125" dirty="0">
                <a:solidFill>
                  <a:srgbClr val="3A3737"/>
                </a:solidFill>
                <a:latin typeface="Verdana"/>
                <a:cs typeface="Verdana"/>
              </a:rPr>
              <a:t>m</a:t>
            </a:r>
            <a:r>
              <a:rPr sz="1600" spc="90" dirty="0">
                <a:solidFill>
                  <a:srgbClr val="3A3737"/>
                </a:solidFill>
                <a:latin typeface="Verdana"/>
                <a:cs typeface="Verdana"/>
              </a:rPr>
              <a:t>á</a:t>
            </a:r>
            <a:r>
              <a:rPr sz="1600" spc="-95" dirty="0">
                <a:solidFill>
                  <a:srgbClr val="3A3737"/>
                </a:solidFill>
                <a:latin typeface="Verdana"/>
                <a:cs typeface="Verdana"/>
              </a:rPr>
              <a:t>t</a:t>
            </a:r>
            <a:r>
              <a:rPr sz="1600" spc="15" dirty="0">
                <a:solidFill>
                  <a:srgbClr val="3A3737"/>
                </a:solidFill>
                <a:latin typeface="Verdana"/>
                <a:cs typeface="Verdana"/>
              </a:rPr>
              <a:t>i</a:t>
            </a:r>
            <a:r>
              <a:rPr sz="1600" spc="40" dirty="0">
                <a:solidFill>
                  <a:srgbClr val="3A3737"/>
                </a:solidFill>
                <a:latin typeface="Verdana"/>
                <a:cs typeface="Verdana"/>
              </a:rPr>
              <a:t>c</a:t>
            </a:r>
            <a:r>
              <a:rPr sz="1600" spc="95" dirty="0">
                <a:solidFill>
                  <a:srgbClr val="3A3737"/>
                </a:solidFill>
                <a:latin typeface="Verdana"/>
                <a:cs typeface="Verdana"/>
              </a:rPr>
              <a:t>a</a:t>
            </a:r>
            <a:r>
              <a:rPr sz="1600" spc="-55" dirty="0">
                <a:solidFill>
                  <a:srgbClr val="3A3737"/>
                </a:solidFill>
                <a:latin typeface="Verdana"/>
                <a:cs typeface="Verdana"/>
              </a:rPr>
              <a:t> </a:t>
            </a:r>
            <a:r>
              <a:rPr sz="1600" spc="-70" dirty="0">
                <a:solidFill>
                  <a:srgbClr val="3A3737"/>
                </a:solidFill>
                <a:latin typeface="Verdana"/>
                <a:cs typeface="Verdana"/>
              </a:rPr>
              <a:t>y</a:t>
            </a:r>
            <a:r>
              <a:rPr sz="1600" spc="-85" dirty="0">
                <a:solidFill>
                  <a:srgbClr val="3A3737"/>
                </a:solidFill>
                <a:latin typeface="Verdana"/>
                <a:cs typeface="Verdana"/>
              </a:rPr>
              <a:t> </a:t>
            </a:r>
            <a:r>
              <a:rPr sz="1600" spc="70" dirty="0">
                <a:solidFill>
                  <a:srgbClr val="3A3737"/>
                </a:solidFill>
                <a:latin typeface="Verdana"/>
                <a:cs typeface="Verdana"/>
              </a:rPr>
              <a:t>d</a:t>
            </a:r>
            <a:r>
              <a:rPr sz="1600" spc="-15" dirty="0">
                <a:solidFill>
                  <a:srgbClr val="3A3737"/>
                </a:solidFill>
                <a:latin typeface="Verdana"/>
                <a:cs typeface="Verdana"/>
              </a:rPr>
              <a:t>el</a:t>
            </a:r>
            <a:r>
              <a:rPr sz="1600" spc="-100" dirty="0">
                <a:solidFill>
                  <a:srgbClr val="3A3737"/>
                </a:solidFill>
                <a:latin typeface="Verdana"/>
                <a:cs typeface="Verdana"/>
              </a:rPr>
              <a:t> </a:t>
            </a:r>
            <a:r>
              <a:rPr sz="1600" spc="-15" dirty="0">
                <a:solidFill>
                  <a:srgbClr val="3A3737"/>
                </a:solidFill>
                <a:latin typeface="Verdana"/>
                <a:cs typeface="Verdana"/>
              </a:rPr>
              <a:t>en</a:t>
            </a:r>
            <a:r>
              <a:rPr sz="1600" spc="-35" dirty="0">
                <a:solidFill>
                  <a:srgbClr val="3A3737"/>
                </a:solidFill>
                <a:latin typeface="Verdana"/>
                <a:cs typeface="Verdana"/>
              </a:rPr>
              <a:t>t</a:t>
            </a:r>
            <a:r>
              <a:rPr sz="1600" spc="45" dirty="0">
                <a:solidFill>
                  <a:srgbClr val="3A3737"/>
                </a:solidFill>
                <a:latin typeface="Verdana"/>
                <a:cs typeface="Verdana"/>
              </a:rPr>
              <a:t>o</a:t>
            </a:r>
            <a:r>
              <a:rPr sz="1600" spc="-40" dirty="0">
                <a:solidFill>
                  <a:srgbClr val="3A3737"/>
                </a:solidFill>
                <a:latin typeface="Verdana"/>
                <a:cs typeface="Verdana"/>
              </a:rPr>
              <a:t>rn</a:t>
            </a:r>
            <a:r>
              <a:rPr sz="1600" spc="-50" dirty="0">
                <a:solidFill>
                  <a:srgbClr val="3A3737"/>
                </a:solidFill>
                <a:latin typeface="Verdana"/>
                <a:cs typeface="Verdana"/>
              </a:rPr>
              <a:t>o</a:t>
            </a:r>
            <a:r>
              <a:rPr sz="1600" spc="-105" dirty="0">
                <a:solidFill>
                  <a:srgbClr val="3A3737"/>
                </a:solidFill>
                <a:latin typeface="Verdana"/>
                <a:cs typeface="Verdana"/>
              </a:rPr>
              <a:t>.</a:t>
            </a:r>
            <a:endParaRPr sz="1600">
              <a:latin typeface="Verdana"/>
              <a:cs typeface="Verdana"/>
            </a:endParaRPr>
          </a:p>
          <a:p>
            <a:pPr marL="184785" marR="5080" indent="-172720" algn="just">
              <a:lnSpc>
                <a:spcPct val="107300"/>
              </a:lnSpc>
              <a:spcBef>
                <a:spcPts val="795"/>
              </a:spcBef>
              <a:buFont typeface="Arial MT"/>
              <a:buChar char="•"/>
              <a:tabLst>
                <a:tab pos="185420" algn="l"/>
              </a:tabLst>
            </a:pPr>
            <a:r>
              <a:rPr sz="1600" spc="-75" dirty="0">
                <a:solidFill>
                  <a:srgbClr val="3A3737"/>
                </a:solidFill>
                <a:latin typeface="Verdana"/>
                <a:cs typeface="Verdana"/>
              </a:rPr>
              <a:t>En </a:t>
            </a:r>
            <a:r>
              <a:rPr sz="1600" spc="-5" dirty="0">
                <a:solidFill>
                  <a:srgbClr val="3A3737"/>
                </a:solidFill>
                <a:latin typeface="Verdana"/>
                <a:cs typeface="Verdana"/>
              </a:rPr>
              <a:t>esencia, </a:t>
            </a:r>
            <a:r>
              <a:rPr sz="1600" spc="15" dirty="0">
                <a:solidFill>
                  <a:srgbClr val="3A3737"/>
                </a:solidFill>
                <a:latin typeface="Verdana"/>
                <a:cs typeface="Verdana"/>
              </a:rPr>
              <a:t>la </a:t>
            </a:r>
            <a:r>
              <a:rPr sz="1600" spc="10" dirty="0">
                <a:solidFill>
                  <a:srgbClr val="3A3737"/>
                </a:solidFill>
                <a:latin typeface="Verdana"/>
                <a:cs typeface="Verdana"/>
              </a:rPr>
              <a:t>Realidad </a:t>
            </a:r>
            <a:r>
              <a:rPr sz="1600" spc="-25" dirty="0">
                <a:solidFill>
                  <a:srgbClr val="3A3737"/>
                </a:solidFill>
                <a:latin typeface="Verdana"/>
                <a:cs typeface="Verdana"/>
              </a:rPr>
              <a:t>Mixta </a:t>
            </a:r>
            <a:r>
              <a:rPr sz="1600" spc="-50" dirty="0">
                <a:solidFill>
                  <a:srgbClr val="3A3737"/>
                </a:solidFill>
                <a:latin typeface="Verdana"/>
                <a:cs typeface="Verdana"/>
              </a:rPr>
              <a:t>es </a:t>
            </a:r>
            <a:r>
              <a:rPr sz="1600" spc="15" dirty="0">
                <a:solidFill>
                  <a:srgbClr val="3A3737"/>
                </a:solidFill>
                <a:latin typeface="Verdana"/>
                <a:cs typeface="Verdana"/>
              </a:rPr>
              <a:t>la </a:t>
            </a:r>
            <a:r>
              <a:rPr sz="1600" spc="-40" dirty="0">
                <a:solidFill>
                  <a:srgbClr val="3A3737"/>
                </a:solidFill>
                <a:latin typeface="Verdana"/>
                <a:cs typeface="Verdana"/>
              </a:rPr>
              <a:t>suma resultante </a:t>
            </a:r>
            <a:r>
              <a:rPr sz="1600" spc="70" dirty="0">
                <a:solidFill>
                  <a:srgbClr val="3A3737"/>
                </a:solidFill>
                <a:latin typeface="Verdana"/>
                <a:cs typeface="Verdana"/>
              </a:rPr>
              <a:t>de </a:t>
            </a:r>
            <a:r>
              <a:rPr sz="1600" spc="-15" dirty="0">
                <a:solidFill>
                  <a:srgbClr val="3A3737"/>
                </a:solidFill>
                <a:latin typeface="Verdana"/>
                <a:cs typeface="Verdana"/>
              </a:rPr>
              <a:t>mezclar </a:t>
            </a:r>
            <a:r>
              <a:rPr sz="1600" spc="-20" dirty="0">
                <a:solidFill>
                  <a:srgbClr val="3A3737"/>
                </a:solidFill>
                <a:latin typeface="Verdana"/>
                <a:cs typeface="Verdana"/>
              </a:rPr>
              <a:t>el </a:t>
            </a:r>
            <a:r>
              <a:rPr sz="1600" b="1" spc="-10" dirty="0">
                <a:solidFill>
                  <a:srgbClr val="3A3737"/>
                </a:solidFill>
                <a:latin typeface="Tahoma"/>
                <a:cs typeface="Tahoma"/>
              </a:rPr>
              <a:t>mundo </a:t>
            </a:r>
            <a:r>
              <a:rPr sz="1600" b="1" spc="-5" dirty="0">
                <a:solidFill>
                  <a:srgbClr val="3A3737"/>
                </a:solidFill>
                <a:latin typeface="Tahoma"/>
                <a:cs typeface="Tahoma"/>
              </a:rPr>
              <a:t> </a:t>
            </a:r>
            <a:r>
              <a:rPr sz="1600" b="1" spc="-35" dirty="0">
                <a:solidFill>
                  <a:srgbClr val="3A3737"/>
                </a:solidFill>
                <a:latin typeface="Tahoma"/>
                <a:cs typeface="Tahoma"/>
              </a:rPr>
              <a:t>físico</a:t>
            </a:r>
            <a:r>
              <a:rPr sz="1600" b="1" spc="-30" dirty="0">
                <a:solidFill>
                  <a:srgbClr val="3A3737"/>
                </a:solidFill>
                <a:latin typeface="Tahoma"/>
                <a:cs typeface="Tahoma"/>
              </a:rPr>
              <a:t> </a:t>
            </a:r>
            <a:r>
              <a:rPr sz="1600" b="1" spc="30" dirty="0">
                <a:solidFill>
                  <a:srgbClr val="3A3737"/>
                </a:solidFill>
                <a:latin typeface="Tahoma"/>
                <a:cs typeface="Tahoma"/>
              </a:rPr>
              <a:t>con</a:t>
            </a:r>
            <a:r>
              <a:rPr sz="1600" b="1" spc="35" dirty="0">
                <a:solidFill>
                  <a:srgbClr val="3A3737"/>
                </a:solidFill>
                <a:latin typeface="Tahoma"/>
                <a:cs typeface="Tahoma"/>
              </a:rPr>
              <a:t> </a:t>
            </a:r>
            <a:r>
              <a:rPr sz="1600" b="1" spc="-15" dirty="0">
                <a:solidFill>
                  <a:srgbClr val="3A3737"/>
                </a:solidFill>
                <a:latin typeface="Tahoma"/>
                <a:cs typeface="Tahoma"/>
              </a:rPr>
              <a:t>el</a:t>
            </a:r>
            <a:r>
              <a:rPr sz="1600" b="1" spc="-10" dirty="0">
                <a:solidFill>
                  <a:srgbClr val="3A3737"/>
                </a:solidFill>
                <a:latin typeface="Tahoma"/>
                <a:cs typeface="Tahoma"/>
              </a:rPr>
              <a:t> mundo</a:t>
            </a:r>
            <a:r>
              <a:rPr sz="1600" b="1" spc="-5" dirty="0">
                <a:solidFill>
                  <a:srgbClr val="3A3737"/>
                </a:solidFill>
                <a:latin typeface="Tahoma"/>
                <a:cs typeface="Tahoma"/>
              </a:rPr>
              <a:t> </a:t>
            </a:r>
            <a:r>
              <a:rPr sz="1600" b="1" spc="-45" dirty="0">
                <a:solidFill>
                  <a:srgbClr val="3A3737"/>
                </a:solidFill>
                <a:latin typeface="Tahoma"/>
                <a:cs typeface="Tahoma"/>
              </a:rPr>
              <a:t>digital</a:t>
            </a:r>
            <a:r>
              <a:rPr sz="1600" spc="-45" dirty="0">
                <a:solidFill>
                  <a:srgbClr val="3A3737"/>
                </a:solidFill>
                <a:latin typeface="Verdana"/>
                <a:cs typeface="Verdana"/>
              </a:rPr>
              <a:t>.</a:t>
            </a:r>
            <a:r>
              <a:rPr sz="1600" spc="-40" dirty="0">
                <a:solidFill>
                  <a:srgbClr val="3A3737"/>
                </a:solidFill>
                <a:latin typeface="Verdana"/>
                <a:cs typeface="Verdana"/>
              </a:rPr>
              <a:t> </a:t>
            </a:r>
            <a:r>
              <a:rPr sz="1600" spc="-140" dirty="0">
                <a:solidFill>
                  <a:srgbClr val="3A3737"/>
                </a:solidFill>
                <a:latin typeface="Verdana"/>
                <a:cs typeface="Verdana"/>
              </a:rPr>
              <a:t>Es</a:t>
            </a:r>
            <a:r>
              <a:rPr sz="1600" spc="-135" dirty="0">
                <a:solidFill>
                  <a:srgbClr val="3A3737"/>
                </a:solidFill>
                <a:latin typeface="Verdana"/>
                <a:cs typeface="Verdana"/>
              </a:rPr>
              <a:t> </a:t>
            </a:r>
            <a:r>
              <a:rPr sz="1600" spc="-15" dirty="0">
                <a:solidFill>
                  <a:srgbClr val="3A3737"/>
                </a:solidFill>
                <a:latin typeface="Verdana"/>
                <a:cs typeface="Verdana"/>
              </a:rPr>
              <a:t>decir,</a:t>
            </a:r>
            <a:r>
              <a:rPr sz="1600" spc="-10" dirty="0">
                <a:solidFill>
                  <a:srgbClr val="3A3737"/>
                </a:solidFill>
                <a:latin typeface="Verdana"/>
                <a:cs typeface="Verdana"/>
              </a:rPr>
              <a:t> </a:t>
            </a:r>
            <a:r>
              <a:rPr sz="1600" spc="30" dirty="0">
                <a:solidFill>
                  <a:srgbClr val="3A3737"/>
                </a:solidFill>
                <a:latin typeface="Verdana"/>
                <a:cs typeface="Verdana"/>
              </a:rPr>
              <a:t>que </a:t>
            </a:r>
            <a:r>
              <a:rPr sz="1600" spc="55" dirty="0">
                <a:solidFill>
                  <a:srgbClr val="3A3737"/>
                </a:solidFill>
                <a:latin typeface="Verdana"/>
                <a:cs typeface="Verdana"/>
              </a:rPr>
              <a:t>como </a:t>
            </a:r>
            <a:r>
              <a:rPr sz="1600" spc="-40" dirty="0">
                <a:solidFill>
                  <a:srgbClr val="3A3737"/>
                </a:solidFill>
                <a:latin typeface="Verdana"/>
                <a:cs typeface="Verdana"/>
              </a:rPr>
              <a:t>individuos</a:t>
            </a:r>
            <a:r>
              <a:rPr sz="1600" spc="-35" dirty="0">
                <a:solidFill>
                  <a:srgbClr val="3A3737"/>
                </a:solidFill>
                <a:latin typeface="Verdana"/>
                <a:cs typeface="Verdana"/>
              </a:rPr>
              <a:t> </a:t>
            </a:r>
            <a:r>
              <a:rPr sz="1600" spc="15" dirty="0">
                <a:solidFill>
                  <a:srgbClr val="3A3737"/>
                </a:solidFill>
                <a:latin typeface="Verdana"/>
                <a:cs typeface="Verdana"/>
              </a:rPr>
              <a:t>podamos </a:t>
            </a:r>
            <a:r>
              <a:rPr sz="1600" spc="20" dirty="0">
                <a:solidFill>
                  <a:srgbClr val="3A3737"/>
                </a:solidFill>
                <a:latin typeface="Verdana"/>
                <a:cs typeface="Verdana"/>
              </a:rPr>
              <a:t> </a:t>
            </a:r>
            <a:r>
              <a:rPr sz="1600" spc="-15" dirty="0">
                <a:solidFill>
                  <a:srgbClr val="3A3737"/>
                </a:solidFill>
                <a:latin typeface="Verdana"/>
                <a:cs typeface="Verdana"/>
              </a:rPr>
              <a:t>relacionarnos </a:t>
            </a:r>
            <a:r>
              <a:rPr sz="1600" spc="55" dirty="0">
                <a:solidFill>
                  <a:srgbClr val="3A3737"/>
                </a:solidFill>
                <a:latin typeface="Verdana"/>
                <a:cs typeface="Verdana"/>
              </a:rPr>
              <a:t>con </a:t>
            </a:r>
            <a:r>
              <a:rPr sz="1600" spc="15" dirty="0">
                <a:solidFill>
                  <a:srgbClr val="3A3737"/>
                </a:solidFill>
                <a:latin typeface="Verdana"/>
                <a:cs typeface="Verdana"/>
              </a:rPr>
              <a:t>la </a:t>
            </a:r>
            <a:r>
              <a:rPr sz="1600" spc="-15" dirty="0">
                <a:solidFill>
                  <a:srgbClr val="3A3737"/>
                </a:solidFill>
                <a:latin typeface="Verdana"/>
                <a:cs typeface="Verdana"/>
              </a:rPr>
              <a:t>información </a:t>
            </a:r>
            <a:r>
              <a:rPr sz="1600" spc="-20" dirty="0">
                <a:solidFill>
                  <a:srgbClr val="3A3737"/>
                </a:solidFill>
                <a:latin typeface="Verdana"/>
                <a:cs typeface="Verdana"/>
              </a:rPr>
              <a:t>digital </a:t>
            </a:r>
            <a:r>
              <a:rPr sz="1600" spc="-70" dirty="0">
                <a:solidFill>
                  <a:srgbClr val="3A3737"/>
                </a:solidFill>
                <a:latin typeface="Verdana"/>
                <a:cs typeface="Verdana"/>
              </a:rPr>
              <a:t>y </a:t>
            </a:r>
            <a:r>
              <a:rPr sz="1600" spc="-60" dirty="0">
                <a:solidFill>
                  <a:srgbClr val="3A3737"/>
                </a:solidFill>
                <a:latin typeface="Verdana"/>
                <a:cs typeface="Verdana"/>
              </a:rPr>
              <a:t>virtual </a:t>
            </a:r>
            <a:r>
              <a:rPr sz="1600" spc="-5" dirty="0">
                <a:solidFill>
                  <a:srgbClr val="3A3737"/>
                </a:solidFill>
                <a:latin typeface="Verdana"/>
                <a:cs typeface="Verdana"/>
              </a:rPr>
              <a:t>al </a:t>
            </a:r>
            <a:r>
              <a:rPr sz="1600" spc="-55" dirty="0">
                <a:solidFill>
                  <a:srgbClr val="3A3737"/>
                </a:solidFill>
                <a:latin typeface="Verdana"/>
                <a:cs typeface="Verdana"/>
              </a:rPr>
              <a:t>mismo </a:t>
            </a:r>
            <a:r>
              <a:rPr sz="1600" spc="-10" dirty="0">
                <a:solidFill>
                  <a:srgbClr val="3A3737"/>
                </a:solidFill>
                <a:latin typeface="Verdana"/>
                <a:cs typeface="Verdana"/>
              </a:rPr>
              <a:t>tiempo </a:t>
            </a:r>
            <a:r>
              <a:rPr sz="1600" spc="35" dirty="0">
                <a:solidFill>
                  <a:srgbClr val="3A3737"/>
                </a:solidFill>
                <a:latin typeface="Verdana"/>
                <a:cs typeface="Verdana"/>
              </a:rPr>
              <a:t>que </a:t>
            </a:r>
            <a:r>
              <a:rPr sz="1600" spc="55" dirty="0">
                <a:solidFill>
                  <a:srgbClr val="3A3737"/>
                </a:solidFill>
                <a:latin typeface="Verdana"/>
                <a:cs typeface="Verdana"/>
              </a:rPr>
              <a:t>con </a:t>
            </a:r>
            <a:r>
              <a:rPr sz="1600" spc="60" dirty="0">
                <a:solidFill>
                  <a:srgbClr val="3A3737"/>
                </a:solidFill>
                <a:latin typeface="Verdana"/>
                <a:cs typeface="Verdana"/>
              </a:rPr>
              <a:t> </a:t>
            </a:r>
            <a:r>
              <a:rPr sz="1600" spc="-15" dirty="0">
                <a:solidFill>
                  <a:srgbClr val="3A3737"/>
                </a:solidFill>
                <a:latin typeface="Verdana"/>
                <a:cs typeface="Verdana"/>
              </a:rPr>
              <a:t>el</a:t>
            </a:r>
            <a:r>
              <a:rPr sz="1600" spc="-100" dirty="0">
                <a:solidFill>
                  <a:srgbClr val="3A3737"/>
                </a:solidFill>
                <a:latin typeface="Verdana"/>
                <a:cs typeface="Verdana"/>
              </a:rPr>
              <a:t> </a:t>
            </a:r>
            <a:r>
              <a:rPr sz="1600" spc="-20" dirty="0">
                <a:solidFill>
                  <a:srgbClr val="3A3737"/>
                </a:solidFill>
                <a:latin typeface="Verdana"/>
                <a:cs typeface="Verdana"/>
              </a:rPr>
              <a:t>entorno</a:t>
            </a:r>
            <a:r>
              <a:rPr sz="1600" spc="-35" dirty="0">
                <a:solidFill>
                  <a:srgbClr val="3A3737"/>
                </a:solidFill>
                <a:latin typeface="Verdana"/>
                <a:cs typeface="Verdana"/>
              </a:rPr>
              <a:t> </a:t>
            </a:r>
            <a:r>
              <a:rPr sz="1600" spc="-30" dirty="0">
                <a:solidFill>
                  <a:srgbClr val="3A3737"/>
                </a:solidFill>
                <a:latin typeface="Verdana"/>
                <a:cs typeface="Verdana"/>
              </a:rPr>
              <a:t>físico</a:t>
            </a:r>
            <a:r>
              <a:rPr sz="1600" spc="-114" dirty="0">
                <a:solidFill>
                  <a:srgbClr val="3A3737"/>
                </a:solidFill>
                <a:latin typeface="Verdana"/>
                <a:cs typeface="Verdana"/>
              </a:rPr>
              <a:t> </a:t>
            </a:r>
            <a:r>
              <a:rPr sz="1600" spc="70" dirty="0">
                <a:solidFill>
                  <a:srgbClr val="3A3737"/>
                </a:solidFill>
                <a:latin typeface="Verdana"/>
                <a:cs typeface="Verdana"/>
              </a:rPr>
              <a:t>de</a:t>
            </a:r>
            <a:r>
              <a:rPr sz="1600" spc="-100" dirty="0">
                <a:solidFill>
                  <a:srgbClr val="3A3737"/>
                </a:solidFill>
                <a:latin typeface="Verdana"/>
                <a:cs typeface="Verdana"/>
              </a:rPr>
              <a:t> </a:t>
            </a:r>
            <a:r>
              <a:rPr sz="1600" spc="10" dirty="0">
                <a:solidFill>
                  <a:srgbClr val="3A3737"/>
                </a:solidFill>
                <a:latin typeface="Verdana"/>
                <a:cs typeface="Verdana"/>
              </a:rPr>
              <a:t>una</a:t>
            </a:r>
            <a:r>
              <a:rPr sz="1600" spc="-75" dirty="0">
                <a:solidFill>
                  <a:srgbClr val="3A3737"/>
                </a:solidFill>
                <a:latin typeface="Verdana"/>
                <a:cs typeface="Verdana"/>
              </a:rPr>
              <a:t> </a:t>
            </a:r>
            <a:r>
              <a:rPr sz="1600" spc="5" dirty="0">
                <a:solidFill>
                  <a:srgbClr val="3A3737"/>
                </a:solidFill>
                <a:latin typeface="Verdana"/>
                <a:cs typeface="Verdana"/>
              </a:rPr>
              <a:t>manera</a:t>
            </a:r>
            <a:r>
              <a:rPr sz="1600" spc="-80" dirty="0">
                <a:solidFill>
                  <a:srgbClr val="3A3737"/>
                </a:solidFill>
                <a:latin typeface="Verdana"/>
                <a:cs typeface="Verdana"/>
              </a:rPr>
              <a:t> </a:t>
            </a:r>
            <a:r>
              <a:rPr sz="1600" spc="-30" dirty="0">
                <a:solidFill>
                  <a:srgbClr val="3A3737"/>
                </a:solidFill>
                <a:latin typeface="Verdana"/>
                <a:cs typeface="Verdana"/>
              </a:rPr>
              <a:t>transparente </a:t>
            </a:r>
            <a:r>
              <a:rPr sz="1600" spc="-70" dirty="0">
                <a:solidFill>
                  <a:srgbClr val="3A3737"/>
                </a:solidFill>
                <a:latin typeface="Verdana"/>
                <a:cs typeface="Verdana"/>
              </a:rPr>
              <a:t>y</a:t>
            </a:r>
            <a:r>
              <a:rPr sz="1600" spc="-90" dirty="0">
                <a:solidFill>
                  <a:srgbClr val="3A3737"/>
                </a:solidFill>
                <a:latin typeface="Verdana"/>
                <a:cs typeface="Verdana"/>
              </a:rPr>
              <a:t> </a:t>
            </a:r>
            <a:r>
              <a:rPr sz="1600" spc="-100" dirty="0">
                <a:solidFill>
                  <a:srgbClr val="3A3737"/>
                </a:solidFill>
                <a:latin typeface="Verdana"/>
                <a:cs typeface="Verdana"/>
              </a:rPr>
              <a:t>sin</a:t>
            </a:r>
            <a:r>
              <a:rPr sz="1600" spc="-85" dirty="0">
                <a:solidFill>
                  <a:srgbClr val="3A3737"/>
                </a:solidFill>
                <a:latin typeface="Verdana"/>
                <a:cs typeface="Verdana"/>
              </a:rPr>
              <a:t> </a:t>
            </a:r>
            <a:r>
              <a:rPr sz="1600" spc="-35" dirty="0">
                <a:solidFill>
                  <a:srgbClr val="3A3737"/>
                </a:solidFill>
                <a:latin typeface="Verdana"/>
                <a:cs typeface="Verdana"/>
              </a:rPr>
              <a:t>interrupciones.</a:t>
            </a:r>
            <a:endParaRPr sz="1600">
              <a:latin typeface="Verdana"/>
              <a:cs typeface="Verdana"/>
            </a:endParaRPr>
          </a:p>
        </p:txBody>
      </p:sp>
      <p:sp>
        <p:nvSpPr>
          <p:cNvPr id="3" name="object 3"/>
          <p:cNvSpPr txBox="1">
            <a:spLocks noGrp="1"/>
          </p:cNvSpPr>
          <p:nvPr>
            <p:ph type="title"/>
          </p:nvPr>
        </p:nvSpPr>
        <p:spPr>
          <a:xfrm>
            <a:off x="1371600" y="178225"/>
            <a:ext cx="4820285" cy="575310"/>
          </a:xfrm>
          <a:prstGeom prst="rect">
            <a:avLst/>
          </a:prstGeom>
        </p:spPr>
        <p:txBody>
          <a:bodyPr vert="horz" wrap="square" lIns="0" tIns="12700" rIns="0" bIns="0" rtlCol="0">
            <a:spAutoFit/>
          </a:bodyPr>
          <a:lstStyle/>
          <a:p>
            <a:pPr marL="226695" indent="-214629">
              <a:spcBef>
                <a:spcPts val="100"/>
              </a:spcBef>
              <a:buSzPct val="95000"/>
              <a:buAutoNum type="arabicPeriod" startAt="2"/>
              <a:tabLst>
                <a:tab pos="227329" algn="l"/>
              </a:tabLst>
            </a:pPr>
            <a:r>
              <a:rPr spc="-55" dirty="0"/>
              <a:t>Introducción</a:t>
            </a:r>
            <a:r>
              <a:rPr spc="-65" dirty="0"/>
              <a:t> </a:t>
            </a:r>
            <a:r>
              <a:rPr spc="125" dirty="0"/>
              <a:t>a</a:t>
            </a:r>
            <a:r>
              <a:rPr spc="-30" dirty="0"/>
              <a:t> </a:t>
            </a:r>
            <a:r>
              <a:rPr dirty="0"/>
              <a:t>la</a:t>
            </a:r>
            <a:r>
              <a:rPr spc="-30" dirty="0"/>
              <a:t> </a:t>
            </a:r>
            <a:r>
              <a:rPr spc="-15" dirty="0"/>
              <a:t>Realidad</a:t>
            </a:r>
            <a:r>
              <a:rPr spc="-30" dirty="0"/>
              <a:t> </a:t>
            </a:r>
            <a:r>
              <a:rPr spc="-45" dirty="0"/>
              <a:t>Extendida</a:t>
            </a:r>
          </a:p>
          <a:p>
            <a:pPr marL="639445" indent="-170180">
              <a:spcBef>
                <a:spcPts val="5"/>
              </a:spcBef>
              <a:buSzPct val="93750"/>
              <a:buAutoNum type="arabicPeriod" startAt="2"/>
              <a:tabLst>
                <a:tab pos="640080" algn="l"/>
              </a:tabLst>
            </a:pPr>
            <a:r>
              <a:rPr sz="1600" spc="-15" dirty="0"/>
              <a:t>Realidad</a:t>
            </a:r>
            <a:r>
              <a:rPr sz="1600" spc="15" dirty="0"/>
              <a:t> </a:t>
            </a:r>
            <a:r>
              <a:rPr sz="1600" spc="-55" dirty="0"/>
              <a:t>Mixta</a:t>
            </a:r>
            <a:r>
              <a:rPr sz="1600" spc="-20" dirty="0"/>
              <a:t> </a:t>
            </a:r>
            <a:r>
              <a:rPr sz="1600" spc="-120" dirty="0"/>
              <a:t>(MR)</a:t>
            </a:r>
            <a:endParaRPr sz="1600"/>
          </a:p>
        </p:txBody>
      </p:sp>
      <p:pic>
        <p:nvPicPr>
          <p:cNvPr id="4" name="object 4"/>
          <p:cNvPicPr/>
          <p:nvPr/>
        </p:nvPicPr>
        <p:blipFill>
          <a:blip r:embed="rId2" cstate="print"/>
          <a:stretch>
            <a:fillRect/>
          </a:stretch>
        </p:blipFill>
        <p:spPr>
          <a:xfrm>
            <a:off x="457201" y="3429000"/>
            <a:ext cx="3890770" cy="2666998"/>
          </a:xfrm>
          <a:prstGeom prst="rect">
            <a:avLst/>
          </a:prstGeom>
        </p:spPr>
      </p:pic>
      <p:grpSp>
        <p:nvGrpSpPr>
          <p:cNvPr id="5" name="object 5"/>
          <p:cNvGrpSpPr/>
          <p:nvPr/>
        </p:nvGrpSpPr>
        <p:grpSpPr>
          <a:xfrm>
            <a:off x="4652770" y="3403599"/>
            <a:ext cx="4338830" cy="2666998"/>
            <a:chOff x="6469379" y="3078479"/>
            <a:chExt cx="5364480" cy="3017520"/>
          </a:xfrm>
        </p:grpSpPr>
        <p:pic>
          <p:nvPicPr>
            <p:cNvPr id="6" name="object 6"/>
            <p:cNvPicPr/>
            <p:nvPr/>
          </p:nvPicPr>
          <p:blipFill>
            <a:blip r:embed="rId3" cstate="print"/>
            <a:stretch>
              <a:fillRect/>
            </a:stretch>
          </p:blipFill>
          <p:spPr>
            <a:xfrm>
              <a:off x="6469379" y="3078479"/>
              <a:ext cx="5364480" cy="3017520"/>
            </a:xfrm>
            <a:prstGeom prst="rect">
              <a:avLst/>
            </a:prstGeom>
          </p:spPr>
        </p:pic>
        <p:pic>
          <p:nvPicPr>
            <p:cNvPr id="7" name="object 7"/>
            <p:cNvPicPr/>
            <p:nvPr/>
          </p:nvPicPr>
          <p:blipFill>
            <a:blip r:embed="rId4" cstate="print"/>
            <a:stretch>
              <a:fillRect/>
            </a:stretch>
          </p:blipFill>
          <p:spPr>
            <a:xfrm>
              <a:off x="8936735" y="4165091"/>
              <a:ext cx="707135" cy="708660"/>
            </a:xfrm>
            <a:prstGeom prst="rect">
              <a:avLst/>
            </a:prstGeom>
          </p:spPr>
        </p:pic>
      </p:grpSp>
      <p:sp>
        <p:nvSpPr>
          <p:cNvPr id="8" name="object 8"/>
          <p:cNvSpPr txBox="1"/>
          <p:nvPr/>
        </p:nvSpPr>
        <p:spPr>
          <a:xfrm>
            <a:off x="5113272" y="3584074"/>
            <a:ext cx="3070225" cy="299720"/>
          </a:xfrm>
          <a:prstGeom prst="rect">
            <a:avLst/>
          </a:prstGeom>
        </p:spPr>
        <p:txBody>
          <a:bodyPr vert="horz" wrap="square" lIns="0" tIns="12700" rIns="0" bIns="0" rtlCol="0">
            <a:spAutoFit/>
          </a:bodyPr>
          <a:lstStyle/>
          <a:p>
            <a:pPr marL="12700">
              <a:spcBef>
                <a:spcPts val="100"/>
              </a:spcBef>
            </a:pPr>
            <a:r>
              <a:rPr b="1" spc="-25" dirty="0">
                <a:solidFill>
                  <a:srgbClr val="FFFFFF"/>
                </a:solidFill>
                <a:latin typeface="Tahoma"/>
                <a:cs typeface="Tahoma"/>
              </a:rPr>
              <a:t>Formación</a:t>
            </a:r>
            <a:r>
              <a:rPr b="1" spc="-50" dirty="0">
                <a:solidFill>
                  <a:srgbClr val="FFFFFF"/>
                </a:solidFill>
                <a:latin typeface="Tahoma"/>
                <a:cs typeface="Tahoma"/>
              </a:rPr>
              <a:t> </a:t>
            </a:r>
            <a:r>
              <a:rPr b="1" spc="65" dirty="0">
                <a:solidFill>
                  <a:srgbClr val="FFFFFF"/>
                </a:solidFill>
                <a:latin typeface="Tahoma"/>
                <a:cs typeface="Tahoma"/>
              </a:rPr>
              <a:t>de</a:t>
            </a:r>
            <a:r>
              <a:rPr b="1" spc="-45" dirty="0">
                <a:solidFill>
                  <a:srgbClr val="FFFFFF"/>
                </a:solidFill>
                <a:latin typeface="Tahoma"/>
                <a:cs typeface="Tahoma"/>
              </a:rPr>
              <a:t> operarios </a:t>
            </a:r>
            <a:r>
              <a:rPr b="1" spc="-130" dirty="0">
                <a:solidFill>
                  <a:srgbClr val="FFFFFF"/>
                </a:solidFill>
                <a:latin typeface="Tahoma"/>
                <a:cs typeface="Tahoma"/>
              </a:rPr>
              <a:t>MR</a:t>
            </a:r>
            <a:endParaRPr dirty="0">
              <a:latin typeface="Tahoma"/>
              <a:cs typeface="Tahoma"/>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457200" y="1157287"/>
            <a:ext cx="8229600" cy="4783169"/>
          </a:xfrm>
          <a:prstGeom prst="rect">
            <a:avLst/>
          </a:prstGeom>
        </p:spPr>
        <p:txBody>
          <a:bodyPr vert="horz" wrap="square" lIns="0" tIns="13335" rIns="0" bIns="0" rtlCol="0">
            <a:spAutoFit/>
          </a:bodyPr>
          <a:lstStyle/>
          <a:p>
            <a:pPr marL="184785" marR="5080" indent="-172720" algn="just">
              <a:lnSpc>
                <a:spcPct val="107200"/>
              </a:lnSpc>
              <a:spcBef>
                <a:spcPts val="105"/>
              </a:spcBef>
              <a:buFont typeface="Arial MT"/>
              <a:buChar char="•"/>
              <a:tabLst>
                <a:tab pos="185420" algn="l"/>
              </a:tabLst>
            </a:pPr>
            <a:r>
              <a:rPr sz="1400" spc="-35" dirty="0">
                <a:solidFill>
                  <a:srgbClr val="3A3737"/>
                </a:solidFill>
                <a:latin typeface="Verdana"/>
                <a:cs typeface="Verdana"/>
              </a:rPr>
              <a:t>Consiste </a:t>
            </a:r>
            <a:r>
              <a:rPr sz="1400" spc="15" dirty="0">
                <a:solidFill>
                  <a:srgbClr val="3A3737"/>
                </a:solidFill>
                <a:latin typeface="Verdana"/>
                <a:cs typeface="Verdana"/>
              </a:rPr>
              <a:t>en la </a:t>
            </a:r>
            <a:r>
              <a:rPr sz="1400" spc="-10" dirty="0">
                <a:solidFill>
                  <a:srgbClr val="3A3737"/>
                </a:solidFill>
                <a:latin typeface="Verdana"/>
                <a:cs typeface="Verdana"/>
              </a:rPr>
              <a:t>experimentación </a:t>
            </a:r>
            <a:r>
              <a:rPr sz="1400" spc="-25" dirty="0">
                <a:solidFill>
                  <a:srgbClr val="3A3737"/>
                </a:solidFill>
                <a:latin typeface="Verdana"/>
                <a:cs typeface="Verdana"/>
              </a:rPr>
              <a:t>audiovisual </a:t>
            </a:r>
            <a:r>
              <a:rPr sz="1400" spc="70" dirty="0">
                <a:solidFill>
                  <a:srgbClr val="3A3737"/>
                </a:solidFill>
                <a:latin typeface="Verdana"/>
                <a:cs typeface="Verdana"/>
              </a:rPr>
              <a:t>de </a:t>
            </a:r>
            <a:r>
              <a:rPr sz="1400" spc="30" dirty="0">
                <a:solidFill>
                  <a:srgbClr val="3A3737"/>
                </a:solidFill>
                <a:latin typeface="Verdana"/>
                <a:cs typeface="Verdana"/>
              </a:rPr>
              <a:t>que </a:t>
            </a:r>
            <a:r>
              <a:rPr sz="1400" spc="-30" dirty="0">
                <a:solidFill>
                  <a:srgbClr val="3A3737"/>
                </a:solidFill>
                <a:latin typeface="Verdana"/>
                <a:cs typeface="Verdana"/>
              </a:rPr>
              <a:t>un </a:t>
            </a:r>
            <a:r>
              <a:rPr sz="1400" spc="-25" dirty="0">
                <a:solidFill>
                  <a:srgbClr val="3A3737"/>
                </a:solidFill>
                <a:latin typeface="Verdana"/>
                <a:cs typeface="Verdana"/>
              </a:rPr>
              <a:t>individuo </a:t>
            </a:r>
            <a:r>
              <a:rPr sz="1400" spc="20" dirty="0">
                <a:solidFill>
                  <a:srgbClr val="3A3737"/>
                </a:solidFill>
                <a:latin typeface="Verdana"/>
                <a:cs typeface="Verdana"/>
              </a:rPr>
              <a:t>tenga </a:t>
            </a:r>
            <a:r>
              <a:rPr sz="1400" spc="25" dirty="0">
                <a:solidFill>
                  <a:srgbClr val="3A3737"/>
                </a:solidFill>
                <a:latin typeface="Verdana"/>
                <a:cs typeface="Verdana"/>
              </a:rPr>
              <a:t>la </a:t>
            </a:r>
            <a:r>
              <a:rPr sz="1400" spc="30" dirty="0">
                <a:solidFill>
                  <a:srgbClr val="3A3737"/>
                </a:solidFill>
                <a:latin typeface="Verdana"/>
                <a:cs typeface="Verdana"/>
              </a:rPr>
              <a:t> </a:t>
            </a:r>
            <a:r>
              <a:rPr sz="1400" spc="-15" dirty="0">
                <a:solidFill>
                  <a:srgbClr val="3A3737"/>
                </a:solidFill>
                <a:latin typeface="Verdana"/>
                <a:cs typeface="Verdana"/>
              </a:rPr>
              <a:t>sensación </a:t>
            </a:r>
            <a:r>
              <a:rPr sz="1400" spc="70" dirty="0">
                <a:solidFill>
                  <a:srgbClr val="3A3737"/>
                </a:solidFill>
                <a:latin typeface="Verdana"/>
                <a:cs typeface="Verdana"/>
              </a:rPr>
              <a:t>de </a:t>
            </a:r>
            <a:r>
              <a:rPr sz="1400" spc="-45" dirty="0">
                <a:solidFill>
                  <a:srgbClr val="3A3737"/>
                </a:solidFill>
                <a:latin typeface="Verdana"/>
                <a:cs typeface="Verdana"/>
              </a:rPr>
              <a:t>estar </a:t>
            </a:r>
            <a:r>
              <a:rPr sz="1400" spc="15" dirty="0">
                <a:solidFill>
                  <a:srgbClr val="3A3737"/>
                </a:solidFill>
                <a:latin typeface="Verdana"/>
                <a:cs typeface="Verdana"/>
              </a:rPr>
              <a:t>en </a:t>
            </a:r>
            <a:r>
              <a:rPr sz="1400" spc="-30" dirty="0">
                <a:solidFill>
                  <a:srgbClr val="3A3737"/>
                </a:solidFill>
                <a:latin typeface="Verdana"/>
                <a:cs typeface="Verdana"/>
              </a:rPr>
              <a:t>un </a:t>
            </a:r>
            <a:r>
              <a:rPr sz="1400" spc="-20" dirty="0">
                <a:solidFill>
                  <a:srgbClr val="3A3737"/>
                </a:solidFill>
                <a:latin typeface="Verdana"/>
                <a:cs typeface="Verdana"/>
              </a:rPr>
              <a:t>lugar </a:t>
            </a:r>
            <a:r>
              <a:rPr sz="1400" spc="15" dirty="0">
                <a:solidFill>
                  <a:srgbClr val="3A3737"/>
                </a:solidFill>
                <a:latin typeface="Verdana"/>
                <a:cs typeface="Verdana"/>
              </a:rPr>
              <a:t>completamente </a:t>
            </a:r>
            <a:r>
              <a:rPr sz="1400" spc="-50" dirty="0">
                <a:solidFill>
                  <a:srgbClr val="3A3737"/>
                </a:solidFill>
                <a:latin typeface="Verdana"/>
                <a:cs typeface="Verdana"/>
              </a:rPr>
              <a:t>distinto </a:t>
            </a:r>
            <a:r>
              <a:rPr sz="1400" dirty="0">
                <a:solidFill>
                  <a:srgbClr val="3A3737"/>
                </a:solidFill>
                <a:latin typeface="Verdana"/>
                <a:cs typeface="Verdana"/>
              </a:rPr>
              <a:t>al </a:t>
            </a:r>
            <a:r>
              <a:rPr sz="1400" spc="30" dirty="0">
                <a:solidFill>
                  <a:srgbClr val="3A3737"/>
                </a:solidFill>
                <a:latin typeface="Verdana"/>
                <a:cs typeface="Verdana"/>
              </a:rPr>
              <a:t>que </a:t>
            </a:r>
            <a:r>
              <a:rPr sz="1400" spc="-15" dirty="0">
                <a:solidFill>
                  <a:srgbClr val="3A3737"/>
                </a:solidFill>
                <a:latin typeface="Verdana"/>
                <a:cs typeface="Verdana"/>
              </a:rPr>
              <a:t>realmente </a:t>
            </a:r>
            <a:r>
              <a:rPr sz="1400" spc="-10" dirty="0">
                <a:solidFill>
                  <a:srgbClr val="3A3737"/>
                </a:solidFill>
                <a:latin typeface="Verdana"/>
                <a:cs typeface="Verdana"/>
              </a:rPr>
              <a:t> </a:t>
            </a:r>
            <a:r>
              <a:rPr sz="1400" spc="35" dirty="0">
                <a:solidFill>
                  <a:srgbClr val="3A3737"/>
                </a:solidFill>
                <a:latin typeface="Verdana"/>
                <a:cs typeface="Verdana"/>
              </a:rPr>
              <a:t>ocupa, </a:t>
            </a:r>
            <a:r>
              <a:rPr sz="1400" spc="-10" dirty="0">
                <a:solidFill>
                  <a:srgbClr val="3A3737"/>
                </a:solidFill>
                <a:latin typeface="Verdana"/>
                <a:cs typeface="Verdana"/>
              </a:rPr>
              <a:t>por </a:t>
            </a:r>
            <a:r>
              <a:rPr sz="1400" spc="10" dirty="0">
                <a:solidFill>
                  <a:srgbClr val="3A3737"/>
                </a:solidFill>
                <a:latin typeface="Verdana"/>
                <a:cs typeface="Verdana"/>
              </a:rPr>
              <a:t>medio del </a:t>
            </a:r>
            <a:r>
              <a:rPr sz="1400" spc="35" dirty="0">
                <a:solidFill>
                  <a:srgbClr val="3A3737"/>
                </a:solidFill>
                <a:latin typeface="Verdana"/>
                <a:cs typeface="Verdana"/>
              </a:rPr>
              <a:t>“engaño </a:t>
            </a:r>
            <a:r>
              <a:rPr sz="1400" spc="-45" dirty="0">
                <a:solidFill>
                  <a:srgbClr val="3A3737"/>
                </a:solidFill>
                <a:latin typeface="Verdana"/>
                <a:cs typeface="Verdana"/>
              </a:rPr>
              <a:t>sensorial” </a:t>
            </a:r>
            <a:r>
              <a:rPr sz="1400" spc="55" dirty="0">
                <a:solidFill>
                  <a:srgbClr val="3A3737"/>
                </a:solidFill>
                <a:latin typeface="Verdana"/>
                <a:cs typeface="Verdana"/>
              </a:rPr>
              <a:t>con </a:t>
            </a:r>
            <a:r>
              <a:rPr sz="1400" spc="-20" dirty="0">
                <a:solidFill>
                  <a:srgbClr val="3A3737"/>
                </a:solidFill>
                <a:latin typeface="Verdana"/>
                <a:cs typeface="Verdana"/>
              </a:rPr>
              <a:t>el </a:t>
            </a:r>
            <a:r>
              <a:rPr sz="1400" spc="-50" dirty="0">
                <a:solidFill>
                  <a:srgbClr val="3A3737"/>
                </a:solidFill>
                <a:latin typeface="Verdana"/>
                <a:cs typeface="Verdana"/>
              </a:rPr>
              <a:t>uso </a:t>
            </a:r>
            <a:r>
              <a:rPr sz="1400" spc="70" dirty="0">
                <a:solidFill>
                  <a:srgbClr val="3A3737"/>
                </a:solidFill>
                <a:latin typeface="Verdana"/>
                <a:cs typeface="Verdana"/>
              </a:rPr>
              <a:t>de </a:t>
            </a:r>
            <a:r>
              <a:rPr sz="1400" spc="10" dirty="0">
                <a:solidFill>
                  <a:srgbClr val="3A3737"/>
                </a:solidFill>
                <a:latin typeface="Verdana"/>
                <a:cs typeface="Verdana"/>
              </a:rPr>
              <a:t>una </a:t>
            </a:r>
            <a:r>
              <a:rPr sz="1400" spc="20" dirty="0">
                <a:solidFill>
                  <a:srgbClr val="3A3737"/>
                </a:solidFill>
                <a:latin typeface="Verdana"/>
                <a:cs typeface="Verdana"/>
              </a:rPr>
              <a:t>tecnología </a:t>
            </a:r>
            <a:r>
              <a:rPr sz="1400" spc="25" dirty="0">
                <a:solidFill>
                  <a:srgbClr val="3A3737"/>
                </a:solidFill>
                <a:latin typeface="Verdana"/>
                <a:cs typeface="Verdana"/>
              </a:rPr>
              <a:t> </a:t>
            </a:r>
            <a:r>
              <a:rPr sz="1400" spc="-45" dirty="0">
                <a:solidFill>
                  <a:srgbClr val="3A3737"/>
                </a:solidFill>
                <a:latin typeface="Verdana"/>
                <a:cs typeface="Verdana"/>
              </a:rPr>
              <a:t>muy</a:t>
            </a:r>
            <a:r>
              <a:rPr sz="1400" spc="-120" dirty="0">
                <a:solidFill>
                  <a:srgbClr val="3A3737"/>
                </a:solidFill>
                <a:latin typeface="Verdana"/>
                <a:cs typeface="Verdana"/>
              </a:rPr>
              <a:t> </a:t>
            </a:r>
            <a:r>
              <a:rPr sz="1400" spc="15" dirty="0">
                <a:solidFill>
                  <a:srgbClr val="3A3737"/>
                </a:solidFill>
                <a:latin typeface="Verdana"/>
                <a:cs typeface="Verdana"/>
              </a:rPr>
              <a:t>concreta.</a:t>
            </a:r>
            <a:endParaRPr sz="1400" dirty="0">
              <a:latin typeface="Verdana"/>
              <a:cs typeface="Verdana"/>
            </a:endParaRPr>
          </a:p>
          <a:p>
            <a:pPr marL="184785" marR="8890" indent="-172720" algn="just">
              <a:lnSpc>
                <a:spcPct val="107200"/>
              </a:lnSpc>
              <a:spcBef>
                <a:spcPts val="795"/>
              </a:spcBef>
              <a:buFont typeface="Arial MT"/>
              <a:buChar char="•"/>
              <a:tabLst>
                <a:tab pos="185420" algn="l"/>
              </a:tabLst>
            </a:pPr>
            <a:r>
              <a:rPr sz="1400" spc="-140" dirty="0">
                <a:solidFill>
                  <a:srgbClr val="3A3737"/>
                </a:solidFill>
                <a:latin typeface="Verdana"/>
                <a:cs typeface="Verdana"/>
              </a:rPr>
              <a:t>Es </a:t>
            </a:r>
            <a:r>
              <a:rPr sz="1400" spc="-15" dirty="0">
                <a:solidFill>
                  <a:srgbClr val="3A3737"/>
                </a:solidFill>
                <a:latin typeface="Verdana"/>
                <a:cs typeface="Verdana"/>
              </a:rPr>
              <a:t>decir, </a:t>
            </a:r>
            <a:r>
              <a:rPr sz="1400" spc="15" dirty="0">
                <a:solidFill>
                  <a:srgbClr val="3A3737"/>
                </a:solidFill>
                <a:latin typeface="Verdana"/>
                <a:cs typeface="Verdana"/>
              </a:rPr>
              <a:t>la </a:t>
            </a:r>
            <a:r>
              <a:rPr sz="1400" spc="-50" dirty="0">
                <a:solidFill>
                  <a:srgbClr val="3A3737"/>
                </a:solidFill>
                <a:latin typeface="Verdana"/>
                <a:cs typeface="Verdana"/>
              </a:rPr>
              <a:t>VR </a:t>
            </a:r>
            <a:r>
              <a:rPr sz="1400" spc="-35" dirty="0">
                <a:solidFill>
                  <a:srgbClr val="3A3737"/>
                </a:solidFill>
                <a:latin typeface="Verdana"/>
                <a:cs typeface="Verdana"/>
              </a:rPr>
              <a:t>consiste </a:t>
            </a:r>
            <a:r>
              <a:rPr sz="1400" spc="15" dirty="0">
                <a:solidFill>
                  <a:srgbClr val="3A3737"/>
                </a:solidFill>
                <a:latin typeface="Verdana"/>
                <a:cs typeface="Verdana"/>
              </a:rPr>
              <a:t>en </a:t>
            </a:r>
            <a:r>
              <a:rPr sz="1400" spc="-25" dirty="0">
                <a:solidFill>
                  <a:srgbClr val="3A3737"/>
                </a:solidFill>
                <a:latin typeface="Verdana"/>
                <a:cs typeface="Verdana"/>
              </a:rPr>
              <a:t>“teletransportar” </a:t>
            </a:r>
            <a:r>
              <a:rPr sz="1400" spc="-35" dirty="0">
                <a:solidFill>
                  <a:srgbClr val="3A3737"/>
                </a:solidFill>
                <a:latin typeface="Verdana"/>
                <a:cs typeface="Verdana"/>
              </a:rPr>
              <a:t>virtualmente </a:t>
            </a:r>
            <a:r>
              <a:rPr sz="1400" dirty="0">
                <a:solidFill>
                  <a:srgbClr val="3A3737"/>
                </a:solidFill>
                <a:latin typeface="Verdana"/>
                <a:cs typeface="Verdana"/>
              </a:rPr>
              <a:t>al </a:t>
            </a:r>
            <a:r>
              <a:rPr sz="1400" spc="-45" dirty="0">
                <a:solidFill>
                  <a:srgbClr val="3A3737"/>
                </a:solidFill>
                <a:latin typeface="Verdana"/>
                <a:cs typeface="Verdana"/>
              </a:rPr>
              <a:t>usuario </a:t>
            </a:r>
            <a:r>
              <a:rPr sz="1400" spc="95" dirty="0">
                <a:solidFill>
                  <a:srgbClr val="3A3737"/>
                </a:solidFill>
                <a:latin typeface="Verdana"/>
                <a:cs typeface="Verdana"/>
              </a:rPr>
              <a:t>a </a:t>
            </a:r>
            <a:r>
              <a:rPr sz="1400" spc="-15" dirty="0">
                <a:solidFill>
                  <a:srgbClr val="3A3737"/>
                </a:solidFill>
                <a:latin typeface="Verdana"/>
                <a:cs typeface="Verdana"/>
              </a:rPr>
              <a:t>otra </a:t>
            </a:r>
            <a:r>
              <a:rPr sz="1400" spc="-10" dirty="0">
                <a:solidFill>
                  <a:srgbClr val="3A3737"/>
                </a:solidFill>
                <a:latin typeface="Verdana"/>
                <a:cs typeface="Verdana"/>
              </a:rPr>
              <a:t> </a:t>
            </a:r>
            <a:r>
              <a:rPr sz="1400" spc="15" dirty="0">
                <a:solidFill>
                  <a:srgbClr val="3A3737"/>
                </a:solidFill>
                <a:latin typeface="Verdana"/>
                <a:cs typeface="Verdana"/>
              </a:rPr>
              <a:t>“realidad” </a:t>
            </a:r>
            <a:r>
              <a:rPr sz="1400" spc="30" dirty="0">
                <a:solidFill>
                  <a:srgbClr val="3A3737"/>
                </a:solidFill>
                <a:latin typeface="Verdana"/>
                <a:cs typeface="Verdana"/>
              </a:rPr>
              <a:t>que </a:t>
            </a:r>
            <a:r>
              <a:rPr sz="1400" spc="-20" dirty="0">
                <a:solidFill>
                  <a:srgbClr val="3A3737"/>
                </a:solidFill>
                <a:latin typeface="Verdana"/>
                <a:cs typeface="Verdana"/>
              </a:rPr>
              <a:t>él </a:t>
            </a:r>
            <a:r>
              <a:rPr sz="1400" spc="-30" dirty="0">
                <a:solidFill>
                  <a:srgbClr val="3A3737"/>
                </a:solidFill>
                <a:latin typeface="Verdana"/>
                <a:cs typeface="Verdana"/>
              </a:rPr>
              <a:t>interpretará </a:t>
            </a:r>
            <a:r>
              <a:rPr sz="1400" spc="55" dirty="0">
                <a:solidFill>
                  <a:srgbClr val="3A3737"/>
                </a:solidFill>
                <a:latin typeface="Verdana"/>
                <a:cs typeface="Verdana"/>
              </a:rPr>
              <a:t>como </a:t>
            </a:r>
            <a:r>
              <a:rPr sz="1400" dirty="0">
                <a:solidFill>
                  <a:srgbClr val="3A3737"/>
                </a:solidFill>
                <a:latin typeface="Verdana"/>
                <a:cs typeface="Verdana"/>
              </a:rPr>
              <a:t>verdadera, </a:t>
            </a:r>
            <a:r>
              <a:rPr sz="1400" spc="35" dirty="0">
                <a:solidFill>
                  <a:srgbClr val="3A3737"/>
                </a:solidFill>
                <a:latin typeface="Verdana"/>
                <a:cs typeface="Verdana"/>
              </a:rPr>
              <a:t>que </a:t>
            </a:r>
            <a:r>
              <a:rPr sz="1400" spc="40" dirty="0">
                <a:solidFill>
                  <a:srgbClr val="3A3737"/>
                </a:solidFill>
                <a:latin typeface="Verdana"/>
                <a:cs typeface="Verdana"/>
              </a:rPr>
              <a:t>puede </a:t>
            </a:r>
            <a:r>
              <a:rPr sz="1400" spc="-90" dirty="0">
                <a:solidFill>
                  <a:srgbClr val="3A3737"/>
                </a:solidFill>
                <a:latin typeface="Verdana"/>
                <a:cs typeface="Verdana"/>
              </a:rPr>
              <a:t>ser </a:t>
            </a:r>
            <a:r>
              <a:rPr sz="1400" spc="-5" dirty="0">
                <a:solidFill>
                  <a:srgbClr val="3A3737"/>
                </a:solidFill>
                <a:latin typeface="Verdana"/>
                <a:cs typeface="Verdana"/>
              </a:rPr>
              <a:t>ficticia </a:t>
            </a:r>
            <a:r>
              <a:rPr sz="1400" spc="55" dirty="0">
                <a:solidFill>
                  <a:srgbClr val="3A3737"/>
                </a:solidFill>
                <a:latin typeface="Verdana"/>
                <a:cs typeface="Verdana"/>
              </a:rPr>
              <a:t>o </a:t>
            </a:r>
            <a:r>
              <a:rPr sz="1400" spc="60" dirty="0">
                <a:solidFill>
                  <a:srgbClr val="3A3737"/>
                </a:solidFill>
                <a:latin typeface="Verdana"/>
                <a:cs typeface="Verdana"/>
              </a:rPr>
              <a:t> </a:t>
            </a:r>
            <a:r>
              <a:rPr sz="1400" spc="-25" dirty="0">
                <a:solidFill>
                  <a:srgbClr val="3A3737"/>
                </a:solidFill>
                <a:latin typeface="Verdana"/>
                <a:cs typeface="Verdana"/>
              </a:rPr>
              <a:t>real</a:t>
            </a:r>
            <a:r>
              <a:rPr sz="1400" spc="-90" dirty="0">
                <a:solidFill>
                  <a:srgbClr val="3A3737"/>
                </a:solidFill>
                <a:latin typeface="Verdana"/>
                <a:cs typeface="Verdana"/>
              </a:rPr>
              <a:t> </a:t>
            </a:r>
            <a:r>
              <a:rPr sz="1400" spc="-70" dirty="0">
                <a:solidFill>
                  <a:srgbClr val="3A3737"/>
                </a:solidFill>
                <a:latin typeface="Verdana"/>
                <a:cs typeface="Verdana"/>
              </a:rPr>
              <a:t>y</a:t>
            </a:r>
            <a:r>
              <a:rPr sz="1400" spc="-85" dirty="0">
                <a:solidFill>
                  <a:srgbClr val="3A3737"/>
                </a:solidFill>
                <a:latin typeface="Verdana"/>
                <a:cs typeface="Verdana"/>
              </a:rPr>
              <a:t> </a:t>
            </a:r>
            <a:r>
              <a:rPr sz="1400" spc="-30" dirty="0">
                <a:solidFill>
                  <a:srgbClr val="3A3737"/>
                </a:solidFill>
                <a:latin typeface="Verdana"/>
                <a:cs typeface="Verdana"/>
              </a:rPr>
              <a:t>sobre</a:t>
            </a:r>
            <a:r>
              <a:rPr sz="1400" spc="-105" dirty="0">
                <a:solidFill>
                  <a:srgbClr val="3A3737"/>
                </a:solidFill>
                <a:latin typeface="Verdana"/>
                <a:cs typeface="Verdana"/>
              </a:rPr>
              <a:t> </a:t>
            </a:r>
            <a:r>
              <a:rPr sz="1400" spc="15" dirty="0">
                <a:solidFill>
                  <a:srgbClr val="3A3737"/>
                </a:solidFill>
                <a:latin typeface="Verdana"/>
                <a:cs typeface="Verdana"/>
              </a:rPr>
              <a:t>la</a:t>
            </a:r>
            <a:r>
              <a:rPr sz="1400" spc="-105" dirty="0">
                <a:solidFill>
                  <a:srgbClr val="3A3737"/>
                </a:solidFill>
                <a:latin typeface="Verdana"/>
                <a:cs typeface="Verdana"/>
              </a:rPr>
              <a:t> </a:t>
            </a:r>
            <a:r>
              <a:rPr sz="1400" spc="30" dirty="0">
                <a:solidFill>
                  <a:srgbClr val="3A3737"/>
                </a:solidFill>
                <a:latin typeface="Verdana"/>
                <a:cs typeface="Verdana"/>
              </a:rPr>
              <a:t>que</a:t>
            </a:r>
            <a:r>
              <a:rPr sz="1400" spc="-95" dirty="0">
                <a:solidFill>
                  <a:srgbClr val="3A3737"/>
                </a:solidFill>
                <a:latin typeface="Verdana"/>
                <a:cs typeface="Verdana"/>
              </a:rPr>
              <a:t> </a:t>
            </a:r>
            <a:r>
              <a:rPr sz="1400" spc="25" dirty="0">
                <a:solidFill>
                  <a:srgbClr val="3A3737"/>
                </a:solidFill>
                <a:latin typeface="Verdana"/>
                <a:cs typeface="Verdana"/>
              </a:rPr>
              <a:t>podrá</a:t>
            </a:r>
            <a:r>
              <a:rPr sz="1400" spc="-80" dirty="0">
                <a:solidFill>
                  <a:srgbClr val="3A3737"/>
                </a:solidFill>
                <a:latin typeface="Verdana"/>
                <a:cs typeface="Verdana"/>
              </a:rPr>
              <a:t> </a:t>
            </a:r>
            <a:r>
              <a:rPr sz="1400" spc="-25" dirty="0">
                <a:solidFill>
                  <a:srgbClr val="3A3737"/>
                </a:solidFill>
                <a:latin typeface="Verdana"/>
                <a:cs typeface="Verdana"/>
              </a:rPr>
              <a:t>interactuar </a:t>
            </a:r>
            <a:r>
              <a:rPr sz="1400" spc="55" dirty="0">
                <a:solidFill>
                  <a:srgbClr val="3A3737"/>
                </a:solidFill>
                <a:latin typeface="Verdana"/>
                <a:cs typeface="Verdana"/>
              </a:rPr>
              <a:t>o</a:t>
            </a:r>
            <a:r>
              <a:rPr sz="1400" spc="-80" dirty="0">
                <a:solidFill>
                  <a:srgbClr val="3A3737"/>
                </a:solidFill>
                <a:latin typeface="Verdana"/>
                <a:cs typeface="Verdana"/>
              </a:rPr>
              <a:t> </a:t>
            </a:r>
            <a:r>
              <a:rPr sz="1400" spc="-30" dirty="0">
                <a:solidFill>
                  <a:srgbClr val="3A3737"/>
                </a:solidFill>
                <a:latin typeface="Verdana"/>
                <a:cs typeface="Verdana"/>
              </a:rPr>
              <a:t>no.</a:t>
            </a:r>
            <a:endParaRPr sz="1400" dirty="0">
              <a:latin typeface="Verdana"/>
              <a:cs typeface="Verdana"/>
            </a:endParaRPr>
          </a:p>
          <a:p>
            <a:pPr marL="184785" marR="6985" indent="-172720" algn="just">
              <a:lnSpc>
                <a:spcPct val="106900"/>
              </a:lnSpc>
              <a:spcBef>
                <a:spcPts val="800"/>
              </a:spcBef>
              <a:buFont typeface="Arial MT"/>
              <a:buChar char="•"/>
              <a:tabLst>
                <a:tab pos="185420" algn="l"/>
              </a:tabLst>
            </a:pPr>
            <a:r>
              <a:rPr sz="1400" spc="-40" dirty="0">
                <a:solidFill>
                  <a:srgbClr val="3A3737"/>
                </a:solidFill>
                <a:latin typeface="Verdana"/>
                <a:cs typeface="Verdana"/>
              </a:rPr>
              <a:t>Según</a:t>
            </a:r>
            <a:r>
              <a:rPr sz="1400" spc="-35" dirty="0">
                <a:solidFill>
                  <a:srgbClr val="3A3737"/>
                </a:solidFill>
                <a:latin typeface="Verdana"/>
                <a:cs typeface="Verdana"/>
              </a:rPr>
              <a:t> </a:t>
            </a:r>
            <a:r>
              <a:rPr sz="1400" spc="-20" dirty="0">
                <a:solidFill>
                  <a:srgbClr val="3A3737"/>
                </a:solidFill>
                <a:latin typeface="Verdana"/>
                <a:cs typeface="Verdana"/>
              </a:rPr>
              <a:t>esta</a:t>
            </a:r>
            <a:r>
              <a:rPr sz="1400" spc="-15" dirty="0">
                <a:solidFill>
                  <a:srgbClr val="3A3737"/>
                </a:solidFill>
                <a:latin typeface="Verdana"/>
                <a:cs typeface="Verdana"/>
              </a:rPr>
              <a:t> definición,</a:t>
            </a:r>
            <a:r>
              <a:rPr sz="1400" spc="-10" dirty="0">
                <a:solidFill>
                  <a:srgbClr val="3A3737"/>
                </a:solidFill>
                <a:latin typeface="Verdana"/>
                <a:cs typeface="Verdana"/>
              </a:rPr>
              <a:t> </a:t>
            </a:r>
            <a:r>
              <a:rPr sz="1400" spc="-20" dirty="0">
                <a:solidFill>
                  <a:srgbClr val="3A3737"/>
                </a:solidFill>
                <a:latin typeface="Verdana"/>
                <a:cs typeface="Verdana"/>
              </a:rPr>
              <a:t>el</a:t>
            </a:r>
            <a:r>
              <a:rPr sz="1400" spc="-15" dirty="0">
                <a:solidFill>
                  <a:srgbClr val="3A3737"/>
                </a:solidFill>
                <a:latin typeface="Verdana"/>
                <a:cs typeface="Verdana"/>
              </a:rPr>
              <a:t> </a:t>
            </a:r>
            <a:r>
              <a:rPr sz="1400" spc="-20" dirty="0">
                <a:solidFill>
                  <a:srgbClr val="3A3737"/>
                </a:solidFill>
                <a:latin typeface="Verdana"/>
                <a:cs typeface="Verdana"/>
              </a:rPr>
              <a:t>principio</a:t>
            </a:r>
            <a:r>
              <a:rPr sz="1400" spc="-15" dirty="0">
                <a:solidFill>
                  <a:srgbClr val="3A3737"/>
                </a:solidFill>
                <a:latin typeface="Verdana"/>
                <a:cs typeface="Verdana"/>
              </a:rPr>
              <a:t> </a:t>
            </a:r>
            <a:r>
              <a:rPr sz="1400" spc="-35" dirty="0">
                <a:solidFill>
                  <a:srgbClr val="3A3737"/>
                </a:solidFill>
                <a:latin typeface="Verdana"/>
                <a:cs typeface="Verdana"/>
              </a:rPr>
              <a:t>más</a:t>
            </a:r>
            <a:r>
              <a:rPr sz="1400" spc="-30" dirty="0">
                <a:solidFill>
                  <a:srgbClr val="3A3737"/>
                </a:solidFill>
                <a:latin typeface="Verdana"/>
                <a:cs typeface="Verdana"/>
              </a:rPr>
              <a:t> </a:t>
            </a:r>
            <a:r>
              <a:rPr sz="1400" spc="-20" dirty="0">
                <a:solidFill>
                  <a:srgbClr val="3A3737"/>
                </a:solidFill>
                <a:latin typeface="Verdana"/>
                <a:cs typeface="Verdana"/>
              </a:rPr>
              <a:t>importante</a:t>
            </a:r>
            <a:r>
              <a:rPr sz="1400" spc="-15" dirty="0">
                <a:solidFill>
                  <a:srgbClr val="3A3737"/>
                </a:solidFill>
                <a:latin typeface="Verdana"/>
                <a:cs typeface="Verdana"/>
              </a:rPr>
              <a:t> </a:t>
            </a:r>
            <a:r>
              <a:rPr sz="1400" spc="-70" dirty="0">
                <a:solidFill>
                  <a:srgbClr val="3A3737"/>
                </a:solidFill>
                <a:latin typeface="Verdana"/>
                <a:cs typeface="Verdana"/>
              </a:rPr>
              <a:t>y</a:t>
            </a:r>
            <a:r>
              <a:rPr sz="1400" spc="285" dirty="0">
                <a:solidFill>
                  <a:srgbClr val="3A3737"/>
                </a:solidFill>
                <a:latin typeface="Verdana"/>
                <a:cs typeface="Verdana"/>
              </a:rPr>
              <a:t> </a:t>
            </a:r>
            <a:r>
              <a:rPr sz="1400" spc="25" dirty="0">
                <a:solidFill>
                  <a:srgbClr val="3A3737"/>
                </a:solidFill>
                <a:latin typeface="Verdana"/>
                <a:cs typeface="Verdana"/>
              </a:rPr>
              <a:t>que</a:t>
            </a:r>
            <a:r>
              <a:rPr sz="1400" spc="30" dirty="0">
                <a:solidFill>
                  <a:srgbClr val="3A3737"/>
                </a:solidFill>
                <a:latin typeface="Verdana"/>
                <a:cs typeface="Verdana"/>
              </a:rPr>
              <a:t> </a:t>
            </a:r>
            <a:r>
              <a:rPr sz="1400" dirty="0">
                <a:solidFill>
                  <a:srgbClr val="3A3737"/>
                </a:solidFill>
                <a:latin typeface="Verdana"/>
                <a:cs typeface="Verdana"/>
              </a:rPr>
              <a:t>define </a:t>
            </a:r>
            <a:r>
              <a:rPr sz="1400" spc="5" dirty="0">
                <a:solidFill>
                  <a:srgbClr val="3A3737"/>
                </a:solidFill>
                <a:latin typeface="Verdana"/>
                <a:cs typeface="Verdana"/>
              </a:rPr>
              <a:t> </a:t>
            </a:r>
            <a:r>
              <a:rPr sz="1400" spc="20" dirty="0">
                <a:solidFill>
                  <a:srgbClr val="3A3737"/>
                </a:solidFill>
                <a:latin typeface="Verdana"/>
                <a:cs typeface="Verdana"/>
              </a:rPr>
              <a:t>categóricamente</a:t>
            </a:r>
            <a:r>
              <a:rPr sz="1400" spc="-50" dirty="0">
                <a:solidFill>
                  <a:srgbClr val="3A3737"/>
                </a:solidFill>
                <a:latin typeface="Verdana"/>
                <a:cs typeface="Verdana"/>
              </a:rPr>
              <a:t> </a:t>
            </a:r>
            <a:r>
              <a:rPr sz="1400" spc="15" dirty="0">
                <a:solidFill>
                  <a:srgbClr val="3A3737"/>
                </a:solidFill>
                <a:latin typeface="Verdana"/>
                <a:cs typeface="Verdana"/>
              </a:rPr>
              <a:t>la</a:t>
            </a:r>
            <a:r>
              <a:rPr sz="1400" spc="-65" dirty="0">
                <a:solidFill>
                  <a:srgbClr val="3A3737"/>
                </a:solidFill>
                <a:latin typeface="Verdana"/>
                <a:cs typeface="Verdana"/>
              </a:rPr>
              <a:t> </a:t>
            </a:r>
            <a:r>
              <a:rPr sz="1400" spc="10" dirty="0">
                <a:solidFill>
                  <a:srgbClr val="3A3737"/>
                </a:solidFill>
                <a:latin typeface="Verdana"/>
                <a:cs typeface="Verdana"/>
              </a:rPr>
              <a:t>Realidad</a:t>
            </a:r>
            <a:r>
              <a:rPr sz="1400" spc="-45" dirty="0">
                <a:solidFill>
                  <a:srgbClr val="3A3737"/>
                </a:solidFill>
                <a:latin typeface="Verdana"/>
                <a:cs typeface="Verdana"/>
              </a:rPr>
              <a:t> </a:t>
            </a:r>
            <a:r>
              <a:rPr sz="1400" spc="-50" dirty="0">
                <a:solidFill>
                  <a:srgbClr val="3A3737"/>
                </a:solidFill>
                <a:latin typeface="Verdana"/>
                <a:cs typeface="Verdana"/>
              </a:rPr>
              <a:t>Virtual</a:t>
            </a:r>
            <a:r>
              <a:rPr sz="1400" spc="-35" dirty="0">
                <a:solidFill>
                  <a:srgbClr val="3A3737"/>
                </a:solidFill>
                <a:latin typeface="Verdana"/>
                <a:cs typeface="Verdana"/>
              </a:rPr>
              <a:t> </a:t>
            </a:r>
            <a:r>
              <a:rPr sz="1400" spc="-50" dirty="0">
                <a:solidFill>
                  <a:srgbClr val="3A3737"/>
                </a:solidFill>
                <a:latin typeface="Verdana"/>
                <a:cs typeface="Verdana"/>
              </a:rPr>
              <a:t>es</a:t>
            </a:r>
            <a:r>
              <a:rPr sz="1400" spc="-55" dirty="0">
                <a:solidFill>
                  <a:srgbClr val="3A3737"/>
                </a:solidFill>
                <a:latin typeface="Verdana"/>
                <a:cs typeface="Verdana"/>
              </a:rPr>
              <a:t> </a:t>
            </a:r>
            <a:r>
              <a:rPr sz="1400" spc="-20" dirty="0">
                <a:solidFill>
                  <a:srgbClr val="3A3737"/>
                </a:solidFill>
                <a:latin typeface="Verdana"/>
                <a:cs typeface="Verdana"/>
              </a:rPr>
              <a:t>el</a:t>
            </a:r>
            <a:r>
              <a:rPr sz="1400" spc="-55" dirty="0">
                <a:solidFill>
                  <a:srgbClr val="3A3737"/>
                </a:solidFill>
                <a:latin typeface="Verdana"/>
                <a:cs typeface="Verdana"/>
              </a:rPr>
              <a:t> </a:t>
            </a:r>
            <a:r>
              <a:rPr sz="1400" spc="40" dirty="0">
                <a:solidFill>
                  <a:srgbClr val="3A3737"/>
                </a:solidFill>
                <a:latin typeface="Verdana"/>
                <a:cs typeface="Verdana"/>
              </a:rPr>
              <a:t>hecho</a:t>
            </a:r>
            <a:r>
              <a:rPr sz="1400" spc="-50" dirty="0">
                <a:solidFill>
                  <a:srgbClr val="3A3737"/>
                </a:solidFill>
                <a:latin typeface="Verdana"/>
                <a:cs typeface="Verdana"/>
              </a:rPr>
              <a:t> </a:t>
            </a:r>
            <a:r>
              <a:rPr sz="1400" spc="70" dirty="0">
                <a:solidFill>
                  <a:srgbClr val="3A3737"/>
                </a:solidFill>
                <a:latin typeface="Verdana"/>
                <a:cs typeface="Verdana"/>
              </a:rPr>
              <a:t>de</a:t>
            </a:r>
            <a:r>
              <a:rPr sz="1400" spc="-60" dirty="0">
                <a:solidFill>
                  <a:srgbClr val="3A3737"/>
                </a:solidFill>
                <a:latin typeface="Verdana"/>
                <a:cs typeface="Verdana"/>
              </a:rPr>
              <a:t> </a:t>
            </a:r>
            <a:r>
              <a:rPr sz="1400" b="1" spc="-20" dirty="0">
                <a:solidFill>
                  <a:srgbClr val="3A3737"/>
                </a:solidFill>
                <a:latin typeface="Tahoma"/>
                <a:cs typeface="Tahoma"/>
              </a:rPr>
              <a:t>“separar”</a:t>
            </a:r>
            <a:r>
              <a:rPr sz="1400" b="1" spc="5" dirty="0">
                <a:solidFill>
                  <a:srgbClr val="3A3737"/>
                </a:solidFill>
                <a:latin typeface="Tahoma"/>
                <a:cs typeface="Tahoma"/>
              </a:rPr>
              <a:t> </a:t>
            </a:r>
            <a:r>
              <a:rPr sz="1400" dirty="0">
                <a:solidFill>
                  <a:srgbClr val="3A3737"/>
                </a:solidFill>
                <a:latin typeface="Verdana"/>
                <a:cs typeface="Verdana"/>
              </a:rPr>
              <a:t>al</a:t>
            </a:r>
            <a:r>
              <a:rPr sz="1400" spc="-35" dirty="0">
                <a:solidFill>
                  <a:srgbClr val="3A3737"/>
                </a:solidFill>
                <a:latin typeface="Verdana"/>
                <a:cs typeface="Verdana"/>
              </a:rPr>
              <a:t> </a:t>
            </a:r>
            <a:r>
              <a:rPr sz="1400" spc="-45" dirty="0">
                <a:solidFill>
                  <a:srgbClr val="3A3737"/>
                </a:solidFill>
                <a:latin typeface="Verdana"/>
                <a:cs typeface="Verdana"/>
              </a:rPr>
              <a:t>usuario</a:t>
            </a:r>
            <a:r>
              <a:rPr sz="1400" spc="-70" dirty="0">
                <a:solidFill>
                  <a:srgbClr val="3A3737"/>
                </a:solidFill>
                <a:latin typeface="Verdana"/>
                <a:cs typeface="Verdana"/>
              </a:rPr>
              <a:t> </a:t>
            </a:r>
            <a:r>
              <a:rPr sz="1400" spc="70" dirty="0">
                <a:solidFill>
                  <a:srgbClr val="3A3737"/>
                </a:solidFill>
                <a:latin typeface="Verdana"/>
                <a:cs typeface="Verdana"/>
              </a:rPr>
              <a:t>de </a:t>
            </a:r>
            <a:r>
              <a:rPr sz="1400" spc="-409" dirty="0">
                <a:solidFill>
                  <a:srgbClr val="3A3737"/>
                </a:solidFill>
                <a:latin typeface="Verdana"/>
                <a:cs typeface="Verdana"/>
              </a:rPr>
              <a:t> </a:t>
            </a:r>
            <a:r>
              <a:rPr sz="1400" spc="-95" dirty="0">
                <a:solidFill>
                  <a:srgbClr val="3A3737"/>
                </a:solidFill>
                <a:latin typeface="Verdana"/>
                <a:cs typeface="Verdana"/>
              </a:rPr>
              <a:t>su </a:t>
            </a:r>
            <a:r>
              <a:rPr sz="1400" spc="-5" dirty="0">
                <a:solidFill>
                  <a:srgbClr val="3A3737"/>
                </a:solidFill>
                <a:latin typeface="Verdana"/>
                <a:cs typeface="Verdana"/>
              </a:rPr>
              <a:t>inmediata </a:t>
            </a:r>
            <a:r>
              <a:rPr sz="1400" spc="5" dirty="0">
                <a:solidFill>
                  <a:srgbClr val="3A3737"/>
                </a:solidFill>
                <a:latin typeface="Verdana"/>
                <a:cs typeface="Verdana"/>
              </a:rPr>
              <a:t>realidad </a:t>
            </a:r>
            <a:r>
              <a:rPr sz="1400" spc="25" dirty="0">
                <a:solidFill>
                  <a:srgbClr val="3A3737"/>
                </a:solidFill>
                <a:latin typeface="Verdana"/>
                <a:cs typeface="Verdana"/>
              </a:rPr>
              <a:t>para </a:t>
            </a:r>
            <a:r>
              <a:rPr sz="1400" dirty="0">
                <a:solidFill>
                  <a:srgbClr val="3A3737"/>
                </a:solidFill>
                <a:latin typeface="Verdana"/>
                <a:cs typeface="Verdana"/>
              </a:rPr>
              <a:t>darle </a:t>
            </a:r>
            <a:r>
              <a:rPr sz="1400" spc="10" dirty="0">
                <a:solidFill>
                  <a:srgbClr val="3A3737"/>
                </a:solidFill>
                <a:latin typeface="Verdana"/>
                <a:cs typeface="Verdana"/>
              </a:rPr>
              <a:t>una </a:t>
            </a:r>
            <a:r>
              <a:rPr sz="1400" spc="15" dirty="0">
                <a:solidFill>
                  <a:srgbClr val="3A3737"/>
                </a:solidFill>
                <a:latin typeface="Verdana"/>
                <a:cs typeface="Verdana"/>
              </a:rPr>
              <a:t>completamente </a:t>
            </a:r>
            <a:r>
              <a:rPr sz="1400" spc="-10" dirty="0">
                <a:solidFill>
                  <a:srgbClr val="3A3737"/>
                </a:solidFill>
                <a:latin typeface="Verdana"/>
                <a:cs typeface="Verdana"/>
              </a:rPr>
              <a:t>nueva. </a:t>
            </a:r>
            <a:r>
              <a:rPr sz="1400" spc="-40" dirty="0">
                <a:solidFill>
                  <a:srgbClr val="3A3737"/>
                </a:solidFill>
                <a:latin typeface="Verdana"/>
                <a:cs typeface="Verdana"/>
              </a:rPr>
              <a:t>Por </a:t>
            </a:r>
            <a:r>
              <a:rPr sz="1400" spc="-20" dirty="0">
                <a:solidFill>
                  <a:srgbClr val="3A3737"/>
                </a:solidFill>
                <a:latin typeface="Verdana"/>
                <a:cs typeface="Verdana"/>
              </a:rPr>
              <a:t>tanto, </a:t>
            </a:r>
            <a:r>
              <a:rPr sz="1400" spc="-15" dirty="0">
                <a:solidFill>
                  <a:srgbClr val="3A3737"/>
                </a:solidFill>
                <a:latin typeface="Verdana"/>
                <a:cs typeface="Verdana"/>
              </a:rPr>
              <a:t> </a:t>
            </a:r>
            <a:r>
              <a:rPr sz="1400" spc="30" dirty="0">
                <a:solidFill>
                  <a:srgbClr val="3A3737"/>
                </a:solidFill>
                <a:latin typeface="Verdana"/>
                <a:cs typeface="Verdana"/>
              </a:rPr>
              <a:t>nunca</a:t>
            </a:r>
            <a:r>
              <a:rPr sz="1400" spc="35" dirty="0">
                <a:solidFill>
                  <a:srgbClr val="3A3737"/>
                </a:solidFill>
                <a:latin typeface="Verdana"/>
                <a:cs typeface="Verdana"/>
              </a:rPr>
              <a:t> </a:t>
            </a:r>
            <a:r>
              <a:rPr sz="1400" spc="-45" dirty="0">
                <a:solidFill>
                  <a:srgbClr val="3A3737"/>
                </a:solidFill>
                <a:latin typeface="Verdana"/>
                <a:cs typeface="Verdana"/>
              </a:rPr>
              <a:t>será</a:t>
            </a:r>
            <a:r>
              <a:rPr sz="1400" spc="-40" dirty="0">
                <a:solidFill>
                  <a:srgbClr val="3A3737"/>
                </a:solidFill>
                <a:latin typeface="Verdana"/>
                <a:cs typeface="Verdana"/>
              </a:rPr>
              <a:t> </a:t>
            </a:r>
            <a:r>
              <a:rPr sz="1400" spc="10" dirty="0">
                <a:solidFill>
                  <a:srgbClr val="3A3737"/>
                </a:solidFill>
                <a:latin typeface="Verdana"/>
                <a:cs typeface="Verdana"/>
              </a:rPr>
              <a:t>Realidad</a:t>
            </a:r>
            <a:r>
              <a:rPr sz="1400" spc="15" dirty="0">
                <a:solidFill>
                  <a:srgbClr val="3A3737"/>
                </a:solidFill>
                <a:latin typeface="Verdana"/>
                <a:cs typeface="Verdana"/>
              </a:rPr>
              <a:t> </a:t>
            </a:r>
            <a:r>
              <a:rPr sz="1400" spc="-50" dirty="0">
                <a:solidFill>
                  <a:srgbClr val="3A3737"/>
                </a:solidFill>
                <a:latin typeface="Verdana"/>
                <a:cs typeface="Verdana"/>
              </a:rPr>
              <a:t>Virtual</a:t>
            </a:r>
            <a:r>
              <a:rPr sz="1400" spc="-45" dirty="0">
                <a:solidFill>
                  <a:srgbClr val="3A3737"/>
                </a:solidFill>
                <a:latin typeface="Verdana"/>
                <a:cs typeface="Verdana"/>
              </a:rPr>
              <a:t> </a:t>
            </a:r>
            <a:r>
              <a:rPr sz="1400" spc="-10" dirty="0">
                <a:solidFill>
                  <a:srgbClr val="3A3737"/>
                </a:solidFill>
                <a:latin typeface="Verdana"/>
                <a:cs typeface="Verdana"/>
              </a:rPr>
              <a:t>aquellas</a:t>
            </a:r>
            <a:r>
              <a:rPr sz="1400" spc="-5" dirty="0">
                <a:solidFill>
                  <a:srgbClr val="3A3737"/>
                </a:solidFill>
                <a:latin typeface="Verdana"/>
                <a:cs typeface="Verdana"/>
              </a:rPr>
              <a:t> </a:t>
            </a:r>
            <a:r>
              <a:rPr sz="1400" spc="-50" dirty="0">
                <a:solidFill>
                  <a:srgbClr val="3A3737"/>
                </a:solidFill>
                <a:latin typeface="Verdana"/>
                <a:cs typeface="Verdana"/>
              </a:rPr>
              <a:t>otras</a:t>
            </a:r>
            <a:r>
              <a:rPr sz="1400" spc="-45" dirty="0">
                <a:solidFill>
                  <a:srgbClr val="3A3737"/>
                </a:solidFill>
                <a:latin typeface="Verdana"/>
                <a:cs typeface="Verdana"/>
              </a:rPr>
              <a:t> </a:t>
            </a:r>
            <a:r>
              <a:rPr sz="1400" dirty="0">
                <a:solidFill>
                  <a:srgbClr val="3A3737"/>
                </a:solidFill>
                <a:latin typeface="Verdana"/>
                <a:cs typeface="Verdana"/>
              </a:rPr>
              <a:t>tecnologías</a:t>
            </a:r>
            <a:r>
              <a:rPr sz="1400" spc="5" dirty="0">
                <a:solidFill>
                  <a:srgbClr val="3A3737"/>
                </a:solidFill>
                <a:latin typeface="Verdana"/>
                <a:cs typeface="Verdana"/>
              </a:rPr>
              <a:t> </a:t>
            </a:r>
            <a:r>
              <a:rPr sz="1400" spc="25" dirty="0">
                <a:solidFill>
                  <a:srgbClr val="3A3737"/>
                </a:solidFill>
                <a:latin typeface="Verdana"/>
                <a:cs typeface="Verdana"/>
              </a:rPr>
              <a:t>que</a:t>
            </a:r>
            <a:r>
              <a:rPr sz="1400" spc="30" dirty="0">
                <a:solidFill>
                  <a:srgbClr val="3A3737"/>
                </a:solidFill>
                <a:latin typeface="Verdana"/>
                <a:cs typeface="Verdana"/>
              </a:rPr>
              <a:t> </a:t>
            </a:r>
            <a:r>
              <a:rPr sz="1400" spc="-5" dirty="0">
                <a:solidFill>
                  <a:srgbClr val="3A3737"/>
                </a:solidFill>
                <a:latin typeface="Verdana"/>
                <a:cs typeface="Verdana"/>
              </a:rPr>
              <a:t>mezclen </a:t>
            </a:r>
            <a:r>
              <a:rPr sz="1400" dirty="0">
                <a:solidFill>
                  <a:srgbClr val="3A3737"/>
                </a:solidFill>
                <a:latin typeface="Verdana"/>
                <a:cs typeface="Verdana"/>
              </a:rPr>
              <a:t> </a:t>
            </a:r>
            <a:r>
              <a:rPr sz="1400" spc="-5" dirty="0">
                <a:solidFill>
                  <a:srgbClr val="3A3737"/>
                </a:solidFill>
                <a:latin typeface="Verdana"/>
                <a:cs typeface="Verdana"/>
              </a:rPr>
              <a:t>imágenes</a:t>
            </a:r>
            <a:r>
              <a:rPr sz="1400" spc="-100" dirty="0">
                <a:solidFill>
                  <a:srgbClr val="3A3737"/>
                </a:solidFill>
                <a:latin typeface="Verdana"/>
                <a:cs typeface="Verdana"/>
              </a:rPr>
              <a:t> </a:t>
            </a:r>
            <a:r>
              <a:rPr sz="1400" spc="-55" dirty="0">
                <a:solidFill>
                  <a:srgbClr val="3A3737"/>
                </a:solidFill>
                <a:latin typeface="Verdana"/>
                <a:cs typeface="Verdana"/>
              </a:rPr>
              <a:t>virtuales</a:t>
            </a:r>
            <a:r>
              <a:rPr sz="1400" spc="-85" dirty="0">
                <a:solidFill>
                  <a:srgbClr val="3A3737"/>
                </a:solidFill>
                <a:latin typeface="Verdana"/>
                <a:cs typeface="Verdana"/>
              </a:rPr>
              <a:t> </a:t>
            </a:r>
            <a:r>
              <a:rPr sz="1400" spc="55" dirty="0">
                <a:solidFill>
                  <a:srgbClr val="3A3737"/>
                </a:solidFill>
                <a:latin typeface="Verdana"/>
                <a:cs typeface="Verdana"/>
              </a:rPr>
              <a:t>con</a:t>
            </a:r>
            <a:r>
              <a:rPr sz="1400" spc="-75" dirty="0">
                <a:solidFill>
                  <a:srgbClr val="3A3737"/>
                </a:solidFill>
                <a:latin typeface="Verdana"/>
                <a:cs typeface="Verdana"/>
              </a:rPr>
              <a:t> </a:t>
            </a:r>
            <a:r>
              <a:rPr sz="1400" spc="-5" dirty="0">
                <a:solidFill>
                  <a:srgbClr val="3A3737"/>
                </a:solidFill>
                <a:latin typeface="Verdana"/>
                <a:cs typeface="Verdana"/>
              </a:rPr>
              <a:t>imágenes</a:t>
            </a:r>
            <a:r>
              <a:rPr sz="1400" spc="-95" dirty="0">
                <a:solidFill>
                  <a:srgbClr val="3A3737"/>
                </a:solidFill>
                <a:latin typeface="Verdana"/>
                <a:cs typeface="Verdana"/>
              </a:rPr>
              <a:t> </a:t>
            </a:r>
            <a:r>
              <a:rPr sz="1400" spc="-30" dirty="0">
                <a:solidFill>
                  <a:srgbClr val="3A3737"/>
                </a:solidFill>
                <a:latin typeface="Verdana"/>
                <a:cs typeface="Verdana"/>
              </a:rPr>
              <a:t>reales</a:t>
            </a:r>
            <a:r>
              <a:rPr sz="1400" spc="-114" dirty="0">
                <a:solidFill>
                  <a:srgbClr val="3A3737"/>
                </a:solidFill>
                <a:latin typeface="Verdana"/>
                <a:cs typeface="Verdana"/>
              </a:rPr>
              <a:t> </a:t>
            </a:r>
            <a:r>
              <a:rPr sz="1400" spc="15" dirty="0">
                <a:solidFill>
                  <a:srgbClr val="3A3737"/>
                </a:solidFill>
                <a:latin typeface="Verdana"/>
                <a:cs typeface="Verdana"/>
              </a:rPr>
              <a:t>del</a:t>
            </a:r>
            <a:r>
              <a:rPr sz="1400" spc="-100" dirty="0">
                <a:solidFill>
                  <a:srgbClr val="3A3737"/>
                </a:solidFill>
                <a:latin typeface="Verdana"/>
                <a:cs typeface="Verdana"/>
              </a:rPr>
              <a:t> </a:t>
            </a:r>
            <a:r>
              <a:rPr sz="1400" spc="-20" dirty="0">
                <a:solidFill>
                  <a:srgbClr val="3A3737"/>
                </a:solidFill>
                <a:latin typeface="Verdana"/>
                <a:cs typeface="Verdana"/>
              </a:rPr>
              <a:t>lugar</a:t>
            </a:r>
            <a:r>
              <a:rPr sz="1400" spc="-95" dirty="0">
                <a:solidFill>
                  <a:srgbClr val="3A3737"/>
                </a:solidFill>
                <a:latin typeface="Verdana"/>
                <a:cs typeface="Verdana"/>
              </a:rPr>
              <a:t> </a:t>
            </a:r>
            <a:r>
              <a:rPr sz="1400" spc="35" dirty="0">
                <a:solidFill>
                  <a:srgbClr val="3A3737"/>
                </a:solidFill>
                <a:latin typeface="Verdana"/>
                <a:cs typeface="Verdana"/>
              </a:rPr>
              <a:t>que</a:t>
            </a:r>
            <a:r>
              <a:rPr sz="1400" spc="-100" dirty="0">
                <a:solidFill>
                  <a:srgbClr val="3A3737"/>
                </a:solidFill>
                <a:latin typeface="Verdana"/>
                <a:cs typeface="Verdana"/>
              </a:rPr>
              <a:t> </a:t>
            </a:r>
            <a:r>
              <a:rPr sz="1400" spc="65" dirty="0">
                <a:solidFill>
                  <a:srgbClr val="3A3737"/>
                </a:solidFill>
                <a:latin typeface="Verdana"/>
                <a:cs typeface="Verdana"/>
              </a:rPr>
              <a:t>ocupa</a:t>
            </a:r>
            <a:r>
              <a:rPr sz="1400" spc="-95" dirty="0">
                <a:solidFill>
                  <a:srgbClr val="3A3737"/>
                </a:solidFill>
                <a:latin typeface="Verdana"/>
                <a:cs typeface="Verdana"/>
              </a:rPr>
              <a:t> </a:t>
            </a:r>
            <a:r>
              <a:rPr sz="1400" spc="-15" dirty="0">
                <a:solidFill>
                  <a:srgbClr val="3A3737"/>
                </a:solidFill>
                <a:latin typeface="Verdana"/>
                <a:cs typeface="Verdana"/>
              </a:rPr>
              <a:t>el</a:t>
            </a:r>
            <a:r>
              <a:rPr sz="1400" spc="-90" dirty="0">
                <a:solidFill>
                  <a:srgbClr val="3A3737"/>
                </a:solidFill>
                <a:latin typeface="Verdana"/>
                <a:cs typeface="Verdana"/>
              </a:rPr>
              <a:t> </a:t>
            </a:r>
            <a:r>
              <a:rPr sz="1400" spc="-55" dirty="0">
                <a:solidFill>
                  <a:srgbClr val="3A3737"/>
                </a:solidFill>
                <a:latin typeface="Verdana"/>
                <a:cs typeface="Verdana"/>
              </a:rPr>
              <a:t>usuario.</a:t>
            </a:r>
            <a:endParaRPr sz="1400" dirty="0">
              <a:latin typeface="Verdana"/>
              <a:cs typeface="Verdana"/>
            </a:endParaRPr>
          </a:p>
          <a:p>
            <a:pPr marL="184785" marR="6985" indent="-172720" algn="just">
              <a:lnSpc>
                <a:spcPct val="107100"/>
              </a:lnSpc>
              <a:spcBef>
                <a:spcPts val="800"/>
              </a:spcBef>
              <a:buFont typeface="Arial MT"/>
              <a:buChar char="•"/>
              <a:tabLst>
                <a:tab pos="185420" algn="l"/>
              </a:tabLst>
            </a:pPr>
            <a:r>
              <a:rPr sz="1400" spc="5" dirty="0">
                <a:solidFill>
                  <a:srgbClr val="3A3737"/>
                </a:solidFill>
                <a:latin typeface="Verdana"/>
                <a:cs typeface="Verdana"/>
              </a:rPr>
              <a:t>Comúnmente </a:t>
            </a:r>
            <a:r>
              <a:rPr sz="1400" spc="-50" dirty="0">
                <a:solidFill>
                  <a:srgbClr val="3A3737"/>
                </a:solidFill>
                <a:latin typeface="Verdana"/>
                <a:cs typeface="Verdana"/>
              </a:rPr>
              <a:t>se </a:t>
            </a:r>
            <a:r>
              <a:rPr sz="1400" spc="-35" dirty="0">
                <a:solidFill>
                  <a:srgbClr val="3A3737"/>
                </a:solidFill>
                <a:latin typeface="Verdana"/>
                <a:cs typeface="Verdana"/>
              </a:rPr>
              <a:t>suele </a:t>
            </a:r>
            <a:r>
              <a:rPr sz="1400" spc="-15" dirty="0">
                <a:solidFill>
                  <a:srgbClr val="3A3737"/>
                </a:solidFill>
                <a:latin typeface="Verdana"/>
                <a:cs typeface="Verdana"/>
              </a:rPr>
              <a:t>confundir </a:t>
            </a:r>
            <a:r>
              <a:rPr sz="1400" spc="55" dirty="0">
                <a:solidFill>
                  <a:srgbClr val="3A3737"/>
                </a:solidFill>
                <a:latin typeface="Verdana"/>
                <a:cs typeface="Verdana"/>
              </a:rPr>
              <a:t>o </a:t>
            </a:r>
            <a:r>
              <a:rPr sz="1400" spc="-5" dirty="0">
                <a:solidFill>
                  <a:srgbClr val="3A3737"/>
                </a:solidFill>
                <a:latin typeface="Verdana"/>
                <a:cs typeface="Verdana"/>
              </a:rPr>
              <a:t>asociar </a:t>
            </a:r>
            <a:r>
              <a:rPr sz="1400" spc="10" dirty="0">
                <a:solidFill>
                  <a:srgbClr val="3A3737"/>
                </a:solidFill>
                <a:latin typeface="Verdana"/>
                <a:cs typeface="Verdana"/>
              </a:rPr>
              <a:t>Realidad </a:t>
            </a:r>
            <a:r>
              <a:rPr sz="1400" spc="-50" dirty="0">
                <a:solidFill>
                  <a:srgbClr val="3A3737"/>
                </a:solidFill>
                <a:latin typeface="Verdana"/>
                <a:cs typeface="Verdana"/>
              </a:rPr>
              <a:t>Virtual </a:t>
            </a:r>
            <a:r>
              <a:rPr sz="1400" spc="95" dirty="0">
                <a:solidFill>
                  <a:srgbClr val="3A3737"/>
                </a:solidFill>
                <a:latin typeface="Verdana"/>
                <a:cs typeface="Verdana"/>
              </a:rPr>
              <a:t>a </a:t>
            </a:r>
            <a:r>
              <a:rPr sz="1400" spc="-5" dirty="0">
                <a:solidFill>
                  <a:srgbClr val="3A3737"/>
                </a:solidFill>
                <a:latin typeface="Verdana"/>
                <a:cs typeface="Verdana"/>
              </a:rPr>
              <a:t>cualquier </a:t>
            </a:r>
            <a:r>
              <a:rPr sz="1400" dirty="0">
                <a:solidFill>
                  <a:srgbClr val="3A3737"/>
                </a:solidFill>
                <a:latin typeface="Verdana"/>
                <a:cs typeface="Verdana"/>
              </a:rPr>
              <a:t> </a:t>
            </a:r>
            <a:r>
              <a:rPr sz="1400" spc="20" dirty="0">
                <a:solidFill>
                  <a:srgbClr val="3A3737"/>
                </a:solidFill>
                <a:latin typeface="Verdana"/>
                <a:cs typeface="Verdana"/>
              </a:rPr>
              <a:t>tecnología </a:t>
            </a:r>
            <a:r>
              <a:rPr sz="1400" spc="25" dirty="0">
                <a:solidFill>
                  <a:srgbClr val="3A3737"/>
                </a:solidFill>
                <a:latin typeface="Verdana"/>
                <a:cs typeface="Verdana"/>
              </a:rPr>
              <a:t>que </a:t>
            </a:r>
            <a:r>
              <a:rPr sz="1400" spc="-25" dirty="0">
                <a:solidFill>
                  <a:srgbClr val="3A3737"/>
                </a:solidFill>
                <a:latin typeface="Verdana"/>
                <a:cs typeface="Verdana"/>
              </a:rPr>
              <a:t>utilice </a:t>
            </a:r>
            <a:r>
              <a:rPr sz="1400" spc="-30" dirty="0">
                <a:solidFill>
                  <a:srgbClr val="3A3737"/>
                </a:solidFill>
                <a:latin typeface="Verdana"/>
                <a:cs typeface="Verdana"/>
              </a:rPr>
              <a:t>un </a:t>
            </a:r>
            <a:r>
              <a:rPr sz="1400" spc="-10" dirty="0">
                <a:solidFill>
                  <a:srgbClr val="3A3737"/>
                </a:solidFill>
                <a:latin typeface="Verdana"/>
                <a:cs typeface="Verdana"/>
              </a:rPr>
              <a:t>HMD </a:t>
            </a:r>
            <a:r>
              <a:rPr sz="1400" spc="5" dirty="0">
                <a:solidFill>
                  <a:srgbClr val="3A3737"/>
                </a:solidFill>
                <a:latin typeface="Verdana"/>
                <a:cs typeface="Verdana"/>
              </a:rPr>
              <a:t>(Head </a:t>
            </a:r>
            <a:r>
              <a:rPr sz="1400" spc="20" dirty="0">
                <a:solidFill>
                  <a:srgbClr val="3A3737"/>
                </a:solidFill>
                <a:latin typeface="Verdana"/>
                <a:cs typeface="Verdana"/>
              </a:rPr>
              <a:t>Mounted </a:t>
            </a:r>
            <a:r>
              <a:rPr sz="1400" spc="-60" dirty="0">
                <a:solidFill>
                  <a:srgbClr val="3A3737"/>
                </a:solidFill>
                <a:latin typeface="Verdana"/>
                <a:cs typeface="Verdana"/>
              </a:rPr>
              <a:t>Display), </a:t>
            </a:r>
            <a:r>
              <a:rPr sz="1400" spc="-30" dirty="0">
                <a:solidFill>
                  <a:srgbClr val="3A3737"/>
                </a:solidFill>
                <a:latin typeface="Verdana"/>
                <a:cs typeface="Verdana"/>
              </a:rPr>
              <a:t>unas </a:t>
            </a:r>
            <a:r>
              <a:rPr sz="1400" spc="10" dirty="0">
                <a:solidFill>
                  <a:srgbClr val="3A3737"/>
                </a:solidFill>
                <a:latin typeface="Verdana"/>
                <a:cs typeface="Verdana"/>
              </a:rPr>
              <a:t>gafas </a:t>
            </a:r>
            <a:r>
              <a:rPr sz="1400" spc="55" dirty="0">
                <a:solidFill>
                  <a:srgbClr val="3A3737"/>
                </a:solidFill>
                <a:latin typeface="Verdana"/>
                <a:cs typeface="Verdana"/>
              </a:rPr>
              <a:t>o </a:t>
            </a:r>
            <a:r>
              <a:rPr sz="1400" spc="-30" dirty="0">
                <a:solidFill>
                  <a:srgbClr val="3A3737"/>
                </a:solidFill>
                <a:latin typeface="Verdana"/>
                <a:cs typeface="Verdana"/>
              </a:rPr>
              <a:t>un </a:t>
            </a:r>
            <a:r>
              <a:rPr sz="1400" spc="-25" dirty="0">
                <a:solidFill>
                  <a:srgbClr val="3A3737"/>
                </a:solidFill>
                <a:latin typeface="Verdana"/>
                <a:cs typeface="Verdana"/>
              </a:rPr>
              <a:t> </a:t>
            </a:r>
            <a:r>
              <a:rPr sz="1400" spc="45" dirty="0">
                <a:solidFill>
                  <a:srgbClr val="3A3737"/>
                </a:solidFill>
                <a:latin typeface="Verdana"/>
                <a:cs typeface="Verdana"/>
              </a:rPr>
              <a:t>gadget</a:t>
            </a:r>
            <a:r>
              <a:rPr sz="1400" spc="-65" dirty="0">
                <a:solidFill>
                  <a:srgbClr val="3A3737"/>
                </a:solidFill>
                <a:latin typeface="Verdana"/>
                <a:cs typeface="Verdana"/>
              </a:rPr>
              <a:t> </a:t>
            </a:r>
            <a:r>
              <a:rPr sz="1400" spc="-80" dirty="0">
                <a:solidFill>
                  <a:srgbClr val="3A3737"/>
                </a:solidFill>
                <a:latin typeface="Verdana"/>
                <a:cs typeface="Verdana"/>
              </a:rPr>
              <a:t>similar,</a:t>
            </a:r>
            <a:r>
              <a:rPr sz="1400" spc="-110" dirty="0">
                <a:solidFill>
                  <a:srgbClr val="3A3737"/>
                </a:solidFill>
                <a:latin typeface="Verdana"/>
                <a:cs typeface="Verdana"/>
              </a:rPr>
              <a:t> </a:t>
            </a:r>
            <a:r>
              <a:rPr sz="1400" spc="5" dirty="0">
                <a:solidFill>
                  <a:srgbClr val="3A3737"/>
                </a:solidFill>
                <a:latin typeface="Verdana"/>
                <a:cs typeface="Verdana"/>
              </a:rPr>
              <a:t>pero</a:t>
            </a:r>
            <a:r>
              <a:rPr sz="1400" spc="-95" dirty="0">
                <a:solidFill>
                  <a:srgbClr val="3A3737"/>
                </a:solidFill>
                <a:latin typeface="Verdana"/>
                <a:cs typeface="Verdana"/>
              </a:rPr>
              <a:t> </a:t>
            </a:r>
            <a:r>
              <a:rPr sz="1400" spc="55" dirty="0">
                <a:solidFill>
                  <a:srgbClr val="3A3737"/>
                </a:solidFill>
                <a:latin typeface="Verdana"/>
                <a:cs typeface="Verdana"/>
              </a:rPr>
              <a:t>como</a:t>
            </a:r>
            <a:r>
              <a:rPr sz="1400" spc="-90" dirty="0">
                <a:solidFill>
                  <a:srgbClr val="3A3737"/>
                </a:solidFill>
                <a:latin typeface="Verdana"/>
                <a:cs typeface="Verdana"/>
              </a:rPr>
              <a:t> </a:t>
            </a:r>
            <a:r>
              <a:rPr sz="1400" spc="-25" dirty="0">
                <a:solidFill>
                  <a:srgbClr val="3A3737"/>
                </a:solidFill>
                <a:latin typeface="Verdana"/>
                <a:cs typeface="Verdana"/>
              </a:rPr>
              <a:t>hemos</a:t>
            </a:r>
            <a:r>
              <a:rPr sz="1400" spc="-90" dirty="0">
                <a:solidFill>
                  <a:srgbClr val="3A3737"/>
                </a:solidFill>
                <a:latin typeface="Verdana"/>
                <a:cs typeface="Verdana"/>
              </a:rPr>
              <a:t> </a:t>
            </a:r>
            <a:r>
              <a:rPr sz="1400" spc="5" dirty="0">
                <a:solidFill>
                  <a:srgbClr val="3A3737"/>
                </a:solidFill>
                <a:latin typeface="Verdana"/>
                <a:cs typeface="Verdana"/>
              </a:rPr>
              <a:t>dicho,</a:t>
            </a:r>
            <a:r>
              <a:rPr sz="1400" spc="-80" dirty="0">
                <a:solidFill>
                  <a:srgbClr val="3A3737"/>
                </a:solidFill>
                <a:latin typeface="Verdana"/>
                <a:cs typeface="Verdana"/>
              </a:rPr>
              <a:t> </a:t>
            </a:r>
            <a:r>
              <a:rPr sz="1400" spc="-35" dirty="0">
                <a:solidFill>
                  <a:srgbClr val="3A3737"/>
                </a:solidFill>
                <a:latin typeface="Verdana"/>
                <a:cs typeface="Verdana"/>
              </a:rPr>
              <a:t>esto</a:t>
            </a:r>
            <a:r>
              <a:rPr sz="1400" spc="-60" dirty="0">
                <a:solidFill>
                  <a:srgbClr val="3A3737"/>
                </a:solidFill>
                <a:latin typeface="Verdana"/>
                <a:cs typeface="Verdana"/>
              </a:rPr>
              <a:t> </a:t>
            </a:r>
            <a:r>
              <a:rPr sz="1400" spc="10" dirty="0">
                <a:solidFill>
                  <a:srgbClr val="3A3737"/>
                </a:solidFill>
                <a:latin typeface="Verdana"/>
                <a:cs typeface="Verdana"/>
              </a:rPr>
              <a:t>no</a:t>
            </a:r>
            <a:r>
              <a:rPr sz="1400" spc="-80" dirty="0">
                <a:solidFill>
                  <a:srgbClr val="3A3737"/>
                </a:solidFill>
                <a:latin typeface="Verdana"/>
                <a:cs typeface="Verdana"/>
              </a:rPr>
              <a:t> </a:t>
            </a:r>
            <a:r>
              <a:rPr sz="1400" dirty="0">
                <a:solidFill>
                  <a:srgbClr val="3A3737"/>
                </a:solidFill>
                <a:latin typeface="Verdana"/>
                <a:cs typeface="Verdana"/>
              </a:rPr>
              <a:t>define</a:t>
            </a:r>
            <a:r>
              <a:rPr sz="1400" spc="-100" dirty="0">
                <a:solidFill>
                  <a:srgbClr val="3A3737"/>
                </a:solidFill>
                <a:latin typeface="Verdana"/>
                <a:cs typeface="Verdana"/>
              </a:rPr>
              <a:t> </a:t>
            </a:r>
            <a:r>
              <a:rPr sz="1400" spc="15" dirty="0">
                <a:solidFill>
                  <a:srgbClr val="3A3737"/>
                </a:solidFill>
                <a:latin typeface="Verdana"/>
                <a:cs typeface="Verdana"/>
              </a:rPr>
              <a:t>la</a:t>
            </a:r>
            <a:r>
              <a:rPr sz="1400" spc="-100" dirty="0">
                <a:solidFill>
                  <a:srgbClr val="3A3737"/>
                </a:solidFill>
                <a:latin typeface="Verdana"/>
                <a:cs typeface="Verdana"/>
              </a:rPr>
              <a:t> </a:t>
            </a:r>
            <a:r>
              <a:rPr sz="1400" spc="-70" dirty="0">
                <a:solidFill>
                  <a:srgbClr val="3A3737"/>
                </a:solidFill>
                <a:latin typeface="Verdana"/>
                <a:cs typeface="Verdana"/>
              </a:rPr>
              <a:t>VR.</a:t>
            </a:r>
            <a:endParaRPr sz="1400" dirty="0">
              <a:latin typeface="Verdana"/>
              <a:cs typeface="Verdana"/>
            </a:endParaRPr>
          </a:p>
          <a:p>
            <a:pPr marL="184785" marR="6985" indent="-172720" algn="just">
              <a:lnSpc>
                <a:spcPct val="107000"/>
              </a:lnSpc>
              <a:spcBef>
                <a:spcPts val="800"/>
              </a:spcBef>
              <a:buFont typeface="Arial MT"/>
              <a:buChar char="•"/>
              <a:tabLst>
                <a:tab pos="185420" algn="l"/>
              </a:tabLst>
            </a:pPr>
            <a:r>
              <a:rPr sz="1400" spc="-120" dirty="0">
                <a:solidFill>
                  <a:srgbClr val="3A3737"/>
                </a:solidFill>
                <a:latin typeface="Verdana"/>
                <a:cs typeface="Verdana"/>
              </a:rPr>
              <a:t>Sin </a:t>
            </a:r>
            <a:r>
              <a:rPr sz="1400" dirty="0">
                <a:solidFill>
                  <a:srgbClr val="3A3737"/>
                </a:solidFill>
                <a:latin typeface="Verdana"/>
                <a:cs typeface="Verdana"/>
              </a:rPr>
              <a:t>embargo, </a:t>
            </a:r>
            <a:r>
              <a:rPr sz="1400" u="sng" spc="-10" dirty="0">
                <a:solidFill>
                  <a:srgbClr val="3A3737"/>
                </a:solidFill>
                <a:uFill>
                  <a:solidFill>
                    <a:srgbClr val="3A3737"/>
                  </a:solidFill>
                </a:uFill>
                <a:latin typeface="Verdana"/>
                <a:cs typeface="Verdana"/>
              </a:rPr>
              <a:t>volviendo</a:t>
            </a:r>
            <a:r>
              <a:rPr sz="1400" spc="-10" dirty="0">
                <a:solidFill>
                  <a:srgbClr val="3A3737"/>
                </a:solidFill>
                <a:latin typeface="Verdana"/>
                <a:cs typeface="Verdana"/>
              </a:rPr>
              <a:t> </a:t>
            </a:r>
            <a:r>
              <a:rPr sz="1400" spc="95" dirty="0">
                <a:solidFill>
                  <a:srgbClr val="3A3737"/>
                </a:solidFill>
                <a:latin typeface="Verdana"/>
                <a:cs typeface="Verdana"/>
              </a:rPr>
              <a:t>a </a:t>
            </a:r>
            <a:r>
              <a:rPr sz="1400" spc="-20" dirty="0">
                <a:solidFill>
                  <a:srgbClr val="3A3737"/>
                </a:solidFill>
                <a:latin typeface="Verdana"/>
                <a:cs typeface="Verdana"/>
              </a:rPr>
              <a:t>esta </a:t>
            </a:r>
            <a:r>
              <a:rPr sz="1400" spc="-15" dirty="0">
                <a:solidFill>
                  <a:srgbClr val="3A3737"/>
                </a:solidFill>
                <a:latin typeface="Verdana"/>
                <a:cs typeface="Verdana"/>
              </a:rPr>
              <a:t>definición, </a:t>
            </a:r>
            <a:r>
              <a:rPr sz="1400" spc="-20" dirty="0">
                <a:solidFill>
                  <a:srgbClr val="3A3737"/>
                </a:solidFill>
                <a:latin typeface="Verdana"/>
                <a:cs typeface="Verdana"/>
              </a:rPr>
              <a:t>tenemos </a:t>
            </a:r>
            <a:r>
              <a:rPr sz="1400" spc="30" dirty="0">
                <a:solidFill>
                  <a:srgbClr val="3A3737"/>
                </a:solidFill>
                <a:latin typeface="Verdana"/>
                <a:cs typeface="Verdana"/>
              </a:rPr>
              <a:t>que </a:t>
            </a:r>
            <a:r>
              <a:rPr sz="1400" spc="-5" dirty="0">
                <a:solidFill>
                  <a:srgbClr val="3A3737"/>
                </a:solidFill>
                <a:latin typeface="Verdana"/>
                <a:cs typeface="Verdana"/>
              </a:rPr>
              <a:t>hablar </a:t>
            </a:r>
            <a:r>
              <a:rPr sz="1400" spc="10" dirty="0">
                <a:solidFill>
                  <a:srgbClr val="3A3737"/>
                </a:solidFill>
                <a:latin typeface="Verdana"/>
                <a:cs typeface="Verdana"/>
              </a:rPr>
              <a:t>del </a:t>
            </a:r>
            <a:r>
              <a:rPr sz="1400" spc="-20" dirty="0">
                <a:solidFill>
                  <a:srgbClr val="3A3737"/>
                </a:solidFill>
                <a:latin typeface="Verdana"/>
                <a:cs typeface="Verdana"/>
              </a:rPr>
              <a:t>principio </a:t>
            </a:r>
            <a:r>
              <a:rPr sz="1400" spc="-409" dirty="0">
                <a:solidFill>
                  <a:srgbClr val="3A3737"/>
                </a:solidFill>
                <a:latin typeface="Verdana"/>
                <a:cs typeface="Verdana"/>
              </a:rPr>
              <a:t> </a:t>
            </a:r>
            <a:r>
              <a:rPr sz="1400" spc="-5" dirty="0">
                <a:solidFill>
                  <a:srgbClr val="3A3737"/>
                </a:solidFill>
                <a:latin typeface="Verdana"/>
                <a:cs typeface="Verdana"/>
              </a:rPr>
              <a:t>fundamental </a:t>
            </a:r>
            <a:r>
              <a:rPr sz="1400" spc="-15" dirty="0">
                <a:solidFill>
                  <a:srgbClr val="3A3737"/>
                </a:solidFill>
                <a:latin typeface="Verdana"/>
                <a:cs typeface="Verdana"/>
              </a:rPr>
              <a:t>por </a:t>
            </a:r>
            <a:r>
              <a:rPr sz="1400" spc="-20" dirty="0">
                <a:solidFill>
                  <a:srgbClr val="3A3737"/>
                </a:solidFill>
                <a:latin typeface="Verdana"/>
                <a:cs typeface="Verdana"/>
              </a:rPr>
              <a:t>el </a:t>
            </a:r>
            <a:r>
              <a:rPr sz="1400" spc="30" dirty="0">
                <a:solidFill>
                  <a:srgbClr val="3A3737"/>
                </a:solidFill>
                <a:latin typeface="Verdana"/>
                <a:cs typeface="Verdana"/>
              </a:rPr>
              <a:t>cual </a:t>
            </a:r>
            <a:r>
              <a:rPr sz="1400" spc="-50" dirty="0">
                <a:solidFill>
                  <a:srgbClr val="3A3737"/>
                </a:solidFill>
                <a:latin typeface="Verdana"/>
                <a:cs typeface="Verdana"/>
              </a:rPr>
              <a:t>se </a:t>
            </a:r>
            <a:r>
              <a:rPr sz="1400" spc="30" dirty="0">
                <a:solidFill>
                  <a:srgbClr val="3A3737"/>
                </a:solidFill>
                <a:latin typeface="Verdana"/>
                <a:cs typeface="Verdana"/>
              </a:rPr>
              <a:t>produce </a:t>
            </a:r>
            <a:r>
              <a:rPr sz="1400" spc="-35" dirty="0">
                <a:solidFill>
                  <a:srgbClr val="3A3737"/>
                </a:solidFill>
                <a:latin typeface="Verdana"/>
                <a:cs typeface="Verdana"/>
              </a:rPr>
              <a:t>este </a:t>
            </a:r>
            <a:r>
              <a:rPr sz="1400" spc="15" dirty="0">
                <a:solidFill>
                  <a:srgbClr val="3A3737"/>
                </a:solidFill>
                <a:latin typeface="Verdana"/>
                <a:cs typeface="Verdana"/>
              </a:rPr>
              <a:t>engaño. </a:t>
            </a:r>
            <a:r>
              <a:rPr sz="1400" spc="-75" dirty="0">
                <a:solidFill>
                  <a:srgbClr val="3A3737"/>
                </a:solidFill>
                <a:latin typeface="Verdana"/>
                <a:cs typeface="Verdana"/>
              </a:rPr>
              <a:t>En </a:t>
            </a:r>
            <a:r>
              <a:rPr sz="1400" dirty="0">
                <a:solidFill>
                  <a:srgbClr val="3A3737"/>
                </a:solidFill>
                <a:latin typeface="Verdana"/>
                <a:cs typeface="Verdana"/>
              </a:rPr>
              <a:t>esencia, </a:t>
            </a:r>
            <a:r>
              <a:rPr sz="1400" spc="-60" dirty="0">
                <a:solidFill>
                  <a:srgbClr val="3A3737"/>
                </a:solidFill>
                <a:latin typeface="Verdana"/>
                <a:cs typeface="Verdana"/>
              </a:rPr>
              <a:t>los </a:t>
            </a:r>
            <a:r>
              <a:rPr sz="1400" spc="-75" dirty="0">
                <a:solidFill>
                  <a:srgbClr val="3A3737"/>
                </a:solidFill>
                <a:latin typeface="Verdana"/>
                <a:cs typeface="Verdana"/>
              </a:rPr>
              <a:t>seres </a:t>
            </a:r>
            <a:r>
              <a:rPr sz="1400" spc="-70" dirty="0">
                <a:solidFill>
                  <a:srgbClr val="3A3737"/>
                </a:solidFill>
                <a:latin typeface="Verdana"/>
                <a:cs typeface="Verdana"/>
              </a:rPr>
              <a:t> </a:t>
            </a:r>
            <a:r>
              <a:rPr sz="1400" spc="-20" dirty="0">
                <a:solidFill>
                  <a:srgbClr val="3A3737"/>
                </a:solidFill>
                <a:latin typeface="Verdana"/>
                <a:cs typeface="Verdana"/>
              </a:rPr>
              <a:t>humanos </a:t>
            </a:r>
            <a:r>
              <a:rPr sz="1400" dirty="0">
                <a:solidFill>
                  <a:srgbClr val="3A3737"/>
                </a:solidFill>
                <a:latin typeface="Verdana"/>
                <a:cs typeface="Verdana"/>
              </a:rPr>
              <a:t>obtenemos </a:t>
            </a:r>
            <a:r>
              <a:rPr sz="1400" spc="-35" dirty="0">
                <a:solidFill>
                  <a:srgbClr val="3A3737"/>
                </a:solidFill>
                <a:latin typeface="Verdana"/>
                <a:cs typeface="Verdana"/>
              </a:rPr>
              <a:t>más </a:t>
            </a:r>
            <a:r>
              <a:rPr sz="1400" spc="10" dirty="0">
                <a:solidFill>
                  <a:srgbClr val="3A3737"/>
                </a:solidFill>
                <a:latin typeface="Verdana"/>
                <a:cs typeface="Verdana"/>
              </a:rPr>
              <a:t>del </a:t>
            </a:r>
            <a:r>
              <a:rPr sz="1400" spc="-190" dirty="0">
                <a:solidFill>
                  <a:srgbClr val="3A3737"/>
                </a:solidFill>
                <a:latin typeface="Verdana"/>
                <a:cs typeface="Verdana"/>
              </a:rPr>
              <a:t>80%</a:t>
            </a:r>
            <a:r>
              <a:rPr sz="1400" spc="-185" dirty="0">
                <a:solidFill>
                  <a:srgbClr val="3A3737"/>
                </a:solidFill>
                <a:latin typeface="Verdana"/>
                <a:cs typeface="Verdana"/>
              </a:rPr>
              <a:t> </a:t>
            </a:r>
            <a:r>
              <a:rPr sz="1400" spc="70" dirty="0">
                <a:solidFill>
                  <a:srgbClr val="3A3737"/>
                </a:solidFill>
                <a:latin typeface="Verdana"/>
                <a:cs typeface="Verdana"/>
              </a:rPr>
              <a:t>de </a:t>
            </a:r>
            <a:r>
              <a:rPr sz="1400" spc="15" dirty="0">
                <a:solidFill>
                  <a:srgbClr val="3A3737"/>
                </a:solidFill>
                <a:latin typeface="Verdana"/>
                <a:cs typeface="Verdana"/>
              </a:rPr>
              <a:t>la </a:t>
            </a:r>
            <a:r>
              <a:rPr sz="1400" spc="-15" dirty="0">
                <a:solidFill>
                  <a:srgbClr val="3A3737"/>
                </a:solidFill>
                <a:latin typeface="Verdana"/>
                <a:cs typeface="Verdana"/>
              </a:rPr>
              <a:t>información </a:t>
            </a:r>
            <a:r>
              <a:rPr sz="1400" spc="-30" dirty="0">
                <a:solidFill>
                  <a:srgbClr val="3A3737"/>
                </a:solidFill>
                <a:latin typeface="Verdana"/>
                <a:cs typeface="Verdana"/>
              </a:rPr>
              <a:t>sobre </a:t>
            </a:r>
            <a:r>
              <a:rPr sz="1400" spc="-20" dirty="0">
                <a:solidFill>
                  <a:srgbClr val="3A3737"/>
                </a:solidFill>
                <a:latin typeface="Verdana"/>
                <a:cs typeface="Verdana"/>
              </a:rPr>
              <a:t>el entorno </a:t>
            </a:r>
            <a:r>
              <a:rPr sz="1400" spc="30" dirty="0">
                <a:solidFill>
                  <a:srgbClr val="3A3737"/>
                </a:solidFill>
                <a:latin typeface="Verdana"/>
                <a:cs typeface="Verdana"/>
              </a:rPr>
              <a:t>que </a:t>
            </a:r>
            <a:r>
              <a:rPr sz="1400" spc="35" dirty="0">
                <a:solidFill>
                  <a:srgbClr val="3A3737"/>
                </a:solidFill>
                <a:latin typeface="Verdana"/>
                <a:cs typeface="Verdana"/>
              </a:rPr>
              <a:t> </a:t>
            </a:r>
            <a:r>
              <a:rPr sz="1400" spc="-50" dirty="0">
                <a:solidFill>
                  <a:srgbClr val="3A3737"/>
                </a:solidFill>
                <a:latin typeface="Verdana"/>
                <a:cs typeface="Verdana"/>
              </a:rPr>
              <a:t>nos </a:t>
            </a:r>
            <a:r>
              <a:rPr sz="1400" spc="25" dirty="0">
                <a:solidFill>
                  <a:srgbClr val="3A3737"/>
                </a:solidFill>
                <a:latin typeface="Verdana"/>
                <a:cs typeface="Verdana"/>
              </a:rPr>
              <a:t>rodea </a:t>
            </a:r>
            <a:r>
              <a:rPr sz="1400" spc="-15" dirty="0">
                <a:solidFill>
                  <a:srgbClr val="3A3737"/>
                </a:solidFill>
                <a:latin typeface="Verdana"/>
                <a:cs typeface="Verdana"/>
              </a:rPr>
              <a:t>por </a:t>
            </a:r>
            <a:r>
              <a:rPr sz="1400" spc="15" dirty="0">
                <a:solidFill>
                  <a:srgbClr val="3A3737"/>
                </a:solidFill>
                <a:latin typeface="Verdana"/>
                <a:cs typeface="Verdana"/>
              </a:rPr>
              <a:t>la </a:t>
            </a:r>
            <a:r>
              <a:rPr sz="1400" spc="-60" dirty="0">
                <a:solidFill>
                  <a:srgbClr val="3A3737"/>
                </a:solidFill>
                <a:latin typeface="Verdana"/>
                <a:cs typeface="Verdana"/>
              </a:rPr>
              <a:t>vista </a:t>
            </a:r>
            <a:r>
              <a:rPr sz="1400" spc="-70" dirty="0">
                <a:solidFill>
                  <a:srgbClr val="3A3737"/>
                </a:solidFill>
                <a:latin typeface="Verdana"/>
                <a:cs typeface="Verdana"/>
              </a:rPr>
              <a:t>y </a:t>
            </a:r>
            <a:r>
              <a:rPr sz="1400" spc="-20" dirty="0">
                <a:solidFill>
                  <a:srgbClr val="3A3737"/>
                </a:solidFill>
                <a:latin typeface="Verdana"/>
                <a:cs typeface="Verdana"/>
              </a:rPr>
              <a:t>el </a:t>
            </a:r>
            <a:r>
              <a:rPr sz="1400" spc="-25" dirty="0">
                <a:solidFill>
                  <a:srgbClr val="3A3737"/>
                </a:solidFill>
                <a:latin typeface="Verdana"/>
                <a:cs typeface="Verdana"/>
              </a:rPr>
              <a:t>oído; </a:t>
            </a:r>
            <a:r>
              <a:rPr sz="1400" spc="-15" dirty="0">
                <a:solidFill>
                  <a:srgbClr val="3A3737"/>
                </a:solidFill>
                <a:latin typeface="Verdana"/>
                <a:cs typeface="Verdana"/>
              </a:rPr>
              <a:t>por </a:t>
            </a:r>
            <a:r>
              <a:rPr sz="1400" spc="-35" dirty="0">
                <a:solidFill>
                  <a:srgbClr val="3A3737"/>
                </a:solidFill>
                <a:latin typeface="Verdana"/>
                <a:cs typeface="Verdana"/>
              </a:rPr>
              <a:t>ello, </a:t>
            </a:r>
            <a:r>
              <a:rPr sz="1400" spc="40" dirty="0">
                <a:solidFill>
                  <a:srgbClr val="3A3737"/>
                </a:solidFill>
                <a:latin typeface="Verdana"/>
                <a:cs typeface="Verdana"/>
              </a:rPr>
              <a:t>engañando </a:t>
            </a:r>
            <a:r>
              <a:rPr sz="1400" spc="95" dirty="0">
                <a:solidFill>
                  <a:srgbClr val="3A3737"/>
                </a:solidFill>
                <a:latin typeface="Verdana"/>
                <a:cs typeface="Verdana"/>
              </a:rPr>
              <a:t>a </a:t>
            </a:r>
            <a:r>
              <a:rPr sz="1400" spc="-60" dirty="0">
                <a:solidFill>
                  <a:srgbClr val="3A3737"/>
                </a:solidFill>
                <a:latin typeface="Verdana"/>
                <a:cs typeface="Verdana"/>
              </a:rPr>
              <a:t>estos </a:t>
            </a:r>
            <a:r>
              <a:rPr sz="1400" spc="-15" dirty="0">
                <a:solidFill>
                  <a:srgbClr val="3A3737"/>
                </a:solidFill>
                <a:latin typeface="Verdana"/>
                <a:cs typeface="Verdana"/>
              </a:rPr>
              <a:t>dos </a:t>
            </a:r>
            <a:r>
              <a:rPr sz="1400" spc="-50" dirty="0">
                <a:solidFill>
                  <a:srgbClr val="3A3737"/>
                </a:solidFill>
                <a:latin typeface="Verdana"/>
                <a:cs typeface="Verdana"/>
              </a:rPr>
              <a:t>sentidos, </a:t>
            </a:r>
            <a:r>
              <a:rPr sz="1400" spc="-45" dirty="0">
                <a:solidFill>
                  <a:srgbClr val="3A3737"/>
                </a:solidFill>
                <a:latin typeface="Verdana"/>
                <a:cs typeface="Verdana"/>
              </a:rPr>
              <a:t> </a:t>
            </a:r>
            <a:r>
              <a:rPr sz="1400" spc="-15" dirty="0">
                <a:solidFill>
                  <a:srgbClr val="3A3737"/>
                </a:solidFill>
                <a:latin typeface="Verdana"/>
                <a:cs typeface="Verdana"/>
              </a:rPr>
              <a:t>conseguimos</a:t>
            </a:r>
            <a:r>
              <a:rPr sz="1400" spc="-75" dirty="0">
                <a:solidFill>
                  <a:srgbClr val="3A3737"/>
                </a:solidFill>
                <a:latin typeface="Verdana"/>
                <a:cs typeface="Verdana"/>
              </a:rPr>
              <a:t> </a:t>
            </a:r>
            <a:r>
              <a:rPr sz="1400" spc="15" dirty="0">
                <a:solidFill>
                  <a:srgbClr val="3A3737"/>
                </a:solidFill>
                <a:latin typeface="Verdana"/>
                <a:cs typeface="Verdana"/>
              </a:rPr>
              <a:t>engañar</a:t>
            </a:r>
            <a:r>
              <a:rPr sz="1400" spc="-70" dirty="0">
                <a:solidFill>
                  <a:srgbClr val="3A3737"/>
                </a:solidFill>
                <a:latin typeface="Verdana"/>
                <a:cs typeface="Verdana"/>
              </a:rPr>
              <a:t> </a:t>
            </a:r>
            <a:r>
              <a:rPr sz="1400" dirty="0">
                <a:solidFill>
                  <a:srgbClr val="3A3737"/>
                </a:solidFill>
                <a:latin typeface="Verdana"/>
                <a:cs typeface="Verdana"/>
              </a:rPr>
              <a:t>al</a:t>
            </a:r>
            <a:r>
              <a:rPr sz="1400" spc="-60" dirty="0">
                <a:solidFill>
                  <a:srgbClr val="3A3737"/>
                </a:solidFill>
                <a:latin typeface="Verdana"/>
                <a:cs typeface="Verdana"/>
              </a:rPr>
              <a:t> </a:t>
            </a:r>
            <a:r>
              <a:rPr sz="1400" spc="10" dirty="0">
                <a:solidFill>
                  <a:srgbClr val="3A3737"/>
                </a:solidFill>
                <a:latin typeface="Verdana"/>
                <a:cs typeface="Verdana"/>
              </a:rPr>
              <a:t>cerebro</a:t>
            </a:r>
            <a:r>
              <a:rPr sz="1400" spc="-85" dirty="0">
                <a:solidFill>
                  <a:srgbClr val="3A3737"/>
                </a:solidFill>
                <a:latin typeface="Verdana"/>
                <a:cs typeface="Verdana"/>
              </a:rPr>
              <a:t> </a:t>
            </a:r>
            <a:r>
              <a:rPr sz="1400" spc="-40" dirty="0">
                <a:solidFill>
                  <a:srgbClr val="3A3737"/>
                </a:solidFill>
                <a:latin typeface="Verdana"/>
                <a:cs typeface="Verdana"/>
              </a:rPr>
              <a:t>entero;</a:t>
            </a:r>
            <a:r>
              <a:rPr sz="1400" spc="-70" dirty="0">
                <a:solidFill>
                  <a:srgbClr val="3A3737"/>
                </a:solidFill>
                <a:latin typeface="Verdana"/>
                <a:cs typeface="Verdana"/>
              </a:rPr>
              <a:t> </a:t>
            </a:r>
            <a:r>
              <a:rPr sz="1400" spc="55" dirty="0">
                <a:solidFill>
                  <a:srgbClr val="3A3737"/>
                </a:solidFill>
                <a:latin typeface="Verdana"/>
                <a:cs typeface="Verdana"/>
              </a:rPr>
              <a:t>o</a:t>
            </a:r>
            <a:r>
              <a:rPr sz="1400" spc="-75" dirty="0">
                <a:solidFill>
                  <a:srgbClr val="3A3737"/>
                </a:solidFill>
                <a:latin typeface="Verdana"/>
                <a:cs typeface="Verdana"/>
              </a:rPr>
              <a:t> </a:t>
            </a:r>
            <a:r>
              <a:rPr sz="1400" dirty="0">
                <a:solidFill>
                  <a:srgbClr val="3A3737"/>
                </a:solidFill>
                <a:latin typeface="Verdana"/>
                <a:cs typeface="Verdana"/>
              </a:rPr>
              <a:t>al</a:t>
            </a:r>
            <a:r>
              <a:rPr sz="1400" spc="-75" dirty="0">
                <a:solidFill>
                  <a:srgbClr val="3A3737"/>
                </a:solidFill>
                <a:latin typeface="Verdana"/>
                <a:cs typeface="Verdana"/>
              </a:rPr>
              <a:t> </a:t>
            </a:r>
            <a:r>
              <a:rPr sz="1400" spc="-25" dirty="0">
                <a:solidFill>
                  <a:srgbClr val="3A3737"/>
                </a:solidFill>
                <a:latin typeface="Verdana"/>
                <a:cs typeface="Verdana"/>
              </a:rPr>
              <a:t>menos</a:t>
            </a:r>
            <a:r>
              <a:rPr sz="1400" spc="-70" dirty="0">
                <a:solidFill>
                  <a:srgbClr val="3A3737"/>
                </a:solidFill>
                <a:latin typeface="Verdana"/>
                <a:cs typeface="Verdana"/>
              </a:rPr>
              <a:t> </a:t>
            </a:r>
            <a:r>
              <a:rPr sz="1400" spc="-25" dirty="0">
                <a:solidFill>
                  <a:srgbClr val="3A3737"/>
                </a:solidFill>
                <a:latin typeface="Verdana"/>
                <a:cs typeface="Verdana"/>
              </a:rPr>
              <a:t>casi.</a:t>
            </a:r>
            <a:r>
              <a:rPr sz="1400" spc="-80" dirty="0">
                <a:solidFill>
                  <a:srgbClr val="3A3737"/>
                </a:solidFill>
                <a:latin typeface="Verdana"/>
                <a:cs typeface="Verdana"/>
              </a:rPr>
              <a:t> Este</a:t>
            </a:r>
            <a:r>
              <a:rPr sz="1400" spc="-75" dirty="0">
                <a:solidFill>
                  <a:srgbClr val="3A3737"/>
                </a:solidFill>
                <a:latin typeface="Verdana"/>
                <a:cs typeface="Verdana"/>
              </a:rPr>
              <a:t> </a:t>
            </a:r>
            <a:r>
              <a:rPr sz="1400" spc="10" dirty="0">
                <a:solidFill>
                  <a:srgbClr val="3A3737"/>
                </a:solidFill>
                <a:latin typeface="Verdana"/>
                <a:cs typeface="Verdana"/>
              </a:rPr>
              <a:t>fenómeno</a:t>
            </a:r>
            <a:r>
              <a:rPr sz="1400" spc="-75" dirty="0">
                <a:solidFill>
                  <a:srgbClr val="3A3737"/>
                </a:solidFill>
                <a:latin typeface="Verdana"/>
                <a:cs typeface="Verdana"/>
              </a:rPr>
              <a:t> </a:t>
            </a:r>
            <a:r>
              <a:rPr sz="1400" spc="-60" dirty="0">
                <a:solidFill>
                  <a:srgbClr val="3A3737"/>
                </a:solidFill>
                <a:latin typeface="Verdana"/>
                <a:cs typeface="Verdana"/>
              </a:rPr>
              <a:t>se </a:t>
            </a:r>
            <a:r>
              <a:rPr sz="1400" spc="-409" dirty="0">
                <a:solidFill>
                  <a:srgbClr val="3A3737"/>
                </a:solidFill>
                <a:latin typeface="Verdana"/>
                <a:cs typeface="Verdana"/>
              </a:rPr>
              <a:t> </a:t>
            </a:r>
            <a:r>
              <a:rPr sz="1400" spc="150" dirty="0">
                <a:solidFill>
                  <a:srgbClr val="3A3737"/>
                </a:solidFill>
                <a:latin typeface="Verdana"/>
                <a:cs typeface="Verdana"/>
              </a:rPr>
              <a:t>c</a:t>
            </a:r>
            <a:r>
              <a:rPr sz="1400" spc="45" dirty="0">
                <a:solidFill>
                  <a:srgbClr val="3A3737"/>
                </a:solidFill>
                <a:latin typeface="Verdana"/>
                <a:cs typeface="Verdana"/>
              </a:rPr>
              <a:t>o</a:t>
            </a:r>
            <a:r>
              <a:rPr sz="1400" spc="15" dirty="0">
                <a:solidFill>
                  <a:srgbClr val="3A3737"/>
                </a:solidFill>
                <a:latin typeface="Verdana"/>
                <a:cs typeface="Verdana"/>
              </a:rPr>
              <a:t>n</a:t>
            </a:r>
            <a:r>
              <a:rPr sz="1400" dirty="0">
                <a:solidFill>
                  <a:srgbClr val="3A3737"/>
                </a:solidFill>
                <a:latin typeface="Verdana"/>
                <a:cs typeface="Verdana"/>
              </a:rPr>
              <a:t>o</a:t>
            </a:r>
            <a:r>
              <a:rPr sz="1400" spc="150" dirty="0">
                <a:solidFill>
                  <a:srgbClr val="3A3737"/>
                </a:solidFill>
                <a:latin typeface="Verdana"/>
                <a:cs typeface="Verdana"/>
              </a:rPr>
              <a:t>c</a:t>
            </a:r>
            <a:r>
              <a:rPr sz="1400" spc="65" dirty="0">
                <a:solidFill>
                  <a:srgbClr val="3A3737"/>
                </a:solidFill>
                <a:latin typeface="Verdana"/>
                <a:cs typeface="Verdana"/>
              </a:rPr>
              <a:t>e</a:t>
            </a:r>
            <a:r>
              <a:rPr sz="1400" spc="-75" dirty="0">
                <a:solidFill>
                  <a:srgbClr val="3A3737"/>
                </a:solidFill>
                <a:latin typeface="Verdana"/>
                <a:cs typeface="Verdana"/>
              </a:rPr>
              <a:t> </a:t>
            </a:r>
            <a:r>
              <a:rPr sz="1400" spc="150" dirty="0">
                <a:solidFill>
                  <a:srgbClr val="3A3737"/>
                </a:solidFill>
                <a:latin typeface="Verdana"/>
                <a:cs typeface="Verdana"/>
              </a:rPr>
              <a:t>c</a:t>
            </a:r>
            <a:r>
              <a:rPr sz="1400" spc="45" dirty="0">
                <a:solidFill>
                  <a:srgbClr val="3A3737"/>
                </a:solidFill>
                <a:latin typeface="Verdana"/>
                <a:cs typeface="Verdana"/>
              </a:rPr>
              <a:t>o</a:t>
            </a:r>
            <a:r>
              <a:rPr sz="1400" spc="-35" dirty="0">
                <a:solidFill>
                  <a:srgbClr val="3A3737"/>
                </a:solidFill>
                <a:latin typeface="Verdana"/>
                <a:cs typeface="Verdana"/>
              </a:rPr>
              <a:t>m</a:t>
            </a:r>
            <a:r>
              <a:rPr sz="1400" spc="55" dirty="0">
                <a:solidFill>
                  <a:srgbClr val="3A3737"/>
                </a:solidFill>
                <a:latin typeface="Verdana"/>
                <a:cs typeface="Verdana"/>
              </a:rPr>
              <a:t>o</a:t>
            </a:r>
            <a:r>
              <a:rPr sz="1400" spc="-105" dirty="0">
                <a:solidFill>
                  <a:srgbClr val="3A3737"/>
                </a:solidFill>
                <a:latin typeface="Verdana"/>
                <a:cs typeface="Verdana"/>
              </a:rPr>
              <a:t> </a:t>
            </a:r>
            <a:r>
              <a:rPr sz="1400" b="1" spc="-45" dirty="0">
                <a:solidFill>
                  <a:srgbClr val="3A3737"/>
                </a:solidFill>
                <a:latin typeface="Tahoma"/>
                <a:cs typeface="Tahoma"/>
              </a:rPr>
              <a:t>inmersión</a:t>
            </a:r>
            <a:r>
              <a:rPr sz="1400" b="1" spc="-40" dirty="0">
                <a:solidFill>
                  <a:srgbClr val="3A3737"/>
                </a:solidFill>
                <a:latin typeface="Tahoma"/>
                <a:cs typeface="Tahoma"/>
              </a:rPr>
              <a:t>.</a:t>
            </a:r>
            <a:endParaRPr sz="1400" dirty="0">
              <a:latin typeface="Tahoma"/>
              <a:cs typeface="Tahoma"/>
            </a:endParaRPr>
          </a:p>
        </p:txBody>
      </p:sp>
      <p:sp>
        <p:nvSpPr>
          <p:cNvPr id="4" name="object 4"/>
          <p:cNvSpPr txBox="1">
            <a:spLocks noGrp="1"/>
          </p:cNvSpPr>
          <p:nvPr>
            <p:ph type="title"/>
          </p:nvPr>
        </p:nvSpPr>
        <p:spPr>
          <a:xfrm>
            <a:off x="1828800" y="228600"/>
            <a:ext cx="4820920" cy="575310"/>
          </a:xfrm>
          <a:prstGeom prst="rect">
            <a:avLst/>
          </a:prstGeom>
        </p:spPr>
        <p:txBody>
          <a:bodyPr vert="horz" wrap="square" lIns="0" tIns="12700" rIns="0" bIns="0" rtlCol="0">
            <a:spAutoFit/>
          </a:bodyPr>
          <a:lstStyle/>
          <a:p>
            <a:pPr marL="12700">
              <a:spcBef>
                <a:spcPts val="100"/>
              </a:spcBef>
            </a:pPr>
            <a:r>
              <a:rPr spc="-65" dirty="0"/>
              <a:t>2.Introducción</a:t>
            </a:r>
            <a:r>
              <a:rPr spc="-55" dirty="0"/>
              <a:t> </a:t>
            </a:r>
            <a:r>
              <a:rPr spc="125" dirty="0"/>
              <a:t>a</a:t>
            </a:r>
            <a:r>
              <a:rPr spc="-20" dirty="0"/>
              <a:t> </a:t>
            </a:r>
            <a:r>
              <a:rPr dirty="0"/>
              <a:t>la</a:t>
            </a:r>
            <a:r>
              <a:rPr spc="-20" dirty="0"/>
              <a:t> </a:t>
            </a:r>
            <a:r>
              <a:rPr spc="-15" dirty="0"/>
              <a:t>Realidad</a:t>
            </a:r>
            <a:r>
              <a:rPr spc="-20" dirty="0"/>
              <a:t> </a:t>
            </a:r>
            <a:r>
              <a:rPr spc="-45" dirty="0"/>
              <a:t>Extendida</a:t>
            </a:r>
          </a:p>
          <a:p>
            <a:pPr marL="469900">
              <a:spcBef>
                <a:spcPts val="5"/>
              </a:spcBef>
            </a:pPr>
            <a:r>
              <a:rPr sz="1600" spc="-60" dirty="0"/>
              <a:t>Principios</a:t>
            </a:r>
            <a:r>
              <a:rPr sz="1600" dirty="0"/>
              <a:t> </a:t>
            </a:r>
            <a:r>
              <a:rPr sz="1600" spc="55" dirty="0"/>
              <a:t>de</a:t>
            </a:r>
            <a:r>
              <a:rPr sz="1600" spc="-25" dirty="0"/>
              <a:t> </a:t>
            </a:r>
            <a:r>
              <a:rPr sz="1600" spc="-5" dirty="0"/>
              <a:t>la</a:t>
            </a:r>
            <a:r>
              <a:rPr sz="1600" spc="-10" dirty="0"/>
              <a:t> </a:t>
            </a:r>
            <a:r>
              <a:rPr sz="1600" spc="-15" dirty="0"/>
              <a:t>Realidad</a:t>
            </a:r>
            <a:r>
              <a:rPr sz="1600" spc="15" dirty="0"/>
              <a:t> </a:t>
            </a:r>
            <a:r>
              <a:rPr sz="1600" spc="-75" dirty="0"/>
              <a:t>Virtual</a:t>
            </a:r>
            <a:endParaRPr sz="16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3208020" y="4294955"/>
            <a:ext cx="3108960" cy="2382706"/>
            <a:chOff x="7976616" y="1089660"/>
            <a:chExt cx="3947160" cy="2941320"/>
          </a:xfrm>
        </p:grpSpPr>
        <p:pic>
          <p:nvPicPr>
            <p:cNvPr id="3" name="object 3"/>
            <p:cNvPicPr/>
            <p:nvPr/>
          </p:nvPicPr>
          <p:blipFill>
            <a:blip r:embed="rId2" cstate="print"/>
            <a:stretch>
              <a:fillRect/>
            </a:stretch>
          </p:blipFill>
          <p:spPr>
            <a:xfrm>
              <a:off x="7976616" y="1089660"/>
              <a:ext cx="3947160" cy="2941320"/>
            </a:xfrm>
            <a:prstGeom prst="rect">
              <a:avLst/>
            </a:prstGeom>
          </p:spPr>
        </p:pic>
        <p:pic>
          <p:nvPicPr>
            <p:cNvPr id="4" name="object 4"/>
            <p:cNvPicPr/>
            <p:nvPr/>
          </p:nvPicPr>
          <p:blipFill>
            <a:blip r:embed="rId3" cstate="print"/>
            <a:stretch>
              <a:fillRect/>
            </a:stretch>
          </p:blipFill>
          <p:spPr>
            <a:xfrm>
              <a:off x="9686544" y="2289048"/>
              <a:ext cx="528827" cy="542543"/>
            </a:xfrm>
            <a:prstGeom prst="rect">
              <a:avLst/>
            </a:prstGeom>
          </p:spPr>
        </p:pic>
      </p:grpSp>
      <p:sp>
        <p:nvSpPr>
          <p:cNvPr id="5" name="object 5"/>
          <p:cNvSpPr txBox="1">
            <a:spLocks noGrp="1"/>
          </p:cNvSpPr>
          <p:nvPr>
            <p:ph type="title"/>
          </p:nvPr>
        </p:nvSpPr>
        <p:spPr>
          <a:xfrm>
            <a:off x="1671954" y="180339"/>
            <a:ext cx="4820285" cy="575310"/>
          </a:xfrm>
          <a:prstGeom prst="rect">
            <a:avLst/>
          </a:prstGeom>
        </p:spPr>
        <p:txBody>
          <a:bodyPr vert="horz" wrap="square" lIns="0" tIns="12700" rIns="0" bIns="0" rtlCol="0">
            <a:spAutoFit/>
          </a:bodyPr>
          <a:lstStyle/>
          <a:p>
            <a:pPr marL="12700">
              <a:spcBef>
                <a:spcPts val="100"/>
              </a:spcBef>
            </a:pPr>
            <a:r>
              <a:rPr spc="-65" dirty="0"/>
              <a:t>2.Introducción</a:t>
            </a:r>
            <a:r>
              <a:rPr spc="-55" dirty="0"/>
              <a:t> </a:t>
            </a:r>
            <a:r>
              <a:rPr spc="125" dirty="0"/>
              <a:t>a</a:t>
            </a:r>
            <a:r>
              <a:rPr spc="-25" dirty="0"/>
              <a:t> </a:t>
            </a:r>
            <a:r>
              <a:rPr dirty="0"/>
              <a:t>la</a:t>
            </a:r>
            <a:r>
              <a:rPr spc="-20" dirty="0"/>
              <a:t> </a:t>
            </a:r>
            <a:r>
              <a:rPr spc="-15" dirty="0"/>
              <a:t>Realidad</a:t>
            </a:r>
            <a:r>
              <a:rPr spc="-25" dirty="0"/>
              <a:t> </a:t>
            </a:r>
            <a:r>
              <a:rPr spc="-45" dirty="0"/>
              <a:t>Extendida</a:t>
            </a:r>
          </a:p>
          <a:p>
            <a:pPr marL="469900">
              <a:spcBef>
                <a:spcPts val="5"/>
              </a:spcBef>
            </a:pPr>
            <a:r>
              <a:rPr sz="1600" spc="-45" dirty="0"/>
              <a:t>Tipología</a:t>
            </a:r>
            <a:r>
              <a:rPr sz="1600" dirty="0"/>
              <a:t> </a:t>
            </a:r>
            <a:r>
              <a:rPr sz="1600" spc="55" dirty="0"/>
              <a:t>de</a:t>
            </a:r>
            <a:r>
              <a:rPr sz="1600" spc="-25" dirty="0"/>
              <a:t> </a:t>
            </a:r>
            <a:r>
              <a:rPr sz="1600" spc="-105" dirty="0"/>
              <a:t>VR</a:t>
            </a:r>
            <a:endParaRPr sz="1600" dirty="0"/>
          </a:p>
        </p:txBody>
      </p:sp>
      <p:sp>
        <p:nvSpPr>
          <p:cNvPr id="6" name="object 6"/>
          <p:cNvSpPr txBox="1"/>
          <p:nvPr/>
        </p:nvSpPr>
        <p:spPr>
          <a:xfrm>
            <a:off x="609600" y="1066800"/>
            <a:ext cx="8305800" cy="3073214"/>
          </a:xfrm>
          <a:prstGeom prst="rect">
            <a:avLst/>
          </a:prstGeom>
        </p:spPr>
        <p:txBody>
          <a:bodyPr vert="horz" wrap="square" lIns="0" tIns="13335" rIns="0" bIns="0" rtlCol="0">
            <a:spAutoFit/>
          </a:bodyPr>
          <a:lstStyle/>
          <a:p>
            <a:pPr marL="184785" marR="6985" indent="-172720" algn="just">
              <a:lnSpc>
                <a:spcPct val="107200"/>
              </a:lnSpc>
              <a:spcBef>
                <a:spcPts val="105"/>
              </a:spcBef>
              <a:buFont typeface="Arial MT"/>
              <a:buChar char="•"/>
              <a:tabLst>
                <a:tab pos="185420" algn="l"/>
              </a:tabLst>
            </a:pPr>
            <a:r>
              <a:rPr sz="1200" spc="-80" dirty="0">
                <a:solidFill>
                  <a:srgbClr val="3A3737"/>
                </a:solidFill>
                <a:latin typeface="Verdana"/>
                <a:cs typeface="Verdana"/>
              </a:rPr>
              <a:t>Existen</a:t>
            </a:r>
            <a:r>
              <a:rPr sz="1200" spc="-50" dirty="0">
                <a:solidFill>
                  <a:srgbClr val="3A3737"/>
                </a:solidFill>
                <a:latin typeface="Verdana"/>
                <a:cs typeface="Verdana"/>
              </a:rPr>
              <a:t> </a:t>
            </a:r>
            <a:r>
              <a:rPr sz="1200" spc="-10" dirty="0">
                <a:solidFill>
                  <a:srgbClr val="3A3737"/>
                </a:solidFill>
                <a:latin typeface="Verdana"/>
                <a:cs typeface="Verdana"/>
              </a:rPr>
              <a:t>muchos</a:t>
            </a:r>
            <a:r>
              <a:rPr sz="1200" spc="-45" dirty="0">
                <a:solidFill>
                  <a:srgbClr val="3A3737"/>
                </a:solidFill>
                <a:latin typeface="Verdana"/>
                <a:cs typeface="Verdana"/>
              </a:rPr>
              <a:t> </a:t>
            </a:r>
            <a:r>
              <a:rPr sz="1200" spc="-20" dirty="0">
                <a:solidFill>
                  <a:srgbClr val="3A3737"/>
                </a:solidFill>
                <a:latin typeface="Verdana"/>
                <a:cs typeface="Verdana"/>
              </a:rPr>
              <a:t>elementos</a:t>
            </a:r>
            <a:r>
              <a:rPr sz="1200" spc="-40" dirty="0">
                <a:solidFill>
                  <a:srgbClr val="3A3737"/>
                </a:solidFill>
                <a:latin typeface="Verdana"/>
                <a:cs typeface="Verdana"/>
              </a:rPr>
              <a:t> </a:t>
            </a:r>
            <a:r>
              <a:rPr sz="1200" spc="30" dirty="0">
                <a:solidFill>
                  <a:srgbClr val="3A3737"/>
                </a:solidFill>
                <a:latin typeface="Verdana"/>
                <a:cs typeface="Verdana"/>
              </a:rPr>
              <a:t>que</a:t>
            </a:r>
            <a:r>
              <a:rPr sz="1200" spc="-60" dirty="0">
                <a:solidFill>
                  <a:srgbClr val="3A3737"/>
                </a:solidFill>
                <a:latin typeface="Verdana"/>
                <a:cs typeface="Verdana"/>
              </a:rPr>
              <a:t> </a:t>
            </a:r>
            <a:r>
              <a:rPr sz="1200" spc="-15" dirty="0">
                <a:solidFill>
                  <a:srgbClr val="3A3737"/>
                </a:solidFill>
                <a:latin typeface="Verdana"/>
                <a:cs typeface="Verdana"/>
              </a:rPr>
              <a:t>contribuyen</a:t>
            </a:r>
            <a:r>
              <a:rPr sz="1200" spc="-45" dirty="0">
                <a:solidFill>
                  <a:srgbClr val="3A3737"/>
                </a:solidFill>
                <a:latin typeface="Verdana"/>
                <a:cs typeface="Verdana"/>
              </a:rPr>
              <a:t> </a:t>
            </a:r>
            <a:r>
              <a:rPr sz="1200" spc="95" dirty="0">
                <a:solidFill>
                  <a:srgbClr val="3A3737"/>
                </a:solidFill>
                <a:latin typeface="Verdana"/>
                <a:cs typeface="Verdana"/>
              </a:rPr>
              <a:t>a</a:t>
            </a:r>
            <a:r>
              <a:rPr sz="1200" spc="-50" dirty="0">
                <a:solidFill>
                  <a:srgbClr val="3A3737"/>
                </a:solidFill>
                <a:latin typeface="Verdana"/>
                <a:cs typeface="Verdana"/>
              </a:rPr>
              <a:t> </a:t>
            </a:r>
            <a:r>
              <a:rPr sz="1200" spc="-10" dirty="0">
                <a:solidFill>
                  <a:srgbClr val="3A3737"/>
                </a:solidFill>
                <a:latin typeface="Verdana"/>
                <a:cs typeface="Verdana"/>
              </a:rPr>
              <a:t>generar</a:t>
            </a:r>
            <a:r>
              <a:rPr sz="1200" spc="-50" dirty="0">
                <a:solidFill>
                  <a:srgbClr val="3A3737"/>
                </a:solidFill>
                <a:latin typeface="Verdana"/>
                <a:cs typeface="Verdana"/>
              </a:rPr>
              <a:t> </a:t>
            </a:r>
            <a:r>
              <a:rPr sz="1200" spc="10" dirty="0">
                <a:solidFill>
                  <a:srgbClr val="3A3737"/>
                </a:solidFill>
                <a:latin typeface="Verdana"/>
                <a:cs typeface="Verdana"/>
              </a:rPr>
              <a:t>una</a:t>
            </a:r>
            <a:r>
              <a:rPr sz="1200" spc="-50" dirty="0">
                <a:solidFill>
                  <a:srgbClr val="3A3737"/>
                </a:solidFill>
                <a:latin typeface="Verdana"/>
                <a:cs typeface="Verdana"/>
              </a:rPr>
              <a:t> </a:t>
            </a:r>
            <a:r>
              <a:rPr sz="1200" spc="-5" dirty="0">
                <a:solidFill>
                  <a:srgbClr val="3A3737"/>
                </a:solidFill>
                <a:latin typeface="Verdana"/>
                <a:cs typeface="Verdana"/>
              </a:rPr>
              <a:t>experiencia</a:t>
            </a:r>
            <a:r>
              <a:rPr sz="1200" spc="-50" dirty="0">
                <a:solidFill>
                  <a:srgbClr val="3A3737"/>
                </a:solidFill>
                <a:latin typeface="Verdana"/>
                <a:cs typeface="Verdana"/>
              </a:rPr>
              <a:t> </a:t>
            </a:r>
            <a:r>
              <a:rPr sz="1200" spc="30" dirty="0">
                <a:solidFill>
                  <a:srgbClr val="3A3737"/>
                </a:solidFill>
                <a:latin typeface="Verdana"/>
                <a:cs typeface="Verdana"/>
              </a:rPr>
              <a:t>que</a:t>
            </a:r>
            <a:r>
              <a:rPr sz="1200" spc="-45" dirty="0">
                <a:solidFill>
                  <a:srgbClr val="3A3737"/>
                </a:solidFill>
                <a:latin typeface="Verdana"/>
                <a:cs typeface="Verdana"/>
              </a:rPr>
              <a:t> </a:t>
            </a:r>
            <a:r>
              <a:rPr sz="1200" spc="-50" dirty="0">
                <a:solidFill>
                  <a:srgbClr val="3A3737"/>
                </a:solidFill>
                <a:latin typeface="Verdana"/>
                <a:cs typeface="Verdana"/>
              </a:rPr>
              <a:t>nos</a:t>
            </a:r>
            <a:r>
              <a:rPr sz="1200" spc="-40" dirty="0">
                <a:solidFill>
                  <a:srgbClr val="3A3737"/>
                </a:solidFill>
                <a:latin typeface="Verdana"/>
                <a:cs typeface="Verdana"/>
              </a:rPr>
              <a:t> </a:t>
            </a:r>
            <a:r>
              <a:rPr sz="1200" spc="-60" dirty="0">
                <a:solidFill>
                  <a:srgbClr val="3A3737"/>
                </a:solidFill>
                <a:latin typeface="Verdana"/>
                <a:cs typeface="Verdana"/>
              </a:rPr>
              <a:t>simule </a:t>
            </a:r>
            <a:r>
              <a:rPr sz="1200" spc="55" dirty="0">
                <a:solidFill>
                  <a:srgbClr val="3A3737"/>
                </a:solidFill>
                <a:latin typeface="Verdana"/>
                <a:cs typeface="Verdana"/>
              </a:rPr>
              <a:t>con </a:t>
            </a:r>
            <a:r>
              <a:rPr sz="1200" spc="-409" dirty="0">
                <a:solidFill>
                  <a:srgbClr val="3A3737"/>
                </a:solidFill>
                <a:latin typeface="Verdana"/>
                <a:cs typeface="Verdana"/>
              </a:rPr>
              <a:t> </a:t>
            </a:r>
            <a:r>
              <a:rPr sz="1200" spc="-25" dirty="0">
                <a:solidFill>
                  <a:srgbClr val="3A3737"/>
                </a:solidFill>
                <a:latin typeface="Verdana"/>
                <a:cs typeface="Verdana"/>
              </a:rPr>
              <a:t>precisión</a:t>
            </a:r>
            <a:r>
              <a:rPr sz="1200" spc="-100" dirty="0">
                <a:solidFill>
                  <a:srgbClr val="3A3737"/>
                </a:solidFill>
                <a:latin typeface="Verdana"/>
                <a:cs typeface="Verdana"/>
              </a:rPr>
              <a:t> </a:t>
            </a:r>
            <a:r>
              <a:rPr sz="1200" spc="15" dirty="0">
                <a:solidFill>
                  <a:srgbClr val="3A3737"/>
                </a:solidFill>
                <a:latin typeface="Verdana"/>
                <a:cs typeface="Verdana"/>
              </a:rPr>
              <a:t>la</a:t>
            </a:r>
            <a:r>
              <a:rPr sz="1200" spc="-85" dirty="0">
                <a:solidFill>
                  <a:srgbClr val="3A3737"/>
                </a:solidFill>
                <a:latin typeface="Verdana"/>
                <a:cs typeface="Verdana"/>
              </a:rPr>
              <a:t> </a:t>
            </a:r>
            <a:r>
              <a:rPr sz="1200" spc="-15" dirty="0">
                <a:solidFill>
                  <a:srgbClr val="3A3737"/>
                </a:solidFill>
                <a:latin typeface="Verdana"/>
                <a:cs typeface="Verdana"/>
              </a:rPr>
              <a:t>realidad;</a:t>
            </a:r>
            <a:r>
              <a:rPr sz="1200" spc="-85" dirty="0">
                <a:solidFill>
                  <a:srgbClr val="3A3737"/>
                </a:solidFill>
                <a:latin typeface="Verdana"/>
                <a:cs typeface="Verdana"/>
              </a:rPr>
              <a:t> </a:t>
            </a:r>
            <a:r>
              <a:rPr sz="1200" spc="-100" dirty="0">
                <a:solidFill>
                  <a:srgbClr val="3A3737"/>
                </a:solidFill>
                <a:latin typeface="Verdana"/>
                <a:cs typeface="Verdana"/>
              </a:rPr>
              <a:t>sin</a:t>
            </a:r>
            <a:r>
              <a:rPr sz="1200" spc="-80" dirty="0">
                <a:solidFill>
                  <a:srgbClr val="3A3737"/>
                </a:solidFill>
                <a:latin typeface="Verdana"/>
                <a:cs typeface="Verdana"/>
              </a:rPr>
              <a:t> </a:t>
            </a:r>
            <a:r>
              <a:rPr sz="1200" spc="15" dirty="0">
                <a:solidFill>
                  <a:srgbClr val="3A3737"/>
                </a:solidFill>
                <a:latin typeface="Verdana"/>
                <a:cs typeface="Verdana"/>
              </a:rPr>
              <a:t>embargo</a:t>
            </a:r>
            <a:r>
              <a:rPr sz="1200" spc="-90" dirty="0">
                <a:solidFill>
                  <a:srgbClr val="3A3737"/>
                </a:solidFill>
                <a:latin typeface="Verdana"/>
                <a:cs typeface="Verdana"/>
              </a:rPr>
              <a:t> </a:t>
            </a:r>
            <a:r>
              <a:rPr sz="1200" spc="-65" dirty="0">
                <a:solidFill>
                  <a:srgbClr val="3A3737"/>
                </a:solidFill>
                <a:latin typeface="Verdana"/>
                <a:cs typeface="Verdana"/>
              </a:rPr>
              <a:t>los</a:t>
            </a:r>
            <a:r>
              <a:rPr sz="1200" spc="-85" dirty="0">
                <a:solidFill>
                  <a:srgbClr val="3A3737"/>
                </a:solidFill>
                <a:latin typeface="Verdana"/>
                <a:cs typeface="Verdana"/>
              </a:rPr>
              <a:t> </a:t>
            </a:r>
            <a:r>
              <a:rPr sz="1200" spc="-20" dirty="0">
                <a:solidFill>
                  <a:srgbClr val="3A3737"/>
                </a:solidFill>
                <a:latin typeface="Verdana"/>
                <a:cs typeface="Verdana"/>
              </a:rPr>
              <a:t>medios</a:t>
            </a:r>
            <a:r>
              <a:rPr sz="1200" spc="-65" dirty="0">
                <a:solidFill>
                  <a:srgbClr val="3A3737"/>
                </a:solidFill>
                <a:latin typeface="Verdana"/>
                <a:cs typeface="Verdana"/>
              </a:rPr>
              <a:t> </a:t>
            </a:r>
            <a:r>
              <a:rPr sz="1200" spc="5" dirty="0">
                <a:solidFill>
                  <a:srgbClr val="3A3737"/>
                </a:solidFill>
                <a:latin typeface="Verdana"/>
                <a:cs typeface="Verdana"/>
              </a:rPr>
              <a:t>técnicos</a:t>
            </a:r>
            <a:r>
              <a:rPr sz="1200" spc="-80" dirty="0">
                <a:solidFill>
                  <a:srgbClr val="3A3737"/>
                </a:solidFill>
                <a:latin typeface="Verdana"/>
                <a:cs typeface="Verdana"/>
              </a:rPr>
              <a:t> </a:t>
            </a:r>
            <a:r>
              <a:rPr sz="1200" spc="-70" dirty="0">
                <a:solidFill>
                  <a:srgbClr val="3A3737"/>
                </a:solidFill>
                <a:latin typeface="Verdana"/>
                <a:cs typeface="Verdana"/>
              </a:rPr>
              <a:t>y</a:t>
            </a:r>
            <a:r>
              <a:rPr sz="1200" spc="-90" dirty="0">
                <a:solidFill>
                  <a:srgbClr val="3A3737"/>
                </a:solidFill>
                <a:latin typeface="Verdana"/>
                <a:cs typeface="Verdana"/>
              </a:rPr>
              <a:t> </a:t>
            </a:r>
            <a:r>
              <a:rPr sz="1200" spc="15" dirty="0">
                <a:solidFill>
                  <a:srgbClr val="3A3737"/>
                </a:solidFill>
                <a:latin typeface="Verdana"/>
                <a:cs typeface="Verdana"/>
              </a:rPr>
              <a:t>la</a:t>
            </a:r>
            <a:r>
              <a:rPr sz="1200" spc="-85" dirty="0">
                <a:solidFill>
                  <a:srgbClr val="3A3737"/>
                </a:solidFill>
                <a:latin typeface="Verdana"/>
                <a:cs typeface="Verdana"/>
              </a:rPr>
              <a:t> </a:t>
            </a:r>
            <a:r>
              <a:rPr sz="1200" spc="-15" dirty="0">
                <a:solidFill>
                  <a:srgbClr val="3A3737"/>
                </a:solidFill>
                <a:latin typeface="Verdana"/>
                <a:cs typeface="Verdana"/>
              </a:rPr>
              <a:t>naturaleza</a:t>
            </a:r>
            <a:r>
              <a:rPr sz="1200" spc="-90" dirty="0">
                <a:solidFill>
                  <a:srgbClr val="3A3737"/>
                </a:solidFill>
                <a:latin typeface="Verdana"/>
                <a:cs typeface="Verdana"/>
              </a:rPr>
              <a:t> </a:t>
            </a:r>
            <a:r>
              <a:rPr sz="1200" spc="70" dirty="0">
                <a:solidFill>
                  <a:srgbClr val="3A3737"/>
                </a:solidFill>
                <a:latin typeface="Verdana"/>
                <a:cs typeface="Verdana"/>
              </a:rPr>
              <a:t>de</a:t>
            </a:r>
            <a:r>
              <a:rPr sz="1200" spc="-95" dirty="0">
                <a:solidFill>
                  <a:srgbClr val="3A3737"/>
                </a:solidFill>
                <a:latin typeface="Verdana"/>
                <a:cs typeface="Verdana"/>
              </a:rPr>
              <a:t> </a:t>
            </a:r>
            <a:r>
              <a:rPr sz="1200" spc="15" dirty="0">
                <a:solidFill>
                  <a:srgbClr val="3A3737"/>
                </a:solidFill>
                <a:latin typeface="Verdana"/>
                <a:cs typeface="Verdana"/>
              </a:rPr>
              <a:t>la</a:t>
            </a:r>
            <a:r>
              <a:rPr sz="1200" spc="-85" dirty="0">
                <a:solidFill>
                  <a:srgbClr val="3A3737"/>
                </a:solidFill>
                <a:latin typeface="Verdana"/>
                <a:cs typeface="Verdana"/>
              </a:rPr>
              <a:t> </a:t>
            </a:r>
            <a:r>
              <a:rPr sz="1200" spc="20" dirty="0">
                <a:solidFill>
                  <a:srgbClr val="3A3737"/>
                </a:solidFill>
                <a:latin typeface="Verdana"/>
                <a:cs typeface="Verdana"/>
              </a:rPr>
              <a:t>producción</a:t>
            </a:r>
            <a:r>
              <a:rPr sz="1200" spc="-80" dirty="0">
                <a:solidFill>
                  <a:srgbClr val="3A3737"/>
                </a:solidFill>
                <a:latin typeface="Verdana"/>
                <a:cs typeface="Verdana"/>
              </a:rPr>
              <a:t> </a:t>
            </a:r>
            <a:r>
              <a:rPr sz="1200" spc="5" dirty="0">
                <a:solidFill>
                  <a:srgbClr val="3A3737"/>
                </a:solidFill>
                <a:latin typeface="Verdana"/>
                <a:cs typeface="Verdana"/>
              </a:rPr>
              <a:t>del </a:t>
            </a:r>
            <a:r>
              <a:rPr sz="1200" spc="-409" dirty="0">
                <a:solidFill>
                  <a:srgbClr val="3A3737"/>
                </a:solidFill>
                <a:latin typeface="Verdana"/>
                <a:cs typeface="Verdana"/>
              </a:rPr>
              <a:t> </a:t>
            </a:r>
            <a:r>
              <a:rPr sz="1200" spc="20" dirty="0">
                <a:solidFill>
                  <a:srgbClr val="3A3737"/>
                </a:solidFill>
                <a:latin typeface="Verdana"/>
                <a:cs typeface="Verdana"/>
              </a:rPr>
              <a:t>contenido </a:t>
            </a:r>
            <a:r>
              <a:rPr sz="1200" spc="-15" dirty="0">
                <a:solidFill>
                  <a:srgbClr val="3A3737"/>
                </a:solidFill>
                <a:latin typeface="Verdana"/>
                <a:cs typeface="Verdana"/>
              </a:rPr>
              <a:t>determinan </a:t>
            </a:r>
            <a:r>
              <a:rPr sz="1200" spc="-10" dirty="0">
                <a:solidFill>
                  <a:srgbClr val="3A3737"/>
                </a:solidFill>
                <a:latin typeface="Verdana"/>
                <a:cs typeface="Verdana"/>
              </a:rPr>
              <a:t>tajantemente </a:t>
            </a:r>
            <a:r>
              <a:rPr sz="1200" spc="-45" dirty="0">
                <a:solidFill>
                  <a:srgbClr val="3A3737"/>
                </a:solidFill>
                <a:latin typeface="Verdana"/>
                <a:cs typeface="Verdana"/>
              </a:rPr>
              <a:t>las </a:t>
            </a:r>
            <a:r>
              <a:rPr sz="1200" spc="-20" dirty="0">
                <a:solidFill>
                  <a:srgbClr val="3A3737"/>
                </a:solidFill>
                <a:latin typeface="Verdana"/>
                <a:cs typeface="Verdana"/>
              </a:rPr>
              <a:t>posibilidades </a:t>
            </a:r>
            <a:r>
              <a:rPr sz="1200" spc="70" dirty="0">
                <a:solidFill>
                  <a:srgbClr val="3A3737"/>
                </a:solidFill>
                <a:latin typeface="Verdana"/>
                <a:cs typeface="Verdana"/>
              </a:rPr>
              <a:t>de </a:t>
            </a:r>
            <a:r>
              <a:rPr sz="1200" spc="-5" dirty="0">
                <a:solidFill>
                  <a:srgbClr val="3A3737"/>
                </a:solidFill>
                <a:latin typeface="Verdana"/>
                <a:cs typeface="Verdana"/>
              </a:rPr>
              <a:t>interacción. </a:t>
            </a:r>
            <a:r>
              <a:rPr sz="1200" spc="-40" dirty="0">
                <a:solidFill>
                  <a:srgbClr val="3A3737"/>
                </a:solidFill>
                <a:latin typeface="Verdana"/>
                <a:cs typeface="Verdana"/>
              </a:rPr>
              <a:t>Por </a:t>
            </a:r>
            <a:r>
              <a:rPr sz="1200" spc="-15" dirty="0">
                <a:solidFill>
                  <a:srgbClr val="3A3737"/>
                </a:solidFill>
                <a:latin typeface="Verdana"/>
                <a:cs typeface="Verdana"/>
              </a:rPr>
              <a:t>ello </a:t>
            </a:r>
            <a:r>
              <a:rPr sz="1200" spc="-50" dirty="0">
                <a:solidFill>
                  <a:srgbClr val="3A3737"/>
                </a:solidFill>
                <a:latin typeface="Verdana"/>
                <a:cs typeface="Verdana"/>
              </a:rPr>
              <a:t>distinguimos </a:t>
            </a:r>
            <a:r>
              <a:rPr sz="1200" spc="-409" dirty="0">
                <a:solidFill>
                  <a:srgbClr val="3A3737"/>
                </a:solidFill>
                <a:latin typeface="Verdana"/>
                <a:cs typeface="Verdana"/>
              </a:rPr>
              <a:t> </a:t>
            </a:r>
            <a:r>
              <a:rPr sz="1200" b="1" spc="-15" dirty="0">
                <a:solidFill>
                  <a:srgbClr val="3A3737"/>
                </a:solidFill>
                <a:latin typeface="Tahoma"/>
                <a:cs typeface="Tahoma"/>
              </a:rPr>
              <a:t>Realidad</a:t>
            </a:r>
            <a:r>
              <a:rPr sz="1200" b="1" spc="-40" dirty="0">
                <a:solidFill>
                  <a:srgbClr val="3A3737"/>
                </a:solidFill>
                <a:latin typeface="Tahoma"/>
                <a:cs typeface="Tahoma"/>
              </a:rPr>
              <a:t> </a:t>
            </a:r>
            <a:r>
              <a:rPr sz="1200" b="1" spc="-60" dirty="0">
                <a:solidFill>
                  <a:srgbClr val="3A3737"/>
                </a:solidFill>
                <a:latin typeface="Tahoma"/>
                <a:cs typeface="Tahoma"/>
              </a:rPr>
              <a:t>Virtual</a:t>
            </a:r>
            <a:r>
              <a:rPr sz="1200" b="1" dirty="0">
                <a:solidFill>
                  <a:srgbClr val="3A3737"/>
                </a:solidFill>
                <a:latin typeface="Tahoma"/>
                <a:cs typeface="Tahoma"/>
              </a:rPr>
              <a:t> </a:t>
            </a:r>
            <a:r>
              <a:rPr sz="1200" b="1" spc="35" dirty="0">
                <a:solidFill>
                  <a:srgbClr val="3A3737"/>
                </a:solidFill>
                <a:latin typeface="Tahoma"/>
                <a:cs typeface="Tahoma"/>
              </a:rPr>
              <a:t>con</a:t>
            </a:r>
            <a:r>
              <a:rPr sz="1200" b="1" spc="-25" dirty="0">
                <a:solidFill>
                  <a:srgbClr val="3A3737"/>
                </a:solidFill>
                <a:latin typeface="Tahoma"/>
                <a:cs typeface="Tahoma"/>
              </a:rPr>
              <a:t> </a:t>
            </a:r>
            <a:r>
              <a:rPr sz="1200" b="1" dirty="0">
                <a:solidFill>
                  <a:srgbClr val="3A3737"/>
                </a:solidFill>
                <a:latin typeface="Tahoma"/>
                <a:cs typeface="Tahoma"/>
              </a:rPr>
              <a:t>imagen</a:t>
            </a:r>
            <a:r>
              <a:rPr sz="1200" b="1" spc="-30" dirty="0">
                <a:solidFill>
                  <a:srgbClr val="3A3737"/>
                </a:solidFill>
                <a:latin typeface="Tahoma"/>
                <a:cs typeface="Tahoma"/>
              </a:rPr>
              <a:t> </a:t>
            </a:r>
            <a:r>
              <a:rPr sz="1200" b="1" spc="-25" dirty="0">
                <a:solidFill>
                  <a:srgbClr val="3A3737"/>
                </a:solidFill>
                <a:latin typeface="Tahoma"/>
                <a:cs typeface="Tahoma"/>
              </a:rPr>
              <a:t>real</a:t>
            </a:r>
            <a:r>
              <a:rPr sz="1200" b="1" spc="-20" dirty="0">
                <a:solidFill>
                  <a:srgbClr val="3A3737"/>
                </a:solidFill>
                <a:latin typeface="Tahoma"/>
                <a:cs typeface="Tahoma"/>
              </a:rPr>
              <a:t> </a:t>
            </a:r>
            <a:r>
              <a:rPr sz="1200" spc="-70" dirty="0">
                <a:solidFill>
                  <a:srgbClr val="3A3737"/>
                </a:solidFill>
                <a:latin typeface="Verdana"/>
                <a:cs typeface="Verdana"/>
              </a:rPr>
              <a:t>y</a:t>
            </a:r>
            <a:r>
              <a:rPr sz="1200" spc="-90" dirty="0">
                <a:solidFill>
                  <a:srgbClr val="3A3737"/>
                </a:solidFill>
                <a:latin typeface="Verdana"/>
                <a:cs typeface="Verdana"/>
              </a:rPr>
              <a:t> </a:t>
            </a:r>
            <a:r>
              <a:rPr sz="1200" b="1" spc="-15" dirty="0">
                <a:solidFill>
                  <a:srgbClr val="3A3737"/>
                </a:solidFill>
                <a:latin typeface="Tahoma"/>
                <a:cs typeface="Tahoma"/>
              </a:rPr>
              <a:t>Realidad</a:t>
            </a:r>
            <a:r>
              <a:rPr sz="1200" b="1" spc="-30" dirty="0">
                <a:solidFill>
                  <a:srgbClr val="3A3737"/>
                </a:solidFill>
                <a:latin typeface="Tahoma"/>
                <a:cs typeface="Tahoma"/>
              </a:rPr>
              <a:t> </a:t>
            </a:r>
            <a:r>
              <a:rPr sz="1200" b="1" spc="-60" dirty="0">
                <a:solidFill>
                  <a:srgbClr val="3A3737"/>
                </a:solidFill>
                <a:latin typeface="Tahoma"/>
                <a:cs typeface="Tahoma"/>
              </a:rPr>
              <a:t>Virtual</a:t>
            </a:r>
            <a:r>
              <a:rPr sz="1200" b="1" spc="-15" dirty="0">
                <a:solidFill>
                  <a:srgbClr val="3A3737"/>
                </a:solidFill>
                <a:latin typeface="Tahoma"/>
                <a:cs typeface="Tahoma"/>
              </a:rPr>
              <a:t> </a:t>
            </a:r>
            <a:r>
              <a:rPr sz="1200" b="1" spc="35" dirty="0">
                <a:solidFill>
                  <a:srgbClr val="3A3737"/>
                </a:solidFill>
                <a:latin typeface="Tahoma"/>
                <a:cs typeface="Tahoma"/>
              </a:rPr>
              <a:t>con</a:t>
            </a:r>
            <a:r>
              <a:rPr sz="1200" b="1" spc="-15" dirty="0">
                <a:solidFill>
                  <a:srgbClr val="3A3737"/>
                </a:solidFill>
                <a:latin typeface="Tahoma"/>
                <a:cs typeface="Tahoma"/>
              </a:rPr>
              <a:t> </a:t>
            </a:r>
            <a:r>
              <a:rPr sz="1200" b="1" dirty="0">
                <a:solidFill>
                  <a:srgbClr val="3A3737"/>
                </a:solidFill>
                <a:latin typeface="Tahoma"/>
                <a:cs typeface="Tahoma"/>
              </a:rPr>
              <a:t>imagen</a:t>
            </a:r>
            <a:r>
              <a:rPr sz="1200" b="1" spc="-30" dirty="0">
                <a:solidFill>
                  <a:srgbClr val="3A3737"/>
                </a:solidFill>
                <a:latin typeface="Tahoma"/>
                <a:cs typeface="Tahoma"/>
              </a:rPr>
              <a:t> </a:t>
            </a:r>
            <a:r>
              <a:rPr sz="1200" b="1" spc="-70" dirty="0">
                <a:solidFill>
                  <a:srgbClr val="3A3737"/>
                </a:solidFill>
                <a:latin typeface="Tahoma"/>
                <a:cs typeface="Tahoma"/>
              </a:rPr>
              <a:t>3D.</a:t>
            </a:r>
            <a:endParaRPr sz="1200" dirty="0">
              <a:latin typeface="Tahoma"/>
              <a:cs typeface="Tahoma"/>
            </a:endParaRPr>
          </a:p>
          <a:p>
            <a:pPr>
              <a:lnSpc>
                <a:spcPct val="100000"/>
              </a:lnSpc>
            </a:pPr>
            <a:endParaRPr sz="1400" dirty="0">
              <a:latin typeface="Tahoma"/>
              <a:cs typeface="Tahoma"/>
            </a:endParaRPr>
          </a:p>
          <a:p>
            <a:pPr>
              <a:spcBef>
                <a:spcPts val="40"/>
              </a:spcBef>
            </a:pPr>
            <a:endParaRPr sz="1250" dirty="0">
              <a:latin typeface="Tahoma"/>
              <a:cs typeface="Tahoma"/>
            </a:endParaRPr>
          </a:p>
          <a:p>
            <a:pPr marL="12700"/>
            <a:r>
              <a:rPr sz="1200" b="1" spc="-100" dirty="0">
                <a:solidFill>
                  <a:srgbClr val="3A3737"/>
                </a:solidFill>
                <a:latin typeface="Tahoma"/>
                <a:cs typeface="Tahoma"/>
              </a:rPr>
              <a:t>1</a:t>
            </a:r>
            <a:r>
              <a:rPr sz="1200" b="1" spc="-40" dirty="0">
                <a:solidFill>
                  <a:srgbClr val="3A3737"/>
                </a:solidFill>
                <a:latin typeface="Tahoma"/>
                <a:cs typeface="Tahoma"/>
              </a:rPr>
              <a:t>.</a:t>
            </a:r>
            <a:r>
              <a:rPr sz="1200" b="1" spc="-25" dirty="0">
                <a:solidFill>
                  <a:srgbClr val="3A3737"/>
                </a:solidFill>
                <a:latin typeface="Tahoma"/>
                <a:cs typeface="Tahoma"/>
              </a:rPr>
              <a:t>Imagen</a:t>
            </a:r>
            <a:r>
              <a:rPr sz="1200" b="1" spc="-20" dirty="0">
                <a:solidFill>
                  <a:srgbClr val="3A3737"/>
                </a:solidFill>
                <a:latin typeface="Tahoma"/>
                <a:cs typeface="Tahoma"/>
              </a:rPr>
              <a:t> </a:t>
            </a:r>
            <a:r>
              <a:rPr sz="1200" b="1" spc="-25" dirty="0">
                <a:solidFill>
                  <a:srgbClr val="3A3737"/>
                </a:solidFill>
                <a:latin typeface="Tahoma"/>
                <a:cs typeface="Tahoma"/>
              </a:rPr>
              <a:t>rea</a:t>
            </a:r>
            <a:r>
              <a:rPr sz="1200" b="1" spc="-20" dirty="0">
                <a:solidFill>
                  <a:srgbClr val="3A3737"/>
                </a:solidFill>
                <a:latin typeface="Tahoma"/>
                <a:cs typeface="Tahoma"/>
              </a:rPr>
              <a:t>l</a:t>
            </a:r>
            <a:r>
              <a:rPr sz="1200" b="1" spc="-105" dirty="0">
                <a:solidFill>
                  <a:srgbClr val="3A3737"/>
                </a:solidFill>
                <a:latin typeface="Tahoma"/>
                <a:cs typeface="Tahoma"/>
              </a:rPr>
              <a:t>:</a:t>
            </a:r>
            <a:endParaRPr sz="1200" dirty="0">
              <a:latin typeface="Tahoma"/>
              <a:cs typeface="Tahoma"/>
            </a:endParaRPr>
          </a:p>
          <a:p>
            <a:pPr marL="184785" marR="8255" indent="-172720" algn="just">
              <a:lnSpc>
                <a:spcPct val="106900"/>
              </a:lnSpc>
              <a:spcBef>
                <a:spcPts val="800"/>
              </a:spcBef>
              <a:buFont typeface="Arial MT"/>
              <a:buChar char="•"/>
              <a:tabLst>
                <a:tab pos="185420" algn="l"/>
              </a:tabLst>
            </a:pPr>
            <a:r>
              <a:rPr sz="1200" spc="-75" dirty="0">
                <a:solidFill>
                  <a:srgbClr val="3A3737"/>
                </a:solidFill>
                <a:latin typeface="Verdana"/>
                <a:cs typeface="Verdana"/>
              </a:rPr>
              <a:t>En </a:t>
            </a:r>
            <a:r>
              <a:rPr sz="1200" spc="-55" dirty="0">
                <a:solidFill>
                  <a:srgbClr val="3A3737"/>
                </a:solidFill>
                <a:latin typeface="Verdana"/>
                <a:cs typeface="Verdana"/>
              </a:rPr>
              <a:t>primer </a:t>
            </a:r>
            <a:r>
              <a:rPr sz="1200" spc="-25" dirty="0">
                <a:solidFill>
                  <a:srgbClr val="3A3737"/>
                </a:solidFill>
                <a:latin typeface="Verdana"/>
                <a:cs typeface="Verdana"/>
              </a:rPr>
              <a:t>lugar </a:t>
            </a:r>
            <a:r>
              <a:rPr sz="1200" spc="15" dirty="0">
                <a:solidFill>
                  <a:srgbClr val="3A3737"/>
                </a:solidFill>
                <a:latin typeface="Verdana"/>
                <a:cs typeface="Verdana"/>
              </a:rPr>
              <a:t>debemos </a:t>
            </a:r>
            <a:r>
              <a:rPr sz="1200" dirty="0">
                <a:solidFill>
                  <a:srgbClr val="3A3737"/>
                </a:solidFill>
                <a:latin typeface="Verdana"/>
                <a:cs typeface="Verdana"/>
              </a:rPr>
              <a:t>especificar </a:t>
            </a:r>
            <a:r>
              <a:rPr sz="1200" spc="25" dirty="0">
                <a:solidFill>
                  <a:srgbClr val="3A3737"/>
                </a:solidFill>
                <a:latin typeface="Verdana"/>
                <a:cs typeface="Verdana"/>
              </a:rPr>
              <a:t>qué </a:t>
            </a:r>
            <a:r>
              <a:rPr sz="1200" spc="-5" dirty="0">
                <a:solidFill>
                  <a:srgbClr val="3A3737"/>
                </a:solidFill>
                <a:latin typeface="Verdana"/>
                <a:cs typeface="Verdana"/>
              </a:rPr>
              <a:t>entendemos </a:t>
            </a:r>
            <a:r>
              <a:rPr sz="1200" spc="-15" dirty="0">
                <a:solidFill>
                  <a:srgbClr val="3A3737"/>
                </a:solidFill>
                <a:latin typeface="Verdana"/>
                <a:cs typeface="Verdana"/>
              </a:rPr>
              <a:t>por </a:t>
            </a:r>
            <a:r>
              <a:rPr sz="1200" b="1" dirty="0">
                <a:solidFill>
                  <a:srgbClr val="3A3737"/>
                </a:solidFill>
                <a:latin typeface="Tahoma"/>
                <a:cs typeface="Tahoma"/>
              </a:rPr>
              <a:t>imagen </a:t>
            </a:r>
            <a:r>
              <a:rPr sz="1200" b="1" spc="-40" dirty="0">
                <a:solidFill>
                  <a:srgbClr val="3A3737"/>
                </a:solidFill>
                <a:latin typeface="Tahoma"/>
                <a:cs typeface="Tahoma"/>
              </a:rPr>
              <a:t>real: </a:t>
            </a:r>
            <a:r>
              <a:rPr sz="1200" spc="-25" dirty="0">
                <a:solidFill>
                  <a:srgbClr val="3A3737"/>
                </a:solidFill>
                <a:latin typeface="Verdana"/>
                <a:cs typeface="Verdana"/>
              </a:rPr>
              <a:t>llamamos </a:t>
            </a:r>
            <a:r>
              <a:rPr sz="1200" spc="10" dirty="0">
                <a:solidFill>
                  <a:srgbClr val="3A3737"/>
                </a:solidFill>
                <a:latin typeface="Verdana"/>
                <a:cs typeface="Verdana"/>
              </a:rPr>
              <a:t>imagen </a:t>
            </a:r>
            <a:r>
              <a:rPr sz="1200" spc="-409" dirty="0">
                <a:solidFill>
                  <a:srgbClr val="3A3737"/>
                </a:solidFill>
                <a:latin typeface="Verdana"/>
                <a:cs typeface="Verdana"/>
              </a:rPr>
              <a:t> </a:t>
            </a:r>
            <a:r>
              <a:rPr sz="1200" spc="-25" dirty="0">
                <a:solidFill>
                  <a:srgbClr val="3A3737"/>
                </a:solidFill>
                <a:latin typeface="Verdana"/>
                <a:cs typeface="Verdana"/>
              </a:rPr>
              <a:t>real </a:t>
            </a:r>
            <a:r>
              <a:rPr sz="1200" spc="-5" dirty="0">
                <a:solidFill>
                  <a:srgbClr val="3A3737"/>
                </a:solidFill>
                <a:latin typeface="Verdana"/>
                <a:cs typeface="Verdana"/>
              </a:rPr>
              <a:t>al </a:t>
            </a:r>
            <a:r>
              <a:rPr sz="1200" spc="20" dirty="0">
                <a:solidFill>
                  <a:srgbClr val="3A3737"/>
                </a:solidFill>
                <a:latin typeface="Verdana"/>
                <a:cs typeface="Verdana"/>
              </a:rPr>
              <a:t>contenido </a:t>
            </a:r>
            <a:r>
              <a:rPr sz="1200" spc="50" dirty="0">
                <a:solidFill>
                  <a:srgbClr val="3A3737"/>
                </a:solidFill>
                <a:latin typeface="Verdana"/>
                <a:cs typeface="Verdana"/>
              </a:rPr>
              <a:t>creado </a:t>
            </a:r>
            <a:r>
              <a:rPr sz="1200" spc="60" dirty="0">
                <a:solidFill>
                  <a:srgbClr val="3A3737"/>
                </a:solidFill>
                <a:latin typeface="Verdana"/>
                <a:cs typeface="Verdana"/>
              </a:rPr>
              <a:t>con </a:t>
            </a:r>
            <a:r>
              <a:rPr sz="1200" spc="-30" dirty="0">
                <a:solidFill>
                  <a:srgbClr val="3A3737"/>
                </a:solidFill>
                <a:latin typeface="Verdana"/>
                <a:cs typeface="Verdana"/>
              </a:rPr>
              <a:t>un </a:t>
            </a:r>
            <a:r>
              <a:rPr sz="1200" spc="10" dirty="0">
                <a:solidFill>
                  <a:srgbClr val="3A3737"/>
                </a:solidFill>
                <a:latin typeface="Verdana"/>
                <a:cs typeface="Verdana"/>
              </a:rPr>
              <a:t>medio </a:t>
            </a:r>
            <a:r>
              <a:rPr sz="1200" spc="70" dirty="0">
                <a:solidFill>
                  <a:srgbClr val="3A3737"/>
                </a:solidFill>
                <a:latin typeface="Verdana"/>
                <a:cs typeface="Verdana"/>
              </a:rPr>
              <a:t>de </a:t>
            </a:r>
            <a:r>
              <a:rPr sz="1200" spc="20" dirty="0">
                <a:solidFill>
                  <a:srgbClr val="3A3737"/>
                </a:solidFill>
                <a:latin typeface="Verdana"/>
                <a:cs typeface="Verdana"/>
              </a:rPr>
              <a:t>producción </a:t>
            </a:r>
            <a:r>
              <a:rPr sz="1200" spc="-25" dirty="0">
                <a:solidFill>
                  <a:srgbClr val="3A3737"/>
                </a:solidFill>
                <a:latin typeface="Verdana"/>
                <a:cs typeface="Verdana"/>
              </a:rPr>
              <a:t>audiovisual </a:t>
            </a:r>
            <a:r>
              <a:rPr sz="1200" spc="55" dirty="0">
                <a:solidFill>
                  <a:srgbClr val="3A3737"/>
                </a:solidFill>
                <a:latin typeface="Verdana"/>
                <a:cs typeface="Verdana"/>
              </a:rPr>
              <a:t>como </a:t>
            </a:r>
            <a:r>
              <a:rPr sz="1200" spc="10" dirty="0">
                <a:solidFill>
                  <a:srgbClr val="3A3737"/>
                </a:solidFill>
                <a:latin typeface="Verdana"/>
                <a:cs typeface="Verdana"/>
              </a:rPr>
              <a:t>una </a:t>
            </a:r>
            <a:r>
              <a:rPr sz="1200" spc="40" dirty="0">
                <a:solidFill>
                  <a:srgbClr val="3A3737"/>
                </a:solidFill>
                <a:latin typeface="Verdana"/>
                <a:cs typeface="Verdana"/>
              </a:rPr>
              <a:t>cámara </a:t>
            </a:r>
            <a:r>
              <a:rPr sz="1200" spc="45" dirty="0">
                <a:solidFill>
                  <a:srgbClr val="3A3737"/>
                </a:solidFill>
                <a:latin typeface="Verdana"/>
                <a:cs typeface="Verdana"/>
              </a:rPr>
              <a:t> </a:t>
            </a:r>
            <a:r>
              <a:rPr sz="1200" spc="10" dirty="0">
                <a:solidFill>
                  <a:srgbClr val="3A3737"/>
                </a:solidFill>
                <a:latin typeface="Verdana"/>
                <a:cs typeface="Verdana"/>
              </a:rPr>
              <a:t>fotográfica </a:t>
            </a:r>
            <a:r>
              <a:rPr sz="1200" spc="-30" dirty="0">
                <a:solidFill>
                  <a:srgbClr val="3A3737"/>
                </a:solidFill>
                <a:latin typeface="Verdana"/>
                <a:cs typeface="Verdana"/>
              </a:rPr>
              <a:t>sobre personas </a:t>
            </a:r>
            <a:r>
              <a:rPr sz="1200" spc="55" dirty="0">
                <a:solidFill>
                  <a:srgbClr val="3A3737"/>
                </a:solidFill>
                <a:latin typeface="Verdana"/>
                <a:cs typeface="Verdana"/>
              </a:rPr>
              <a:t>o </a:t>
            </a:r>
            <a:r>
              <a:rPr sz="1200" spc="-30" dirty="0">
                <a:solidFill>
                  <a:srgbClr val="3A3737"/>
                </a:solidFill>
                <a:latin typeface="Verdana"/>
                <a:cs typeface="Verdana"/>
              </a:rPr>
              <a:t>lugares </a:t>
            </a:r>
            <a:r>
              <a:rPr sz="1200" spc="30" dirty="0">
                <a:solidFill>
                  <a:srgbClr val="3A3737"/>
                </a:solidFill>
                <a:latin typeface="Verdana"/>
                <a:cs typeface="Verdana"/>
              </a:rPr>
              <a:t>que </a:t>
            </a:r>
            <a:r>
              <a:rPr sz="1200" spc="-60" dirty="0">
                <a:solidFill>
                  <a:srgbClr val="3A3737"/>
                </a:solidFill>
                <a:latin typeface="Verdana"/>
                <a:cs typeface="Verdana"/>
              </a:rPr>
              <a:t>existen </a:t>
            </a:r>
            <a:r>
              <a:rPr sz="1200" spc="15" dirty="0">
                <a:solidFill>
                  <a:srgbClr val="3A3737"/>
                </a:solidFill>
                <a:latin typeface="Verdana"/>
                <a:cs typeface="Verdana"/>
              </a:rPr>
              <a:t>en </a:t>
            </a:r>
            <a:r>
              <a:rPr sz="1200" spc="-20" dirty="0">
                <a:solidFill>
                  <a:srgbClr val="3A3737"/>
                </a:solidFill>
                <a:latin typeface="Verdana"/>
                <a:cs typeface="Verdana"/>
              </a:rPr>
              <a:t>el </a:t>
            </a:r>
            <a:r>
              <a:rPr sz="1200" spc="10" dirty="0">
                <a:solidFill>
                  <a:srgbClr val="3A3737"/>
                </a:solidFill>
                <a:latin typeface="Verdana"/>
                <a:cs typeface="Verdana"/>
              </a:rPr>
              <a:t>medio </a:t>
            </a:r>
            <a:r>
              <a:rPr sz="1200" spc="-35" dirty="0">
                <a:solidFill>
                  <a:srgbClr val="3A3737"/>
                </a:solidFill>
                <a:latin typeface="Verdana"/>
                <a:cs typeface="Verdana"/>
              </a:rPr>
              <a:t>físico </a:t>
            </a:r>
            <a:r>
              <a:rPr sz="1200" spc="-70" dirty="0">
                <a:solidFill>
                  <a:srgbClr val="3A3737"/>
                </a:solidFill>
                <a:latin typeface="Verdana"/>
                <a:cs typeface="Verdana"/>
              </a:rPr>
              <a:t>y </a:t>
            </a:r>
            <a:r>
              <a:rPr sz="1200" spc="25" dirty="0">
                <a:solidFill>
                  <a:srgbClr val="3A3737"/>
                </a:solidFill>
                <a:latin typeface="Verdana"/>
                <a:cs typeface="Verdana"/>
              </a:rPr>
              <a:t>que </a:t>
            </a:r>
            <a:r>
              <a:rPr sz="1200" spc="-20" dirty="0">
                <a:solidFill>
                  <a:srgbClr val="3A3737"/>
                </a:solidFill>
                <a:latin typeface="Verdana"/>
                <a:cs typeface="Verdana"/>
              </a:rPr>
              <a:t>por </a:t>
            </a:r>
            <a:r>
              <a:rPr sz="1200" spc="-5" dirty="0">
                <a:solidFill>
                  <a:srgbClr val="3A3737"/>
                </a:solidFill>
                <a:latin typeface="Verdana"/>
                <a:cs typeface="Verdana"/>
              </a:rPr>
              <a:t>tanto </a:t>
            </a:r>
            <a:r>
              <a:rPr sz="1200" dirty="0">
                <a:solidFill>
                  <a:srgbClr val="3A3737"/>
                </a:solidFill>
                <a:latin typeface="Verdana"/>
                <a:cs typeface="Verdana"/>
              </a:rPr>
              <a:t> </a:t>
            </a:r>
            <a:r>
              <a:rPr sz="1200" spc="30" dirty="0">
                <a:solidFill>
                  <a:srgbClr val="3A3737"/>
                </a:solidFill>
                <a:latin typeface="Verdana"/>
                <a:cs typeface="Verdana"/>
              </a:rPr>
              <a:t>pueden</a:t>
            </a:r>
            <a:r>
              <a:rPr sz="1200" spc="-105" dirty="0">
                <a:solidFill>
                  <a:srgbClr val="3A3737"/>
                </a:solidFill>
                <a:latin typeface="Verdana"/>
                <a:cs typeface="Verdana"/>
              </a:rPr>
              <a:t> </a:t>
            </a:r>
            <a:r>
              <a:rPr sz="1200" spc="-90" dirty="0">
                <a:solidFill>
                  <a:srgbClr val="3A3737"/>
                </a:solidFill>
                <a:latin typeface="Verdana"/>
                <a:cs typeface="Verdana"/>
              </a:rPr>
              <a:t>ser</a:t>
            </a:r>
            <a:r>
              <a:rPr sz="1200" spc="-100" dirty="0">
                <a:solidFill>
                  <a:srgbClr val="3A3737"/>
                </a:solidFill>
                <a:latin typeface="Verdana"/>
                <a:cs typeface="Verdana"/>
              </a:rPr>
              <a:t> </a:t>
            </a:r>
            <a:r>
              <a:rPr sz="1200" dirty="0">
                <a:solidFill>
                  <a:srgbClr val="3A3737"/>
                </a:solidFill>
                <a:latin typeface="Verdana"/>
                <a:cs typeface="Verdana"/>
              </a:rPr>
              <a:t>capturadas.</a:t>
            </a:r>
            <a:endParaRPr sz="1200" dirty="0">
              <a:latin typeface="Verdana"/>
              <a:cs typeface="Verdana"/>
            </a:endParaRPr>
          </a:p>
          <a:p>
            <a:pPr marL="184785" marR="5080" indent="-172720" algn="just">
              <a:lnSpc>
                <a:spcPct val="107100"/>
              </a:lnSpc>
              <a:spcBef>
                <a:spcPts val="800"/>
              </a:spcBef>
              <a:buFont typeface="Arial MT"/>
              <a:buChar char="•"/>
              <a:tabLst>
                <a:tab pos="185420" algn="l"/>
              </a:tabLst>
            </a:pPr>
            <a:r>
              <a:rPr sz="1200" spc="-140" dirty="0">
                <a:solidFill>
                  <a:srgbClr val="3A3737"/>
                </a:solidFill>
                <a:latin typeface="Verdana"/>
                <a:cs typeface="Verdana"/>
              </a:rPr>
              <a:t>Es</a:t>
            </a:r>
            <a:r>
              <a:rPr sz="1200" spc="-135" dirty="0">
                <a:solidFill>
                  <a:srgbClr val="3A3737"/>
                </a:solidFill>
                <a:latin typeface="Verdana"/>
                <a:cs typeface="Verdana"/>
              </a:rPr>
              <a:t> </a:t>
            </a:r>
            <a:r>
              <a:rPr sz="1200" spc="-15" dirty="0">
                <a:solidFill>
                  <a:srgbClr val="3A3737"/>
                </a:solidFill>
                <a:latin typeface="Verdana"/>
                <a:cs typeface="Verdana"/>
              </a:rPr>
              <a:t>decir, </a:t>
            </a:r>
            <a:r>
              <a:rPr sz="1200" spc="-10" dirty="0">
                <a:solidFill>
                  <a:srgbClr val="3A3737"/>
                </a:solidFill>
                <a:latin typeface="Verdana"/>
                <a:cs typeface="Verdana"/>
              </a:rPr>
              <a:t>lo </a:t>
            </a:r>
            <a:r>
              <a:rPr sz="1200" spc="30" dirty="0">
                <a:solidFill>
                  <a:srgbClr val="3A3737"/>
                </a:solidFill>
                <a:latin typeface="Verdana"/>
                <a:cs typeface="Verdana"/>
              </a:rPr>
              <a:t>que </a:t>
            </a:r>
            <a:r>
              <a:rPr sz="1200" spc="-5" dirty="0">
                <a:solidFill>
                  <a:srgbClr val="3A3737"/>
                </a:solidFill>
                <a:latin typeface="Verdana"/>
                <a:cs typeface="Verdana"/>
              </a:rPr>
              <a:t>entendemos </a:t>
            </a:r>
            <a:r>
              <a:rPr sz="1200" spc="-15" dirty="0">
                <a:solidFill>
                  <a:srgbClr val="3A3737"/>
                </a:solidFill>
                <a:latin typeface="Verdana"/>
                <a:cs typeface="Verdana"/>
              </a:rPr>
              <a:t>por </a:t>
            </a:r>
            <a:r>
              <a:rPr sz="1200" spc="-30" dirty="0">
                <a:solidFill>
                  <a:srgbClr val="3A3737"/>
                </a:solidFill>
                <a:latin typeface="Verdana"/>
                <a:cs typeface="Verdana"/>
              </a:rPr>
              <a:t>un </a:t>
            </a:r>
            <a:r>
              <a:rPr sz="1200" spc="10" dirty="0">
                <a:solidFill>
                  <a:srgbClr val="3A3737"/>
                </a:solidFill>
                <a:latin typeface="Verdana"/>
                <a:cs typeface="Verdana"/>
              </a:rPr>
              <a:t>video </a:t>
            </a:r>
            <a:r>
              <a:rPr sz="1200" spc="55" dirty="0">
                <a:solidFill>
                  <a:srgbClr val="3A3737"/>
                </a:solidFill>
                <a:latin typeface="Verdana"/>
                <a:cs typeface="Verdana"/>
              </a:rPr>
              <a:t>o </a:t>
            </a:r>
            <a:r>
              <a:rPr sz="1200" spc="10" dirty="0">
                <a:solidFill>
                  <a:srgbClr val="3A3737"/>
                </a:solidFill>
                <a:latin typeface="Verdana"/>
                <a:cs typeface="Verdana"/>
              </a:rPr>
              <a:t>una </a:t>
            </a:r>
            <a:r>
              <a:rPr sz="1200" spc="-25" dirty="0">
                <a:solidFill>
                  <a:srgbClr val="3A3737"/>
                </a:solidFill>
                <a:latin typeface="Verdana"/>
                <a:cs typeface="Verdana"/>
              </a:rPr>
              <a:t>foto. </a:t>
            </a:r>
            <a:r>
              <a:rPr sz="1200" spc="-114" dirty="0">
                <a:solidFill>
                  <a:srgbClr val="3A3737"/>
                </a:solidFill>
                <a:latin typeface="Verdana"/>
                <a:cs typeface="Verdana"/>
              </a:rPr>
              <a:t>Sin</a:t>
            </a:r>
            <a:r>
              <a:rPr sz="1200" spc="-110" dirty="0">
                <a:solidFill>
                  <a:srgbClr val="3A3737"/>
                </a:solidFill>
                <a:latin typeface="Verdana"/>
                <a:cs typeface="Verdana"/>
              </a:rPr>
              <a:t> </a:t>
            </a:r>
            <a:r>
              <a:rPr sz="1200" spc="5" dirty="0">
                <a:solidFill>
                  <a:srgbClr val="3A3737"/>
                </a:solidFill>
                <a:latin typeface="Verdana"/>
                <a:cs typeface="Verdana"/>
              </a:rPr>
              <a:t>embargo, </a:t>
            </a:r>
            <a:r>
              <a:rPr sz="1200" spc="15" dirty="0">
                <a:solidFill>
                  <a:srgbClr val="3A3737"/>
                </a:solidFill>
                <a:latin typeface="Verdana"/>
                <a:cs typeface="Verdana"/>
              </a:rPr>
              <a:t>no </a:t>
            </a:r>
            <a:r>
              <a:rPr sz="1200" dirty="0">
                <a:solidFill>
                  <a:srgbClr val="3A3737"/>
                </a:solidFill>
                <a:latin typeface="Verdana"/>
                <a:cs typeface="Verdana"/>
              </a:rPr>
              <a:t>hablamos </a:t>
            </a:r>
            <a:r>
              <a:rPr sz="1200" spc="70" dirty="0">
                <a:solidFill>
                  <a:srgbClr val="3A3737"/>
                </a:solidFill>
                <a:latin typeface="Verdana"/>
                <a:cs typeface="Verdana"/>
              </a:rPr>
              <a:t>de </a:t>
            </a:r>
            <a:r>
              <a:rPr sz="1200" spc="75" dirty="0">
                <a:solidFill>
                  <a:srgbClr val="3A3737"/>
                </a:solidFill>
                <a:latin typeface="Verdana"/>
                <a:cs typeface="Verdana"/>
              </a:rPr>
              <a:t> </a:t>
            </a:r>
            <a:r>
              <a:rPr sz="1200" spc="-5" dirty="0">
                <a:solidFill>
                  <a:srgbClr val="3A3737"/>
                </a:solidFill>
                <a:latin typeface="Verdana"/>
                <a:cs typeface="Verdana"/>
              </a:rPr>
              <a:t>cualquier </a:t>
            </a:r>
            <a:r>
              <a:rPr sz="1200" spc="-20" dirty="0">
                <a:solidFill>
                  <a:srgbClr val="3A3737"/>
                </a:solidFill>
                <a:latin typeface="Verdana"/>
                <a:cs typeface="Verdana"/>
              </a:rPr>
              <a:t>tipo </a:t>
            </a:r>
            <a:r>
              <a:rPr sz="1200" spc="70" dirty="0">
                <a:solidFill>
                  <a:srgbClr val="3A3737"/>
                </a:solidFill>
                <a:latin typeface="Verdana"/>
                <a:cs typeface="Verdana"/>
              </a:rPr>
              <a:t>de </a:t>
            </a:r>
            <a:r>
              <a:rPr sz="1200" spc="5" dirty="0">
                <a:solidFill>
                  <a:srgbClr val="3A3737"/>
                </a:solidFill>
                <a:latin typeface="Verdana"/>
                <a:cs typeface="Verdana"/>
              </a:rPr>
              <a:t>imagen </a:t>
            </a:r>
            <a:r>
              <a:rPr sz="1200" spc="-60" dirty="0">
                <a:solidFill>
                  <a:srgbClr val="3A3737"/>
                </a:solidFill>
                <a:latin typeface="Verdana"/>
                <a:cs typeface="Verdana"/>
              </a:rPr>
              <a:t>sino </a:t>
            </a:r>
            <a:r>
              <a:rPr sz="1200" spc="70" dirty="0">
                <a:solidFill>
                  <a:srgbClr val="3A3737"/>
                </a:solidFill>
                <a:latin typeface="Verdana"/>
                <a:cs typeface="Verdana"/>
              </a:rPr>
              <a:t>de </a:t>
            </a:r>
            <a:r>
              <a:rPr sz="1200" spc="-30" dirty="0">
                <a:solidFill>
                  <a:srgbClr val="3A3737"/>
                </a:solidFill>
                <a:latin typeface="Verdana"/>
                <a:cs typeface="Verdana"/>
              </a:rPr>
              <a:t>unas </a:t>
            </a:r>
            <a:r>
              <a:rPr sz="1200" spc="15" dirty="0">
                <a:solidFill>
                  <a:srgbClr val="3A3737"/>
                </a:solidFill>
                <a:latin typeface="Verdana"/>
                <a:cs typeface="Verdana"/>
              </a:rPr>
              <a:t>capturadas </a:t>
            </a:r>
            <a:r>
              <a:rPr sz="1200" spc="70" dirty="0">
                <a:solidFill>
                  <a:srgbClr val="3A3737"/>
                </a:solidFill>
                <a:latin typeface="Verdana"/>
                <a:cs typeface="Verdana"/>
              </a:rPr>
              <a:t>de </a:t>
            </a:r>
            <a:r>
              <a:rPr sz="1200" spc="5" dirty="0">
                <a:solidFill>
                  <a:srgbClr val="3A3737"/>
                </a:solidFill>
                <a:latin typeface="Verdana"/>
                <a:cs typeface="Verdana"/>
              </a:rPr>
              <a:t>manera </a:t>
            </a:r>
            <a:r>
              <a:rPr sz="1200" spc="-5" dirty="0">
                <a:solidFill>
                  <a:srgbClr val="3A3737"/>
                </a:solidFill>
                <a:latin typeface="Verdana"/>
                <a:cs typeface="Verdana"/>
              </a:rPr>
              <a:t>específica: </a:t>
            </a:r>
            <a:r>
              <a:rPr sz="1200" spc="15" dirty="0">
                <a:solidFill>
                  <a:srgbClr val="3A3737"/>
                </a:solidFill>
                <a:latin typeface="Verdana"/>
                <a:cs typeface="Verdana"/>
              </a:rPr>
              <a:t>en </a:t>
            </a:r>
            <a:r>
              <a:rPr sz="1200" spc="-100" dirty="0">
                <a:solidFill>
                  <a:srgbClr val="3A3737"/>
                </a:solidFill>
                <a:latin typeface="Verdana"/>
                <a:cs typeface="Verdana"/>
              </a:rPr>
              <a:t>360 </a:t>
            </a:r>
            <a:r>
              <a:rPr sz="1200" spc="55" dirty="0">
                <a:solidFill>
                  <a:srgbClr val="3A3737"/>
                </a:solidFill>
                <a:latin typeface="Verdana"/>
                <a:cs typeface="Verdana"/>
              </a:rPr>
              <a:t>o </a:t>
            </a:r>
            <a:r>
              <a:rPr sz="1200" spc="-105" dirty="0">
                <a:solidFill>
                  <a:srgbClr val="3A3737"/>
                </a:solidFill>
                <a:latin typeface="Verdana"/>
                <a:cs typeface="Verdana"/>
              </a:rPr>
              <a:t>180 </a:t>
            </a:r>
            <a:r>
              <a:rPr sz="1200" spc="-100" dirty="0">
                <a:solidFill>
                  <a:srgbClr val="3A3737"/>
                </a:solidFill>
                <a:latin typeface="Verdana"/>
                <a:cs typeface="Verdana"/>
              </a:rPr>
              <a:t> </a:t>
            </a:r>
            <a:r>
              <a:rPr sz="1200" spc="-25" dirty="0">
                <a:solidFill>
                  <a:srgbClr val="3A3737"/>
                </a:solidFill>
                <a:latin typeface="Verdana"/>
                <a:cs typeface="Verdana"/>
              </a:rPr>
              <a:t>grados.</a:t>
            </a:r>
            <a:endParaRPr sz="1200" dirty="0">
              <a:latin typeface="Verdana"/>
              <a:cs typeface="Verdana"/>
            </a:endParaRPr>
          </a:p>
          <a:p>
            <a:pPr marL="184785" marR="10160" indent="-172720" algn="just">
              <a:lnSpc>
                <a:spcPct val="107500"/>
              </a:lnSpc>
              <a:spcBef>
                <a:spcPts val="795"/>
              </a:spcBef>
              <a:buFont typeface="Arial MT"/>
              <a:buChar char="•"/>
              <a:tabLst>
                <a:tab pos="185420" algn="l"/>
              </a:tabLst>
            </a:pPr>
            <a:r>
              <a:rPr sz="1200" spc="-10" dirty="0">
                <a:solidFill>
                  <a:srgbClr val="3A3737"/>
                </a:solidFill>
                <a:latin typeface="Verdana"/>
                <a:cs typeface="Verdana"/>
              </a:rPr>
              <a:t>La</a:t>
            </a:r>
            <a:r>
              <a:rPr sz="1200" spc="-70" dirty="0">
                <a:solidFill>
                  <a:srgbClr val="3A3737"/>
                </a:solidFill>
                <a:latin typeface="Verdana"/>
                <a:cs typeface="Verdana"/>
              </a:rPr>
              <a:t> </a:t>
            </a:r>
            <a:r>
              <a:rPr sz="1200" spc="10" dirty="0">
                <a:solidFill>
                  <a:srgbClr val="3A3737"/>
                </a:solidFill>
                <a:latin typeface="Verdana"/>
                <a:cs typeface="Verdana"/>
              </a:rPr>
              <a:t>realidad</a:t>
            </a:r>
            <a:r>
              <a:rPr sz="1200" spc="-50" dirty="0">
                <a:solidFill>
                  <a:srgbClr val="3A3737"/>
                </a:solidFill>
                <a:latin typeface="Verdana"/>
                <a:cs typeface="Verdana"/>
              </a:rPr>
              <a:t> </a:t>
            </a:r>
            <a:r>
              <a:rPr sz="1200" spc="-60" dirty="0">
                <a:solidFill>
                  <a:srgbClr val="3A3737"/>
                </a:solidFill>
                <a:latin typeface="Verdana"/>
                <a:cs typeface="Verdana"/>
              </a:rPr>
              <a:t>virtual</a:t>
            </a:r>
            <a:r>
              <a:rPr sz="1200" spc="-35" dirty="0">
                <a:solidFill>
                  <a:srgbClr val="3A3737"/>
                </a:solidFill>
                <a:latin typeface="Verdana"/>
                <a:cs typeface="Verdana"/>
              </a:rPr>
              <a:t> </a:t>
            </a:r>
            <a:r>
              <a:rPr sz="1200" spc="50" dirty="0">
                <a:solidFill>
                  <a:srgbClr val="3A3737"/>
                </a:solidFill>
                <a:latin typeface="Verdana"/>
                <a:cs typeface="Verdana"/>
              </a:rPr>
              <a:t>con</a:t>
            </a:r>
            <a:r>
              <a:rPr sz="1200" spc="-60" dirty="0">
                <a:solidFill>
                  <a:srgbClr val="3A3737"/>
                </a:solidFill>
                <a:latin typeface="Verdana"/>
                <a:cs typeface="Verdana"/>
              </a:rPr>
              <a:t> </a:t>
            </a:r>
            <a:r>
              <a:rPr sz="1200" spc="10" dirty="0">
                <a:solidFill>
                  <a:srgbClr val="3A3737"/>
                </a:solidFill>
                <a:latin typeface="Verdana"/>
                <a:cs typeface="Verdana"/>
              </a:rPr>
              <a:t>imagen</a:t>
            </a:r>
            <a:r>
              <a:rPr sz="1200" spc="-50" dirty="0">
                <a:solidFill>
                  <a:srgbClr val="3A3737"/>
                </a:solidFill>
                <a:latin typeface="Verdana"/>
                <a:cs typeface="Verdana"/>
              </a:rPr>
              <a:t> </a:t>
            </a:r>
            <a:r>
              <a:rPr sz="1200" spc="-25" dirty="0">
                <a:solidFill>
                  <a:srgbClr val="3A3737"/>
                </a:solidFill>
                <a:latin typeface="Verdana"/>
                <a:cs typeface="Verdana"/>
              </a:rPr>
              <a:t>real</a:t>
            </a:r>
            <a:r>
              <a:rPr sz="1200" spc="-35" dirty="0">
                <a:solidFill>
                  <a:srgbClr val="3A3737"/>
                </a:solidFill>
                <a:latin typeface="Verdana"/>
                <a:cs typeface="Verdana"/>
              </a:rPr>
              <a:t> </a:t>
            </a:r>
            <a:r>
              <a:rPr sz="1200" b="1" spc="-15" dirty="0">
                <a:solidFill>
                  <a:srgbClr val="3A3737"/>
                </a:solidFill>
                <a:latin typeface="Tahoma"/>
                <a:cs typeface="Tahoma"/>
              </a:rPr>
              <a:t>no</a:t>
            </a:r>
            <a:r>
              <a:rPr sz="1200" b="1" spc="5" dirty="0">
                <a:solidFill>
                  <a:srgbClr val="3A3737"/>
                </a:solidFill>
                <a:latin typeface="Tahoma"/>
                <a:cs typeface="Tahoma"/>
              </a:rPr>
              <a:t> </a:t>
            </a:r>
            <a:r>
              <a:rPr sz="1200" b="1" spc="-40" dirty="0">
                <a:solidFill>
                  <a:srgbClr val="3A3737"/>
                </a:solidFill>
                <a:latin typeface="Tahoma"/>
                <a:cs typeface="Tahoma"/>
              </a:rPr>
              <a:t>permiten</a:t>
            </a:r>
            <a:r>
              <a:rPr sz="1200" b="1" spc="15" dirty="0">
                <a:solidFill>
                  <a:srgbClr val="3A3737"/>
                </a:solidFill>
                <a:latin typeface="Tahoma"/>
                <a:cs typeface="Tahoma"/>
              </a:rPr>
              <a:t> </a:t>
            </a:r>
            <a:r>
              <a:rPr sz="1200" b="1" spc="-10" dirty="0">
                <a:solidFill>
                  <a:srgbClr val="3A3737"/>
                </a:solidFill>
                <a:latin typeface="Tahoma"/>
                <a:cs typeface="Tahoma"/>
              </a:rPr>
              <a:t>interacción</a:t>
            </a:r>
            <a:r>
              <a:rPr sz="1200" b="1" spc="-5" dirty="0">
                <a:solidFill>
                  <a:srgbClr val="3A3737"/>
                </a:solidFill>
                <a:latin typeface="Tahoma"/>
                <a:cs typeface="Tahoma"/>
              </a:rPr>
              <a:t> </a:t>
            </a:r>
            <a:r>
              <a:rPr sz="1200" b="1" spc="40" dirty="0">
                <a:solidFill>
                  <a:srgbClr val="3A3737"/>
                </a:solidFill>
                <a:latin typeface="Tahoma"/>
                <a:cs typeface="Tahoma"/>
              </a:rPr>
              <a:t>de</a:t>
            </a:r>
            <a:r>
              <a:rPr sz="1200" b="1" spc="10" dirty="0">
                <a:solidFill>
                  <a:srgbClr val="3A3737"/>
                </a:solidFill>
                <a:latin typeface="Tahoma"/>
                <a:cs typeface="Tahoma"/>
              </a:rPr>
              <a:t> </a:t>
            </a:r>
            <a:r>
              <a:rPr sz="1200" b="1" spc="-45" dirty="0">
                <a:solidFill>
                  <a:srgbClr val="3A3737"/>
                </a:solidFill>
                <a:latin typeface="Tahoma"/>
                <a:cs typeface="Tahoma"/>
              </a:rPr>
              <a:t>ningún</a:t>
            </a:r>
            <a:r>
              <a:rPr sz="1200" b="1" spc="10" dirty="0">
                <a:solidFill>
                  <a:srgbClr val="3A3737"/>
                </a:solidFill>
                <a:latin typeface="Tahoma"/>
                <a:cs typeface="Tahoma"/>
              </a:rPr>
              <a:t> </a:t>
            </a:r>
            <a:r>
              <a:rPr sz="1200" b="1" spc="-40" dirty="0">
                <a:solidFill>
                  <a:srgbClr val="3A3737"/>
                </a:solidFill>
                <a:latin typeface="Tahoma"/>
                <a:cs typeface="Tahoma"/>
              </a:rPr>
              <a:t>tipo</a:t>
            </a:r>
            <a:r>
              <a:rPr sz="1200" b="1" spc="10" dirty="0">
                <a:solidFill>
                  <a:srgbClr val="3A3737"/>
                </a:solidFill>
                <a:latin typeface="Tahoma"/>
                <a:cs typeface="Tahoma"/>
              </a:rPr>
              <a:t> </a:t>
            </a:r>
            <a:r>
              <a:rPr sz="1200" spc="15" dirty="0">
                <a:solidFill>
                  <a:srgbClr val="3A3737"/>
                </a:solidFill>
                <a:latin typeface="Verdana"/>
                <a:cs typeface="Verdana"/>
              </a:rPr>
              <a:t>ya</a:t>
            </a:r>
            <a:r>
              <a:rPr sz="1200" spc="-65" dirty="0">
                <a:solidFill>
                  <a:srgbClr val="3A3737"/>
                </a:solidFill>
                <a:latin typeface="Verdana"/>
                <a:cs typeface="Verdana"/>
              </a:rPr>
              <a:t> </a:t>
            </a:r>
            <a:r>
              <a:rPr sz="1200" spc="30" dirty="0">
                <a:solidFill>
                  <a:srgbClr val="3A3737"/>
                </a:solidFill>
                <a:latin typeface="Verdana"/>
                <a:cs typeface="Verdana"/>
              </a:rPr>
              <a:t>que</a:t>
            </a:r>
            <a:r>
              <a:rPr sz="1200" spc="-60" dirty="0">
                <a:solidFill>
                  <a:srgbClr val="3A3737"/>
                </a:solidFill>
                <a:latin typeface="Verdana"/>
                <a:cs typeface="Verdana"/>
              </a:rPr>
              <a:t> </a:t>
            </a:r>
            <a:r>
              <a:rPr sz="1200" spc="-50" dirty="0">
                <a:solidFill>
                  <a:srgbClr val="3A3737"/>
                </a:solidFill>
                <a:latin typeface="Verdana"/>
                <a:cs typeface="Verdana"/>
              </a:rPr>
              <a:t>se</a:t>
            </a:r>
            <a:r>
              <a:rPr sz="1200" spc="-45" dirty="0">
                <a:solidFill>
                  <a:srgbClr val="3A3737"/>
                </a:solidFill>
                <a:latin typeface="Verdana"/>
                <a:cs typeface="Verdana"/>
              </a:rPr>
              <a:t> </a:t>
            </a:r>
            <a:r>
              <a:rPr sz="1200" spc="-25" dirty="0">
                <a:solidFill>
                  <a:srgbClr val="3A3737"/>
                </a:solidFill>
                <a:latin typeface="Verdana"/>
                <a:cs typeface="Verdana"/>
              </a:rPr>
              <a:t>trata </a:t>
            </a:r>
            <a:r>
              <a:rPr sz="1200" spc="-409" dirty="0">
                <a:solidFill>
                  <a:srgbClr val="3A3737"/>
                </a:solidFill>
                <a:latin typeface="Verdana"/>
                <a:cs typeface="Verdana"/>
              </a:rPr>
              <a:t> </a:t>
            </a:r>
            <a:r>
              <a:rPr sz="1200" spc="70" dirty="0">
                <a:solidFill>
                  <a:srgbClr val="3A3737"/>
                </a:solidFill>
                <a:latin typeface="Verdana"/>
                <a:cs typeface="Verdana"/>
              </a:rPr>
              <a:t>de</a:t>
            </a:r>
            <a:r>
              <a:rPr sz="1200" spc="-100" dirty="0">
                <a:solidFill>
                  <a:srgbClr val="3A3737"/>
                </a:solidFill>
                <a:latin typeface="Verdana"/>
                <a:cs typeface="Verdana"/>
              </a:rPr>
              <a:t> </a:t>
            </a:r>
            <a:r>
              <a:rPr sz="1200" spc="-30" dirty="0">
                <a:solidFill>
                  <a:srgbClr val="3A3737"/>
                </a:solidFill>
                <a:latin typeface="Verdana"/>
                <a:cs typeface="Verdana"/>
              </a:rPr>
              <a:t>un</a:t>
            </a:r>
            <a:r>
              <a:rPr sz="1200" spc="-90" dirty="0">
                <a:solidFill>
                  <a:srgbClr val="3A3737"/>
                </a:solidFill>
                <a:latin typeface="Verdana"/>
                <a:cs typeface="Verdana"/>
              </a:rPr>
              <a:t> </a:t>
            </a:r>
            <a:r>
              <a:rPr sz="1200" spc="15" dirty="0">
                <a:solidFill>
                  <a:srgbClr val="3A3737"/>
                </a:solidFill>
                <a:latin typeface="Verdana"/>
                <a:cs typeface="Verdana"/>
              </a:rPr>
              <a:t>contenido</a:t>
            </a:r>
            <a:r>
              <a:rPr sz="1200" spc="-35" dirty="0">
                <a:solidFill>
                  <a:srgbClr val="3A3737"/>
                </a:solidFill>
                <a:latin typeface="Verdana"/>
                <a:cs typeface="Verdana"/>
              </a:rPr>
              <a:t> </a:t>
            </a:r>
            <a:r>
              <a:rPr sz="1200" spc="20" dirty="0">
                <a:solidFill>
                  <a:srgbClr val="3A3737"/>
                </a:solidFill>
                <a:latin typeface="Verdana"/>
                <a:cs typeface="Verdana"/>
              </a:rPr>
              <a:t>pregrabado</a:t>
            </a:r>
            <a:r>
              <a:rPr sz="1200" spc="-70" dirty="0">
                <a:solidFill>
                  <a:srgbClr val="3A3737"/>
                </a:solidFill>
                <a:latin typeface="Verdana"/>
                <a:cs typeface="Verdana"/>
              </a:rPr>
              <a:t> </a:t>
            </a:r>
            <a:r>
              <a:rPr sz="1200" spc="30" dirty="0">
                <a:solidFill>
                  <a:srgbClr val="3A3737"/>
                </a:solidFill>
                <a:latin typeface="Verdana"/>
                <a:cs typeface="Verdana"/>
              </a:rPr>
              <a:t>que</a:t>
            </a:r>
            <a:r>
              <a:rPr sz="1200" spc="-95" dirty="0">
                <a:solidFill>
                  <a:srgbClr val="3A3737"/>
                </a:solidFill>
                <a:latin typeface="Verdana"/>
                <a:cs typeface="Verdana"/>
              </a:rPr>
              <a:t> </a:t>
            </a:r>
            <a:r>
              <a:rPr sz="1200" spc="-50" dirty="0">
                <a:solidFill>
                  <a:srgbClr val="3A3737"/>
                </a:solidFill>
                <a:latin typeface="Verdana"/>
                <a:cs typeface="Verdana"/>
              </a:rPr>
              <a:t>se</a:t>
            </a:r>
            <a:r>
              <a:rPr sz="1200" spc="-100" dirty="0">
                <a:solidFill>
                  <a:srgbClr val="3A3737"/>
                </a:solidFill>
                <a:latin typeface="Verdana"/>
                <a:cs typeface="Verdana"/>
              </a:rPr>
              <a:t> </a:t>
            </a:r>
            <a:r>
              <a:rPr sz="1200" spc="10" dirty="0">
                <a:solidFill>
                  <a:srgbClr val="3A3737"/>
                </a:solidFill>
                <a:latin typeface="Verdana"/>
                <a:cs typeface="Verdana"/>
              </a:rPr>
              <a:t>proyecta</a:t>
            </a:r>
            <a:r>
              <a:rPr sz="1200" spc="-45" dirty="0">
                <a:solidFill>
                  <a:srgbClr val="3A3737"/>
                </a:solidFill>
                <a:latin typeface="Verdana"/>
                <a:cs typeface="Verdana"/>
              </a:rPr>
              <a:t> </a:t>
            </a:r>
            <a:r>
              <a:rPr sz="1200" spc="70" dirty="0">
                <a:solidFill>
                  <a:srgbClr val="3A3737"/>
                </a:solidFill>
                <a:latin typeface="Verdana"/>
                <a:cs typeface="Verdana"/>
              </a:rPr>
              <a:t>de</a:t>
            </a:r>
            <a:r>
              <a:rPr sz="1200" spc="-90" dirty="0">
                <a:solidFill>
                  <a:srgbClr val="3A3737"/>
                </a:solidFill>
                <a:latin typeface="Verdana"/>
                <a:cs typeface="Verdana"/>
              </a:rPr>
              <a:t> </a:t>
            </a:r>
            <a:r>
              <a:rPr sz="1200" spc="10" dirty="0">
                <a:solidFill>
                  <a:srgbClr val="3A3737"/>
                </a:solidFill>
                <a:latin typeface="Verdana"/>
                <a:cs typeface="Verdana"/>
              </a:rPr>
              <a:t>una</a:t>
            </a:r>
            <a:r>
              <a:rPr sz="1200" spc="-85" dirty="0">
                <a:solidFill>
                  <a:srgbClr val="3A3737"/>
                </a:solidFill>
                <a:latin typeface="Verdana"/>
                <a:cs typeface="Verdana"/>
              </a:rPr>
              <a:t> </a:t>
            </a:r>
            <a:r>
              <a:rPr sz="1200" spc="5" dirty="0">
                <a:solidFill>
                  <a:srgbClr val="3A3737"/>
                </a:solidFill>
                <a:latin typeface="Verdana"/>
                <a:cs typeface="Verdana"/>
              </a:rPr>
              <a:t>manera</a:t>
            </a:r>
            <a:r>
              <a:rPr sz="1200" spc="-80" dirty="0">
                <a:solidFill>
                  <a:srgbClr val="3A3737"/>
                </a:solidFill>
                <a:latin typeface="Verdana"/>
                <a:cs typeface="Verdana"/>
              </a:rPr>
              <a:t> </a:t>
            </a:r>
            <a:r>
              <a:rPr sz="1200" spc="-60" dirty="0">
                <a:solidFill>
                  <a:srgbClr val="3A3737"/>
                </a:solidFill>
                <a:latin typeface="Verdana"/>
                <a:cs typeface="Verdana"/>
              </a:rPr>
              <a:t>inmersiva.</a:t>
            </a:r>
            <a:endParaRPr sz="1200" dirty="0">
              <a:latin typeface="Verdana"/>
              <a:cs typeface="Verdana"/>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object 3"/>
          <p:cNvPicPr/>
          <p:nvPr/>
        </p:nvPicPr>
        <p:blipFill>
          <a:blip r:embed="rId2" cstate="print"/>
          <a:stretch>
            <a:fillRect/>
          </a:stretch>
        </p:blipFill>
        <p:spPr>
          <a:xfrm>
            <a:off x="519178" y="3345520"/>
            <a:ext cx="8325611" cy="3012947"/>
          </a:xfrm>
          <a:prstGeom prst="rect">
            <a:avLst/>
          </a:prstGeom>
        </p:spPr>
      </p:pic>
      <p:sp>
        <p:nvSpPr>
          <p:cNvPr id="5" name="object 5"/>
          <p:cNvSpPr txBox="1">
            <a:spLocks noGrp="1"/>
          </p:cNvSpPr>
          <p:nvPr>
            <p:ph type="title"/>
          </p:nvPr>
        </p:nvSpPr>
        <p:spPr>
          <a:xfrm>
            <a:off x="1524000" y="312504"/>
            <a:ext cx="4820285" cy="575310"/>
          </a:xfrm>
          <a:prstGeom prst="rect">
            <a:avLst/>
          </a:prstGeom>
        </p:spPr>
        <p:txBody>
          <a:bodyPr vert="horz" wrap="square" lIns="0" tIns="12700" rIns="0" bIns="0" rtlCol="0">
            <a:spAutoFit/>
          </a:bodyPr>
          <a:lstStyle/>
          <a:p>
            <a:pPr marL="12700">
              <a:spcBef>
                <a:spcPts val="100"/>
              </a:spcBef>
            </a:pPr>
            <a:r>
              <a:rPr spc="-65" dirty="0"/>
              <a:t>2.Introducción</a:t>
            </a:r>
            <a:r>
              <a:rPr spc="-55" dirty="0"/>
              <a:t> </a:t>
            </a:r>
            <a:r>
              <a:rPr spc="125" dirty="0"/>
              <a:t>a</a:t>
            </a:r>
            <a:r>
              <a:rPr spc="-25" dirty="0"/>
              <a:t> </a:t>
            </a:r>
            <a:r>
              <a:rPr dirty="0"/>
              <a:t>la</a:t>
            </a:r>
            <a:r>
              <a:rPr spc="-20" dirty="0"/>
              <a:t> </a:t>
            </a:r>
            <a:r>
              <a:rPr spc="-15" dirty="0"/>
              <a:t>Realidad</a:t>
            </a:r>
            <a:r>
              <a:rPr spc="-25" dirty="0"/>
              <a:t> </a:t>
            </a:r>
            <a:r>
              <a:rPr spc="-45" dirty="0"/>
              <a:t>Extendida</a:t>
            </a:r>
          </a:p>
          <a:p>
            <a:pPr marL="469900">
              <a:spcBef>
                <a:spcPts val="5"/>
              </a:spcBef>
            </a:pPr>
            <a:r>
              <a:rPr sz="1600" spc="-45" dirty="0"/>
              <a:t>Tipología</a:t>
            </a:r>
            <a:r>
              <a:rPr sz="1600" dirty="0"/>
              <a:t> </a:t>
            </a:r>
            <a:r>
              <a:rPr sz="1600" spc="55" dirty="0"/>
              <a:t>de</a:t>
            </a:r>
            <a:r>
              <a:rPr sz="1600" spc="-25" dirty="0"/>
              <a:t> </a:t>
            </a:r>
            <a:r>
              <a:rPr sz="1600" spc="-105" dirty="0"/>
              <a:t>VR</a:t>
            </a:r>
            <a:endParaRPr sz="1600" dirty="0"/>
          </a:p>
        </p:txBody>
      </p:sp>
      <p:sp>
        <p:nvSpPr>
          <p:cNvPr id="6" name="object 6"/>
          <p:cNvSpPr txBox="1"/>
          <p:nvPr/>
        </p:nvSpPr>
        <p:spPr>
          <a:xfrm>
            <a:off x="215900" y="1079246"/>
            <a:ext cx="8712200" cy="1883410"/>
          </a:xfrm>
          <a:prstGeom prst="rect">
            <a:avLst/>
          </a:prstGeom>
        </p:spPr>
        <p:txBody>
          <a:bodyPr vert="horz" wrap="square" lIns="0" tIns="12700" rIns="0" bIns="0" rtlCol="0">
            <a:spAutoFit/>
          </a:bodyPr>
          <a:lstStyle/>
          <a:p>
            <a:pPr marL="12700">
              <a:spcBef>
                <a:spcPts val="100"/>
              </a:spcBef>
            </a:pPr>
            <a:r>
              <a:rPr sz="1200" b="1" spc="-100" dirty="0">
                <a:solidFill>
                  <a:srgbClr val="3A3737"/>
                </a:solidFill>
                <a:latin typeface="Tahoma"/>
                <a:cs typeface="Tahoma"/>
              </a:rPr>
              <a:t>2</a:t>
            </a:r>
            <a:r>
              <a:rPr sz="1200" b="1" spc="-40" dirty="0">
                <a:solidFill>
                  <a:srgbClr val="3A3737"/>
                </a:solidFill>
                <a:latin typeface="Tahoma"/>
                <a:cs typeface="Tahoma"/>
              </a:rPr>
              <a:t>.</a:t>
            </a:r>
            <a:r>
              <a:rPr sz="1200" b="1" spc="-20" dirty="0">
                <a:solidFill>
                  <a:srgbClr val="3A3737"/>
                </a:solidFill>
                <a:latin typeface="Tahoma"/>
                <a:cs typeface="Tahoma"/>
              </a:rPr>
              <a:t> </a:t>
            </a:r>
            <a:r>
              <a:rPr sz="1200" b="1" spc="-100" dirty="0">
                <a:solidFill>
                  <a:srgbClr val="3A3737"/>
                </a:solidFill>
                <a:latin typeface="Tahoma"/>
                <a:cs typeface="Tahoma"/>
              </a:rPr>
              <a:t>3</a:t>
            </a:r>
            <a:r>
              <a:rPr sz="1200" b="1" spc="-70" dirty="0">
                <a:solidFill>
                  <a:srgbClr val="3A3737"/>
                </a:solidFill>
                <a:latin typeface="Tahoma"/>
                <a:cs typeface="Tahoma"/>
              </a:rPr>
              <a:t>D</a:t>
            </a:r>
            <a:r>
              <a:rPr sz="1200" b="1" spc="-5" dirty="0">
                <a:solidFill>
                  <a:srgbClr val="3A3737"/>
                </a:solidFill>
                <a:latin typeface="Tahoma"/>
                <a:cs typeface="Tahoma"/>
              </a:rPr>
              <a:t> </a:t>
            </a:r>
            <a:r>
              <a:rPr sz="1200" b="1" spc="-100" dirty="0">
                <a:solidFill>
                  <a:srgbClr val="3A3737"/>
                </a:solidFill>
                <a:latin typeface="Tahoma"/>
                <a:cs typeface="Tahoma"/>
              </a:rPr>
              <a:t>360</a:t>
            </a:r>
            <a:r>
              <a:rPr sz="1200" b="1" spc="-215" dirty="0">
                <a:solidFill>
                  <a:srgbClr val="3A3737"/>
                </a:solidFill>
                <a:latin typeface="Tahoma"/>
                <a:cs typeface="Tahoma"/>
              </a:rPr>
              <a:t>º</a:t>
            </a:r>
            <a:r>
              <a:rPr sz="1200" b="1" spc="-5" dirty="0">
                <a:solidFill>
                  <a:srgbClr val="3A3737"/>
                </a:solidFill>
                <a:latin typeface="Tahoma"/>
                <a:cs typeface="Tahoma"/>
              </a:rPr>
              <a:t> </a:t>
            </a:r>
            <a:r>
              <a:rPr sz="1200" b="1" spc="-20" dirty="0">
                <a:solidFill>
                  <a:srgbClr val="3A3737"/>
                </a:solidFill>
                <a:latin typeface="Tahoma"/>
                <a:cs typeface="Tahoma"/>
              </a:rPr>
              <a:t>renderizado</a:t>
            </a:r>
            <a:r>
              <a:rPr sz="1200" b="1" spc="-105" dirty="0">
                <a:solidFill>
                  <a:srgbClr val="3A3737"/>
                </a:solidFill>
                <a:latin typeface="Tahoma"/>
                <a:cs typeface="Tahoma"/>
              </a:rPr>
              <a:t>:</a:t>
            </a:r>
            <a:endParaRPr sz="1200" dirty="0">
              <a:latin typeface="Tahoma"/>
              <a:cs typeface="Tahoma"/>
            </a:endParaRPr>
          </a:p>
          <a:p>
            <a:pPr marL="184785" marR="5080" indent="-172720" algn="just">
              <a:lnSpc>
                <a:spcPct val="107500"/>
              </a:lnSpc>
              <a:spcBef>
                <a:spcPts val="790"/>
              </a:spcBef>
              <a:buFont typeface="Arial MT"/>
              <a:buChar char="•"/>
              <a:tabLst>
                <a:tab pos="185420" algn="l"/>
              </a:tabLst>
            </a:pPr>
            <a:r>
              <a:rPr sz="1200" spc="-80" dirty="0">
                <a:solidFill>
                  <a:srgbClr val="3A3737"/>
                </a:solidFill>
                <a:latin typeface="Verdana"/>
                <a:cs typeface="Verdana"/>
              </a:rPr>
              <a:t>Se </a:t>
            </a:r>
            <a:r>
              <a:rPr sz="1200" spc="-25" dirty="0">
                <a:solidFill>
                  <a:srgbClr val="3A3737"/>
                </a:solidFill>
                <a:latin typeface="Verdana"/>
                <a:cs typeface="Verdana"/>
              </a:rPr>
              <a:t>trata </a:t>
            </a:r>
            <a:r>
              <a:rPr sz="1200" spc="70" dirty="0">
                <a:solidFill>
                  <a:srgbClr val="3A3737"/>
                </a:solidFill>
                <a:latin typeface="Verdana"/>
                <a:cs typeface="Verdana"/>
              </a:rPr>
              <a:t>de </a:t>
            </a:r>
            <a:r>
              <a:rPr sz="1200" spc="-30" dirty="0">
                <a:solidFill>
                  <a:srgbClr val="3A3737"/>
                </a:solidFill>
                <a:latin typeface="Verdana"/>
                <a:cs typeface="Verdana"/>
              </a:rPr>
              <a:t>un </a:t>
            </a:r>
            <a:r>
              <a:rPr sz="1200" spc="20" dirty="0">
                <a:solidFill>
                  <a:srgbClr val="3A3737"/>
                </a:solidFill>
                <a:latin typeface="Verdana"/>
                <a:cs typeface="Verdana"/>
              </a:rPr>
              <a:t>contenido </a:t>
            </a:r>
            <a:r>
              <a:rPr sz="1200" spc="-25" dirty="0">
                <a:solidFill>
                  <a:srgbClr val="3A3737"/>
                </a:solidFill>
                <a:latin typeface="Verdana"/>
                <a:cs typeface="Verdana"/>
              </a:rPr>
              <a:t>audiovisual </a:t>
            </a:r>
            <a:r>
              <a:rPr sz="1200" spc="5" dirty="0">
                <a:solidFill>
                  <a:srgbClr val="3A3737"/>
                </a:solidFill>
                <a:latin typeface="Verdana"/>
                <a:cs typeface="Verdana"/>
              </a:rPr>
              <a:t>preestablecido </a:t>
            </a:r>
            <a:r>
              <a:rPr sz="1200" spc="-70" dirty="0">
                <a:solidFill>
                  <a:srgbClr val="3A3737"/>
                </a:solidFill>
                <a:latin typeface="Verdana"/>
                <a:cs typeface="Verdana"/>
              </a:rPr>
              <a:t>y </a:t>
            </a:r>
            <a:r>
              <a:rPr sz="1200" spc="15" dirty="0">
                <a:solidFill>
                  <a:srgbClr val="3A3737"/>
                </a:solidFill>
                <a:latin typeface="Verdana"/>
                <a:cs typeface="Verdana"/>
              </a:rPr>
              <a:t>comparte </a:t>
            </a:r>
            <a:r>
              <a:rPr sz="1200" spc="-5" dirty="0">
                <a:solidFill>
                  <a:srgbClr val="3A3737"/>
                </a:solidFill>
                <a:latin typeface="Verdana"/>
                <a:cs typeface="Verdana"/>
              </a:rPr>
              <a:t>todas </a:t>
            </a:r>
            <a:r>
              <a:rPr sz="1200" spc="-45" dirty="0">
                <a:solidFill>
                  <a:srgbClr val="3A3737"/>
                </a:solidFill>
                <a:latin typeface="Verdana"/>
                <a:cs typeface="Verdana"/>
              </a:rPr>
              <a:t>las </a:t>
            </a:r>
            <a:r>
              <a:rPr sz="1200" spc="-15" dirty="0">
                <a:solidFill>
                  <a:srgbClr val="3A3737"/>
                </a:solidFill>
                <a:latin typeface="Verdana"/>
                <a:cs typeface="Verdana"/>
              </a:rPr>
              <a:t>características </a:t>
            </a:r>
            <a:r>
              <a:rPr sz="1200" spc="70" dirty="0">
                <a:solidFill>
                  <a:srgbClr val="3A3737"/>
                </a:solidFill>
                <a:latin typeface="Verdana"/>
                <a:cs typeface="Verdana"/>
              </a:rPr>
              <a:t>de </a:t>
            </a:r>
            <a:r>
              <a:rPr sz="1200" spc="-30" dirty="0">
                <a:solidFill>
                  <a:srgbClr val="3A3737"/>
                </a:solidFill>
                <a:latin typeface="Verdana"/>
                <a:cs typeface="Verdana"/>
              </a:rPr>
              <a:t>un </a:t>
            </a:r>
            <a:r>
              <a:rPr sz="1200" spc="5" dirty="0">
                <a:solidFill>
                  <a:srgbClr val="3A3737"/>
                </a:solidFill>
                <a:latin typeface="Verdana"/>
                <a:cs typeface="Verdana"/>
              </a:rPr>
              <a:t>video </a:t>
            </a:r>
            <a:r>
              <a:rPr sz="1200" spc="-120" dirty="0">
                <a:solidFill>
                  <a:srgbClr val="3A3737"/>
                </a:solidFill>
                <a:latin typeface="Verdana"/>
                <a:cs typeface="Verdana"/>
              </a:rPr>
              <a:t>360º/180º </a:t>
            </a:r>
            <a:r>
              <a:rPr sz="1200" spc="-114" dirty="0">
                <a:solidFill>
                  <a:srgbClr val="3A3737"/>
                </a:solidFill>
                <a:latin typeface="Verdana"/>
                <a:cs typeface="Verdana"/>
              </a:rPr>
              <a:t> </a:t>
            </a:r>
            <a:r>
              <a:rPr sz="1200" spc="15" dirty="0">
                <a:solidFill>
                  <a:srgbClr val="3A3737"/>
                </a:solidFill>
                <a:latin typeface="Verdana"/>
                <a:cs typeface="Verdana"/>
              </a:rPr>
              <a:t>en</a:t>
            </a:r>
            <a:r>
              <a:rPr sz="1200" spc="-95" dirty="0">
                <a:solidFill>
                  <a:srgbClr val="3A3737"/>
                </a:solidFill>
                <a:latin typeface="Verdana"/>
                <a:cs typeface="Verdana"/>
              </a:rPr>
              <a:t> </a:t>
            </a:r>
            <a:r>
              <a:rPr sz="1200" spc="10" dirty="0">
                <a:solidFill>
                  <a:srgbClr val="3A3737"/>
                </a:solidFill>
                <a:latin typeface="Verdana"/>
                <a:cs typeface="Verdana"/>
              </a:rPr>
              <a:t>imagen</a:t>
            </a:r>
            <a:r>
              <a:rPr sz="1200" spc="-90" dirty="0">
                <a:solidFill>
                  <a:srgbClr val="3A3737"/>
                </a:solidFill>
                <a:latin typeface="Verdana"/>
                <a:cs typeface="Verdana"/>
              </a:rPr>
              <a:t> </a:t>
            </a:r>
            <a:r>
              <a:rPr sz="1200" spc="-35" dirty="0">
                <a:solidFill>
                  <a:srgbClr val="3A3737"/>
                </a:solidFill>
                <a:latin typeface="Verdana"/>
                <a:cs typeface="Verdana"/>
              </a:rPr>
              <a:t>real,</a:t>
            </a:r>
            <a:r>
              <a:rPr sz="1200" spc="-95" dirty="0">
                <a:solidFill>
                  <a:srgbClr val="3A3737"/>
                </a:solidFill>
                <a:latin typeface="Verdana"/>
                <a:cs typeface="Verdana"/>
              </a:rPr>
              <a:t> </a:t>
            </a:r>
            <a:r>
              <a:rPr sz="1200" spc="-30" dirty="0">
                <a:solidFill>
                  <a:srgbClr val="3A3737"/>
                </a:solidFill>
                <a:latin typeface="Verdana"/>
                <a:cs typeface="Verdana"/>
              </a:rPr>
              <a:t>salvo</a:t>
            </a:r>
            <a:r>
              <a:rPr sz="1200" spc="-105" dirty="0">
                <a:solidFill>
                  <a:srgbClr val="3A3737"/>
                </a:solidFill>
                <a:latin typeface="Verdana"/>
                <a:cs typeface="Verdana"/>
              </a:rPr>
              <a:t> </a:t>
            </a:r>
            <a:r>
              <a:rPr sz="1200" spc="-95" dirty="0">
                <a:solidFill>
                  <a:srgbClr val="3A3737"/>
                </a:solidFill>
                <a:latin typeface="Verdana"/>
                <a:cs typeface="Verdana"/>
              </a:rPr>
              <a:t>su</a:t>
            </a:r>
            <a:r>
              <a:rPr sz="1200" spc="-100" dirty="0">
                <a:solidFill>
                  <a:srgbClr val="3A3737"/>
                </a:solidFill>
                <a:latin typeface="Verdana"/>
                <a:cs typeface="Verdana"/>
              </a:rPr>
              <a:t> </a:t>
            </a:r>
            <a:r>
              <a:rPr sz="1200" spc="10" dirty="0">
                <a:solidFill>
                  <a:srgbClr val="3A3737"/>
                </a:solidFill>
                <a:latin typeface="Verdana"/>
                <a:cs typeface="Verdana"/>
              </a:rPr>
              <a:t>medio</a:t>
            </a:r>
            <a:r>
              <a:rPr sz="1200" spc="-105" dirty="0">
                <a:solidFill>
                  <a:srgbClr val="3A3737"/>
                </a:solidFill>
                <a:latin typeface="Verdana"/>
                <a:cs typeface="Verdana"/>
              </a:rPr>
              <a:t> </a:t>
            </a:r>
            <a:r>
              <a:rPr sz="1200" spc="70" dirty="0">
                <a:solidFill>
                  <a:srgbClr val="3A3737"/>
                </a:solidFill>
                <a:latin typeface="Verdana"/>
                <a:cs typeface="Verdana"/>
              </a:rPr>
              <a:t>de</a:t>
            </a:r>
            <a:r>
              <a:rPr sz="1200" spc="-100" dirty="0">
                <a:solidFill>
                  <a:srgbClr val="3A3737"/>
                </a:solidFill>
                <a:latin typeface="Verdana"/>
                <a:cs typeface="Verdana"/>
              </a:rPr>
              <a:t> </a:t>
            </a:r>
            <a:r>
              <a:rPr sz="1200" spc="10" dirty="0">
                <a:solidFill>
                  <a:srgbClr val="3A3737"/>
                </a:solidFill>
                <a:latin typeface="Verdana"/>
                <a:cs typeface="Verdana"/>
              </a:rPr>
              <a:t>producción.</a:t>
            </a:r>
            <a:endParaRPr sz="1200" dirty="0">
              <a:latin typeface="Verdana"/>
              <a:cs typeface="Verdana"/>
            </a:endParaRPr>
          </a:p>
          <a:p>
            <a:pPr marL="184785" marR="5080" indent="-172720" algn="just">
              <a:lnSpc>
                <a:spcPct val="106700"/>
              </a:lnSpc>
              <a:spcBef>
                <a:spcPts val="805"/>
              </a:spcBef>
              <a:buFont typeface="Arial MT"/>
              <a:buChar char="•"/>
              <a:tabLst>
                <a:tab pos="185420" algn="l"/>
              </a:tabLst>
            </a:pPr>
            <a:r>
              <a:rPr sz="1200" spc="-80" dirty="0">
                <a:solidFill>
                  <a:srgbClr val="3A3737"/>
                </a:solidFill>
                <a:latin typeface="Verdana"/>
                <a:cs typeface="Verdana"/>
              </a:rPr>
              <a:t>Los </a:t>
            </a:r>
            <a:r>
              <a:rPr sz="1200" dirty="0">
                <a:solidFill>
                  <a:srgbClr val="3A3737"/>
                </a:solidFill>
                <a:latin typeface="Verdana"/>
                <a:cs typeface="Verdana"/>
              </a:rPr>
              <a:t>contenidos </a:t>
            </a:r>
            <a:r>
              <a:rPr sz="1200" spc="-25" dirty="0">
                <a:solidFill>
                  <a:srgbClr val="3A3737"/>
                </a:solidFill>
                <a:latin typeface="Verdana"/>
                <a:cs typeface="Verdana"/>
              </a:rPr>
              <a:t>renderizados </a:t>
            </a:r>
            <a:r>
              <a:rPr sz="1200" spc="15" dirty="0">
                <a:solidFill>
                  <a:srgbClr val="3A3737"/>
                </a:solidFill>
                <a:latin typeface="Verdana"/>
                <a:cs typeface="Verdana"/>
              </a:rPr>
              <a:t>en </a:t>
            </a:r>
            <a:r>
              <a:rPr sz="1200" spc="-130" dirty="0">
                <a:solidFill>
                  <a:srgbClr val="3A3737"/>
                </a:solidFill>
                <a:latin typeface="Verdana"/>
                <a:cs typeface="Verdana"/>
              </a:rPr>
              <a:t>360º </a:t>
            </a:r>
            <a:r>
              <a:rPr sz="1200" spc="-50" dirty="0">
                <a:solidFill>
                  <a:srgbClr val="3A3737"/>
                </a:solidFill>
                <a:latin typeface="Verdana"/>
                <a:cs typeface="Verdana"/>
              </a:rPr>
              <a:t>se </a:t>
            </a:r>
            <a:r>
              <a:rPr sz="1200" spc="10" dirty="0">
                <a:solidFill>
                  <a:srgbClr val="3A3737"/>
                </a:solidFill>
                <a:latin typeface="Verdana"/>
                <a:cs typeface="Verdana"/>
              </a:rPr>
              <a:t>generan </a:t>
            </a:r>
            <a:r>
              <a:rPr sz="1200" spc="15" dirty="0">
                <a:solidFill>
                  <a:srgbClr val="3A3737"/>
                </a:solidFill>
                <a:latin typeface="Verdana"/>
                <a:cs typeface="Verdana"/>
              </a:rPr>
              <a:t>en </a:t>
            </a:r>
            <a:r>
              <a:rPr sz="1200" b="1" spc="-40" dirty="0">
                <a:solidFill>
                  <a:srgbClr val="3A3737"/>
                </a:solidFill>
                <a:latin typeface="Tahoma"/>
                <a:cs typeface="Tahoma"/>
              </a:rPr>
              <a:t>motores </a:t>
            </a:r>
            <a:r>
              <a:rPr sz="1200" b="1" spc="40" dirty="0">
                <a:solidFill>
                  <a:srgbClr val="3A3737"/>
                </a:solidFill>
                <a:latin typeface="Tahoma"/>
                <a:cs typeface="Tahoma"/>
              </a:rPr>
              <a:t>de </a:t>
            </a:r>
            <a:r>
              <a:rPr sz="1200" b="1" spc="-30" dirty="0">
                <a:solidFill>
                  <a:srgbClr val="3A3737"/>
                </a:solidFill>
                <a:latin typeface="Tahoma"/>
                <a:cs typeface="Tahoma"/>
              </a:rPr>
              <a:t>render </a:t>
            </a:r>
            <a:r>
              <a:rPr sz="1200" spc="-30" dirty="0">
                <a:solidFill>
                  <a:srgbClr val="3A3737"/>
                </a:solidFill>
                <a:latin typeface="Verdana"/>
                <a:cs typeface="Verdana"/>
              </a:rPr>
              <a:t>(no </a:t>
            </a:r>
            <a:r>
              <a:rPr sz="1200" spc="-10" dirty="0">
                <a:solidFill>
                  <a:srgbClr val="3A3737"/>
                </a:solidFill>
                <a:latin typeface="Verdana"/>
                <a:cs typeface="Verdana"/>
              </a:rPr>
              <a:t>confundir </a:t>
            </a:r>
            <a:r>
              <a:rPr sz="1200" spc="55" dirty="0">
                <a:solidFill>
                  <a:srgbClr val="3A3737"/>
                </a:solidFill>
                <a:latin typeface="Verdana"/>
                <a:cs typeface="Verdana"/>
              </a:rPr>
              <a:t>con </a:t>
            </a:r>
            <a:r>
              <a:rPr sz="1200" spc="-35" dirty="0">
                <a:solidFill>
                  <a:srgbClr val="3A3737"/>
                </a:solidFill>
                <a:latin typeface="Verdana"/>
                <a:cs typeface="Verdana"/>
              </a:rPr>
              <a:t>motores </a:t>
            </a:r>
            <a:r>
              <a:rPr sz="1200" spc="-25" dirty="0">
                <a:solidFill>
                  <a:srgbClr val="3A3737"/>
                </a:solidFill>
                <a:latin typeface="Verdana"/>
                <a:cs typeface="Verdana"/>
              </a:rPr>
              <a:t>gráficos) </a:t>
            </a:r>
            <a:r>
              <a:rPr sz="1200" spc="-65" dirty="0">
                <a:solidFill>
                  <a:srgbClr val="3A3737"/>
                </a:solidFill>
                <a:latin typeface="Verdana"/>
                <a:cs typeface="Verdana"/>
              </a:rPr>
              <a:t>los </a:t>
            </a:r>
            <a:r>
              <a:rPr sz="1200" spc="-60" dirty="0">
                <a:solidFill>
                  <a:srgbClr val="3A3737"/>
                </a:solidFill>
                <a:latin typeface="Verdana"/>
                <a:cs typeface="Verdana"/>
              </a:rPr>
              <a:t> </a:t>
            </a:r>
            <a:r>
              <a:rPr sz="1200" spc="5" dirty="0">
                <a:solidFill>
                  <a:srgbClr val="3A3737"/>
                </a:solidFill>
                <a:latin typeface="Verdana"/>
                <a:cs typeface="Verdana"/>
              </a:rPr>
              <a:t>cuales</a:t>
            </a:r>
            <a:r>
              <a:rPr sz="1200" spc="-120" dirty="0">
                <a:solidFill>
                  <a:srgbClr val="3A3737"/>
                </a:solidFill>
                <a:latin typeface="Verdana"/>
                <a:cs typeface="Verdana"/>
              </a:rPr>
              <a:t> </a:t>
            </a:r>
            <a:r>
              <a:rPr sz="1200" spc="-30" dirty="0">
                <a:solidFill>
                  <a:srgbClr val="3A3737"/>
                </a:solidFill>
                <a:latin typeface="Verdana"/>
                <a:cs typeface="Verdana"/>
              </a:rPr>
              <a:t>permiten</a:t>
            </a:r>
            <a:r>
              <a:rPr sz="1200" spc="-85" dirty="0">
                <a:solidFill>
                  <a:srgbClr val="3A3737"/>
                </a:solidFill>
                <a:latin typeface="Verdana"/>
                <a:cs typeface="Verdana"/>
              </a:rPr>
              <a:t> </a:t>
            </a:r>
            <a:r>
              <a:rPr sz="1200" spc="-10" dirty="0">
                <a:solidFill>
                  <a:srgbClr val="3A3737"/>
                </a:solidFill>
                <a:latin typeface="Verdana"/>
                <a:cs typeface="Verdana"/>
              </a:rPr>
              <a:t>generar</a:t>
            </a:r>
            <a:r>
              <a:rPr sz="1200" spc="-65" dirty="0">
                <a:solidFill>
                  <a:srgbClr val="3A3737"/>
                </a:solidFill>
                <a:latin typeface="Verdana"/>
                <a:cs typeface="Verdana"/>
              </a:rPr>
              <a:t> </a:t>
            </a:r>
            <a:r>
              <a:rPr sz="1200" spc="-5" dirty="0">
                <a:solidFill>
                  <a:srgbClr val="3A3737"/>
                </a:solidFill>
                <a:latin typeface="Verdana"/>
                <a:cs typeface="Verdana"/>
              </a:rPr>
              <a:t>cualquier</a:t>
            </a:r>
            <a:r>
              <a:rPr sz="1200" spc="-125" dirty="0">
                <a:solidFill>
                  <a:srgbClr val="3A3737"/>
                </a:solidFill>
                <a:latin typeface="Verdana"/>
                <a:cs typeface="Verdana"/>
              </a:rPr>
              <a:t> </a:t>
            </a:r>
            <a:r>
              <a:rPr sz="1200" spc="-20" dirty="0">
                <a:solidFill>
                  <a:srgbClr val="3A3737"/>
                </a:solidFill>
                <a:latin typeface="Verdana"/>
                <a:cs typeface="Verdana"/>
              </a:rPr>
              <a:t>tipo</a:t>
            </a:r>
            <a:r>
              <a:rPr sz="1200" spc="-55" dirty="0">
                <a:solidFill>
                  <a:srgbClr val="3A3737"/>
                </a:solidFill>
                <a:latin typeface="Verdana"/>
                <a:cs typeface="Verdana"/>
              </a:rPr>
              <a:t> </a:t>
            </a:r>
            <a:r>
              <a:rPr sz="1200" spc="70" dirty="0">
                <a:solidFill>
                  <a:srgbClr val="3A3737"/>
                </a:solidFill>
                <a:latin typeface="Verdana"/>
                <a:cs typeface="Verdana"/>
              </a:rPr>
              <a:t>de</a:t>
            </a:r>
            <a:r>
              <a:rPr sz="1200" spc="-100" dirty="0">
                <a:solidFill>
                  <a:srgbClr val="3A3737"/>
                </a:solidFill>
                <a:latin typeface="Verdana"/>
                <a:cs typeface="Verdana"/>
              </a:rPr>
              <a:t> </a:t>
            </a:r>
            <a:r>
              <a:rPr sz="1200" spc="15" dirty="0">
                <a:solidFill>
                  <a:srgbClr val="3A3737"/>
                </a:solidFill>
                <a:latin typeface="Verdana"/>
                <a:cs typeface="Verdana"/>
              </a:rPr>
              <a:t>contenido</a:t>
            </a:r>
            <a:r>
              <a:rPr sz="1200" spc="-40" dirty="0">
                <a:solidFill>
                  <a:srgbClr val="3A3737"/>
                </a:solidFill>
                <a:latin typeface="Verdana"/>
                <a:cs typeface="Verdana"/>
              </a:rPr>
              <a:t> </a:t>
            </a:r>
            <a:r>
              <a:rPr sz="1200" spc="15" dirty="0">
                <a:solidFill>
                  <a:srgbClr val="3A3737"/>
                </a:solidFill>
                <a:latin typeface="Verdana"/>
                <a:cs typeface="Verdana"/>
              </a:rPr>
              <a:t>en</a:t>
            </a:r>
            <a:r>
              <a:rPr sz="1200" spc="-90" dirty="0">
                <a:solidFill>
                  <a:srgbClr val="3A3737"/>
                </a:solidFill>
                <a:latin typeface="Verdana"/>
                <a:cs typeface="Verdana"/>
              </a:rPr>
              <a:t> </a:t>
            </a:r>
            <a:r>
              <a:rPr sz="1200" spc="-70" dirty="0">
                <a:solidFill>
                  <a:srgbClr val="3A3737"/>
                </a:solidFill>
                <a:latin typeface="Verdana"/>
                <a:cs typeface="Verdana"/>
              </a:rPr>
              <a:t>3D</a:t>
            </a:r>
            <a:r>
              <a:rPr sz="1200" spc="-90" dirty="0">
                <a:solidFill>
                  <a:srgbClr val="3A3737"/>
                </a:solidFill>
                <a:latin typeface="Verdana"/>
                <a:cs typeface="Verdana"/>
              </a:rPr>
              <a:t> </a:t>
            </a:r>
            <a:r>
              <a:rPr sz="1200" spc="-15" dirty="0">
                <a:solidFill>
                  <a:srgbClr val="3A3737"/>
                </a:solidFill>
                <a:latin typeface="Verdana"/>
                <a:cs typeface="Verdana"/>
              </a:rPr>
              <a:t>por</a:t>
            </a:r>
            <a:r>
              <a:rPr sz="1200" spc="-75" dirty="0">
                <a:solidFill>
                  <a:srgbClr val="3A3737"/>
                </a:solidFill>
                <a:latin typeface="Verdana"/>
                <a:cs typeface="Verdana"/>
              </a:rPr>
              <a:t> </a:t>
            </a:r>
            <a:r>
              <a:rPr sz="1200" spc="-5" dirty="0">
                <a:solidFill>
                  <a:srgbClr val="3A3737"/>
                </a:solidFill>
                <a:latin typeface="Verdana"/>
                <a:cs typeface="Verdana"/>
              </a:rPr>
              <a:t>ordenador.</a:t>
            </a:r>
            <a:endParaRPr sz="1200" dirty="0">
              <a:latin typeface="Verdana"/>
              <a:cs typeface="Verdana"/>
            </a:endParaRPr>
          </a:p>
          <a:p>
            <a:pPr marL="184785" marR="5080" indent="-172720" algn="just">
              <a:lnSpc>
                <a:spcPct val="107100"/>
              </a:lnSpc>
              <a:spcBef>
                <a:spcPts val="800"/>
              </a:spcBef>
              <a:buFont typeface="Arial MT"/>
              <a:buChar char="•"/>
              <a:tabLst>
                <a:tab pos="185420" algn="l"/>
              </a:tabLst>
            </a:pPr>
            <a:r>
              <a:rPr sz="1200" spc="-45" dirty="0">
                <a:solidFill>
                  <a:srgbClr val="3A3737"/>
                </a:solidFill>
                <a:latin typeface="Verdana"/>
                <a:cs typeface="Verdana"/>
              </a:rPr>
              <a:t>Resultan </a:t>
            </a:r>
            <a:r>
              <a:rPr sz="1200" spc="-35" dirty="0">
                <a:solidFill>
                  <a:srgbClr val="3A3737"/>
                </a:solidFill>
                <a:latin typeface="Verdana"/>
                <a:cs typeface="Verdana"/>
              </a:rPr>
              <a:t>más </a:t>
            </a:r>
            <a:r>
              <a:rPr sz="1200" spc="-55" dirty="0">
                <a:solidFill>
                  <a:srgbClr val="3A3737"/>
                </a:solidFill>
                <a:latin typeface="Verdana"/>
                <a:cs typeface="Verdana"/>
              </a:rPr>
              <a:t>versátiles </a:t>
            </a:r>
            <a:r>
              <a:rPr sz="1200" spc="30" dirty="0">
                <a:solidFill>
                  <a:srgbClr val="3A3737"/>
                </a:solidFill>
                <a:latin typeface="Verdana"/>
                <a:cs typeface="Verdana"/>
              </a:rPr>
              <a:t>que </a:t>
            </a:r>
            <a:r>
              <a:rPr sz="1200" spc="-20" dirty="0">
                <a:solidFill>
                  <a:srgbClr val="3A3737"/>
                </a:solidFill>
                <a:latin typeface="Verdana"/>
                <a:cs typeface="Verdana"/>
              </a:rPr>
              <a:t>el </a:t>
            </a:r>
            <a:r>
              <a:rPr sz="1200" spc="20" dirty="0">
                <a:solidFill>
                  <a:srgbClr val="3A3737"/>
                </a:solidFill>
                <a:latin typeface="Verdana"/>
                <a:cs typeface="Verdana"/>
              </a:rPr>
              <a:t>contenido </a:t>
            </a:r>
            <a:r>
              <a:rPr sz="1200" spc="15" dirty="0">
                <a:solidFill>
                  <a:srgbClr val="3A3737"/>
                </a:solidFill>
                <a:latin typeface="Verdana"/>
                <a:cs typeface="Verdana"/>
              </a:rPr>
              <a:t>en </a:t>
            </a:r>
            <a:r>
              <a:rPr sz="1200" spc="10" dirty="0">
                <a:solidFill>
                  <a:srgbClr val="3A3737"/>
                </a:solidFill>
                <a:latin typeface="Verdana"/>
                <a:cs typeface="Verdana"/>
              </a:rPr>
              <a:t>imagen </a:t>
            </a:r>
            <a:r>
              <a:rPr sz="1200" spc="-25" dirty="0">
                <a:solidFill>
                  <a:srgbClr val="3A3737"/>
                </a:solidFill>
                <a:latin typeface="Verdana"/>
                <a:cs typeface="Verdana"/>
              </a:rPr>
              <a:t>real </a:t>
            </a:r>
            <a:r>
              <a:rPr sz="1200" spc="10" dirty="0">
                <a:solidFill>
                  <a:srgbClr val="3A3737"/>
                </a:solidFill>
                <a:latin typeface="Verdana"/>
                <a:cs typeface="Verdana"/>
              </a:rPr>
              <a:t>ya </a:t>
            </a:r>
            <a:r>
              <a:rPr sz="1200" spc="30" dirty="0">
                <a:solidFill>
                  <a:srgbClr val="3A3737"/>
                </a:solidFill>
                <a:latin typeface="Verdana"/>
                <a:cs typeface="Verdana"/>
              </a:rPr>
              <a:t>que </a:t>
            </a:r>
            <a:r>
              <a:rPr sz="1200" spc="10" dirty="0">
                <a:solidFill>
                  <a:srgbClr val="3A3737"/>
                </a:solidFill>
                <a:latin typeface="Verdana"/>
                <a:cs typeface="Verdana"/>
              </a:rPr>
              <a:t>no </a:t>
            </a:r>
            <a:r>
              <a:rPr sz="1200" spc="15" dirty="0">
                <a:solidFill>
                  <a:srgbClr val="3A3737"/>
                </a:solidFill>
                <a:latin typeface="Verdana"/>
                <a:cs typeface="Verdana"/>
              </a:rPr>
              <a:t>plantean </a:t>
            </a:r>
            <a:r>
              <a:rPr sz="1200" spc="-45" dirty="0">
                <a:solidFill>
                  <a:srgbClr val="3A3737"/>
                </a:solidFill>
                <a:latin typeface="Verdana"/>
                <a:cs typeface="Verdana"/>
              </a:rPr>
              <a:t>las </a:t>
            </a:r>
            <a:r>
              <a:rPr sz="1200" spc="-15" dirty="0">
                <a:solidFill>
                  <a:srgbClr val="3A3737"/>
                </a:solidFill>
                <a:latin typeface="Verdana"/>
                <a:cs typeface="Verdana"/>
              </a:rPr>
              <a:t>dificultades </a:t>
            </a:r>
            <a:r>
              <a:rPr sz="1200" spc="10" dirty="0">
                <a:solidFill>
                  <a:srgbClr val="3A3737"/>
                </a:solidFill>
                <a:latin typeface="Verdana"/>
                <a:cs typeface="Verdana"/>
              </a:rPr>
              <a:t>técnicas </a:t>
            </a:r>
            <a:r>
              <a:rPr sz="1200" spc="70" dirty="0">
                <a:solidFill>
                  <a:srgbClr val="3A3737"/>
                </a:solidFill>
                <a:latin typeface="Verdana"/>
                <a:cs typeface="Verdana"/>
              </a:rPr>
              <a:t>de </a:t>
            </a:r>
            <a:r>
              <a:rPr sz="1200" spc="-65" dirty="0">
                <a:solidFill>
                  <a:srgbClr val="3A3737"/>
                </a:solidFill>
                <a:latin typeface="Verdana"/>
                <a:cs typeface="Verdana"/>
              </a:rPr>
              <a:t>los </a:t>
            </a:r>
            <a:r>
              <a:rPr sz="1200" spc="-60" dirty="0">
                <a:solidFill>
                  <a:srgbClr val="3A3737"/>
                </a:solidFill>
                <a:latin typeface="Verdana"/>
                <a:cs typeface="Verdana"/>
              </a:rPr>
              <a:t> </a:t>
            </a:r>
            <a:r>
              <a:rPr sz="1200" spc="-30" dirty="0">
                <a:solidFill>
                  <a:srgbClr val="3A3737"/>
                </a:solidFill>
                <a:latin typeface="Verdana"/>
                <a:cs typeface="Verdana"/>
              </a:rPr>
              <a:t>rodajes </a:t>
            </a:r>
            <a:r>
              <a:rPr sz="1200" spc="-70" dirty="0">
                <a:solidFill>
                  <a:srgbClr val="3A3737"/>
                </a:solidFill>
                <a:latin typeface="Verdana"/>
                <a:cs typeface="Verdana"/>
              </a:rPr>
              <a:t>y </a:t>
            </a:r>
            <a:r>
              <a:rPr sz="1200" spc="-30" dirty="0">
                <a:solidFill>
                  <a:srgbClr val="3A3737"/>
                </a:solidFill>
                <a:latin typeface="Verdana"/>
                <a:cs typeface="Verdana"/>
              </a:rPr>
              <a:t>permiten </a:t>
            </a:r>
            <a:r>
              <a:rPr sz="1200" spc="10" dirty="0">
                <a:solidFill>
                  <a:srgbClr val="3A3737"/>
                </a:solidFill>
                <a:latin typeface="Verdana"/>
                <a:cs typeface="Verdana"/>
              </a:rPr>
              <a:t>la </a:t>
            </a:r>
            <a:r>
              <a:rPr sz="1200" spc="25" dirty="0">
                <a:solidFill>
                  <a:srgbClr val="3A3737"/>
                </a:solidFill>
                <a:latin typeface="Verdana"/>
                <a:cs typeface="Verdana"/>
              </a:rPr>
              <a:t>creación </a:t>
            </a:r>
            <a:r>
              <a:rPr sz="1200" spc="70" dirty="0">
                <a:solidFill>
                  <a:srgbClr val="3A3737"/>
                </a:solidFill>
                <a:latin typeface="Verdana"/>
                <a:cs typeface="Verdana"/>
              </a:rPr>
              <a:t>de </a:t>
            </a:r>
            <a:r>
              <a:rPr sz="1200" dirty="0">
                <a:solidFill>
                  <a:srgbClr val="3A3737"/>
                </a:solidFill>
                <a:latin typeface="Verdana"/>
                <a:cs typeface="Verdana"/>
              </a:rPr>
              <a:t>espacios </a:t>
            </a:r>
            <a:r>
              <a:rPr sz="1200" spc="25" dirty="0">
                <a:solidFill>
                  <a:srgbClr val="3A3737"/>
                </a:solidFill>
                <a:latin typeface="Verdana"/>
                <a:cs typeface="Verdana"/>
              </a:rPr>
              <a:t>que </a:t>
            </a:r>
            <a:r>
              <a:rPr sz="1200" spc="10" dirty="0">
                <a:solidFill>
                  <a:srgbClr val="3A3737"/>
                </a:solidFill>
                <a:latin typeface="Verdana"/>
                <a:cs typeface="Verdana"/>
              </a:rPr>
              <a:t>no </a:t>
            </a:r>
            <a:r>
              <a:rPr sz="1200" spc="-55" dirty="0">
                <a:solidFill>
                  <a:srgbClr val="3A3737"/>
                </a:solidFill>
                <a:latin typeface="Verdana"/>
                <a:cs typeface="Verdana"/>
              </a:rPr>
              <a:t>existen </a:t>
            </a:r>
            <a:r>
              <a:rPr sz="1200" spc="15" dirty="0">
                <a:solidFill>
                  <a:srgbClr val="3A3737"/>
                </a:solidFill>
                <a:latin typeface="Verdana"/>
                <a:cs typeface="Verdana"/>
              </a:rPr>
              <a:t>en la </a:t>
            </a:r>
            <a:r>
              <a:rPr sz="1200" spc="-5" dirty="0">
                <a:solidFill>
                  <a:srgbClr val="3A3737"/>
                </a:solidFill>
                <a:latin typeface="Verdana"/>
                <a:cs typeface="Verdana"/>
              </a:rPr>
              <a:t>realidad. </a:t>
            </a:r>
            <a:r>
              <a:rPr sz="1200" spc="-120" dirty="0">
                <a:solidFill>
                  <a:srgbClr val="3A3737"/>
                </a:solidFill>
                <a:latin typeface="Verdana"/>
                <a:cs typeface="Verdana"/>
              </a:rPr>
              <a:t>Sin </a:t>
            </a:r>
            <a:r>
              <a:rPr sz="1200" spc="15" dirty="0">
                <a:solidFill>
                  <a:srgbClr val="3A3737"/>
                </a:solidFill>
                <a:latin typeface="Verdana"/>
                <a:cs typeface="Verdana"/>
              </a:rPr>
              <a:t>embargo </a:t>
            </a:r>
            <a:r>
              <a:rPr sz="1200" spc="-25" dirty="0">
                <a:solidFill>
                  <a:srgbClr val="3A3737"/>
                </a:solidFill>
                <a:latin typeface="Verdana"/>
                <a:cs typeface="Verdana"/>
              </a:rPr>
              <a:t>requieren </a:t>
            </a:r>
            <a:r>
              <a:rPr sz="1200" spc="70" dirty="0">
                <a:solidFill>
                  <a:srgbClr val="3A3737"/>
                </a:solidFill>
                <a:latin typeface="Verdana"/>
                <a:cs typeface="Verdana"/>
              </a:rPr>
              <a:t>de </a:t>
            </a:r>
            <a:r>
              <a:rPr sz="1200" spc="-30" dirty="0">
                <a:solidFill>
                  <a:srgbClr val="3A3737"/>
                </a:solidFill>
                <a:latin typeface="Verdana"/>
                <a:cs typeface="Verdana"/>
              </a:rPr>
              <a:t>un </a:t>
            </a:r>
            <a:r>
              <a:rPr sz="1200" spc="-10" dirty="0">
                <a:solidFill>
                  <a:srgbClr val="3A3737"/>
                </a:solidFill>
                <a:latin typeface="Verdana"/>
                <a:cs typeface="Verdana"/>
              </a:rPr>
              <a:t>gran </a:t>
            </a:r>
            <a:r>
              <a:rPr sz="1200" spc="-5" dirty="0">
                <a:solidFill>
                  <a:srgbClr val="3A3737"/>
                </a:solidFill>
                <a:latin typeface="Verdana"/>
                <a:cs typeface="Verdana"/>
              </a:rPr>
              <a:t> </a:t>
            </a:r>
            <a:r>
              <a:rPr sz="1200" spc="-10" dirty="0">
                <a:solidFill>
                  <a:srgbClr val="3A3737"/>
                </a:solidFill>
                <a:latin typeface="Verdana"/>
                <a:cs typeface="Verdana"/>
              </a:rPr>
              <a:t>tiempo</a:t>
            </a:r>
            <a:r>
              <a:rPr sz="1200" spc="-85" dirty="0">
                <a:solidFill>
                  <a:srgbClr val="3A3737"/>
                </a:solidFill>
                <a:latin typeface="Verdana"/>
                <a:cs typeface="Verdana"/>
              </a:rPr>
              <a:t> </a:t>
            </a:r>
            <a:r>
              <a:rPr sz="1200" spc="70" dirty="0">
                <a:solidFill>
                  <a:srgbClr val="3A3737"/>
                </a:solidFill>
                <a:latin typeface="Verdana"/>
                <a:cs typeface="Verdana"/>
              </a:rPr>
              <a:t>de</a:t>
            </a:r>
            <a:r>
              <a:rPr sz="1200" spc="-100" dirty="0">
                <a:solidFill>
                  <a:srgbClr val="3A3737"/>
                </a:solidFill>
                <a:latin typeface="Verdana"/>
                <a:cs typeface="Verdana"/>
              </a:rPr>
              <a:t> </a:t>
            </a:r>
            <a:r>
              <a:rPr sz="1200" spc="-5" dirty="0">
                <a:solidFill>
                  <a:srgbClr val="3A3737"/>
                </a:solidFill>
                <a:latin typeface="Verdana"/>
                <a:cs typeface="Verdana"/>
              </a:rPr>
              <a:t>procesamiento</a:t>
            </a:r>
            <a:r>
              <a:rPr sz="1200" spc="-65" dirty="0">
                <a:solidFill>
                  <a:srgbClr val="3A3737"/>
                </a:solidFill>
                <a:latin typeface="Verdana"/>
                <a:cs typeface="Verdana"/>
              </a:rPr>
              <a:t> </a:t>
            </a:r>
            <a:r>
              <a:rPr sz="1200" spc="-70" dirty="0">
                <a:solidFill>
                  <a:srgbClr val="3A3737"/>
                </a:solidFill>
                <a:latin typeface="Verdana"/>
                <a:cs typeface="Verdana"/>
              </a:rPr>
              <a:t>y</a:t>
            </a:r>
            <a:r>
              <a:rPr sz="1200" spc="-95" dirty="0">
                <a:solidFill>
                  <a:srgbClr val="3A3737"/>
                </a:solidFill>
                <a:latin typeface="Verdana"/>
                <a:cs typeface="Verdana"/>
              </a:rPr>
              <a:t> </a:t>
            </a:r>
            <a:r>
              <a:rPr sz="1200" spc="10" dirty="0">
                <a:solidFill>
                  <a:srgbClr val="3A3737"/>
                </a:solidFill>
                <a:latin typeface="Verdana"/>
                <a:cs typeface="Verdana"/>
              </a:rPr>
              <a:t>producción.</a:t>
            </a:r>
            <a:endParaRPr sz="1200" dirty="0">
              <a:latin typeface="Verdana"/>
              <a:cs typeface="Verdana"/>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24000" y="185336"/>
            <a:ext cx="4820285" cy="575310"/>
          </a:xfrm>
          <a:prstGeom prst="rect">
            <a:avLst/>
          </a:prstGeom>
        </p:spPr>
        <p:txBody>
          <a:bodyPr vert="horz" wrap="square" lIns="0" tIns="12700" rIns="0" bIns="0" rtlCol="0">
            <a:spAutoFit/>
          </a:bodyPr>
          <a:lstStyle/>
          <a:p>
            <a:pPr marL="12700">
              <a:spcBef>
                <a:spcPts val="100"/>
              </a:spcBef>
            </a:pPr>
            <a:r>
              <a:rPr spc="-65" dirty="0"/>
              <a:t>2.Introducción</a:t>
            </a:r>
            <a:r>
              <a:rPr spc="-55" dirty="0"/>
              <a:t> </a:t>
            </a:r>
            <a:r>
              <a:rPr spc="125" dirty="0"/>
              <a:t>a</a:t>
            </a:r>
            <a:r>
              <a:rPr spc="-25" dirty="0"/>
              <a:t> </a:t>
            </a:r>
            <a:r>
              <a:rPr dirty="0"/>
              <a:t>la</a:t>
            </a:r>
            <a:r>
              <a:rPr spc="-20" dirty="0"/>
              <a:t> </a:t>
            </a:r>
            <a:r>
              <a:rPr spc="-15" dirty="0"/>
              <a:t>Realidad</a:t>
            </a:r>
            <a:r>
              <a:rPr spc="-25" dirty="0"/>
              <a:t> </a:t>
            </a:r>
            <a:r>
              <a:rPr spc="-45" dirty="0"/>
              <a:t>Extendida</a:t>
            </a:r>
          </a:p>
          <a:p>
            <a:pPr marL="469900">
              <a:spcBef>
                <a:spcPts val="5"/>
              </a:spcBef>
            </a:pPr>
            <a:r>
              <a:rPr sz="1600" spc="-45" dirty="0"/>
              <a:t>Tipología</a:t>
            </a:r>
            <a:r>
              <a:rPr sz="1600" dirty="0"/>
              <a:t> </a:t>
            </a:r>
            <a:r>
              <a:rPr sz="1600" spc="55" dirty="0"/>
              <a:t>de</a:t>
            </a:r>
            <a:r>
              <a:rPr sz="1600" spc="-25" dirty="0"/>
              <a:t> </a:t>
            </a:r>
            <a:r>
              <a:rPr sz="1600" spc="-105" dirty="0"/>
              <a:t>VR</a:t>
            </a:r>
            <a:endParaRPr sz="1600"/>
          </a:p>
        </p:txBody>
      </p:sp>
      <p:sp>
        <p:nvSpPr>
          <p:cNvPr id="3" name="object 3"/>
          <p:cNvSpPr txBox="1"/>
          <p:nvPr/>
        </p:nvSpPr>
        <p:spPr>
          <a:xfrm>
            <a:off x="228601" y="1447800"/>
            <a:ext cx="4495800" cy="4782399"/>
          </a:xfrm>
          <a:prstGeom prst="rect">
            <a:avLst/>
          </a:prstGeom>
        </p:spPr>
        <p:txBody>
          <a:bodyPr vert="horz" wrap="square" lIns="0" tIns="12700" rIns="0" bIns="0" rtlCol="0">
            <a:spAutoFit/>
          </a:bodyPr>
          <a:lstStyle/>
          <a:p>
            <a:pPr marL="12700">
              <a:spcBef>
                <a:spcPts val="100"/>
              </a:spcBef>
            </a:pPr>
            <a:r>
              <a:rPr sz="1300" b="1" spc="-100" dirty="0">
                <a:solidFill>
                  <a:srgbClr val="3A3737"/>
                </a:solidFill>
                <a:latin typeface="Tahoma"/>
                <a:cs typeface="Tahoma"/>
              </a:rPr>
              <a:t>3</a:t>
            </a:r>
            <a:r>
              <a:rPr sz="1300" b="1" spc="-40" dirty="0">
                <a:solidFill>
                  <a:srgbClr val="3A3737"/>
                </a:solidFill>
                <a:latin typeface="Tahoma"/>
                <a:cs typeface="Tahoma"/>
              </a:rPr>
              <a:t>.</a:t>
            </a:r>
            <a:r>
              <a:rPr sz="1300" b="1" spc="-35" dirty="0">
                <a:solidFill>
                  <a:srgbClr val="3A3737"/>
                </a:solidFill>
                <a:latin typeface="Tahoma"/>
                <a:cs typeface="Tahoma"/>
              </a:rPr>
              <a:t>Tiempo</a:t>
            </a:r>
            <a:r>
              <a:rPr sz="1300" b="1" spc="-30" dirty="0">
                <a:solidFill>
                  <a:srgbClr val="3A3737"/>
                </a:solidFill>
                <a:latin typeface="Tahoma"/>
                <a:cs typeface="Tahoma"/>
              </a:rPr>
              <a:t> </a:t>
            </a:r>
            <a:r>
              <a:rPr sz="1300" b="1" spc="-25" dirty="0">
                <a:solidFill>
                  <a:srgbClr val="3A3737"/>
                </a:solidFill>
                <a:latin typeface="Tahoma"/>
                <a:cs typeface="Tahoma"/>
              </a:rPr>
              <a:t>rea</a:t>
            </a:r>
            <a:r>
              <a:rPr sz="1300" b="1" spc="-20" dirty="0">
                <a:solidFill>
                  <a:srgbClr val="3A3737"/>
                </a:solidFill>
                <a:latin typeface="Tahoma"/>
                <a:cs typeface="Tahoma"/>
              </a:rPr>
              <a:t>l</a:t>
            </a:r>
            <a:r>
              <a:rPr sz="1300" b="1" spc="-105" dirty="0">
                <a:solidFill>
                  <a:srgbClr val="3A3737"/>
                </a:solidFill>
                <a:latin typeface="Tahoma"/>
                <a:cs typeface="Tahoma"/>
              </a:rPr>
              <a:t>:</a:t>
            </a:r>
            <a:endParaRPr sz="1300" dirty="0">
              <a:latin typeface="Tahoma"/>
              <a:cs typeface="Tahoma"/>
            </a:endParaRPr>
          </a:p>
          <a:p>
            <a:pPr marL="184785" marR="6350" indent="-172720" algn="just">
              <a:lnSpc>
                <a:spcPct val="107200"/>
              </a:lnSpc>
              <a:spcBef>
                <a:spcPts val="795"/>
              </a:spcBef>
              <a:buFont typeface="Arial MT"/>
              <a:buChar char="•"/>
              <a:tabLst>
                <a:tab pos="185420" algn="l"/>
              </a:tabLst>
            </a:pPr>
            <a:r>
              <a:rPr sz="1300" spc="-120" dirty="0">
                <a:solidFill>
                  <a:srgbClr val="3A3737"/>
                </a:solidFill>
                <a:latin typeface="Verdana"/>
                <a:cs typeface="Verdana"/>
              </a:rPr>
              <a:t>Sin </a:t>
            </a:r>
            <a:r>
              <a:rPr sz="1300" spc="55" dirty="0">
                <a:solidFill>
                  <a:srgbClr val="3A3737"/>
                </a:solidFill>
                <a:latin typeface="Verdana"/>
                <a:cs typeface="Verdana"/>
              </a:rPr>
              <a:t>duda </a:t>
            </a:r>
            <a:r>
              <a:rPr sz="1300" spc="-35" dirty="0">
                <a:solidFill>
                  <a:srgbClr val="3A3737"/>
                </a:solidFill>
                <a:latin typeface="Verdana"/>
                <a:cs typeface="Verdana"/>
              </a:rPr>
              <a:t>este </a:t>
            </a:r>
            <a:r>
              <a:rPr sz="1300" spc="-50" dirty="0">
                <a:solidFill>
                  <a:srgbClr val="3A3737"/>
                </a:solidFill>
                <a:latin typeface="Verdana"/>
                <a:cs typeface="Verdana"/>
              </a:rPr>
              <a:t>es </a:t>
            </a:r>
            <a:r>
              <a:rPr sz="1300" spc="-20" dirty="0">
                <a:solidFill>
                  <a:srgbClr val="3A3737"/>
                </a:solidFill>
                <a:latin typeface="Verdana"/>
                <a:cs typeface="Verdana"/>
              </a:rPr>
              <a:t>el </a:t>
            </a:r>
            <a:r>
              <a:rPr sz="1300" spc="20" dirty="0">
                <a:solidFill>
                  <a:srgbClr val="3A3737"/>
                </a:solidFill>
                <a:latin typeface="Verdana"/>
                <a:cs typeface="Verdana"/>
              </a:rPr>
              <a:t>contenido </a:t>
            </a:r>
            <a:r>
              <a:rPr sz="1300" spc="50" dirty="0">
                <a:solidFill>
                  <a:srgbClr val="3A3737"/>
                </a:solidFill>
                <a:latin typeface="Verdana"/>
                <a:cs typeface="Verdana"/>
              </a:rPr>
              <a:t>donde </a:t>
            </a:r>
            <a:r>
              <a:rPr sz="1300" spc="15" dirty="0">
                <a:solidFill>
                  <a:srgbClr val="3A3737"/>
                </a:solidFill>
                <a:latin typeface="Verdana"/>
                <a:cs typeface="Verdana"/>
              </a:rPr>
              <a:t>la </a:t>
            </a:r>
            <a:r>
              <a:rPr sz="1300" spc="10" dirty="0">
                <a:solidFill>
                  <a:srgbClr val="3A3737"/>
                </a:solidFill>
                <a:latin typeface="Verdana"/>
                <a:cs typeface="Verdana"/>
              </a:rPr>
              <a:t>Realidad </a:t>
            </a:r>
            <a:r>
              <a:rPr sz="1300" spc="-50" dirty="0">
                <a:solidFill>
                  <a:srgbClr val="3A3737"/>
                </a:solidFill>
                <a:latin typeface="Verdana"/>
                <a:cs typeface="Verdana"/>
              </a:rPr>
              <a:t>Virtual </a:t>
            </a:r>
            <a:r>
              <a:rPr sz="1300" spc="-35" dirty="0">
                <a:solidFill>
                  <a:srgbClr val="3A3737"/>
                </a:solidFill>
                <a:latin typeface="Verdana"/>
                <a:cs typeface="Verdana"/>
              </a:rPr>
              <a:t>más </a:t>
            </a:r>
            <a:r>
              <a:rPr sz="1300" spc="-45" dirty="0">
                <a:solidFill>
                  <a:srgbClr val="3A3737"/>
                </a:solidFill>
                <a:latin typeface="Verdana"/>
                <a:cs typeface="Verdana"/>
              </a:rPr>
              <a:t>brilla </a:t>
            </a:r>
            <a:r>
              <a:rPr sz="1300" spc="-20" dirty="0">
                <a:solidFill>
                  <a:srgbClr val="3A3737"/>
                </a:solidFill>
                <a:latin typeface="Verdana"/>
                <a:cs typeface="Verdana"/>
              </a:rPr>
              <a:t>puesto </a:t>
            </a:r>
            <a:r>
              <a:rPr sz="1300" spc="30" dirty="0">
                <a:solidFill>
                  <a:srgbClr val="3A3737"/>
                </a:solidFill>
                <a:latin typeface="Verdana"/>
                <a:cs typeface="Verdana"/>
              </a:rPr>
              <a:t>que </a:t>
            </a:r>
            <a:r>
              <a:rPr sz="1300" spc="35" dirty="0">
                <a:solidFill>
                  <a:srgbClr val="3A3737"/>
                </a:solidFill>
                <a:latin typeface="Verdana"/>
                <a:cs typeface="Verdana"/>
              </a:rPr>
              <a:t> </a:t>
            </a:r>
            <a:r>
              <a:rPr sz="1300" spc="-50" dirty="0">
                <a:solidFill>
                  <a:srgbClr val="3A3737"/>
                </a:solidFill>
                <a:latin typeface="Verdana"/>
                <a:cs typeface="Verdana"/>
              </a:rPr>
              <a:t>nos </a:t>
            </a:r>
            <a:r>
              <a:rPr sz="1300" spc="-30" dirty="0">
                <a:solidFill>
                  <a:srgbClr val="3A3737"/>
                </a:solidFill>
                <a:latin typeface="Verdana"/>
                <a:cs typeface="Verdana"/>
              </a:rPr>
              <a:t>permite </a:t>
            </a:r>
            <a:r>
              <a:rPr sz="1300" spc="-35" dirty="0">
                <a:solidFill>
                  <a:srgbClr val="3A3737"/>
                </a:solidFill>
                <a:latin typeface="Verdana"/>
                <a:cs typeface="Verdana"/>
              </a:rPr>
              <a:t>integrar </a:t>
            </a:r>
            <a:r>
              <a:rPr sz="1300" spc="-20" dirty="0">
                <a:solidFill>
                  <a:srgbClr val="3A3737"/>
                </a:solidFill>
                <a:latin typeface="Verdana"/>
                <a:cs typeface="Verdana"/>
              </a:rPr>
              <a:t>el </a:t>
            </a:r>
            <a:r>
              <a:rPr sz="1300" spc="-25" dirty="0">
                <a:solidFill>
                  <a:srgbClr val="3A3737"/>
                </a:solidFill>
                <a:latin typeface="Verdana"/>
                <a:cs typeface="Verdana"/>
              </a:rPr>
              <a:t>mayor </a:t>
            </a:r>
            <a:r>
              <a:rPr sz="1300" spc="-40" dirty="0">
                <a:solidFill>
                  <a:srgbClr val="3A3737"/>
                </a:solidFill>
                <a:latin typeface="Verdana"/>
                <a:cs typeface="Verdana"/>
              </a:rPr>
              <a:t>nivel </a:t>
            </a:r>
            <a:r>
              <a:rPr sz="1300" spc="70" dirty="0">
                <a:solidFill>
                  <a:srgbClr val="3A3737"/>
                </a:solidFill>
                <a:latin typeface="Verdana"/>
                <a:cs typeface="Verdana"/>
              </a:rPr>
              <a:t>de </a:t>
            </a:r>
            <a:r>
              <a:rPr sz="1300" spc="-5" dirty="0">
                <a:solidFill>
                  <a:srgbClr val="3A3737"/>
                </a:solidFill>
                <a:latin typeface="Verdana"/>
                <a:cs typeface="Verdana"/>
              </a:rPr>
              <a:t>interacción. </a:t>
            </a:r>
            <a:r>
              <a:rPr sz="1300" spc="-15" dirty="0">
                <a:solidFill>
                  <a:srgbClr val="3A3737"/>
                </a:solidFill>
                <a:latin typeface="Verdana"/>
                <a:cs typeface="Verdana"/>
              </a:rPr>
              <a:t>Al </a:t>
            </a:r>
            <a:r>
              <a:rPr sz="1300" spc="-25" dirty="0">
                <a:solidFill>
                  <a:srgbClr val="3A3737"/>
                </a:solidFill>
                <a:latin typeface="Verdana"/>
                <a:cs typeface="Verdana"/>
              </a:rPr>
              <a:t>pensar </a:t>
            </a:r>
            <a:r>
              <a:rPr sz="1300" spc="15" dirty="0">
                <a:solidFill>
                  <a:srgbClr val="3A3737"/>
                </a:solidFill>
                <a:latin typeface="Verdana"/>
                <a:cs typeface="Verdana"/>
              </a:rPr>
              <a:t>en </a:t>
            </a:r>
            <a:r>
              <a:rPr sz="1300" spc="-30" dirty="0">
                <a:solidFill>
                  <a:srgbClr val="3A3737"/>
                </a:solidFill>
                <a:latin typeface="Verdana"/>
                <a:cs typeface="Verdana"/>
              </a:rPr>
              <a:t>este </a:t>
            </a:r>
            <a:r>
              <a:rPr sz="1300" spc="-15" dirty="0">
                <a:solidFill>
                  <a:srgbClr val="3A3737"/>
                </a:solidFill>
                <a:latin typeface="Verdana"/>
                <a:cs typeface="Verdana"/>
              </a:rPr>
              <a:t>tipo </a:t>
            </a:r>
            <a:r>
              <a:rPr sz="1300" spc="70" dirty="0">
                <a:solidFill>
                  <a:srgbClr val="3A3737"/>
                </a:solidFill>
                <a:latin typeface="Verdana"/>
                <a:cs typeface="Verdana"/>
              </a:rPr>
              <a:t>de </a:t>
            </a:r>
            <a:r>
              <a:rPr sz="1300" spc="75" dirty="0">
                <a:solidFill>
                  <a:srgbClr val="3A3737"/>
                </a:solidFill>
                <a:latin typeface="Verdana"/>
                <a:cs typeface="Verdana"/>
              </a:rPr>
              <a:t> </a:t>
            </a:r>
            <a:r>
              <a:rPr sz="1300" dirty="0">
                <a:solidFill>
                  <a:srgbClr val="3A3737"/>
                </a:solidFill>
                <a:latin typeface="Verdana"/>
                <a:cs typeface="Verdana"/>
              </a:rPr>
              <a:t>contenidos </a:t>
            </a:r>
            <a:r>
              <a:rPr sz="1300" spc="15" dirty="0">
                <a:solidFill>
                  <a:srgbClr val="3A3737"/>
                </a:solidFill>
                <a:latin typeface="Verdana"/>
                <a:cs typeface="Verdana"/>
              </a:rPr>
              <a:t>debemos </a:t>
            </a:r>
            <a:r>
              <a:rPr sz="1300" spc="-25" dirty="0">
                <a:solidFill>
                  <a:srgbClr val="3A3737"/>
                </a:solidFill>
                <a:latin typeface="Verdana"/>
                <a:cs typeface="Verdana"/>
              </a:rPr>
              <a:t>pensar </a:t>
            </a:r>
            <a:r>
              <a:rPr sz="1300" spc="15" dirty="0">
                <a:solidFill>
                  <a:srgbClr val="3A3737"/>
                </a:solidFill>
                <a:latin typeface="Verdana"/>
                <a:cs typeface="Verdana"/>
              </a:rPr>
              <a:t>en </a:t>
            </a:r>
            <a:r>
              <a:rPr sz="1300" spc="-65" dirty="0">
                <a:solidFill>
                  <a:srgbClr val="3A3737"/>
                </a:solidFill>
                <a:latin typeface="Verdana"/>
                <a:cs typeface="Verdana"/>
              </a:rPr>
              <a:t>los </a:t>
            </a:r>
            <a:r>
              <a:rPr sz="1300" spc="-35" dirty="0">
                <a:solidFill>
                  <a:srgbClr val="3A3737"/>
                </a:solidFill>
                <a:latin typeface="Verdana"/>
                <a:cs typeface="Verdana"/>
              </a:rPr>
              <a:t>videojuegos; </a:t>
            </a:r>
            <a:r>
              <a:rPr sz="1300" spc="10" dirty="0">
                <a:solidFill>
                  <a:srgbClr val="3A3737"/>
                </a:solidFill>
                <a:latin typeface="Verdana"/>
                <a:cs typeface="Verdana"/>
              </a:rPr>
              <a:t>ya </a:t>
            </a:r>
            <a:r>
              <a:rPr sz="1300" spc="30" dirty="0">
                <a:solidFill>
                  <a:srgbClr val="3A3737"/>
                </a:solidFill>
                <a:latin typeface="Verdana"/>
                <a:cs typeface="Verdana"/>
              </a:rPr>
              <a:t>que </a:t>
            </a:r>
            <a:r>
              <a:rPr sz="1300" spc="-50" dirty="0">
                <a:solidFill>
                  <a:srgbClr val="3A3737"/>
                </a:solidFill>
                <a:latin typeface="Verdana"/>
                <a:cs typeface="Verdana"/>
              </a:rPr>
              <a:t>se </a:t>
            </a:r>
            <a:r>
              <a:rPr sz="1300" spc="25" dirty="0">
                <a:solidFill>
                  <a:srgbClr val="3A3737"/>
                </a:solidFill>
                <a:latin typeface="Verdana"/>
                <a:cs typeface="Verdana"/>
              </a:rPr>
              <a:t>crean </a:t>
            </a:r>
            <a:r>
              <a:rPr sz="1300" spc="15" dirty="0">
                <a:solidFill>
                  <a:srgbClr val="3A3737"/>
                </a:solidFill>
                <a:latin typeface="Verdana"/>
                <a:cs typeface="Verdana"/>
              </a:rPr>
              <a:t>exactamente </a:t>
            </a:r>
            <a:r>
              <a:rPr sz="1300" spc="-409" dirty="0">
                <a:solidFill>
                  <a:srgbClr val="3A3737"/>
                </a:solidFill>
                <a:latin typeface="Verdana"/>
                <a:cs typeface="Verdana"/>
              </a:rPr>
              <a:t> </a:t>
            </a:r>
            <a:r>
              <a:rPr sz="1300" spc="15" dirty="0">
                <a:solidFill>
                  <a:srgbClr val="3A3737"/>
                </a:solidFill>
                <a:latin typeface="Verdana"/>
                <a:cs typeface="Verdana"/>
              </a:rPr>
              <a:t>del</a:t>
            </a:r>
            <a:r>
              <a:rPr sz="1300" spc="-105" dirty="0">
                <a:solidFill>
                  <a:srgbClr val="3A3737"/>
                </a:solidFill>
                <a:latin typeface="Verdana"/>
                <a:cs typeface="Verdana"/>
              </a:rPr>
              <a:t> </a:t>
            </a:r>
            <a:r>
              <a:rPr sz="1300" spc="-55" dirty="0">
                <a:solidFill>
                  <a:srgbClr val="3A3737"/>
                </a:solidFill>
                <a:latin typeface="Verdana"/>
                <a:cs typeface="Verdana"/>
              </a:rPr>
              <a:t>mismo</a:t>
            </a:r>
            <a:r>
              <a:rPr sz="1300" spc="-114" dirty="0">
                <a:solidFill>
                  <a:srgbClr val="3A3737"/>
                </a:solidFill>
                <a:latin typeface="Verdana"/>
                <a:cs typeface="Verdana"/>
              </a:rPr>
              <a:t> </a:t>
            </a:r>
            <a:r>
              <a:rPr sz="1300" spc="5" dirty="0">
                <a:solidFill>
                  <a:srgbClr val="3A3737"/>
                </a:solidFill>
                <a:latin typeface="Verdana"/>
                <a:cs typeface="Verdana"/>
              </a:rPr>
              <a:t>modo.</a:t>
            </a:r>
            <a:endParaRPr sz="1300" dirty="0">
              <a:latin typeface="Verdana"/>
              <a:cs typeface="Verdana"/>
            </a:endParaRPr>
          </a:p>
          <a:p>
            <a:pPr marL="184785" marR="5080" indent="-172720" algn="just">
              <a:lnSpc>
                <a:spcPct val="106900"/>
              </a:lnSpc>
              <a:spcBef>
                <a:spcPts val="800"/>
              </a:spcBef>
              <a:buFont typeface="Arial MT"/>
              <a:buChar char="•"/>
              <a:tabLst>
                <a:tab pos="185420" algn="l"/>
              </a:tabLst>
            </a:pPr>
            <a:r>
              <a:rPr sz="1300" spc="-80" dirty="0">
                <a:solidFill>
                  <a:srgbClr val="3A3737"/>
                </a:solidFill>
                <a:latin typeface="Verdana"/>
                <a:cs typeface="Verdana"/>
              </a:rPr>
              <a:t>Los</a:t>
            </a:r>
            <a:r>
              <a:rPr sz="1300" spc="-60" dirty="0">
                <a:solidFill>
                  <a:srgbClr val="3A3737"/>
                </a:solidFill>
                <a:latin typeface="Verdana"/>
                <a:cs typeface="Verdana"/>
              </a:rPr>
              <a:t> </a:t>
            </a:r>
            <a:r>
              <a:rPr sz="1300" spc="-15" dirty="0">
                <a:solidFill>
                  <a:srgbClr val="3A3737"/>
                </a:solidFill>
                <a:latin typeface="Verdana"/>
                <a:cs typeface="Verdana"/>
              </a:rPr>
              <a:t>videojuegos</a:t>
            </a:r>
            <a:r>
              <a:rPr sz="1300" spc="-50" dirty="0">
                <a:solidFill>
                  <a:srgbClr val="3A3737"/>
                </a:solidFill>
                <a:latin typeface="Verdana"/>
                <a:cs typeface="Verdana"/>
              </a:rPr>
              <a:t> se</a:t>
            </a:r>
            <a:r>
              <a:rPr sz="1300" spc="-60" dirty="0">
                <a:solidFill>
                  <a:srgbClr val="3A3737"/>
                </a:solidFill>
                <a:latin typeface="Verdana"/>
                <a:cs typeface="Verdana"/>
              </a:rPr>
              <a:t> </a:t>
            </a:r>
            <a:r>
              <a:rPr sz="1300" spc="20" dirty="0">
                <a:solidFill>
                  <a:srgbClr val="3A3737"/>
                </a:solidFill>
                <a:latin typeface="Verdana"/>
                <a:cs typeface="Verdana"/>
              </a:rPr>
              <a:t>crean</a:t>
            </a:r>
            <a:r>
              <a:rPr sz="1300" spc="-65" dirty="0">
                <a:solidFill>
                  <a:srgbClr val="3A3737"/>
                </a:solidFill>
                <a:latin typeface="Verdana"/>
                <a:cs typeface="Verdana"/>
              </a:rPr>
              <a:t> </a:t>
            </a:r>
            <a:r>
              <a:rPr sz="1300" spc="-70" dirty="0">
                <a:solidFill>
                  <a:srgbClr val="3A3737"/>
                </a:solidFill>
                <a:latin typeface="Verdana"/>
                <a:cs typeface="Verdana"/>
              </a:rPr>
              <a:t>y</a:t>
            </a:r>
            <a:r>
              <a:rPr sz="1300" spc="-65" dirty="0">
                <a:solidFill>
                  <a:srgbClr val="3A3737"/>
                </a:solidFill>
                <a:latin typeface="Verdana"/>
                <a:cs typeface="Verdana"/>
              </a:rPr>
              <a:t> </a:t>
            </a:r>
            <a:r>
              <a:rPr sz="1300" spc="-50" dirty="0">
                <a:solidFill>
                  <a:srgbClr val="3A3737"/>
                </a:solidFill>
                <a:latin typeface="Verdana"/>
                <a:cs typeface="Verdana"/>
              </a:rPr>
              <a:t>se</a:t>
            </a:r>
            <a:r>
              <a:rPr sz="1300" spc="-60" dirty="0">
                <a:solidFill>
                  <a:srgbClr val="3A3737"/>
                </a:solidFill>
                <a:latin typeface="Verdana"/>
                <a:cs typeface="Verdana"/>
              </a:rPr>
              <a:t> </a:t>
            </a:r>
            <a:r>
              <a:rPr sz="1300" spc="5" dirty="0">
                <a:solidFill>
                  <a:srgbClr val="3A3737"/>
                </a:solidFill>
                <a:latin typeface="Verdana"/>
                <a:cs typeface="Verdana"/>
              </a:rPr>
              <a:t>ejecutan</a:t>
            </a:r>
            <a:r>
              <a:rPr sz="1300" spc="-65" dirty="0">
                <a:solidFill>
                  <a:srgbClr val="3A3737"/>
                </a:solidFill>
                <a:latin typeface="Verdana"/>
                <a:cs typeface="Verdana"/>
              </a:rPr>
              <a:t> </a:t>
            </a:r>
            <a:r>
              <a:rPr sz="1300" spc="20" dirty="0">
                <a:solidFill>
                  <a:srgbClr val="3A3737"/>
                </a:solidFill>
                <a:latin typeface="Verdana"/>
                <a:cs typeface="Verdana"/>
              </a:rPr>
              <a:t>en</a:t>
            </a:r>
            <a:r>
              <a:rPr sz="1300" spc="-70" dirty="0">
                <a:solidFill>
                  <a:srgbClr val="3A3737"/>
                </a:solidFill>
                <a:latin typeface="Verdana"/>
                <a:cs typeface="Verdana"/>
              </a:rPr>
              <a:t> </a:t>
            </a:r>
            <a:r>
              <a:rPr sz="1300" spc="-10" dirty="0">
                <a:solidFill>
                  <a:srgbClr val="3A3737"/>
                </a:solidFill>
                <a:latin typeface="Verdana"/>
                <a:cs typeface="Verdana"/>
              </a:rPr>
              <a:t>lo</a:t>
            </a:r>
            <a:r>
              <a:rPr sz="1300" spc="-65" dirty="0">
                <a:solidFill>
                  <a:srgbClr val="3A3737"/>
                </a:solidFill>
                <a:latin typeface="Verdana"/>
                <a:cs typeface="Verdana"/>
              </a:rPr>
              <a:t> </a:t>
            </a:r>
            <a:r>
              <a:rPr sz="1300" spc="25" dirty="0">
                <a:solidFill>
                  <a:srgbClr val="3A3737"/>
                </a:solidFill>
                <a:latin typeface="Verdana"/>
                <a:cs typeface="Verdana"/>
              </a:rPr>
              <a:t>que</a:t>
            </a:r>
            <a:r>
              <a:rPr sz="1300" spc="-60" dirty="0">
                <a:solidFill>
                  <a:srgbClr val="3A3737"/>
                </a:solidFill>
                <a:latin typeface="Verdana"/>
                <a:cs typeface="Verdana"/>
              </a:rPr>
              <a:t> </a:t>
            </a:r>
            <a:r>
              <a:rPr sz="1300" spc="-55" dirty="0">
                <a:solidFill>
                  <a:srgbClr val="3A3737"/>
                </a:solidFill>
                <a:latin typeface="Verdana"/>
                <a:cs typeface="Verdana"/>
              </a:rPr>
              <a:t>se</a:t>
            </a:r>
            <a:r>
              <a:rPr sz="1300" spc="-60" dirty="0">
                <a:solidFill>
                  <a:srgbClr val="3A3737"/>
                </a:solidFill>
                <a:latin typeface="Verdana"/>
                <a:cs typeface="Verdana"/>
              </a:rPr>
              <a:t> </a:t>
            </a:r>
            <a:r>
              <a:rPr sz="1300" spc="10" dirty="0">
                <a:solidFill>
                  <a:srgbClr val="3A3737"/>
                </a:solidFill>
                <a:latin typeface="Verdana"/>
                <a:cs typeface="Verdana"/>
              </a:rPr>
              <a:t>denomina</a:t>
            </a:r>
            <a:r>
              <a:rPr sz="1300" spc="-60" dirty="0">
                <a:solidFill>
                  <a:srgbClr val="3A3737"/>
                </a:solidFill>
                <a:latin typeface="Verdana"/>
                <a:cs typeface="Verdana"/>
              </a:rPr>
              <a:t> </a:t>
            </a:r>
            <a:r>
              <a:rPr sz="1300" b="1" spc="-40" dirty="0">
                <a:solidFill>
                  <a:srgbClr val="3A3737"/>
                </a:solidFill>
                <a:latin typeface="Tahoma"/>
                <a:cs typeface="Tahoma"/>
              </a:rPr>
              <a:t>motores</a:t>
            </a:r>
            <a:r>
              <a:rPr sz="1300" b="1" spc="10" dirty="0">
                <a:solidFill>
                  <a:srgbClr val="3A3737"/>
                </a:solidFill>
                <a:latin typeface="Tahoma"/>
                <a:cs typeface="Tahoma"/>
              </a:rPr>
              <a:t> </a:t>
            </a:r>
            <a:r>
              <a:rPr sz="1300" b="1" spc="-35" dirty="0">
                <a:solidFill>
                  <a:srgbClr val="3A3737"/>
                </a:solidFill>
                <a:latin typeface="Tahoma"/>
                <a:cs typeface="Tahoma"/>
              </a:rPr>
              <a:t>gráficos</a:t>
            </a:r>
            <a:r>
              <a:rPr sz="1300" spc="-35" dirty="0">
                <a:solidFill>
                  <a:srgbClr val="3A3737"/>
                </a:solidFill>
                <a:latin typeface="Verdana"/>
                <a:cs typeface="Verdana"/>
              </a:rPr>
              <a:t>, </a:t>
            </a:r>
            <a:r>
              <a:rPr sz="1300" spc="-409" dirty="0">
                <a:solidFill>
                  <a:srgbClr val="3A3737"/>
                </a:solidFill>
                <a:latin typeface="Verdana"/>
                <a:cs typeface="Verdana"/>
              </a:rPr>
              <a:t> </a:t>
            </a:r>
            <a:r>
              <a:rPr sz="1300" spc="-100" dirty="0">
                <a:solidFill>
                  <a:srgbClr val="3A3737"/>
                </a:solidFill>
                <a:latin typeface="Verdana"/>
                <a:cs typeface="Verdana"/>
              </a:rPr>
              <a:t>sin</a:t>
            </a:r>
            <a:r>
              <a:rPr sz="1300" spc="-45" dirty="0">
                <a:solidFill>
                  <a:srgbClr val="3A3737"/>
                </a:solidFill>
                <a:latin typeface="Verdana"/>
                <a:cs typeface="Verdana"/>
              </a:rPr>
              <a:t> </a:t>
            </a:r>
            <a:r>
              <a:rPr sz="1300" spc="-40" dirty="0">
                <a:solidFill>
                  <a:srgbClr val="3A3737"/>
                </a:solidFill>
                <a:latin typeface="Verdana"/>
                <a:cs typeface="Verdana"/>
              </a:rPr>
              <a:t>entrar</a:t>
            </a:r>
            <a:r>
              <a:rPr sz="1300" spc="-45" dirty="0">
                <a:solidFill>
                  <a:srgbClr val="3A3737"/>
                </a:solidFill>
                <a:latin typeface="Verdana"/>
                <a:cs typeface="Verdana"/>
              </a:rPr>
              <a:t> </a:t>
            </a:r>
            <a:r>
              <a:rPr sz="1300" spc="15" dirty="0">
                <a:solidFill>
                  <a:srgbClr val="3A3737"/>
                </a:solidFill>
                <a:latin typeface="Verdana"/>
                <a:cs typeface="Verdana"/>
              </a:rPr>
              <a:t>en</a:t>
            </a:r>
            <a:r>
              <a:rPr sz="1300" spc="-45" dirty="0">
                <a:solidFill>
                  <a:srgbClr val="3A3737"/>
                </a:solidFill>
                <a:latin typeface="Verdana"/>
                <a:cs typeface="Verdana"/>
              </a:rPr>
              <a:t> </a:t>
            </a:r>
            <a:r>
              <a:rPr sz="1300" spc="5" dirty="0">
                <a:solidFill>
                  <a:srgbClr val="3A3737"/>
                </a:solidFill>
                <a:latin typeface="Verdana"/>
                <a:cs typeface="Verdana"/>
              </a:rPr>
              <a:t>exceso</a:t>
            </a:r>
            <a:r>
              <a:rPr sz="1300" spc="-45" dirty="0">
                <a:solidFill>
                  <a:srgbClr val="3A3737"/>
                </a:solidFill>
                <a:latin typeface="Verdana"/>
                <a:cs typeface="Verdana"/>
              </a:rPr>
              <a:t> </a:t>
            </a:r>
            <a:r>
              <a:rPr sz="1300" spc="15" dirty="0">
                <a:solidFill>
                  <a:srgbClr val="3A3737"/>
                </a:solidFill>
                <a:latin typeface="Verdana"/>
                <a:cs typeface="Verdana"/>
              </a:rPr>
              <a:t>en</a:t>
            </a:r>
            <a:r>
              <a:rPr sz="1300" spc="-45" dirty="0">
                <a:solidFill>
                  <a:srgbClr val="3A3737"/>
                </a:solidFill>
                <a:latin typeface="Verdana"/>
                <a:cs typeface="Verdana"/>
              </a:rPr>
              <a:t> </a:t>
            </a:r>
            <a:r>
              <a:rPr sz="1300" spc="-20" dirty="0">
                <a:solidFill>
                  <a:srgbClr val="3A3737"/>
                </a:solidFill>
                <a:latin typeface="Verdana"/>
                <a:cs typeface="Verdana"/>
              </a:rPr>
              <a:t>esta</a:t>
            </a:r>
            <a:r>
              <a:rPr sz="1300" spc="-45" dirty="0">
                <a:solidFill>
                  <a:srgbClr val="3A3737"/>
                </a:solidFill>
                <a:latin typeface="Verdana"/>
                <a:cs typeface="Verdana"/>
              </a:rPr>
              <a:t> </a:t>
            </a:r>
            <a:r>
              <a:rPr sz="1300" spc="-25" dirty="0">
                <a:solidFill>
                  <a:srgbClr val="3A3737"/>
                </a:solidFill>
                <a:latin typeface="Verdana"/>
                <a:cs typeface="Verdana"/>
              </a:rPr>
              <a:t>materia,</a:t>
            </a:r>
            <a:r>
              <a:rPr sz="1300" spc="-50" dirty="0">
                <a:solidFill>
                  <a:srgbClr val="3A3737"/>
                </a:solidFill>
                <a:latin typeface="Verdana"/>
                <a:cs typeface="Verdana"/>
              </a:rPr>
              <a:t> </a:t>
            </a:r>
            <a:r>
              <a:rPr sz="1300" spc="10" dirty="0">
                <a:solidFill>
                  <a:srgbClr val="3A3737"/>
                </a:solidFill>
                <a:latin typeface="Verdana"/>
                <a:cs typeface="Verdana"/>
              </a:rPr>
              <a:t>básicamente</a:t>
            </a:r>
            <a:r>
              <a:rPr sz="1300" spc="-40" dirty="0">
                <a:solidFill>
                  <a:srgbClr val="3A3737"/>
                </a:solidFill>
                <a:latin typeface="Verdana"/>
                <a:cs typeface="Verdana"/>
              </a:rPr>
              <a:t> </a:t>
            </a:r>
            <a:r>
              <a:rPr sz="1300" spc="-50" dirty="0">
                <a:solidFill>
                  <a:srgbClr val="3A3737"/>
                </a:solidFill>
                <a:latin typeface="Verdana"/>
                <a:cs typeface="Verdana"/>
              </a:rPr>
              <a:t>se</a:t>
            </a:r>
            <a:r>
              <a:rPr sz="1300" spc="-30" dirty="0">
                <a:solidFill>
                  <a:srgbClr val="3A3737"/>
                </a:solidFill>
                <a:latin typeface="Verdana"/>
                <a:cs typeface="Verdana"/>
              </a:rPr>
              <a:t> </a:t>
            </a:r>
            <a:r>
              <a:rPr sz="1300" spc="-25" dirty="0">
                <a:solidFill>
                  <a:srgbClr val="3A3737"/>
                </a:solidFill>
                <a:latin typeface="Verdana"/>
                <a:cs typeface="Verdana"/>
              </a:rPr>
              <a:t>tratan</a:t>
            </a:r>
            <a:r>
              <a:rPr sz="1300" spc="-20" dirty="0">
                <a:solidFill>
                  <a:srgbClr val="3A3737"/>
                </a:solidFill>
                <a:latin typeface="Verdana"/>
                <a:cs typeface="Verdana"/>
              </a:rPr>
              <a:t> </a:t>
            </a:r>
            <a:r>
              <a:rPr sz="1300" spc="70" dirty="0">
                <a:solidFill>
                  <a:srgbClr val="3A3737"/>
                </a:solidFill>
                <a:latin typeface="Verdana"/>
                <a:cs typeface="Verdana"/>
              </a:rPr>
              <a:t>de</a:t>
            </a:r>
            <a:r>
              <a:rPr sz="1300" spc="-40" dirty="0">
                <a:solidFill>
                  <a:srgbClr val="3A3737"/>
                </a:solidFill>
                <a:latin typeface="Verdana"/>
                <a:cs typeface="Verdana"/>
              </a:rPr>
              <a:t> </a:t>
            </a:r>
            <a:r>
              <a:rPr sz="1300" spc="-45" dirty="0">
                <a:solidFill>
                  <a:srgbClr val="3A3737"/>
                </a:solidFill>
                <a:latin typeface="Verdana"/>
                <a:cs typeface="Verdana"/>
              </a:rPr>
              <a:t>softwares</a:t>
            </a:r>
            <a:r>
              <a:rPr sz="1300" spc="-40" dirty="0">
                <a:solidFill>
                  <a:srgbClr val="3A3737"/>
                </a:solidFill>
                <a:latin typeface="Verdana"/>
                <a:cs typeface="Verdana"/>
              </a:rPr>
              <a:t> </a:t>
            </a:r>
            <a:r>
              <a:rPr sz="1300" spc="-60" dirty="0">
                <a:solidFill>
                  <a:srgbClr val="3A3737"/>
                </a:solidFill>
                <a:latin typeface="Verdana"/>
                <a:cs typeface="Verdana"/>
              </a:rPr>
              <a:t>2D/3D </a:t>
            </a:r>
            <a:r>
              <a:rPr sz="1300" spc="-409" dirty="0">
                <a:solidFill>
                  <a:srgbClr val="3A3737"/>
                </a:solidFill>
                <a:latin typeface="Verdana"/>
                <a:cs typeface="Verdana"/>
              </a:rPr>
              <a:t> </a:t>
            </a:r>
            <a:r>
              <a:rPr sz="1300" spc="30" dirty="0">
                <a:solidFill>
                  <a:srgbClr val="3A3737"/>
                </a:solidFill>
                <a:latin typeface="Verdana"/>
                <a:cs typeface="Verdana"/>
              </a:rPr>
              <a:t>que calculan </a:t>
            </a:r>
            <a:r>
              <a:rPr sz="1300" spc="15" dirty="0">
                <a:solidFill>
                  <a:srgbClr val="3A3737"/>
                </a:solidFill>
                <a:latin typeface="Verdana"/>
                <a:cs typeface="Verdana"/>
              </a:rPr>
              <a:t>en </a:t>
            </a:r>
            <a:r>
              <a:rPr sz="1300" spc="-5" dirty="0">
                <a:solidFill>
                  <a:srgbClr val="3A3737"/>
                </a:solidFill>
                <a:latin typeface="Verdana"/>
                <a:cs typeface="Verdana"/>
              </a:rPr>
              <a:t>tiempo </a:t>
            </a:r>
            <a:r>
              <a:rPr sz="1300" spc="-25" dirty="0">
                <a:solidFill>
                  <a:srgbClr val="3A3737"/>
                </a:solidFill>
                <a:latin typeface="Verdana"/>
                <a:cs typeface="Verdana"/>
              </a:rPr>
              <a:t>real</a:t>
            </a:r>
            <a:r>
              <a:rPr sz="1300" spc="-20" dirty="0">
                <a:solidFill>
                  <a:srgbClr val="3A3737"/>
                </a:solidFill>
                <a:latin typeface="Verdana"/>
                <a:cs typeface="Verdana"/>
              </a:rPr>
              <a:t> </a:t>
            </a:r>
            <a:r>
              <a:rPr sz="1300" spc="-75" dirty="0">
                <a:solidFill>
                  <a:srgbClr val="3A3737"/>
                </a:solidFill>
                <a:latin typeface="Verdana"/>
                <a:cs typeface="Verdana"/>
              </a:rPr>
              <a:t>(es</a:t>
            </a:r>
            <a:r>
              <a:rPr sz="1300" spc="-70" dirty="0">
                <a:solidFill>
                  <a:srgbClr val="3A3737"/>
                </a:solidFill>
                <a:latin typeface="Verdana"/>
                <a:cs typeface="Verdana"/>
              </a:rPr>
              <a:t> </a:t>
            </a:r>
            <a:r>
              <a:rPr sz="1300" spc="5" dirty="0">
                <a:solidFill>
                  <a:srgbClr val="3A3737"/>
                </a:solidFill>
                <a:latin typeface="Verdana"/>
                <a:cs typeface="Verdana"/>
              </a:rPr>
              <a:t>decir </a:t>
            </a:r>
            <a:r>
              <a:rPr sz="1300" spc="-10" dirty="0">
                <a:solidFill>
                  <a:srgbClr val="3A3737"/>
                </a:solidFill>
                <a:latin typeface="Verdana"/>
                <a:cs typeface="Verdana"/>
              </a:rPr>
              <a:t>constantemente) </a:t>
            </a:r>
            <a:r>
              <a:rPr sz="1300" spc="20" dirty="0">
                <a:solidFill>
                  <a:srgbClr val="3A3737"/>
                </a:solidFill>
                <a:latin typeface="Verdana"/>
                <a:cs typeface="Verdana"/>
              </a:rPr>
              <a:t>todo </a:t>
            </a:r>
            <a:r>
              <a:rPr sz="1300" spc="-10" dirty="0">
                <a:solidFill>
                  <a:srgbClr val="3A3737"/>
                </a:solidFill>
                <a:latin typeface="Verdana"/>
                <a:cs typeface="Verdana"/>
              </a:rPr>
              <a:t>lo </a:t>
            </a:r>
            <a:r>
              <a:rPr sz="1300" spc="25" dirty="0">
                <a:solidFill>
                  <a:srgbClr val="3A3737"/>
                </a:solidFill>
                <a:latin typeface="Verdana"/>
                <a:cs typeface="Verdana"/>
              </a:rPr>
              <a:t>que </a:t>
            </a:r>
            <a:r>
              <a:rPr sz="1300" spc="-20" dirty="0">
                <a:solidFill>
                  <a:srgbClr val="3A3737"/>
                </a:solidFill>
                <a:latin typeface="Verdana"/>
                <a:cs typeface="Verdana"/>
              </a:rPr>
              <a:t>está </a:t>
            </a:r>
            <a:r>
              <a:rPr sz="1300" spc="-15" dirty="0">
                <a:solidFill>
                  <a:srgbClr val="3A3737"/>
                </a:solidFill>
                <a:latin typeface="Verdana"/>
                <a:cs typeface="Verdana"/>
              </a:rPr>
              <a:t> </a:t>
            </a:r>
            <a:r>
              <a:rPr sz="1300" spc="15" dirty="0">
                <a:solidFill>
                  <a:srgbClr val="3A3737"/>
                </a:solidFill>
                <a:latin typeface="Verdana"/>
                <a:cs typeface="Verdana"/>
              </a:rPr>
              <a:t>sucediendo delante </a:t>
            </a:r>
            <a:r>
              <a:rPr sz="1300" spc="10" dirty="0">
                <a:solidFill>
                  <a:srgbClr val="3A3737"/>
                </a:solidFill>
                <a:latin typeface="Verdana"/>
                <a:cs typeface="Verdana"/>
              </a:rPr>
              <a:t>del </a:t>
            </a:r>
            <a:r>
              <a:rPr sz="1300" spc="-25" dirty="0">
                <a:solidFill>
                  <a:srgbClr val="3A3737"/>
                </a:solidFill>
                <a:latin typeface="Verdana"/>
                <a:cs typeface="Verdana"/>
              </a:rPr>
              <a:t>jugador. </a:t>
            </a:r>
            <a:r>
              <a:rPr sz="1300" spc="-140" dirty="0">
                <a:solidFill>
                  <a:srgbClr val="3A3737"/>
                </a:solidFill>
                <a:latin typeface="Verdana"/>
                <a:cs typeface="Verdana"/>
              </a:rPr>
              <a:t>Es</a:t>
            </a:r>
            <a:r>
              <a:rPr sz="1300" spc="-135" dirty="0">
                <a:solidFill>
                  <a:srgbClr val="3A3737"/>
                </a:solidFill>
                <a:latin typeface="Verdana"/>
                <a:cs typeface="Verdana"/>
              </a:rPr>
              <a:t> </a:t>
            </a:r>
            <a:r>
              <a:rPr sz="1300" spc="-15" dirty="0">
                <a:solidFill>
                  <a:srgbClr val="3A3737"/>
                </a:solidFill>
                <a:latin typeface="Verdana"/>
                <a:cs typeface="Verdana"/>
              </a:rPr>
              <a:t>por </a:t>
            </a:r>
            <a:r>
              <a:rPr sz="1300" spc="-30" dirty="0">
                <a:solidFill>
                  <a:srgbClr val="3A3737"/>
                </a:solidFill>
                <a:latin typeface="Verdana"/>
                <a:cs typeface="Verdana"/>
              </a:rPr>
              <a:t>este</a:t>
            </a:r>
            <a:r>
              <a:rPr sz="1300" spc="-25" dirty="0">
                <a:solidFill>
                  <a:srgbClr val="3A3737"/>
                </a:solidFill>
                <a:latin typeface="Verdana"/>
                <a:cs typeface="Verdana"/>
              </a:rPr>
              <a:t> motivo </a:t>
            </a:r>
            <a:r>
              <a:rPr sz="1300" spc="-15" dirty="0">
                <a:solidFill>
                  <a:srgbClr val="3A3737"/>
                </a:solidFill>
                <a:latin typeface="Verdana"/>
                <a:cs typeface="Verdana"/>
              </a:rPr>
              <a:t>por </a:t>
            </a:r>
            <a:r>
              <a:rPr sz="1300" spc="-20" dirty="0">
                <a:solidFill>
                  <a:srgbClr val="3A3737"/>
                </a:solidFill>
                <a:latin typeface="Verdana"/>
                <a:cs typeface="Verdana"/>
              </a:rPr>
              <a:t>el </a:t>
            </a:r>
            <a:r>
              <a:rPr sz="1300" spc="25" dirty="0">
                <a:solidFill>
                  <a:srgbClr val="3A3737"/>
                </a:solidFill>
                <a:latin typeface="Verdana"/>
                <a:cs typeface="Verdana"/>
              </a:rPr>
              <a:t>cual </a:t>
            </a:r>
            <a:r>
              <a:rPr sz="1300" spc="10" dirty="0">
                <a:solidFill>
                  <a:srgbClr val="3A3737"/>
                </a:solidFill>
                <a:latin typeface="Verdana"/>
                <a:cs typeface="Verdana"/>
              </a:rPr>
              <a:t>podemos </a:t>
            </a:r>
            <a:r>
              <a:rPr sz="1300" spc="15" dirty="0">
                <a:solidFill>
                  <a:srgbClr val="3A3737"/>
                </a:solidFill>
                <a:latin typeface="Verdana"/>
                <a:cs typeface="Verdana"/>
              </a:rPr>
              <a:t> </a:t>
            </a:r>
            <a:r>
              <a:rPr sz="1300" b="1" spc="-35" dirty="0">
                <a:solidFill>
                  <a:srgbClr val="3A3737"/>
                </a:solidFill>
                <a:latin typeface="Tahoma"/>
                <a:cs typeface="Tahoma"/>
              </a:rPr>
              <a:t>interactuar </a:t>
            </a:r>
            <a:r>
              <a:rPr sz="1300" b="1" spc="5" dirty="0">
                <a:solidFill>
                  <a:srgbClr val="3A3737"/>
                </a:solidFill>
                <a:latin typeface="Tahoma"/>
                <a:cs typeface="Tahoma"/>
              </a:rPr>
              <a:t>y </a:t>
            </a:r>
            <a:r>
              <a:rPr sz="1300" b="1" spc="-30" dirty="0">
                <a:solidFill>
                  <a:srgbClr val="3A3737"/>
                </a:solidFill>
                <a:latin typeface="Tahoma"/>
                <a:cs typeface="Tahoma"/>
              </a:rPr>
              <a:t>movernos libremente </a:t>
            </a:r>
            <a:r>
              <a:rPr sz="1300" b="1" spc="5" dirty="0">
                <a:solidFill>
                  <a:srgbClr val="3A3737"/>
                </a:solidFill>
                <a:latin typeface="Tahoma"/>
                <a:cs typeface="Tahoma"/>
              </a:rPr>
              <a:t>y </a:t>
            </a:r>
            <a:r>
              <a:rPr sz="1300" b="1" spc="70" dirty="0">
                <a:solidFill>
                  <a:srgbClr val="3A3737"/>
                </a:solidFill>
                <a:latin typeface="Tahoma"/>
                <a:cs typeface="Tahoma"/>
              </a:rPr>
              <a:t>a </a:t>
            </a:r>
            <a:r>
              <a:rPr sz="1300" b="1" spc="-30" dirty="0">
                <a:solidFill>
                  <a:srgbClr val="3A3737"/>
                </a:solidFill>
                <a:latin typeface="Tahoma"/>
                <a:cs typeface="Tahoma"/>
              </a:rPr>
              <a:t>voluntad </a:t>
            </a:r>
            <a:r>
              <a:rPr sz="1300" b="1" dirty="0">
                <a:solidFill>
                  <a:srgbClr val="3A3737"/>
                </a:solidFill>
                <a:latin typeface="Tahoma"/>
                <a:cs typeface="Tahoma"/>
              </a:rPr>
              <a:t>del </a:t>
            </a:r>
            <a:r>
              <a:rPr sz="1300" b="1" spc="-70" dirty="0">
                <a:solidFill>
                  <a:srgbClr val="3A3737"/>
                </a:solidFill>
                <a:latin typeface="Tahoma"/>
                <a:cs typeface="Tahoma"/>
              </a:rPr>
              <a:t>usuario</a:t>
            </a:r>
            <a:r>
              <a:rPr sz="1300" spc="-70" dirty="0">
                <a:solidFill>
                  <a:srgbClr val="3A3737"/>
                </a:solidFill>
                <a:latin typeface="Verdana"/>
                <a:cs typeface="Verdana"/>
              </a:rPr>
              <a:t>; </a:t>
            </a:r>
            <a:r>
              <a:rPr sz="1300" spc="10" dirty="0">
                <a:solidFill>
                  <a:srgbClr val="3A3737"/>
                </a:solidFill>
                <a:latin typeface="Verdana"/>
                <a:cs typeface="Verdana"/>
              </a:rPr>
              <a:t>ya </a:t>
            </a:r>
            <a:r>
              <a:rPr sz="1300" spc="30" dirty="0">
                <a:solidFill>
                  <a:srgbClr val="3A3737"/>
                </a:solidFill>
                <a:latin typeface="Verdana"/>
                <a:cs typeface="Verdana"/>
              </a:rPr>
              <a:t>que </a:t>
            </a:r>
            <a:r>
              <a:rPr sz="1300" spc="-20" dirty="0">
                <a:solidFill>
                  <a:srgbClr val="3A3737"/>
                </a:solidFill>
                <a:latin typeface="Verdana"/>
                <a:cs typeface="Verdana"/>
              </a:rPr>
              <a:t>el </a:t>
            </a:r>
            <a:r>
              <a:rPr sz="1300" spc="-35" dirty="0">
                <a:solidFill>
                  <a:srgbClr val="3A3737"/>
                </a:solidFill>
                <a:latin typeface="Verdana"/>
                <a:cs typeface="Verdana"/>
              </a:rPr>
              <a:t>software, </a:t>
            </a:r>
            <a:r>
              <a:rPr sz="1300" spc="-30" dirty="0">
                <a:solidFill>
                  <a:srgbClr val="3A3737"/>
                </a:solidFill>
                <a:latin typeface="Verdana"/>
                <a:cs typeface="Verdana"/>
              </a:rPr>
              <a:t> </a:t>
            </a:r>
            <a:r>
              <a:rPr sz="1300" spc="40" dirty="0">
                <a:solidFill>
                  <a:srgbClr val="3A3737"/>
                </a:solidFill>
                <a:latin typeface="Verdana"/>
                <a:cs typeface="Verdana"/>
              </a:rPr>
              <a:t>calcula </a:t>
            </a:r>
            <a:r>
              <a:rPr sz="1300" spc="-5" dirty="0">
                <a:solidFill>
                  <a:srgbClr val="3A3737"/>
                </a:solidFill>
                <a:latin typeface="Verdana"/>
                <a:cs typeface="Verdana"/>
              </a:rPr>
              <a:t>todas </a:t>
            </a:r>
            <a:r>
              <a:rPr sz="1300" spc="-55" dirty="0">
                <a:solidFill>
                  <a:srgbClr val="3A3737"/>
                </a:solidFill>
                <a:latin typeface="Verdana"/>
                <a:cs typeface="Verdana"/>
              </a:rPr>
              <a:t>nuestras </a:t>
            </a:r>
            <a:r>
              <a:rPr sz="1300" spc="25" dirty="0">
                <a:solidFill>
                  <a:srgbClr val="3A3737"/>
                </a:solidFill>
                <a:latin typeface="Verdana"/>
                <a:cs typeface="Verdana"/>
              </a:rPr>
              <a:t>acciones </a:t>
            </a:r>
            <a:r>
              <a:rPr sz="1300" spc="-80" dirty="0">
                <a:solidFill>
                  <a:srgbClr val="3A3737"/>
                </a:solidFill>
                <a:latin typeface="Verdana"/>
                <a:cs typeface="Verdana"/>
              </a:rPr>
              <a:t>justo </a:t>
            </a:r>
            <a:r>
              <a:rPr sz="1300" spc="15" dirty="0">
                <a:solidFill>
                  <a:srgbClr val="3A3737"/>
                </a:solidFill>
                <a:latin typeface="Verdana"/>
                <a:cs typeface="Verdana"/>
              </a:rPr>
              <a:t>en </a:t>
            </a:r>
            <a:r>
              <a:rPr sz="1300" spc="-20" dirty="0">
                <a:solidFill>
                  <a:srgbClr val="3A3737"/>
                </a:solidFill>
                <a:latin typeface="Verdana"/>
                <a:cs typeface="Verdana"/>
              </a:rPr>
              <a:t>el </a:t>
            </a:r>
            <a:r>
              <a:rPr sz="1300" spc="-5" dirty="0">
                <a:solidFill>
                  <a:srgbClr val="3A3737"/>
                </a:solidFill>
                <a:latin typeface="Verdana"/>
                <a:cs typeface="Verdana"/>
              </a:rPr>
              <a:t>momento </a:t>
            </a:r>
            <a:r>
              <a:rPr sz="1300" spc="30" dirty="0">
                <a:solidFill>
                  <a:srgbClr val="3A3737"/>
                </a:solidFill>
                <a:latin typeface="Verdana"/>
                <a:cs typeface="Verdana"/>
              </a:rPr>
              <a:t>que </a:t>
            </a:r>
            <a:r>
              <a:rPr sz="1300" spc="-45" dirty="0">
                <a:solidFill>
                  <a:srgbClr val="3A3737"/>
                </a:solidFill>
                <a:latin typeface="Verdana"/>
                <a:cs typeface="Verdana"/>
              </a:rPr>
              <a:t>las </a:t>
            </a:r>
            <a:r>
              <a:rPr sz="1300" spc="-40" dirty="0">
                <a:solidFill>
                  <a:srgbClr val="3A3737"/>
                </a:solidFill>
                <a:latin typeface="Verdana"/>
                <a:cs typeface="Verdana"/>
              </a:rPr>
              <a:t>realizamos </a:t>
            </a:r>
            <a:r>
              <a:rPr sz="1300" spc="70" dirty="0">
                <a:solidFill>
                  <a:srgbClr val="3A3737"/>
                </a:solidFill>
                <a:latin typeface="Verdana"/>
                <a:cs typeface="Verdana"/>
              </a:rPr>
              <a:t>de </a:t>
            </a:r>
            <a:r>
              <a:rPr sz="1300" spc="75" dirty="0">
                <a:solidFill>
                  <a:srgbClr val="3A3737"/>
                </a:solidFill>
                <a:latin typeface="Verdana"/>
                <a:cs typeface="Verdana"/>
              </a:rPr>
              <a:t> </a:t>
            </a:r>
            <a:r>
              <a:rPr sz="1300" spc="-20" dirty="0">
                <a:solidFill>
                  <a:srgbClr val="3A3737"/>
                </a:solidFill>
                <a:latin typeface="Verdana"/>
                <a:cs typeface="Verdana"/>
              </a:rPr>
              <a:t>forma</a:t>
            </a:r>
            <a:r>
              <a:rPr sz="1300" spc="-85" dirty="0">
                <a:solidFill>
                  <a:srgbClr val="3A3737"/>
                </a:solidFill>
                <a:latin typeface="Verdana"/>
                <a:cs typeface="Verdana"/>
              </a:rPr>
              <a:t> </a:t>
            </a:r>
            <a:r>
              <a:rPr sz="1300" spc="-35" dirty="0">
                <a:solidFill>
                  <a:srgbClr val="3A3737"/>
                </a:solidFill>
                <a:latin typeface="Verdana"/>
                <a:cs typeface="Verdana"/>
              </a:rPr>
              <a:t>transparente.</a:t>
            </a:r>
            <a:endParaRPr sz="1300" dirty="0">
              <a:latin typeface="Verdana"/>
              <a:cs typeface="Verdana"/>
            </a:endParaRPr>
          </a:p>
          <a:p>
            <a:pPr marL="184785" marR="6350" indent="-172720" algn="just">
              <a:lnSpc>
                <a:spcPct val="107100"/>
              </a:lnSpc>
              <a:spcBef>
                <a:spcPts val="800"/>
              </a:spcBef>
              <a:buFont typeface="Arial MT"/>
              <a:buChar char="•"/>
              <a:tabLst>
                <a:tab pos="185420" algn="l"/>
              </a:tabLst>
            </a:pPr>
            <a:r>
              <a:rPr sz="1300" spc="-75" dirty="0">
                <a:solidFill>
                  <a:srgbClr val="3A3737"/>
                </a:solidFill>
                <a:latin typeface="Verdana"/>
                <a:cs typeface="Verdana"/>
              </a:rPr>
              <a:t>En </a:t>
            </a:r>
            <a:r>
              <a:rPr sz="1300" spc="-5" dirty="0">
                <a:solidFill>
                  <a:srgbClr val="3A3737"/>
                </a:solidFill>
                <a:latin typeface="Verdana"/>
                <a:cs typeface="Verdana"/>
              </a:rPr>
              <a:t>contraposición </a:t>
            </a:r>
            <a:r>
              <a:rPr sz="1300" spc="95" dirty="0">
                <a:solidFill>
                  <a:srgbClr val="3A3737"/>
                </a:solidFill>
                <a:latin typeface="Verdana"/>
                <a:cs typeface="Verdana"/>
              </a:rPr>
              <a:t>a </a:t>
            </a:r>
            <a:r>
              <a:rPr sz="1300" spc="-65" dirty="0">
                <a:solidFill>
                  <a:srgbClr val="3A3737"/>
                </a:solidFill>
                <a:latin typeface="Verdana"/>
                <a:cs typeface="Verdana"/>
              </a:rPr>
              <a:t>los </a:t>
            </a:r>
            <a:r>
              <a:rPr sz="1300" spc="-20" dirty="0">
                <a:solidFill>
                  <a:srgbClr val="3A3737"/>
                </a:solidFill>
                <a:latin typeface="Verdana"/>
                <a:cs typeface="Verdana"/>
              </a:rPr>
              <a:t>videos </a:t>
            </a:r>
            <a:r>
              <a:rPr sz="1300" spc="-25" dirty="0">
                <a:solidFill>
                  <a:srgbClr val="3A3737"/>
                </a:solidFill>
                <a:latin typeface="Verdana"/>
                <a:cs typeface="Verdana"/>
              </a:rPr>
              <a:t>renderizados </a:t>
            </a:r>
            <a:r>
              <a:rPr sz="1300" spc="55" dirty="0">
                <a:solidFill>
                  <a:srgbClr val="3A3737"/>
                </a:solidFill>
                <a:latin typeface="Verdana"/>
                <a:cs typeface="Verdana"/>
              </a:rPr>
              <a:t>o </a:t>
            </a:r>
            <a:r>
              <a:rPr sz="1300" spc="15" dirty="0">
                <a:solidFill>
                  <a:srgbClr val="3A3737"/>
                </a:solidFill>
                <a:latin typeface="Verdana"/>
                <a:cs typeface="Verdana"/>
              </a:rPr>
              <a:t>la </a:t>
            </a:r>
            <a:r>
              <a:rPr sz="1300" spc="10" dirty="0">
                <a:solidFill>
                  <a:srgbClr val="3A3737"/>
                </a:solidFill>
                <a:latin typeface="Verdana"/>
                <a:cs typeface="Verdana"/>
              </a:rPr>
              <a:t>imagen </a:t>
            </a:r>
            <a:r>
              <a:rPr sz="1300" spc="-40" dirty="0">
                <a:solidFill>
                  <a:srgbClr val="3A3737"/>
                </a:solidFill>
                <a:latin typeface="Verdana"/>
                <a:cs typeface="Verdana"/>
              </a:rPr>
              <a:t>real, </a:t>
            </a:r>
            <a:r>
              <a:rPr sz="1300" spc="45" dirty="0">
                <a:solidFill>
                  <a:srgbClr val="3A3737"/>
                </a:solidFill>
                <a:latin typeface="Verdana"/>
                <a:cs typeface="Verdana"/>
              </a:rPr>
              <a:t>donde </a:t>
            </a:r>
            <a:r>
              <a:rPr sz="1300" spc="-10" dirty="0">
                <a:solidFill>
                  <a:srgbClr val="3A3737"/>
                </a:solidFill>
                <a:latin typeface="Verdana"/>
                <a:cs typeface="Verdana"/>
              </a:rPr>
              <a:t>lo </a:t>
            </a:r>
            <a:r>
              <a:rPr sz="1300" spc="25" dirty="0">
                <a:solidFill>
                  <a:srgbClr val="3A3737"/>
                </a:solidFill>
                <a:latin typeface="Verdana"/>
                <a:cs typeface="Verdana"/>
              </a:rPr>
              <a:t>que </a:t>
            </a:r>
            <a:r>
              <a:rPr sz="1300" spc="30" dirty="0">
                <a:solidFill>
                  <a:srgbClr val="3A3737"/>
                </a:solidFill>
                <a:latin typeface="Verdana"/>
                <a:cs typeface="Verdana"/>
              </a:rPr>
              <a:t> </a:t>
            </a:r>
            <a:r>
              <a:rPr sz="1300" spc="-30" dirty="0">
                <a:solidFill>
                  <a:srgbClr val="3A3737"/>
                </a:solidFill>
                <a:latin typeface="Verdana"/>
                <a:cs typeface="Verdana"/>
              </a:rPr>
              <a:t>vemos</a:t>
            </a:r>
            <a:r>
              <a:rPr sz="1300" spc="-40" dirty="0">
                <a:solidFill>
                  <a:srgbClr val="3A3737"/>
                </a:solidFill>
                <a:latin typeface="Verdana"/>
                <a:cs typeface="Verdana"/>
              </a:rPr>
              <a:t> </a:t>
            </a:r>
            <a:r>
              <a:rPr sz="1300" spc="-50" dirty="0">
                <a:solidFill>
                  <a:srgbClr val="3A3737"/>
                </a:solidFill>
                <a:latin typeface="Verdana"/>
                <a:cs typeface="Verdana"/>
              </a:rPr>
              <a:t>es</a:t>
            </a:r>
            <a:r>
              <a:rPr sz="1300" spc="-30" dirty="0">
                <a:solidFill>
                  <a:srgbClr val="3A3737"/>
                </a:solidFill>
                <a:latin typeface="Verdana"/>
                <a:cs typeface="Verdana"/>
              </a:rPr>
              <a:t> un </a:t>
            </a:r>
            <a:r>
              <a:rPr sz="1300" spc="10" dirty="0">
                <a:solidFill>
                  <a:srgbClr val="3A3737"/>
                </a:solidFill>
                <a:latin typeface="Verdana"/>
                <a:cs typeface="Verdana"/>
              </a:rPr>
              <a:t>producto</a:t>
            </a:r>
            <a:r>
              <a:rPr sz="1300" dirty="0">
                <a:solidFill>
                  <a:srgbClr val="3A3737"/>
                </a:solidFill>
                <a:latin typeface="Verdana"/>
                <a:cs typeface="Verdana"/>
              </a:rPr>
              <a:t> </a:t>
            </a:r>
            <a:r>
              <a:rPr sz="1300" spc="65" dirty="0">
                <a:solidFill>
                  <a:srgbClr val="3A3737"/>
                </a:solidFill>
                <a:latin typeface="Verdana"/>
                <a:cs typeface="Verdana"/>
              </a:rPr>
              <a:t>acabado,</a:t>
            </a:r>
            <a:r>
              <a:rPr sz="1300" spc="-35" dirty="0">
                <a:solidFill>
                  <a:srgbClr val="3A3737"/>
                </a:solidFill>
                <a:latin typeface="Verdana"/>
                <a:cs typeface="Verdana"/>
              </a:rPr>
              <a:t> </a:t>
            </a:r>
            <a:r>
              <a:rPr sz="1300" spc="15" dirty="0">
                <a:solidFill>
                  <a:srgbClr val="3A3737"/>
                </a:solidFill>
                <a:latin typeface="Verdana"/>
                <a:cs typeface="Verdana"/>
              </a:rPr>
              <a:t>en</a:t>
            </a:r>
            <a:r>
              <a:rPr sz="1300" spc="-20" dirty="0">
                <a:solidFill>
                  <a:srgbClr val="3A3737"/>
                </a:solidFill>
                <a:latin typeface="Verdana"/>
                <a:cs typeface="Verdana"/>
              </a:rPr>
              <a:t> </a:t>
            </a:r>
            <a:r>
              <a:rPr sz="1300" spc="-30" dirty="0">
                <a:solidFill>
                  <a:srgbClr val="3A3737"/>
                </a:solidFill>
                <a:latin typeface="Verdana"/>
                <a:cs typeface="Verdana"/>
              </a:rPr>
              <a:t>este</a:t>
            </a:r>
            <a:r>
              <a:rPr sz="1300" spc="-10" dirty="0">
                <a:solidFill>
                  <a:srgbClr val="3A3737"/>
                </a:solidFill>
                <a:latin typeface="Verdana"/>
                <a:cs typeface="Verdana"/>
              </a:rPr>
              <a:t> </a:t>
            </a:r>
            <a:r>
              <a:rPr sz="1300" spc="-20" dirty="0">
                <a:solidFill>
                  <a:srgbClr val="3A3737"/>
                </a:solidFill>
                <a:latin typeface="Verdana"/>
                <a:cs typeface="Verdana"/>
              </a:rPr>
              <a:t>tipo</a:t>
            </a:r>
            <a:r>
              <a:rPr sz="1300" spc="-40" dirty="0">
                <a:solidFill>
                  <a:srgbClr val="3A3737"/>
                </a:solidFill>
                <a:latin typeface="Verdana"/>
                <a:cs typeface="Verdana"/>
              </a:rPr>
              <a:t> </a:t>
            </a:r>
            <a:r>
              <a:rPr sz="1300" spc="70" dirty="0">
                <a:solidFill>
                  <a:srgbClr val="3A3737"/>
                </a:solidFill>
                <a:latin typeface="Verdana"/>
                <a:cs typeface="Verdana"/>
              </a:rPr>
              <a:t>de</a:t>
            </a:r>
            <a:r>
              <a:rPr sz="1300" spc="-30" dirty="0">
                <a:solidFill>
                  <a:srgbClr val="3A3737"/>
                </a:solidFill>
                <a:latin typeface="Verdana"/>
                <a:cs typeface="Verdana"/>
              </a:rPr>
              <a:t> </a:t>
            </a:r>
            <a:r>
              <a:rPr sz="1300" spc="-10" dirty="0">
                <a:solidFill>
                  <a:srgbClr val="3A3737"/>
                </a:solidFill>
                <a:latin typeface="Verdana"/>
                <a:cs typeface="Verdana"/>
              </a:rPr>
              <a:t>contenidos,</a:t>
            </a:r>
            <a:r>
              <a:rPr sz="1300" spc="-25" dirty="0">
                <a:solidFill>
                  <a:srgbClr val="3A3737"/>
                </a:solidFill>
                <a:latin typeface="Verdana"/>
                <a:cs typeface="Verdana"/>
              </a:rPr>
              <a:t> </a:t>
            </a:r>
            <a:r>
              <a:rPr sz="1300" spc="-55" dirty="0">
                <a:solidFill>
                  <a:srgbClr val="3A3737"/>
                </a:solidFill>
                <a:latin typeface="Verdana"/>
                <a:cs typeface="Verdana"/>
              </a:rPr>
              <a:t>somos</a:t>
            </a:r>
            <a:r>
              <a:rPr sz="1300" spc="-25" dirty="0">
                <a:solidFill>
                  <a:srgbClr val="3A3737"/>
                </a:solidFill>
                <a:latin typeface="Verdana"/>
                <a:cs typeface="Verdana"/>
              </a:rPr>
              <a:t> </a:t>
            </a:r>
            <a:r>
              <a:rPr sz="1300" spc="-55" dirty="0">
                <a:solidFill>
                  <a:srgbClr val="3A3737"/>
                </a:solidFill>
                <a:latin typeface="Verdana"/>
                <a:cs typeface="Verdana"/>
              </a:rPr>
              <a:t>nosotros</a:t>
            </a:r>
            <a:r>
              <a:rPr sz="1300" spc="-35" dirty="0">
                <a:solidFill>
                  <a:srgbClr val="3A3737"/>
                </a:solidFill>
                <a:latin typeface="Verdana"/>
                <a:cs typeface="Verdana"/>
              </a:rPr>
              <a:t> </a:t>
            </a:r>
            <a:r>
              <a:rPr sz="1300" spc="-65" dirty="0">
                <a:solidFill>
                  <a:srgbClr val="3A3737"/>
                </a:solidFill>
                <a:latin typeface="Verdana"/>
                <a:cs typeface="Verdana"/>
              </a:rPr>
              <a:t>los </a:t>
            </a:r>
            <a:r>
              <a:rPr sz="1300" spc="-409" dirty="0">
                <a:solidFill>
                  <a:srgbClr val="3A3737"/>
                </a:solidFill>
                <a:latin typeface="Verdana"/>
                <a:cs typeface="Verdana"/>
              </a:rPr>
              <a:t> </a:t>
            </a:r>
            <a:r>
              <a:rPr sz="1300" spc="30" dirty="0">
                <a:solidFill>
                  <a:srgbClr val="3A3737"/>
                </a:solidFill>
                <a:latin typeface="Verdana"/>
                <a:cs typeface="Verdana"/>
              </a:rPr>
              <a:t>que</a:t>
            </a:r>
            <a:r>
              <a:rPr sz="1300" spc="-100" dirty="0">
                <a:solidFill>
                  <a:srgbClr val="3A3737"/>
                </a:solidFill>
                <a:latin typeface="Verdana"/>
                <a:cs typeface="Verdana"/>
              </a:rPr>
              <a:t> </a:t>
            </a:r>
            <a:r>
              <a:rPr sz="1300" spc="-20" dirty="0">
                <a:solidFill>
                  <a:srgbClr val="3A3737"/>
                </a:solidFill>
                <a:latin typeface="Verdana"/>
                <a:cs typeface="Verdana"/>
              </a:rPr>
              <a:t>elegimos</a:t>
            </a:r>
            <a:r>
              <a:rPr sz="1300" spc="-120" dirty="0">
                <a:solidFill>
                  <a:srgbClr val="3A3737"/>
                </a:solidFill>
                <a:latin typeface="Verdana"/>
                <a:cs typeface="Verdana"/>
              </a:rPr>
              <a:t> </a:t>
            </a:r>
            <a:r>
              <a:rPr sz="1300" spc="-5" dirty="0">
                <a:solidFill>
                  <a:srgbClr val="3A3737"/>
                </a:solidFill>
                <a:latin typeface="Verdana"/>
                <a:cs typeface="Verdana"/>
              </a:rPr>
              <a:t>qué,</a:t>
            </a:r>
            <a:r>
              <a:rPr sz="1300" spc="-95" dirty="0">
                <a:solidFill>
                  <a:srgbClr val="3A3737"/>
                </a:solidFill>
                <a:latin typeface="Verdana"/>
                <a:cs typeface="Verdana"/>
              </a:rPr>
              <a:t> </a:t>
            </a:r>
            <a:r>
              <a:rPr sz="1300" spc="55" dirty="0">
                <a:solidFill>
                  <a:srgbClr val="3A3737"/>
                </a:solidFill>
                <a:latin typeface="Verdana"/>
                <a:cs typeface="Verdana"/>
              </a:rPr>
              <a:t>cómo</a:t>
            </a:r>
            <a:r>
              <a:rPr sz="1300" spc="-90" dirty="0">
                <a:solidFill>
                  <a:srgbClr val="3A3737"/>
                </a:solidFill>
                <a:latin typeface="Verdana"/>
                <a:cs typeface="Verdana"/>
              </a:rPr>
              <a:t> </a:t>
            </a:r>
            <a:r>
              <a:rPr sz="1300" spc="-70" dirty="0">
                <a:solidFill>
                  <a:srgbClr val="3A3737"/>
                </a:solidFill>
                <a:latin typeface="Verdana"/>
                <a:cs typeface="Verdana"/>
              </a:rPr>
              <a:t>y</a:t>
            </a:r>
            <a:r>
              <a:rPr sz="1300" spc="-95" dirty="0">
                <a:solidFill>
                  <a:srgbClr val="3A3737"/>
                </a:solidFill>
                <a:latin typeface="Verdana"/>
                <a:cs typeface="Verdana"/>
              </a:rPr>
              <a:t> </a:t>
            </a:r>
            <a:r>
              <a:rPr sz="1300" spc="50" dirty="0">
                <a:solidFill>
                  <a:srgbClr val="3A3737"/>
                </a:solidFill>
                <a:latin typeface="Verdana"/>
                <a:cs typeface="Verdana"/>
              </a:rPr>
              <a:t>cuándo</a:t>
            </a:r>
            <a:r>
              <a:rPr sz="1300" spc="-80" dirty="0">
                <a:solidFill>
                  <a:srgbClr val="3A3737"/>
                </a:solidFill>
                <a:latin typeface="Verdana"/>
                <a:cs typeface="Verdana"/>
              </a:rPr>
              <a:t> </a:t>
            </a:r>
            <a:r>
              <a:rPr sz="1300" spc="-45" dirty="0">
                <a:solidFill>
                  <a:srgbClr val="3A3737"/>
                </a:solidFill>
                <a:latin typeface="Verdana"/>
                <a:cs typeface="Verdana"/>
              </a:rPr>
              <a:t>realizar</a:t>
            </a:r>
            <a:r>
              <a:rPr sz="1300" spc="-90" dirty="0">
                <a:solidFill>
                  <a:srgbClr val="3A3737"/>
                </a:solidFill>
                <a:latin typeface="Verdana"/>
                <a:cs typeface="Verdana"/>
              </a:rPr>
              <a:t> </a:t>
            </a:r>
            <a:r>
              <a:rPr sz="1300" spc="10" dirty="0">
                <a:solidFill>
                  <a:srgbClr val="3A3737"/>
                </a:solidFill>
                <a:latin typeface="Verdana"/>
                <a:cs typeface="Verdana"/>
              </a:rPr>
              <a:t>una</a:t>
            </a:r>
            <a:r>
              <a:rPr sz="1300" spc="-75" dirty="0">
                <a:solidFill>
                  <a:srgbClr val="3A3737"/>
                </a:solidFill>
                <a:latin typeface="Verdana"/>
                <a:cs typeface="Verdana"/>
              </a:rPr>
              <a:t> </a:t>
            </a:r>
            <a:r>
              <a:rPr sz="1300" spc="30" dirty="0">
                <a:solidFill>
                  <a:srgbClr val="3A3737"/>
                </a:solidFill>
                <a:latin typeface="Verdana"/>
                <a:cs typeface="Verdana"/>
              </a:rPr>
              <a:t>acción.</a:t>
            </a:r>
            <a:endParaRPr sz="1300" dirty="0">
              <a:latin typeface="Verdana"/>
              <a:cs typeface="Verdana"/>
            </a:endParaRPr>
          </a:p>
        </p:txBody>
      </p:sp>
      <p:grpSp>
        <p:nvGrpSpPr>
          <p:cNvPr id="4" name="object 4"/>
          <p:cNvGrpSpPr/>
          <p:nvPr/>
        </p:nvGrpSpPr>
        <p:grpSpPr>
          <a:xfrm>
            <a:off x="5105400" y="1600200"/>
            <a:ext cx="4006850" cy="4585970"/>
            <a:chOff x="7395971" y="733044"/>
            <a:chExt cx="4006850" cy="4585970"/>
          </a:xfrm>
        </p:grpSpPr>
        <p:pic>
          <p:nvPicPr>
            <p:cNvPr id="5" name="object 5"/>
            <p:cNvPicPr/>
            <p:nvPr/>
          </p:nvPicPr>
          <p:blipFill>
            <a:blip r:embed="rId2" cstate="print"/>
            <a:stretch>
              <a:fillRect/>
            </a:stretch>
          </p:blipFill>
          <p:spPr>
            <a:xfrm>
              <a:off x="7395971" y="733044"/>
              <a:ext cx="4006596" cy="4585716"/>
            </a:xfrm>
            <a:prstGeom prst="rect">
              <a:avLst/>
            </a:prstGeom>
          </p:spPr>
        </p:pic>
        <p:pic>
          <p:nvPicPr>
            <p:cNvPr id="6" name="object 6"/>
            <p:cNvPicPr/>
            <p:nvPr/>
          </p:nvPicPr>
          <p:blipFill>
            <a:blip r:embed="rId3" cstate="print"/>
            <a:stretch>
              <a:fillRect/>
            </a:stretch>
          </p:blipFill>
          <p:spPr>
            <a:xfrm>
              <a:off x="7453883" y="772668"/>
              <a:ext cx="3895344" cy="4474463"/>
            </a:xfrm>
            <a:prstGeom prst="rect">
              <a:avLst/>
            </a:prstGeom>
          </p:spPr>
        </p:pic>
        <p:pic>
          <p:nvPicPr>
            <p:cNvPr id="7" name="object 7"/>
            <p:cNvPicPr/>
            <p:nvPr/>
          </p:nvPicPr>
          <p:blipFill>
            <a:blip r:embed="rId4" cstate="print"/>
            <a:stretch>
              <a:fillRect/>
            </a:stretch>
          </p:blipFill>
          <p:spPr>
            <a:xfrm>
              <a:off x="9137903" y="2738627"/>
              <a:ext cx="527303" cy="542544"/>
            </a:xfrm>
            <a:prstGeom prst="rect">
              <a:avLst/>
            </a:prstGeom>
          </p:spPr>
        </p:pic>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981200" y="264413"/>
            <a:ext cx="4820285" cy="575310"/>
          </a:xfrm>
          <a:prstGeom prst="rect">
            <a:avLst/>
          </a:prstGeom>
        </p:spPr>
        <p:txBody>
          <a:bodyPr vert="horz" wrap="square" lIns="0" tIns="12700" rIns="0" bIns="0" rtlCol="0">
            <a:spAutoFit/>
          </a:bodyPr>
          <a:lstStyle/>
          <a:p>
            <a:pPr marL="12700">
              <a:spcBef>
                <a:spcPts val="100"/>
              </a:spcBef>
            </a:pPr>
            <a:r>
              <a:rPr spc="-65" dirty="0"/>
              <a:t>2.Introducción</a:t>
            </a:r>
            <a:r>
              <a:rPr spc="-55" dirty="0"/>
              <a:t> </a:t>
            </a:r>
            <a:r>
              <a:rPr spc="125" dirty="0"/>
              <a:t>a</a:t>
            </a:r>
            <a:r>
              <a:rPr spc="-25" dirty="0"/>
              <a:t> </a:t>
            </a:r>
            <a:r>
              <a:rPr dirty="0"/>
              <a:t>la</a:t>
            </a:r>
            <a:r>
              <a:rPr spc="-20" dirty="0"/>
              <a:t> </a:t>
            </a:r>
            <a:r>
              <a:rPr spc="-15" dirty="0"/>
              <a:t>Realidad</a:t>
            </a:r>
            <a:r>
              <a:rPr spc="-25" dirty="0"/>
              <a:t> </a:t>
            </a:r>
            <a:r>
              <a:rPr spc="-45" dirty="0"/>
              <a:t>Extendida</a:t>
            </a:r>
          </a:p>
          <a:p>
            <a:pPr marL="469900">
              <a:spcBef>
                <a:spcPts val="5"/>
              </a:spcBef>
            </a:pPr>
            <a:r>
              <a:rPr sz="1600" spc="-114" dirty="0"/>
              <a:t>Di</a:t>
            </a:r>
            <a:r>
              <a:rPr sz="1600" spc="-105" dirty="0"/>
              <a:t>s</a:t>
            </a:r>
            <a:r>
              <a:rPr sz="1600" spc="-20" dirty="0"/>
              <a:t>po</a:t>
            </a:r>
            <a:r>
              <a:rPr sz="1600" spc="-15" dirty="0"/>
              <a:t>s</a:t>
            </a:r>
            <a:r>
              <a:rPr sz="1600" spc="-85" dirty="0"/>
              <a:t>itivos</a:t>
            </a:r>
            <a:r>
              <a:rPr sz="1600" spc="-5" dirty="0"/>
              <a:t> </a:t>
            </a:r>
            <a:r>
              <a:rPr sz="1600" spc="-140" dirty="0"/>
              <a:t>VR</a:t>
            </a:r>
            <a:r>
              <a:rPr sz="1600" spc="-70" dirty="0"/>
              <a:t>:</a:t>
            </a:r>
            <a:r>
              <a:rPr sz="1600" spc="-10" dirty="0"/>
              <a:t> </a:t>
            </a:r>
            <a:r>
              <a:rPr sz="1600" spc="-70" dirty="0"/>
              <a:t>Vi</a:t>
            </a:r>
            <a:r>
              <a:rPr sz="1600" spc="-65" dirty="0"/>
              <a:t>s</a:t>
            </a:r>
            <a:r>
              <a:rPr sz="1600" spc="10" dirty="0"/>
              <a:t>ua</a:t>
            </a:r>
            <a:r>
              <a:rPr sz="1600" spc="-35" dirty="0"/>
              <a:t>lizad</a:t>
            </a:r>
            <a:r>
              <a:rPr sz="1600" spc="-55" dirty="0"/>
              <a:t>ores</a:t>
            </a:r>
            <a:endParaRPr sz="1600" dirty="0"/>
          </a:p>
        </p:txBody>
      </p:sp>
      <p:sp>
        <p:nvSpPr>
          <p:cNvPr id="3" name="object 3"/>
          <p:cNvSpPr txBox="1"/>
          <p:nvPr/>
        </p:nvSpPr>
        <p:spPr>
          <a:xfrm>
            <a:off x="533400" y="1066799"/>
            <a:ext cx="8266176" cy="1565685"/>
          </a:xfrm>
          <a:prstGeom prst="rect">
            <a:avLst/>
          </a:prstGeom>
        </p:spPr>
        <p:txBody>
          <a:bodyPr vert="horz" wrap="square" lIns="0" tIns="12700" rIns="0" bIns="0" rtlCol="0">
            <a:spAutoFit/>
          </a:bodyPr>
          <a:lstStyle/>
          <a:p>
            <a:pPr marL="184785" indent="-172720">
              <a:spcBef>
                <a:spcPts val="100"/>
              </a:spcBef>
              <a:buFont typeface="Arial MT"/>
              <a:buChar char="•"/>
              <a:tabLst>
                <a:tab pos="185420" algn="l"/>
              </a:tabLst>
            </a:pPr>
            <a:r>
              <a:rPr sz="1400" spc="-80" dirty="0">
                <a:solidFill>
                  <a:srgbClr val="3A3737"/>
                </a:solidFill>
                <a:latin typeface="Verdana"/>
                <a:cs typeface="Verdana"/>
              </a:rPr>
              <a:t>Este</a:t>
            </a:r>
            <a:r>
              <a:rPr sz="1400" spc="-70" dirty="0">
                <a:solidFill>
                  <a:srgbClr val="3A3737"/>
                </a:solidFill>
                <a:latin typeface="Verdana"/>
                <a:cs typeface="Verdana"/>
              </a:rPr>
              <a:t> </a:t>
            </a:r>
            <a:r>
              <a:rPr sz="1400" spc="-20" dirty="0">
                <a:solidFill>
                  <a:srgbClr val="3A3737"/>
                </a:solidFill>
                <a:latin typeface="Verdana"/>
                <a:cs typeface="Verdana"/>
              </a:rPr>
              <a:t>tipo</a:t>
            </a:r>
            <a:r>
              <a:rPr sz="1400" spc="-65" dirty="0">
                <a:solidFill>
                  <a:srgbClr val="3A3737"/>
                </a:solidFill>
                <a:latin typeface="Verdana"/>
                <a:cs typeface="Verdana"/>
              </a:rPr>
              <a:t> </a:t>
            </a:r>
            <a:r>
              <a:rPr sz="1400" spc="70" dirty="0">
                <a:solidFill>
                  <a:srgbClr val="3A3737"/>
                </a:solidFill>
                <a:latin typeface="Verdana"/>
                <a:cs typeface="Verdana"/>
              </a:rPr>
              <a:t>de</a:t>
            </a:r>
            <a:r>
              <a:rPr sz="1400" spc="-85" dirty="0">
                <a:solidFill>
                  <a:srgbClr val="3A3737"/>
                </a:solidFill>
                <a:latin typeface="Verdana"/>
                <a:cs typeface="Verdana"/>
              </a:rPr>
              <a:t> </a:t>
            </a:r>
            <a:r>
              <a:rPr sz="1400" spc="5" dirty="0">
                <a:solidFill>
                  <a:srgbClr val="3A3737"/>
                </a:solidFill>
                <a:latin typeface="Verdana"/>
                <a:cs typeface="Verdana"/>
              </a:rPr>
              <a:t>gafas</a:t>
            </a:r>
            <a:r>
              <a:rPr sz="1400" spc="-55" dirty="0">
                <a:solidFill>
                  <a:srgbClr val="3A3737"/>
                </a:solidFill>
                <a:latin typeface="Verdana"/>
                <a:cs typeface="Verdana"/>
              </a:rPr>
              <a:t> </a:t>
            </a:r>
            <a:r>
              <a:rPr sz="1400" spc="-60" dirty="0">
                <a:solidFill>
                  <a:srgbClr val="3A3737"/>
                </a:solidFill>
                <a:latin typeface="Verdana"/>
                <a:cs typeface="Verdana"/>
              </a:rPr>
              <a:t>utilizan</a:t>
            </a:r>
            <a:r>
              <a:rPr sz="1400" spc="-70" dirty="0">
                <a:solidFill>
                  <a:srgbClr val="3A3737"/>
                </a:solidFill>
                <a:latin typeface="Verdana"/>
                <a:cs typeface="Verdana"/>
              </a:rPr>
              <a:t> </a:t>
            </a:r>
            <a:r>
              <a:rPr sz="1400" spc="-65" dirty="0">
                <a:solidFill>
                  <a:srgbClr val="3A3737"/>
                </a:solidFill>
                <a:latin typeface="Verdana"/>
                <a:cs typeface="Verdana"/>
              </a:rPr>
              <a:t>los</a:t>
            </a:r>
            <a:r>
              <a:rPr sz="1400" spc="-105" dirty="0">
                <a:solidFill>
                  <a:srgbClr val="3A3737"/>
                </a:solidFill>
                <a:latin typeface="Verdana"/>
                <a:cs typeface="Verdana"/>
              </a:rPr>
              <a:t> </a:t>
            </a:r>
            <a:r>
              <a:rPr sz="1400" spc="-35" dirty="0">
                <a:solidFill>
                  <a:srgbClr val="3A3737"/>
                </a:solidFill>
                <a:latin typeface="Verdana"/>
                <a:cs typeface="Verdana"/>
              </a:rPr>
              <a:t>smartphones</a:t>
            </a:r>
            <a:r>
              <a:rPr sz="1400" spc="-55" dirty="0">
                <a:solidFill>
                  <a:srgbClr val="3A3737"/>
                </a:solidFill>
                <a:latin typeface="Verdana"/>
                <a:cs typeface="Verdana"/>
              </a:rPr>
              <a:t> </a:t>
            </a:r>
            <a:r>
              <a:rPr sz="1400" spc="25" dirty="0">
                <a:solidFill>
                  <a:srgbClr val="3A3737"/>
                </a:solidFill>
                <a:latin typeface="Verdana"/>
                <a:cs typeface="Verdana"/>
              </a:rPr>
              <a:t>para</a:t>
            </a:r>
            <a:r>
              <a:rPr sz="1400" spc="-60" dirty="0">
                <a:solidFill>
                  <a:srgbClr val="3A3737"/>
                </a:solidFill>
                <a:latin typeface="Verdana"/>
                <a:cs typeface="Verdana"/>
              </a:rPr>
              <a:t> </a:t>
            </a:r>
            <a:r>
              <a:rPr sz="1400" spc="95" dirty="0">
                <a:solidFill>
                  <a:srgbClr val="3A3737"/>
                </a:solidFill>
                <a:latin typeface="Verdana"/>
                <a:cs typeface="Verdana"/>
              </a:rPr>
              <a:t>a</a:t>
            </a:r>
            <a:r>
              <a:rPr sz="1400" spc="-75" dirty="0">
                <a:solidFill>
                  <a:srgbClr val="3A3737"/>
                </a:solidFill>
                <a:latin typeface="Verdana"/>
                <a:cs typeface="Verdana"/>
              </a:rPr>
              <a:t> </a:t>
            </a:r>
            <a:r>
              <a:rPr sz="1400" spc="35" dirty="0">
                <a:solidFill>
                  <a:srgbClr val="3A3737"/>
                </a:solidFill>
                <a:latin typeface="Verdana"/>
                <a:cs typeface="Verdana"/>
              </a:rPr>
              <a:t>modo</a:t>
            </a:r>
            <a:r>
              <a:rPr sz="1400" spc="-85" dirty="0">
                <a:solidFill>
                  <a:srgbClr val="3A3737"/>
                </a:solidFill>
                <a:latin typeface="Verdana"/>
                <a:cs typeface="Verdana"/>
              </a:rPr>
              <a:t> </a:t>
            </a:r>
            <a:r>
              <a:rPr sz="1400" spc="70" dirty="0">
                <a:solidFill>
                  <a:srgbClr val="3A3737"/>
                </a:solidFill>
                <a:latin typeface="Verdana"/>
                <a:cs typeface="Verdana"/>
              </a:rPr>
              <a:t>de</a:t>
            </a:r>
            <a:r>
              <a:rPr sz="1400" spc="-95" dirty="0">
                <a:solidFill>
                  <a:srgbClr val="3A3737"/>
                </a:solidFill>
                <a:latin typeface="Verdana"/>
                <a:cs typeface="Verdana"/>
              </a:rPr>
              <a:t> </a:t>
            </a:r>
            <a:r>
              <a:rPr sz="1400" dirty="0">
                <a:solidFill>
                  <a:srgbClr val="3A3737"/>
                </a:solidFill>
                <a:latin typeface="Verdana"/>
                <a:cs typeface="Verdana"/>
              </a:rPr>
              <a:t>“ordenador”.</a:t>
            </a:r>
            <a:endParaRPr sz="1400" dirty="0">
              <a:latin typeface="Verdana"/>
              <a:cs typeface="Verdana"/>
            </a:endParaRPr>
          </a:p>
          <a:p>
            <a:pPr marL="184785" marR="5715" indent="-172720" algn="just">
              <a:lnSpc>
                <a:spcPct val="107100"/>
              </a:lnSpc>
              <a:spcBef>
                <a:spcPts val="795"/>
              </a:spcBef>
              <a:buFont typeface="Arial MT"/>
              <a:buChar char="•"/>
              <a:tabLst>
                <a:tab pos="185420" algn="l"/>
              </a:tabLst>
            </a:pPr>
            <a:r>
              <a:rPr sz="1400" spc="-80" dirty="0">
                <a:solidFill>
                  <a:srgbClr val="3A3737"/>
                </a:solidFill>
                <a:latin typeface="Verdana"/>
                <a:cs typeface="Verdana"/>
              </a:rPr>
              <a:t>Los </a:t>
            </a:r>
            <a:r>
              <a:rPr sz="1400" spc="-65" dirty="0">
                <a:solidFill>
                  <a:srgbClr val="3A3737"/>
                </a:solidFill>
                <a:latin typeface="Verdana"/>
                <a:cs typeface="Verdana"/>
              </a:rPr>
              <a:t>usuarios </a:t>
            </a:r>
            <a:r>
              <a:rPr sz="1400" spc="-30" dirty="0">
                <a:solidFill>
                  <a:srgbClr val="3A3737"/>
                </a:solidFill>
                <a:latin typeface="Verdana"/>
                <a:cs typeface="Verdana"/>
              </a:rPr>
              <a:t>simplemente </a:t>
            </a:r>
            <a:r>
              <a:rPr sz="1400" spc="-10" dirty="0">
                <a:solidFill>
                  <a:srgbClr val="3A3737"/>
                </a:solidFill>
                <a:latin typeface="Verdana"/>
                <a:cs typeface="Verdana"/>
              </a:rPr>
              <a:t>introducen </a:t>
            </a:r>
            <a:r>
              <a:rPr sz="1400" spc="-125" dirty="0">
                <a:solidFill>
                  <a:srgbClr val="3A3737"/>
                </a:solidFill>
                <a:latin typeface="Verdana"/>
                <a:cs typeface="Verdana"/>
              </a:rPr>
              <a:t>sus </a:t>
            </a:r>
            <a:r>
              <a:rPr sz="1400" spc="-25" dirty="0">
                <a:solidFill>
                  <a:srgbClr val="3A3737"/>
                </a:solidFill>
                <a:latin typeface="Verdana"/>
                <a:cs typeface="Verdana"/>
              </a:rPr>
              <a:t>teléfonos </a:t>
            </a:r>
            <a:r>
              <a:rPr sz="1400" spc="15" dirty="0">
                <a:solidFill>
                  <a:srgbClr val="3A3737"/>
                </a:solidFill>
                <a:latin typeface="Verdana"/>
                <a:cs typeface="Verdana"/>
              </a:rPr>
              <a:t>en </a:t>
            </a:r>
            <a:r>
              <a:rPr sz="1400" spc="-20" dirty="0">
                <a:solidFill>
                  <a:srgbClr val="3A3737"/>
                </a:solidFill>
                <a:latin typeface="Verdana"/>
                <a:cs typeface="Verdana"/>
              </a:rPr>
              <a:t>el </a:t>
            </a:r>
            <a:r>
              <a:rPr sz="1400" spc="5" dirty="0">
                <a:solidFill>
                  <a:srgbClr val="3A3737"/>
                </a:solidFill>
                <a:latin typeface="Verdana"/>
                <a:cs typeface="Verdana"/>
              </a:rPr>
              <a:t>headset </a:t>
            </a:r>
            <a:r>
              <a:rPr sz="1400" spc="-70" dirty="0">
                <a:solidFill>
                  <a:srgbClr val="3A3737"/>
                </a:solidFill>
                <a:latin typeface="Verdana"/>
                <a:cs typeface="Verdana"/>
              </a:rPr>
              <a:t>y </a:t>
            </a:r>
            <a:r>
              <a:rPr sz="1400" spc="15" dirty="0">
                <a:solidFill>
                  <a:srgbClr val="3A3737"/>
                </a:solidFill>
                <a:latin typeface="Verdana"/>
                <a:cs typeface="Verdana"/>
              </a:rPr>
              <a:t>la </a:t>
            </a:r>
            <a:r>
              <a:rPr sz="1400" spc="10" dirty="0">
                <a:solidFill>
                  <a:srgbClr val="3A3737"/>
                </a:solidFill>
                <a:latin typeface="Verdana"/>
                <a:cs typeface="Verdana"/>
              </a:rPr>
              <a:t>pantalla </a:t>
            </a:r>
            <a:r>
              <a:rPr sz="1400" spc="15" dirty="0">
                <a:solidFill>
                  <a:srgbClr val="3A3737"/>
                </a:solidFill>
                <a:latin typeface="Verdana"/>
                <a:cs typeface="Verdana"/>
              </a:rPr>
              <a:t> </a:t>
            </a:r>
            <a:r>
              <a:rPr sz="1400" spc="-25" dirty="0">
                <a:solidFill>
                  <a:srgbClr val="3A3737"/>
                </a:solidFill>
                <a:latin typeface="Verdana"/>
                <a:cs typeface="Verdana"/>
              </a:rPr>
              <a:t>estará </a:t>
            </a:r>
            <a:r>
              <a:rPr sz="1400" spc="-80" dirty="0">
                <a:solidFill>
                  <a:srgbClr val="3A3737"/>
                </a:solidFill>
                <a:latin typeface="Verdana"/>
                <a:cs typeface="Verdana"/>
              </a:rPr>
              <a:t>justo </a:t>
            </a:r>
            <a:r>
              <a:rPr sz="1400" spc="15" dirty="0">
                <a:solidFill>
                  <a:srgbClr val="3A3737"/>
                </a:solidFill>
                <a:latin typeface="Verdana"/>
                <a:cs typeface="Verdana"/>
              </a:rPr>
              <a:t>en </a:t>
            </a:r>
            <a:r>
              <a:rPr sz="1400" spc="-25" dirty="0">
                <a:solidFill>
                  <a:srgbClr val="3A3737"/>
                </a:solidFill>
                <a:latin typeface="Verdana"/>
                <a:cs typeface="Verdana"/>
              </a:rPr>
              <a:t>frente </a:t>
            </a:r>
            <a:r>
              <a:rPr sz="1400" spc="70" dirty="0">
                <a:solidFill>
                  <a:srgbClr val="3A3737"/>
                </a:solidFill>
                <a:latin typeface="Verdana"/>
                <a:cs typeface="Verdana"/>
              </a:rPr>
              <a:t>de </a:t>
            </a:r>
            <a:r>
              <a:rPr sz="1400" spc="-120" dirty="0">
                <a:solidFill>
                  <a:srgbClr val="3A3737"/>
                </a:solidFill>
                <a:latin typeface="Verdana"/>
                <a:cs typeface="Verdana"/>
              </a:rPr>
              <a:t>sus </a:t>
            </a:r>
            <a:r>
              <a:rPr sz="1400" spc="-60" dirty="0">
                <a:solidFill>
                  <a:srgbClr val="3A3737"/>
                </a:solidFill>
                <a:latin typeface="Verdana"/>
                <a:cs typeface="Verdana"/>
              </a:rPr>
              <a:t>ojos </a:t>
            </a:r>
            <a:r>
              <a:rPr sz="1400" spc="-70" dirty="0">
                <a:solidFill>
                  <a:srgbClr val="3A3737"/>
                </a:solidFill>
                <a:latin typeface="Verdana"/>
                <a:cs typeface="Verdana"/>
              </a:rPr>
              <a:t>y </a:t>
            </a:r>
            <a:r>
              <a:rPr sz="1400" dirty="0">
                <a:solidFill>
                  <a:srgbClr val="3A3737"/>
                </a:solidFill>
                <a:latin typeface="Verdana"/>
                <a:cs typeface="Verdana"/>
              </a:rPr>
              <a:t>gracias </a:t>
            </a:r>
            <a:r>
              <a:rPr sz="1400" spc="95" dirty="0">
                <a:solidFill>
                  <a:srgbClr val="3A3737"/>
                </a:solidFill>
                <a:latin typeface="Verdana"/>
                <a:cs typeface="Verdana"/>
              </a:rPr>
              <a:t>a </a:t>
            </a:r>
            <a:r>
              <a:rPr sz="1400" spc="-30" dirty="0">
                <a:solidFill>
                  <a:srgbClr val="3A3737"/>
                </a:solidFill>
                <a:latin typeface="Verdana"/>
                <a:cs typeface="Verdana"/>
              </a:rPr>
              <a:t>un </a:t>
            </a:r>
            <a:r>
              <a:rPr sz="1400" spc="-10" dirty="0">
                <a:solidFill>
                  <a:srgbClr val="3A3737"/>
                </a:solidFill>
                <a:latin typeface="Verdana"/>
                <a:cs typeface="Verdana"/>
              </a:rPr>
              <a:t>conjunto </a:t>
            </a:r>
            <a:r>
              <a:rPr sz="1400" spc="70" dirty="0">
                <a:solidFill>
                  <a:srgbClr val="3A3737"/>
                </a:solidFill>
                <a:latin typeface="Verdana"/>
                <a:cs typeface="Verdana"/>
              </a:rPr>
              <a:t>de </a:t>
            </a:r>
            <a:r>
              <a:rPr sz="1400" spc="-40" dirty="0">
                <a:solidFill>
                  <a:srgbClr val="3A3737"/>
                </a:solidFill>
                <a:latin typeface="Verdana"/>
                <a:cs typeface="Verdana"/>
              </a:rPr>
              <a:t>lentes </a:t>
            </a:r>
            <a:r>
              <a:rPr sz="1400" spc="-50" dirty="0">
                <a:solidFill>
                  <a:srgbClr val="3A3737"/>
                </a:solidFill>
                <a:latin typeface="Verdana"/>
                <a:cs typeface="Verdana"/>
              </a:rPr>
              <a:t>se </a:t>
            </a:r>
            <a:r>
              <a:rPr sz="1400" spc="15" dirty="0">
                <a:solidFill>
                  <a:srgbClr val="3A3737"/>
                </a:solidFill>
                <a:latin typeface="Verdana"/>
                <a:cs typeface="Verdana"/>
              </a:rPr>
              <a:t>genera </a:t>
            </a:r>
            <a:r>
              <a:rPr sz="1400" spc="-40" dirty="0">
                <a:solidFill>
                  <a:srgbClr val="3A3737"/>
                </a:solidFill>
                <a:latin typeface="Verdana"/>
                <a:cs typeface="Verdana"/>
              </a:rPr>
              <a:t>el </a:t>
            </a:r>
            <a:r>
              <a:rPr sz="1400" spc="-409" dirty="0">
                <a:solidFill>
                  <a:srgbClr val="3A3737"/>
                </a:solidFill>
                <a:latin typeface="Verdana"/>
                <a:cs typeface="Verdana"/>
              </a:rPr>
              <a:t> </a:t>
            </a:r>
            <a:r>
              <a:rPr sz="1400" spc="30" dirty="0">
                <a:solidFill>
                  <a:srgbClr val="3A3737"/>
                </a:solidFill>
                <a:latin typeface="Verdana"/>
                <a:cs typeface="Verdana"/>
              </a:rPr>
              <a:t>efecto</a:t>
            </a:r>
            <a:r>
              <a:rPr sz="1400" spc="-75" dirty="0">
                <a:solidFill>
                  <a:srgbClr val="3A3737"/>
                </a:solidFill>
                <a:latin typeface="Verdana"/>
                <a:cs typeface="Verdana"/>
              </a:rPr>
              <a:t> </a:t>
            </a:r>
            <a:r>
              <a:rPr sz="1400" spc="-5" dirty="0">
                <a:solidFill>
                  <a:srgbClr val="3A3737"/>
                </a:solidFill>
                <a:latin typeface="Verdana"/>
                <a:cs typeface="Verdana"/>
              </a:rPr>
              <a:t>estereoscópico.</a:t>
            </a:r>
            <a:endParaRPr sz="1400" dirty="0">
              <a:latin typeface="Verdana"/>
              <a:cs typeface="Verdana"/>
            </a:endParaRPr>
          </a:p>
          <a:p>
            <a:pPr marL="184785" marR="5080" indent="-172720" algn="just">
              <a:lnSpc>
                <a:spcPct val="107300"/>
              </a:lnSpc>
              <a:spcBef>
                <a:spcPts val="795"/>
              </a:spcBef>
              <a:buFont typeface="Arial MT"/>
              <a:buChar char="•"/>
              <a:tabLst>
                <a:tab pos="185420" algn="l"/>
              </a:tabLst>
            </a:pPr>
            <a:r>
              <a:rPr sz="1400" spc="45" dirty="0">
                <a:solidFill>
                  <a:srgbClr val="3A3737"/>
                </a:solidFill>
                <a:latin typeface="Verdana"/>
                <a:cs typeface="Verdana"/>
              </a:rPr>
              <a:t>Dado</a:t>
            </a:r>
            <a:r>
              <a:rPr sz="1400" spc="-45" dirty="0">
                <a:solidFill>
                  <a:srgbClr val="3A3737"/>
                </a:solidFill>
                <a:latin typeface="Verdana"/>
                <a:cs typeface="Verdana"/>
              </a:rPr>
              <a:t> </a:t>
            </a:r>
            <a:r>
              <a:rPr sz="1400" spc="30" dirty="0">
                <a:solidFill>
                  <a:srgbClr val="3A3737"/>
                </a:solidFill>
                <a:latin typeface="Verdana"/>
                <a:cs typeface="Verdana"/>
              </a:rPr>
              <a:t>que</a:t>
            </a:r>
            <a:r>
              <a:rPr sz="1400" spc="-45" dirty="0">
                <a:solidFill>
                  <a:srgbClr val="3A3737"/>
                </a:solidFill>
                <a:latin typeface="Verdana"/>
                <a:cs typeface="Verdana"/>
              </a:rPr>
              <a:t> </a:t>
            </a:r>
            <a:r>
              <a:rPr sz="1400" spc="15" dirty="0">
                <a:solidFill>
                  <a:srgbClr val="3A3737"/>
                </a:solidFill>
                <a:latin typeface="Verdana"/>
                <a:cs typeface="Verdana"/>
              </a:rPr>
              <a:t>la</a:t>
            </a:r>
            <a:r>
              <a:rPr sz="1400" spc="-55" dirty="0">
                <a:solidFill>
                  <a:srgbClr val="3A3737"/>
                </a:solidFill>
                <a:latin typeface="Verdana"/>
                <a:cs typeface="Verdana"/>
              </a:rPr>
              <a:t> </a:t>
            </a:r>
            <a:r>
              <a:rPr sz="1400" spc="25" dirty="0">
                <a:solidFill>
                  <a:srgbClr val="3A3737"/>
                </a:solidFill>
                <a:latin typeface="Verdana"/>
                <a:cs typeface="Verdana"/>
              </a:rPr>
              <a:t>computación</a:t>
            </a:r>
            <a:r>
              <a:rPr sz="1400" spc="-25" dirty="0">
                <a:solidFill>
                  <a:srgbClr val="3A3737"/>
                </a:solidFill>
                <a:latin typeface="Verdana"/>
                <a:cs typeface="Verdana"/>
              </a:rPr>
              <a:t> </a:t>
            </a:r>
            <a:r>
              <a:rPr sz="1400" spc="15" dirty="0">
                <a:solidFill>
                  <a:srgbClr val="3A3737"/>
                </a:solidFill>
                <a:latin typeface="Verdana"/>
                <a:cs typeface="Verdana"/>
              </a:rPr>
              <a:t>gráfica</a:t>
            </a:r>
            <a:r>
              <a:rPr sz="1400" spc="-35" dirty="0">
                <a:solidFill>
                  <a:srgbClr val="3A3737"/>
                </a:solidFill>
                <a:latin typeface="Verdana"/>
                <a:cs typeface="Verdana"/>
              </a:rPr>
              <a:t> </a:t>
            </a:r>
            <a:r>
              <a:rPr sz="1400" spc="15" dirty="0">
                <a:solidFill>
                  <a:srgbClr val="3A3737"/>
                </a:solidFill>
                <a:latin typeface="Verdana"/>
                <a:cs typeface="Verdana"/>
              </a:rPr>
              <a:t>la</a:t>
            </a:r>
            <a:r>
              <a:rPr sz="1400" spc="-45" dirty="0">
                <a:solidFill>
                  <a:srgbClr val="3A3737"/>
                </a:solidFill>
                <a:latin typeface="Verdana"/>
                <a:cs typeface="Verdana"/>
              </a:rPr>
              <a:t> </a:t>
            </a:r>
            <a:r>
              <a:rPr sz="1400" spc="-30" dirty="0">
                <a:solidFill>
                  <a:srgbClr val="3A3737"/>
                </a:solidFill>
                <a:latin typeface="Verdana"/>
                <a:cs typeface="Verdana"/>
              </a:rPr>
              <a:t>realizan</a:t>
            </a:r>
            <a:r>
              <a:rPr sz="1400" spc="-45" dirty="0">
                <a:solidFill>
                  <a:srgbClr val="3A3737"/>
                </a:solidFill>
                <a:latin typeface="Verdana"/>
                <a:cs typeface="Verdana"/>
              </a:rPr>
              <a:t> </a:t>
            </a:r>
            <a:r>
              <a:rPr sz="1400" spc="-65" dirty="0">
                <a:solidFill>
                  <a:srgbClr val="3A3737"/>
                </a:solidFill>
                <a:latin typeface="Verdana"/>
                <a:cs typeface="Verdana"/>
              </a:rPr>
              <a:t>los</a:t>
            </a:r>
            <a:r>
              <a:rPr sz="1400" spc="-35" dirty="0">
                <a:solidFill>
                  <a:srgbClr val="3A3737"/>
                </a:solidFill>
                <a:latin typeface="Verdana"/>
                <a:cs typeface="Verdana"/>
              </a:rPr>
              <a:t> </a:t>
            </a:r>
            <a:r>
              <a:rPr sz="1400" spc="-30" dirty="0">
                <a:solidFill>
                  <a:srgbClr val="3A3737"/>
                </a:solidFill>
                <a:latin typeface="Verdana"/>
                <a:cs typeface="Verdana"/>
              </a:rPr>
              <a:t>propios</a:t>
            </a:r>
            <a:r>
              <a:rPr sz="1400" spc="-45" dirty="0">
                <a:solidFill>
                  <a:srgbClr val="3A3737"/>
                </a:solidFill>
                <a:latin typeface="Verdana"/>
                <a:cs typeface="Verdana"/>
              </a:rPr>
              <a:t> </a:t>
            </a:r>
            <a:r>
              <a:rPr sz="1400" spc="-55" dirty="0">
                <a:solidFill>
                  <a:srgbClr val="3A3737"/>
                </a:solidFill>
                <a:latin typeface="Verdana"/>
                <a:cs typeface="Verdana"/>
              </a:rPr>
              <a:t>móviles,</a:t>
            </a:r>
            <a:r>
              <a:rPr sz="1400" spc="-40" dirty="0">
                <a:solidFill>
                  <a:srgbClr val="3A3737"/>
                </a:solidFill>
                <a:latin typeface="Verdana"/>
                <a:cs typeface="Verdana"/>
              </a:rPr>
              <a:t> </a:t>
            </a:r>
            <a:r>
              <a:rPr sz="1400" spc="-60" dirty="0">
                <a:solidFill>
                  <a:srgbClr val="3A3737"/>
                </a:solidFill>
                <a:latin typeface="Verdana"/>
                <a:cs typeface="Verdana"/>
              </a:rPr>
              <a:t>estos</a:t>
            </a:r>
            <a:r>
              <a:rPr sz="1400" spc="-40" dirty="0">
                <a:solidFill>
                  <a:srgbClr val="3A3737"/>
                </a:solidFill>
                <a:latin typeface="Verdana"/>
                <a:cs typeface="Verdana"/>
              </a:rPr>
              <a:t> </a:t>
            </a:r>
            <a:r>
              <a:rPr sz="1400" spc="-20" dirty="0">
                <a:solidFill>
                  <a:srgbClr val="3A3737"/>
                </a:solidFill>
                <a:latin typeface="Verdana"/>
                <a:cs typeface="Verdana"/>
              </a:rPr>
              <a:t>headsets </a:t>
            </a:r>
            <a:r>
              <a:rPr sz="1400" spc="-409" dirty="0">
                <a:solidFill>
                  <a:srgbClr val="3A3737"/>
                </a:solidFill>
                <a:latin typeface="Verdana"/>
                <a:cs typeface="Verdana"/>
              </a:rPr>
              <a:t> </a:t>
            </a:r>
            <a:r>
              <a:rPr sz="1400" spc="-50" dirty="0">
                <a:solidFill>
                  <a:srgbClr val="3A3737"/>
                </a:solidFill>
                <a:latin typeface="Verdana"/>
                <a:cs typeface="Verdana"/>
              </a:rPr>
              <a:t>son </a:t>
            </a:r>
            <a:r>
              <a:rPr sz="1400" spc="-10" dirty="0">
                <a:solidFill>
                  <a:srgbClr val="3A3737"/>
                </a:solidFill>
                <a:latin typeface="Verdana"/>
                <a:cs typeface="Verdana"/>
              </a:rPr>
              <a:t>perfectos </a:t>
            </a:r>
            <a:r>
              <a:rPr sz="1400" spc="25" dirty="0">
                <a:solidFill>
                  <a:srgbClr val="3A3737"/>
                </a:solidFill>
                <a:latin typeface="Verdana"/>
                <a:cs typeface="Verdana"/>
              </a:rPr>
              <a:t>para </a:t>
            </a:r>
            <a:r>
              <a:rPr sz="1400" spc="-65" dirty="0">
                <a:solidFill>
                  <a:srgbClr val="3A3737"/>
                </a:solidFill>
                <a:latin typeface="Verdana"/>
                <a:cs typeface="Verdana"/>
              </a:rPr>
              <a:t>los </a:t>
            </a:r>
            <a:r>
              <a:rPr sz="1400" spc="-25" dirty="0">
                <a:solidFill>
                  <a:srgbClr val="3A3737"/>
                </a:solidFill>
                <a:latin typeface="Verdana"/>
                <a:cs typeface="Verdana"/>
              </a:rPr>
              <a:t>videos/render </a:t>
            </a:r>
            <a:r>
              <a:rPr sz="1400" spc="-125" dirty="0">
                <a:solidFill>
                  <a:srgbClr val="3A3737"/>
                </a:solidFill>
                <a:latin typeface="Verdana"/>
                <a:cs typeface="Verdana"/>
              </a:rPr>
              <a:t>360º.</a:t>
            </a:r>
            <a:r>
              <a:rPr sz="1400" spc="-120" dirty="0">
                <a:solidFill>
                  <a:srgbClr val="3A3737"/>
                </a:solidFill>
                <a:latin typeface="Verdana"/>
                <a:cs typeface="Verdana"/>
              </a:rPr>
              <a:t> </a:t>
            </a:r>
            <a:r>
              <a:rPr sz="1400" spc="-10" dirty="0">
                <a:solidFill>
                  <a:srgbClr val="3A3737"/>
                </a:solidFill>
                <a:latin typeface="Verdana"/>
                <a:cs typeface="Verdana"/>
              </a:rPr>
              <a:t>La </a:t>
            </a:r>
            <a:r>
              <a:rPr sz="1400" spc="45" dirty="0">
                <a:solidFill>
                  <a:srgbClr val="3A3737"/>
                </a:solidFill>
                <a:latin typeface="Verdana"/>
                <a:cs typeface="Verdana"/>
              </a:rPr>
              <a:t>calidad </a:t>
            </a:r>
            <a:r>
              <a:rPr sz="1400" spc="70" dirty="0">
                <a:solidFill>
                  <a:srgbClr val="3A3737"/>
                </a:solidFill>
                <a:latin typeface="Verdana"/>
                <a:cs typeface="Verdana"/>
              </a:rPr>
              <a:t>de </a:t>
            </a:r>
            <a:r>
              <a:rPr sz="1400" spc="15" dirty="0">
                <a:solidFill>
                  <a:srgbClr val="3A3737"/>
                </a:solidFill>
                <a:latin typeface="Verdana"/>
                <a:cs typeface="Verdana"/>
              </a:rPr>
              <a:t>la </a:t>
            </a:r>
            <a:r>
              <a:rPr sz="1400" dirty="0">
                <a:solidFill>
                  <a:srgbClr val="3A3737"/>
                </a:solidFill>
                <a:latin typeface="Verdana"/>
                <a:cs typeface="Verdana"/>
              </a:rPr>
              <a:t>experiencia </a:t>
            </a:r>
            <a:r>
              <a:rPr sz="1400" spc="70" dirty="0">
                <a:solidFill>
                  <a:srgbClr val="3A3737"/>
                </a:solidFill>
                <a:latin typeface="Verdana"/>
                <a:cs typeface="Verdana"/>
              </a:rPr>
              <a:t>de </a:t>
            </a:r>
            <a:r>
              <a:rPr sz="1400" spc="75" dirty="0">
                <a:solidFill>
                  <a:srgbClr val="3A3737"/>
                </a:solidFill>
                <a:latin typeface="Verdana"/>
                <a:cs typeface="Verdana"/>
              </a:rPr>
              <a:t> </a:t>
            </a:r>
            <a:r>
              <a:rPr sz="1400" spc="5" dirty="0">
                <a:solidFill>
                  <a:srgbClr val="3A3737"/>
                </a:solidFill>
                <a:latin typeface="Verdana"/>
                <a:cs typeface="Verdana"/>
              </a:rPr>
              <a:t>realidad </a:t>
            </a:r>
            <a:r>
              <a:rPr sz="1400" spc="-60" dirty="0">
                <a:solidFill>
                  <a:srgbClr val="3A3737"/>
                </a:solidFill>
                <a:latin typeface="Verdana"/>
                <a:cs typeface="Verdana"/>
              </a:rPr>
              <a:t>virtual </a:t>
            </a:r>
            <a:r>
              <a:rPr sz="1400" spc="50" dirty="0">
                <a:solidFill>
                  <a:srgbClr val="3A3737"/>
                </a:solidFill>
                <a:latin typeface="Verdana"/>
                <a:cs typeface="Verdana"/>
              </a:rPr>
              <a:t>depende </a:t>
            </a:r>
            <a:r>
              <a:rPr sz="1400" spc="10" dirty="0">
                <a:solidFill>
                  <a:srgbClr val="3A3737"/>
                </a:solidFill>
                <a:latin typeface="Verdana"/>
                <a:cs typeface="Verdana"/>
              </a:rPr>
              <a:t>del </a:t>
            </a:r>
            <a:r>
              <a:rPr sz="1400" spc="-5" dirty="0">
                <a:solidFill>
                  <a:srgbClr val="3A3737"/>
                </a:solidFill>
                <a:latin typeface="Verdana"/>
                <a:cs typeface="Verdana"/>
              </a:rPr>
              <a:t>teléfono </a:t>
            </a:r>
            <a:r>
              <a:rPr sz="1400" spc="30" dirty="0">
                <a:solidFill>
                  <a:srgbClr val="3A3737"/>
                </a:solidFill>
                <a:latin typeface="Verdana"/>
                <a:cs typeface="Verdana"/>
              </a:rPr>
              <a:t>que </a:t>
            </a:r>
            <a:r>
              <a:rPr sz="1400" spc="-55" dirty="0">
                <a:solidFill>
                  <a:srgbClr val="3A3737"/>
                </a:solidFill>
                <a:latin typeface="Verdana"/>
                <a:cs typeface="Verdana"/>
              </a:rPr>
              <a:t>se </a:t>
            </a:r>
            <a:r>
              <a:rPr sz="1400" spc="-25" dirty="0">
                <a:solidFill>
                  <a:srgbClr val="3A3737"/>
                </a:solidFill>
                <a:latin typeface="Verdana"/>
                <a:cs typeface="Verdana"/>
              </a:rPr>
              <a:t>utilice </a:t>
            </a:r>
            <a:r>
              <a:rPr sz="1400" spc="-70" dirty="0">
                <a:solidFill>
                  <a:srgbClr val="3A3737"/>
                </a:solidFill>
                <a:latin typeface="Verdana"/>
                <a:cs typeface="Verdana"/>
              </a:rPr>
              <a:t>y </a:t>
            </a:r>
            <a:r>
              <a:rPr sz="1400" spc="40" dirty="0">
                <a:solidFill>
                  <a:srgbClr val="3A3737"/>
                </a:solidFill>
                <a:latin typeface="Verdana"/>
                <a:cs typeface="Verdana"/>
              </a:rPr>
              <a:t>dependen </a:t>
            </a:r>
            <a:r>
              <a:rPr sz="1400" spc="70" dirty="0">
                <a:solidFill>
                  <a:srgbClr val="3A3737"/>
                </a:solidFill>
                <a:latin typeface="Verdana"/>
                <a:cs typeface="Verdana"/>
              </a:rPr>
              <a:t>de </a:t>
            </a:r>
            <a:r>
              <a:rPr sz="1400" spc="-20" dirty="0">
                <a:solidFill>
                  <a:srgbClr val="3A3737"/>
                </a:solidFill>
                <a:latin typeface="Verdana"/>
                <a:cs typeface="Verdana"/>
              </a:rPr>
              <a:t>el tipo </a:t>
            </a:r>
            <a:r>
              <a:rPr sz="1400" spc="70" dirty="0">
                <a:solidFill>
                  <a:srgbClr val="3A3737"/>
                </a:solidFill>
                <a:latin typeface="Verdana"/>
                <a:cs typeface="Verdana"/>
              </a:rPr>
              <a:t>de </a:t>
            </a:r>
            <a:r>
              <a:rPr sz="1400" spc="75" dirty="0">
                <a:solidFill>
                  <a:srgbClr val="3A3737"/>
                </a:solidFill>
                <a:latin typeface="Verdana"/>
                <a:cs typeface="Verdana"/>
              </a:rPr>
              <a:t> </a:t>
            </a:r>
            <a:r>
              <a:rPr sz="1400" spc="10" dirty="0">
                <a:solidFill>
                  <a:srgbClr val="3A3737"/>
                </a:solidFill>
                <a:latin typeface="Verdana"/>
                <a:cs typeface="Verdana"/>
              </a:rPr>
              <a:t>pantalla</a:t>
            </a:r>
            <a:r>
              <a:rPr sz="1400" spc="-95" dirty="0">
                <a:solidFill>
                  <a:srgbClr val="3A3737"/>
                </a:solidFill>
                <a:latin typeface="Verdana"/>
                <a:cs typeface="Verdana"/>
              </a:rPr>
              <a:t> </a:t>
            </a:r>
            <a:r>
              <a:rPr sz="1400" spc="-70" dirty="0">
                <a:solidFill>
                  <a:srgbClr val="3A3737"/>
                </a:solidFill>
                <a:latin typeface="Verdana"/>
                <a:cs typeface="Verdana"/>
              </a:rPr>
              <a:t>y</a:t>
            </a:r>
            <a:r>
              <a:rPr sz="1400" spc="-85" dirty="0">
                <a:solidFill>
                  <a:srgbClr val="3A3737"/>
                </a:solidFill>
                <a:latin typeface="Verdana"/>
                <a:cs typeface="Verdana"/>
              </a:rPr>
              <a:t> </a:t>
            </a:r>
            <a:r>
              <a:rPr sz="1400" spc="-95" dirty="0">
                <a:solidFill>
                  <a:srgbClr val="3A3737"/>
                </a:solidFill>
                <a:latin typeface="Verdana"/>
                <a:cs typeface="Verdana"/>
              </a:rPr>
              <a:t>su</a:t>
            </a:r>
            <a:r>
              <a:rPr sz="1400" spc="-100" dirty="0">
                <a:solidFill>
                  <a:srgbClr val="3A3737"/>
                </a:solidFill>
                <a:latin typeface="Verdana"/>
                <a:cs typeface="Verdana"/>
              </a:rPr>
              <a:t> </a:t>
            </a:r>
            <a:r>
              <a:rPr sz="1400" spc="-30" dirty="0">
                <a:solidFill>
                  <a:srgbClr val="3A3737"/>
                </a:solidFill>
                <a:latin typeface="Verdana"/>
                <a:cs typeface="Verdana"/>
              </a:rPr>
              <a:t>resolución.</a:t>
            </a:r>
            <a:endParaRPr sz="1400" dirty="0">
              <a:latin typeface="Verdana"/>
              <a:cs typeface="Verdana"/>
            </a:endParaRPr>
          </a:p>
        </p:txBody>
      </p:sp>
      <p:pic>
        <p:nvPicPr>
          <p:cNvPr id="4" name="object 4"/>
          <p:cNvPicPr/>
          <p:nvPr/>
        </p:nvPicPr>
        <p:blipFill>
          <a:blip r:embed="rId2" cstate="print"/>
          <a:stretch>
            <a:fillRect/>
          </a:stretch>
        </p:blipFill>
        <p:spPr>
          <a:xfrm>
            <a:off x="1046226" y="3086636"/>
            <a:ext cx="7051548" cy="3142488"/>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854964" y="3190777"/>
            <a:ext cx="7434072" cy="2961131"/>
          </a:xfrm>
          <a:prstGeom prst="rect">
            <a:avLst/>
          </a:prstGeom>
        </p:spPr>
      </p:pic>
      <p:sp>
        <p:nvSpPr>
          <p:cNvPr id="3" name="object 3"/>
          <p:cNvSpPr txBox="1">
            <a:spLocks noGrp="1"/>
          </p:cNvSpPr>
          <p:nvPr>
            <p:ph type="title"/>
          </p:nvPr>
        </p:nvSpPr>
        <p:spPr>
          <a:xfrm>
            <a:off x="2133600" y="180339"/>
            <a:ext cx="4820285" cy="575310"/>
          </a:xfrm>
          <a:prstGeom prst="rect">
            <a:avLst/>
          </a:prstGeom>
        </p:spPr>
        <p:txBody>
          <a:bodyPr vert="horz" wrap="square" lIns="0" tIns="12700" rIns="0" bIns="0" rtlCol="0">
            <a:spAutoFit/>
          </a:bodyPr>
          <a:lstStyle/>
          <a:p>
            <a:pPr marL="12700">
              <a:spcBef>
                <a:spcPts val="100"/>
              </a:spcBef>
            </a:pPr>
            <a:r>
              <a:rPr spc="-65" dirty="0"/>
              <a:t>2.Introducción</a:t>
            </a:r>
            <a:r>
              <a:rPr spc="-55" dirty="0"/>
              <a:t> </a:t>
            </a:r>
            <a:r>
              <a:rPr spc="125" dirty="0"/>
              <a:t>a</a:t>
            </a:r>
            <a:r>
              <a:rPr spc="-25" dirty="0"/>
              <a:t> </a:t>
            </a:r>
            <a:r>
              <a:rPr dirty="0"/>
              <a:t>la</a:t>
            </a:r>
            <a:r>
              <a:rPr spc="-20" dirty="0"/>
              <a:t> </a:t>
            </a:r>
            <a:r>
              <a:rPr spc="-15" dirty="0"/>
              <a:t>Realidad</a:t>
            </a:r>
            <a:r>
              <a:rPr spc="-25" dirty="0"/>
              <a:t> </a:t>
            </a:r>
            <a:r>
              <a:rPr spc="-45" dirty="0"/>
              <a:t>Extendida</a:t>
            </a:r>
          </a:p>
          <a:p>
            <a:pPr marL="469900">
              <a:spcBef>
                <a:spcPts val="5"/>
              </a:spcBef>
            </a:pPr>
            <a:r>
              <a:rPr sz="1600" spc="-114" dirty="0"/>
              <a:t>Di</a:t>
            </a:r>
            <a:r>
              <a:rPr sz="1600" spc="-105" dirty="0"/>
              <a:t>s</a:t>
            </a:r>
            <a:r>
              <a:rPr sz="1600" spc="-20" dirty="0"/>
              <a:t>po</a:t>
            </a:r>
            <a:r>
              <a:rPr sz="1600" spc="-15" dirty="0"/>
              <a:t>s</a:t>
            </a:r>
            <a:r>
              <a:rPr sz="1600" spc="-85" dirty="0"/>
              <a:t>itivos</a:t>
            </a:r>
            <a:r>
              <a:rPr sz="1600" spc="-5" dirty="0"/>
              <a:t> </a:t>
            </a:r>
            <a:r>
              <a:rPr sz="1600" spc="-140" dirty="0"/>
              <a:t>VR</a:t>
            </a:r>
            <a:r>
              <a:rPr sz="1600" spc="-70" dirty="0"/>
              <a:t>:</a:t>
            </a:r>
            <a:r>
              <a:rPr sz="1600" spc="-10" dirty="0"/>
              <a:t> </a:t>
            </a:r>
            <a:r>
              <a:rPr sz="1600" spc="-60" dirty="0"/>
              <a:t>Stand</a:t>
            </a:r>
            <a:r>
              <a:rPr sz="1600" spc="15" dirty="0"/>
              <a:t> </a:t>
            </a:r>
            <a:r>
              <a:rPr sz="1600" spc="80" dirty="0"/>
              <a:t>A</a:t>
            </a:r>
            <a:r>
              <a:rPr sz="1600" spc="-20" dirty="0"/>
              <a:t>lone</a:t>
            </a:r>
            <a:endParaRPr sz="1600" dirty="0"/>
          </a:p>
        </p:txBody>
      </p:sp>
      <p:sp>
        <p:nvSpPr>
          <p:cNvPr id="4" name="object 4"/>
          <p:cNvSpPr txBox="1"/>
          <p:nvPr/>
        </p:nvSpPr>
        <p:spPr>
          <a:xfrm>
            <a:off x="372223" y="990600"/>
            <a:ext cx="8390777" cy="1939826"/>
          </a:xfrm>
          <a:prstGeom prst="rect">
            <a:avLst/>
          </a:prstGeom>
        </p:spPr>
        <p:txBody>
          <a:bodyPr vert="horz" wrap="square" lIns="0" tIns="13335" rIns="0" bIns="0" rtlCol="0">
            <a:spAutoFit/>
          </a:bodyPr>
          <a:lstStyle/>
          <a:p>
            <a:pPr marL="184785" marR="5080" indent="-172720" algn="just">
              <a:lnSpc>
                <a:spcPct val="107200"/>
              </a:lnSpc>
              <a:spcBef>
                <a:spcPts val="105"/>
              </a:spcBef>
              <a:buFont typeface="Arial MT"/>
              <a:buChar char="•"/>
              <a:tabLst>
                <a:tab pos="185420" algn="l"/>
              </a:tabLst>
            </a:pPr>
            <a:r>
              <a:rPr sz="1400" spc="-80" dirty="0">
                <a:solidFill>
                  <a:srgbClr val="3A3737"/>
                </a:solidFill>
                <a:latin typeface="Verdana"/>
                <a:cs typeface="Verdana"/>
              </a:rPr>
              <a:t>Se </a:t>
            </a:r>
            <a:r>
              <a:rPr sz="1400" spc="-25" dirty="0">
                <a:solidFill>
                  <a:srgbClr val="3A3737"/>
                </a:solidFill>
                <a:latin typeface="Verdana"/>
                <a:cs typeface="Verdana"/>
              </a:rPr>
              <a:t>trata </a:t>
            </a:r>
            <a:r>
              <a:rPr sz="1400" spc="70" dirty="0">
                <a:solidFill>
                  <a:srgbClr val="3A3737"/>
                </a:solidFill>
                <a:latin typeface="Verdana"/>
                <a:cs typeface="Verdana"/>
              </a:rPr>
              <a:t>de </a:t>
            </a:r>
            <a:r>
              <a:rPr sz="1400" spc="-20" dirty="0">
                <a:solidFill>
                  <a:srgbClr val="3A3737"/>
                </a:solidFill>
                <a:latin typeface="Verdana"/>
                <a:cs typeface="Verdana"/>
              </a:rPr>
              <a:t>headsets </a:t>
            </a:r>
            <a:r>
              <a:rPr sz="1400" spc="-5" dirty="0">
                <a:solidFill>
                  <a:srgbClr val="3A3737"/>
                </a:solidFill>
                <a:latin typeface="Verdana"/>
                <a:cs typeface="Verdana"/>
              </a:rPr>
              <a:t>independientes </a:t>
            </a:r>
            <a:r>
              <a:rPr sz="1400" spc="-20" dirty="0">
                <a:solidFill>
                  <a:srgbClr val="3A3737"/>
                </a:solidFill>
                <a:latin typeface="Verdana"/>
                <a:cs typeface="Verdana"/>
              </a:rPr>
              <a:t>plug-and-play, </a:t>
            </a:r>
            <a:r>
              <a:rPr sz="1400" spc="-50" dirty="0">
                <a:solidFill>
                  <a:srgbClr val="3A3737"/>
                </a:solidFill>
                <a:latin typeface="Verdana"/>
                <a:cs typeface="Verdana"/>
              </a:rPr>
              <a:t>es </a:t>
            </a:r>
            <a:r>
              <a:rPr sz="1400" spc="-15" dirty="0">
                <a:solidFill>
                  <a:srgbClr val="3A3737"/>
                </a:solidFill>
                <a:latin typeface="Verdana"/>
                <a:cs typeface="Verdana"/>
              </a:rPr>
              <a:t>decir, </a:t>
            </a:r>
            <a:r>
              <a:rPr sz="1400" spc="15" dirty="0">
                <a:solidFill>
                  <a:srgbClr val="3A3737"/>
                </a:solidFill>
                <a:latin typeface="Verdana"/>
                <a:cs typeface="Verdana"/>
              </a:rPr>
              <a:t>no </a:t>
            </a:r>
            <a:r>
              <a:rPr sz="1400" spc="-25" dirty="0">
                <a:solidFill>
                  <a:srgbClr val="3A3737"/>
                </a:solidFill>
                <a:latin typeface="Verdana"/>
                <a:cs typeface="Verdana"/>
              </a:rPr>
              <a:t>requieren </a:t>
            </a:r>
            <a:r>
              <a:rPr sz="1400" spc="70" dirty="0">
                <a:solidFill>
                  <a:srgbClr val="3A3737"/>
                </a:solidFill>
                <a:latin typeface="Verdana"/>
                <a:cs typeface="Verdana"/>
              </a:rPr>
              <a:t>de </a:t>
            </a:r>
            <a:r>
              <a:rPr sz="1400" spc="75" dirty="0">
                <a:solidFill>
                  <a:srgbClr val="3A3737"/>
                </a:solidFill>
                <a:latin typeface="Verdana"/>
                <a:cs typeface="Verdana"/>
              </a:rPr>
              <a:t> </a:t>
            </a:r>
            <a:r>
              <a:rPr sz="1400" spc="60" dirty="0">
                <a:solidFill>
                  <a:srgbClr val="3A3737"/>
                </a:solidFill>
                <a:latin typeface="Verdana"/>
                <a:cs typeface="Verdana"/>
              </a:rPr>
              <a:t>nada </a:t>
            </a:r>
            <a:r>
              <a:rPr sz="1400" spc="-35" dirty="0">
                <a:solidFill>
                  <a:srgbClr val="3A3737"/>
                </a:solidFill>
                <a:latin typeface="Verdana"/>
                <a:cs typeface="Verdana"/>
              </a:rPr>
              <a:t>más</a:t>
            </a:r>
            <a:r>
              <a:rPr sz="1400" spc="-30" dirty="0">
                <a:solidFill>
                  <a:srgbClr val="3A3737"/>
                </a:solidFill>
                <a:latin typeface="Verdana"/>
                <a:cs typeface="Verdana"/>
              </a:rPr>
              <a:t> </a:t>
            </a:r>
            <a:r>
              <a:rPr sz="1400" spc="25" dirty="0">
                <a:solidFill>
                  <a:srgbClr val="3A3737"/>
                </a:solidFill>
                <a:latin typeface="Verdana"/>
                <a:cs typeface="Verdana"/>
              </a:rPr>
              <a:t>para</a:t>
            </a:r>
            <a:r>
              <a:rPr sz="1400" spc="30" dirty="0">
                <a:solidFill>
                  <a:srgbClr val="3A3737"/>
                </a:solidFill>
                <a:latin typeface="Verdana"/>
                <a:cs typeface="Verdana"/>
              </a:rPr>
              <a:t> </a:t>
            </a:r>
            <a:r>
              <a:rPr sz="1400" spc="20" dirty="0">
                <a:solidFill>
                  <a:srgbClr val="3A3737"/>
                </a:solidFill>
                <a:latin typeface="Verdana"/>
                <a:cs typeface="Verdana"/>
              </a:rPr>
              <a:t>poder</a:t>
            </a:r>
            <a:r>
              <a:rPr sz="1400" spc="25" dirty="0">
                <a:solidFill>
                  <a:srgbClr val="3A3737"/>
                </a:solidFill>
                <a:latin typeface="Verdana"/>
                <a:cs typeface="Verdana"/>
              </a:rPr>
              <a:t> </a:t>
            </a:r>
            <a:r>
              <a:rPr sz="1400" spc="-70" dirty="0">
                <a:solidFill>
                  <a:srgbClr val="3A3737"/>
                </a:solidFill>
                <a:latin typeface="Verdana"/>
                <a:cs typeface="Verdana"/>
              </a:rPr>
              <a:t>utilizarlos</a:t>
            </a:r>
            <a:r>
              <a:rPr sz="1400" spc="-65" dirty="0">
                <a:solidFill>
                  <a:srgbClr val="3A3737"/>
                </a:solidFill>
                <a:latin typeface="Verdana"/>
                <a:cs typeface="Verdana"/>
              </a:rPr>
              <a:t> </a:t>
            </a:r>
            <a:r>
              <a:rPr sz="1400" spc="10" dirty="0">
                <a:solidFill>
                  <a:srgbClr val="3A3737"/>
                </a:solidFill>
                <a:latin typeface="Verdana"/>
                <a:cs typeface="Verdana"/>
              </a:rPr>
              <a:t>ya</a:t>
            </a:r>
            <a:r>
              <a:rPr sz="1400" spc="15" dirty="0">
                <a:solidFill>
                  <a:srgbClr val="3A3737"/>
                </a:solidFill>
                <a:latin typeface="Verdana"/>
                <a:cs typeface="Verdana"/>
              </a:rPr>
              <a:t> </a:t>
            </a:r>
            <a:r>
              <a:rPr sz="1400" spc="30" dirty="0">
                <a:solidFill>
                  <a:srgbClr val="3A3737"/>
                </a:solidFill>
                <a:latin typeface="Verdana"/>
                <a:cs typeface="Verdana"/>
              </a:rPr>
              <a:t>que</a:t>
            </a:r>
            <a:r>
              <a:rPr sz="1400" spc="35" dirty="0">
                <a:solidFill>
                  <a:srgbClr val="3A3737"/>
                </a:solidFill>
                <a:latin typeface="Verdana"/>
                <a:cs typeface="Verdana"/>
              </a:rPr>
              <a:t> </a:t>
            </a:r>
            <a:r>
              <a:rPr sz="1400" spc="-25" dirty="0">
                <a:solidFill>
                  <a:srgbClr val="3A3737"/>
                </a:solidFill>
                <a:latin typeface="Verdana"/>
                <a:cs typeface="Verdana"/>
              </a:rPr>
              <a:t>tienen</a:t>
            </a:r>
            <a:r>
              <a:rPr sz="1400" spc="-20" dirty="0">
                <a:solidFill>
                  <a:srgbClr val="3A3737"/>
                </a:solidFill>
                <a:latin typeface="Verdana"/>
                <a:cs typeface="Verdana"/>
              </a:rPr>
              <a:t> </a:t>
            </a:r>
            <a:r>
              <a:rPr sz="1400" spc="-5" dirty="0">
                <a:solidFill>
                  <a:srgbClr val="3A3737"/>
                </a:solidFill>
                <a:latin typeface="Verdana"/>
                <a:cs typeface="Verdana"/>
              </a:rPr>
              <a:t>procesadores</a:t>
            </a:r>
            <a:r>
              <a:rPr sz="1400" dirty="0">
                <a:solidFill>
                  <a:srgbClr val="3A3737"/>
                </a:solidFill>
                <a:latin typeface="Verdana"/>
                <a:cs typeface="Verdana"/>
              </a:rPr>
              <a:t> </a:t>
            </a:r>
            <a:r>
              <a:rPr sz="1400" spc="-25" dirty="0">
                <a:solidFill>
                  <a:srgbClr val="3A3737"/>
                </a:solidFill>
                <a:latin typeface="Verdana"/>
                <a:cs typeface="Verdana"/>
              </a:rPr>
              <a:t>integrados, </a:t>
            </a:r>
            <a:r>
              <a:rPr sz="1400" spc="-20" dirty="0">
                <a:solidFill>
                  <a:srgbClr val="3A3737"/>
                </a:solidFill>
                <a:latin typeface="Verdana"/>
                <a:cs typeface="Verdana"/>
              </a:rPr>
              <a:t> </a:t>
            </a:r>
            <a:r>
              <a:rPr sz="1400" spc="-70" dirty="0">
                <a:solidFill>
                  <a:srgbClr val="3A3737"/>
                </a:solidFill>
                <a:latin typeface="Verdana"/>
                <a:cs typeface="Verdana"/>
              </a:rPr>
              <a:t>sensores, </a:t>
            </a:r>
            <a:r>
              <a:rPr sz="1400" spc="-10" dirty="0">
                <a:solidFill>
                  <a:srgbClr val="3A3737"/>
                </a:solidFill>
                <a:latin typeface="Verdana"/>
                <a:cs typeface="Verdana"/>
              </a:rPr>
              <a:t>batería, </a:t>
            </a:r>
            <a:r>
              <a:rPr sz="1400" spc="-20" dirty="0">
                <a:solidFill>
                  <a:srgbClr val="3A3737"/>
                </a:solidFill>
                <a:latin typeface="Verdana"/>
                <a:cs typeface="Verdana"/>
              </a:rPr>
              <a:t>memoria </a:t>
            </a:r>
            <a:r>
              <a:rPr sz="1400" spc="70" dirty="0">
                <a:solidFill>
                  <a:srgbClr val="3A3737"/>
                </a:solidFill>
                <a:latin typeface="Verdana"/>
                <a:cs typeface="Verdana"/>
              </a:rPr>
              <a:t>de </a:t>
            </a:r>
            <a:r>
              <a:rPr sz="1400" spc="15" dirty="0">
                <a:solidFill>
                  <a:srgbClr val="3A3737"/>
                </a:solidFill>
                <a:latin typeface="Verdana"/>
                <a:cs typeface="Verdana"/>
              </a:rPr>
              <a:t>almacenamiento </a:t>
            </a:r>
            <a:r>
              <a:rPr sz="1400" spc="-70" dirty="0">
                <a:solidFill>
                  <a:srgbClr val="3A3737"/>
                </a:solidFill>
                <a:latin typeface="Verdana"/>
                <a:cs typeface="Verdana"/>
              </a:rPr>
              <a:t>y </a:t>
            </a:r>
            <a:r>
              <a:rPr sz="1400" spc="15" dirty="0">
                <a:solidFill>
                  <a:srgbClr val="3A3737"/>
                </a:solidFill>
                <a:latin typeface="Verdana"/>
                <a:cs typeface="Verdana"/>
              </a:rPr>
              <a:t>la </a:t>
            </a:r>
            <a:r>
              <a:rPr sz="1400" dirty="0">
                <a:solidFill>
                  <a:srgbClr val="3A3737"/>
                </a:solidFill>
                <a:latin typeface="Verdana"/>
                <a:cs typeface="Verdana"/>
              </a:rPr>
              <a:t>pantalla, </a:t>
            </a:r>
            <a:r>
              <a:rPr sz="1400" spc="-15" dirty="0">
                <a:solidFill>
                  <a:srgbClr val="3A3737"/>
                </a:solidFill>
                <a:latin typeface="Verdana"/>
                <a:cs typeface="Verdana"/>
              </a:rPr>
              <a:t>por </a:t>
            </a:r>
            <a:r>
              <a:rPr sz="1400" spc="-10" dirty="0">
                <a:solidFill>
                  <a:srgbClr val="3A3737"/>
                </a:solidFill>
                <a:latin typeface="Verdana"/>
                <a:cs typeface="Verdana"/>
              </a:rPr>
              <a:t>lo </a:t>
            </a:r>
            <a:r>
              <a:rPr sz="1400" spc="30" dirty="0">
                <a:solidFill>
                  <a:srgbClr val="3A3737"/>
                </a:solidFill>
                <a:latin typeface="Verdana"/>
                <a:cs typeface="Verdana"/>
              </a:rPr>
              <a:t>que </a:t>
            </a:r>
            <a:r>
              <a:rPr sz="1400" spc="10" dirty="0">
                <a:solidFill>
                  <a:srgbClr val="3A3737"/>
                </a:solidFill>
                <a:latin typeface="Verdana"/>
                <a:cs typeface="Verdana"/>
              </a:rPr>
              <a:t>no </a:t>
            </a:r>
            <a:r>
              <a:rPr sz="1400" spc="15" dirty="0">
                <a:solidFill>
                  <a:srgbClr val="3A3737"/>
                </a:solidFill>
                <a:latin typeface="Verdana"/>
                <a:cs typeface="Verdana"/>
              </a:rPr>
              <a:t> </a:t>
            </a:r>
            <a:r>
              <a:rPr sz="1400" spc="-25" dirty="0">
                <a:solidFill>
                  <a:srgbClr val="3A3737"/>
                </a:solidFill>
                <a:latin typeface="Verdana"/>
                <a:cs typeface="Verdana"/>
              </a:rPr>
              <a:t>requieren</a:t>
            </a:r>
            <a:r>
              <a:rPr sz="1400" spc="-105" dirty="0">
                <a:solidFill>
                  <a:srgbClr val="3A3737"/>
                </a:solidFill>
                <a:latin typeface="Verdana"/>
                <a:cs typeface="Verdana"/>
              </a:rPr>
              <a:t> </a:t>
            </a:r>
            <a:r>
              <a:rPr sz="1400" spc="10" dirty="0">
                <a:solidFill>
                  <a:srgbClr val="3A3737"/>
                </a:solidFill>
                <a:latin typeface="Verdana"/>
                <a:cs typeface="Verdana"/>
              </a:rPr>
              <a:t>una</a:t>
            </a:r>
            <a:r>
              <a:rPr sz="1400" spc="-85" dirty="0">
                <a:solidFill>
                  <a:srgbClr val="3A3737"/>
                </a:solidFill>
                <a:latin typeface="Verdana"/>
                <a:cs typeface="Verdana"/>
              </a:rPr>
              <a:t> </a:t>
            </a:r>
            <a:r>
              <a:rPr sz="1400" dirty="0">
                <a:solidFill>
                  <a:srgbClr val="3A3737"/>
                </a:solidFill>
                <a:latin typeface="Verdana"/>
                <a:cs typeface="Verdana"/>
              </a:rPr>
              <a:t>conexión</a:t>
            </a:r>
            <a:r>
              <a:rPr sz="1400" spc="-55" dirty="0">
                <a:solidFill>
                  <a:srgbClr val="3A3737"/>
                </a:solidFill>
                <a:latin typeface="Verdana"/>
                <a:cs typeface="Verdana"/>
              </a:rPr>
              <a:t> </a:t>
            </a:r>
            <a:r>
              <a:rPr sz="1400" spc="95" dirty="0">
                <a:solidFill>
                  <a:srgbClr val="3A3737"/>
                </a:solidFill>
                <a:latin typeface="Verdana"/>
                <a:cs typeface="Verdana"/>
              </a:rPr>
              <a:t>a</a:t>
            </a:r>
            <a:r>
              <a:rPr sz="1400" spc="-85" dirty="0">
                <a:solidFill>
                  <a:srgbClr val="3A3737"/>
                </a:solidFill>
                <a:latin typeface="Verdana"/>
                <a:cs typeface="Verdana"/>
              </a:rPr>
              <a:t> </a:t>
            </a:r>
            <a:r>
              <a:rPr sz="1400" spc="-30" dirty="0">
                <a:solidFill>
                  <a:srgbClr val="3A3737"/>
                </a:solidFill>
                <a:latin typeface="Verdana"/>
                <a:cs typeface="Verdana"/>
              </a:rPr>
              <a:t>un</a:t>
            </a:r>
            <a:r>
              <a:rPr sz="1400" spc="-90" dirty="0">
                <a:solidFill>
                  <a:srgbClr val="3A3737"/>
                </a:solidFill>
                <a:latin typeface="Verdana"/>
                <a:cs typeface="Verdana"/>
              </a:rPr>
              <a:t> </a:t>
            </a:r>
            <a:r>
              <a:rPr sz="1400" spc="55" dirty="0">
                <a:solidFill>
                  <a:srgbClr val="3A3737"/>
                </a:solidFill>
                <a:latin typeface="Verdana"/>
                <a:cs typeface="Verdana"/>
              </a:rPr>
              <a:t>PC</a:t>
            </a:r>
            <a:r>
              <a:rPr sz="1400" spc="-75" dirty="0">
                <a:solidFill>
                  <a:srgbClr val="3A3737"/>
                </a:solidFill>
                <a:latin typeface="Verdana"/>
                <a:cs typeface="Verdana"/>
              </a:rPr>
              <a:t> </a:t>
            </a:r>
            <a:r>
              <a:rPr sz="1400" spc="55" dirty="0">
                <a:solidFill>
                  <a:srgbClr val="3A3737"/>
                </a:solidFill>
                <a:latin typeface="Verdana"/>
                <a:cs typeface="Verdana"/>
              </a:rPr>
              <a:t>o</a:t>
            </a:r>
            <a:r>
              <a:rPr sz="1400" spc="-75" dirty="0">
                <a:solidFill>
                  <a:srgbClr val="3A3737"/>
                </a:solidFill>
                <a:latin typeface="Verdana"/>
                <a:cs typeface="Verdana"/>
              </a:rPr>
              <a:t> </a:t>
            </a:r>
            <a:r>
              <a:rPr sz="1400" spc="-35" dirty="0">
                <a:solidFill>
                  <a:srgbClr val="3A3737"/>
                </a:solidFill>
                <a:latin typeface="Verdana"/>
                <a:cs typeface="Verdana"/>
              </a:rPr>
              <a:t>smartphones</a:t>
            </a:r>
            <a:r>
              <a:rPr sz="1400" spc="-55" dirty="0">
                <a:solidFill>
                  <a:srgbClr val="3A3737"/>
                </a:solidFill>
                <a:latin typeface="Verdana"/>
                <a:cs typeface="Verdana"/>
              </a:rPr>
              <a:t> </a:t>
            </a:r>
            <a:r>
              <a:rPr sz="1400" spc="-15" dirty="0">
                <a:solidFill>
                  <a:srgbClr val="3A3737"/>
                </a:solidFill>
                <a:latin typeface="Verdana"/>
                <a:cs typeface="Verdana"/>
              </a:rPr>
              <a:t>por</a:t>
            </a:r>
            <a:r>
              <a:rPr sz="1400" spc="-70" dirty="0">
                <a:solidFill>
                  <a:srgbClr val="3A3737"/>
                </a:solidFill>
                <a:latin typeface="Verdana"/>
                <a:cs typeface="Verdana"/>
              </a:rPr>
              <a:t> </a:t>
            </a:r>
            <a:r>
              <a:rPr sz="1400" spc="-10" dirty="0">
                <a:solidFill>
                  <a:srgbClr val="3A3737"/>
                </a:solidFill>
                <a:latin typeface="Verdana"/>
                <a:cs typeface="Verdana"/>
              </a:rPr>
              <a:t>lo</a:t>
            </a:r>
            <a:r>
              <a:rPr sz="1400" spc="-120" dirty="0">
                <a:solidFill>
                  <a:srgbClr val="3A3737"/>
                </a:solidFill>
                <a:latin typeface="Verdana"/>
                <a:cs typeface="Verdana"/>
              </a:rPr>
              <a:t> </a:t>
            </a:r>
            <a:r>
              <a:rPr sz="1400" spc="30" dirty="0">
                <a:solidFill>
                  <a:srgbClr val="3A3737"/>
                </a:solidFill>
                <a:latin typeface="Verdana"/>
                <a:cs typeface="Verdana"/>
              </a:rPr>
              <a:t>que</a:t>
            </a:r>
            <a:r>
              <a:rPr sz="1400" spc="-95" dirty="0">
                <a:solidFill>
                  <a:srgbClr val="3A3737"/>
                </a:solidFill>
                <a:latin typeface="Verdana"/>
                <a:cs typeface="Verdana"/>
              </a:rPr>
              <a:t> </a:t>
            </a:r>
            <a:r>
              <a:rPr sz="1400" spc="-5" dirty="0">
                <a:solidFill>
                  <a:srgbClr val="3A3737"/>
                </a:solidFill>
                <a:latin typeface="Verdana"/>
                <a:cs typeface="Verdana"/>
              </a:rPr>
              <a:t>también</a:t>
            </a:r>
            <a:r>
              <a:rPr sz="1400" spc="-60" dirty="0">
                <a:solidFill>
                  <a:srgbClr val="3A3737"/>
                </a:solidFill>
                <a:latin typeface="Verdana"/>
                <a:cs typeface="Verdana"/>
              </a:rPr>
              <a:t> </a:t>
            </a:r>
            <a:r>
              <a:rPr sz="1400" spc="-50" dirty="0">
                <a:solidFill>
                  <a:srgbClr val="3A3737"/>
                </a:solidFill>
                <a:latin typeface="Verdana"/>
                <a:cs typeface="Verdana"/>
              </a:rPr>
              <a:t>son</a:t>
            </a:r>
            <a:r>
              <a:rPr sz="1400" spc="-85" dirty="0">
                <a:solidFill>
                  <a:srgbClr val="3A3737"/>
                </a:solidFill>
                <a:latin typeface="Verdana"/>
                <a:cs typeface="Verdana"/>
              </a:rPr>
              <a:t> </a:t>
            </a:r>
            <a:r>
              <a:rPr sz="1400" spc="-75" dirty="0">
                <a:solidFill>
                  <a:srgbClr val="3A3737"/>
                </a:solidFill>
                <a:latin typeface="Verdana"/>
                <a:cs typeface="Verdana"/>
              </a:rPr>
              <a:t>Wireless.</a:t>
            </a:r>
            <a:endParaRPr sz="1400" dirty="0">
              <a:latin typeface="Verdana"/>
              <a:cs typeface="Verdana"/>
            </a:endParaRPr>
          </a:p>
          <a:p>
            <a:pPr marL="184785" marR="5080" indent="-172720" algn="just">
              <a:lnSpc>
                <a:spcPct val="107000"/>
              </a:lnSpc>
              <a:spcBef>
                <a:spcPts val="795"/>
              </a:spcBef>
              <a:buFont typeface="Arial MT"/>
              <a:buChar char="•"/>
              <a:tabLst>
                <a:tab pos="185420" algn="l"/>
              </a:tabLst>
            </a:pPr>
            <a:r>
              <a:rPr sz="1400" spc="-140" dirty="0">
                <a:solidFill>
                  <a:srgbClr val="3A3737"/>
                </a:solidFill>
                <a:latin typeface="Verdana"/>
                <a:cs typeface="Verdana"/>
              </a:rPr>
              <a:t>Es </a:t>
            </a:r>
            <a:r>
              <a:rPr sz="1400" spc="-15" dirty="0">
                <a:solidFill>
                  <a:srgbClr val="3A3737"/>
                </a:solidFill>
                <a:latin typeface="Verdana"/>
                <a:cs typeface="Verdana"/>
              </a:rPr>
              <a:t>ahí </a:t>
            </a:r>
            <a:r>
              <a:rPr sz="1400" spc="45" dirty="0">
                <a:solidFill>
                  <a:srgbClr val="3A3737"/>
                </a:solidFill>
                <a:latin typeface="Verdana"/>
                <a:cs typeface="Verdana"/>
              </a:rPr>
              <a:t>donde </a:t>
            </a:r>
            <a:r>
              <a:rPr sz="1400" spc="-40" dirty="0">
                <a:solidFill>
                  <a:srgbClr val="3A3737"/>
                </a:solidFill>
                <a:latin typeface="Verdana"/>
                <a:cs typeface="Verdana"/>
              </a:rPr>
              <a:t>residen </a:t>
            </a:r>
            <a:r>
              <a:rPr sz="1400" spc="-125" dirty="0">
                <a:solidFill>
                  <a:srgbClr val="3A3737"/>
                </a:solidFill>
                <a:latin typeface="Verdana"/>
                <a:cs typeface="Verdana"/>
              </a:rPr>
              <a:t>sus </a:t>
            </a:r>
            <a:r>
              <a:rPr sz="1400" spc="-50" dirty="0">
                <a:solidFill>
                  <a:srgbClr val="3A3737"/>
                </a:solidFill>
                <a:latin typeface="Verdana"/>
                <a:cs typeface="Verdana"/>
              </a:rPr>
              <a:t>fortalezas; </a:t>
            </a:r>
            <a:r>
              <a:rPr sz="1400" spc="15" dirty="0">
                <a:solidFill>
                  <a:srgbClr val="3A3737"/>
                </a:solidFill>
                <a:latin typeface="Verdana"/>
                <a:cs typeface="Verdana"/>
              </a:rPr>
              <a:t>no </a:t>
            </a:r>
            <a:r>
              <a:rPr sz="1400" spc="-50" dirty="0">
                <a:solidFill>
                  <a:srgbClr val="3A3737"/>
                </a:solidFill>
                <a:latin typeface="Verdana"/>
                <a:cs typeface="Verdana"/>
              </a:rPr>
              <a:t>son muy </a:t>
            </a:r>
            <a:r>
              <a:rPr sz="1400" spc="-25" dirty="0">
                <a:solidFill>
                  <a:srgbClr val="3A3737"/>
                </a:solidFill>
                <a:latin typeface="Verdana"/>
                <a:cs typeface="Verdana"/>
              </a:rPr>
              <a:t>caros, </a:t>
            </a:r>
            <a:r>
              <a:rPr sz="1400" spc="15" dirty="0">
                <a:solidFill>
                  <a:srgbClr val="3A3737"/>
                </a:solidFill>
                <a:latin typeface="Verdana"/>
                <a:cs typeface="Verdana"/>
              </a:rPr>
              <a:t>no </a:t>
            </a:r>
            <a:r>
              <a:rPr sz="1400" spc="-20" dirty="0">
                <a:solidFill>
                  <a:srgbClr val="3A3737"/>
                </a:solidFill>
                <a:latin typeface="Verdana"/>
                <a:cs typeface="Verdana"/>
              </a:rPr>
              <a:t>necesitas </a:t>
            </a:r>
            <a:r>
              <a:rPr sz="1400" spc="60" dirty="0">
                <a:solidFill>
                  <a:srgbClr val="3A3737"/>
                </a:solidFill>
                <a:latin typeface="Verdana"/>
                <a:cs typeface="Verdana"/>
              </a:rPr>
              <a:t>nada </a:t>
            </a:r>
            <a:r>
              <a:rPr sz="1400" spc="-35" dirty="0">
                <a:solidFill>
                  <a:srgbClr val="3A3737"/>
                </a:solidFill>
                <a:latin typeface="Verdana"/>
                <a:cs typeface="Verdana"/>
              </a:rPr>
              <a:t>más </a:t>
            </a:r>
            <a:r>
              <a:rPr sz="1400" spc="-70" dirty="0">
                <a:solidFill>
                  <a:srgbClr val="3A3737"/>
                </a:solidFill>
                <a:latin typeface="Verdana"/>
                <a:cs typeface="Verdana"/>
              </a:rPr>
              <a:t>y </a:t>
            </a:r>
            <a:r>
              <a:rPr sz="1400" spc="-65" dirty="0">
                <a:solidFill>
                  <a:srgbClr val="3A3737"/>
                </a:solidFill>
                <a:latin typeface="Verdana"/>
                <a:cs typeface="Verdana"/>
              </a:rPr>
              <a:t> </a:t>
            </a:r>
            <a:r>
              <a:rPr sz="1400" spc="10" dirty="0">
                <a:solidFill>
                  <a:srgbClr val="3A3737"/>
                </a:solidFill>
                <a:latin typeface="Verdana"/>
                <a:cs typeface="Verdana"/>
              </a:rPr>
              <a:t>no </a:t>
            </a:r>
            <a:r>
              <a:rPr sz="1400" spc="-20" dirty="0">
                <a:solidFill>
                  <a:srgbClr val="3A3737"/>
                </a:solidFill>
                <a:latin typeface="Verdana"/>
                <a:cs typeface="Verdana"/>
              </a:rPr>
              <a:t>llevan </a:t>
            </a:r>
            <a:r>
              <a:rPr sz="1400" spc="5" dirty="0">
                <a:solidFill>
                  <a:srgbClr val="3A3737"/>
                </a:solidFill>
                <a:latin typeface="Verdana"/>
                <a:cs typeface="Verdana"/>
              </a:rPr>
              <a:t>cables. </a:t>
            </a:r>
            <a:r>
              <a:rPr sz="1400" spc="-160" dirty="0">
                <a:solidFill>
                  <a:srgbClr val="3A3737"/>
                </a:solidFill>
                <a:latin typeface="Verdana"/>
                <a:cs typeface="Verdana"/>
              </a:rPr>
              <a:t>Si</a:t>
            </a:r>
            <a:r>
              <a:rPr sz="1400" spc="-155" dirty="0">
                <a:solidFill>
                  <a:srgbClr val="3A3737"/>
                </a:solidFill>
                <a:latin typeface="Verdana"/>
                <a:cs typeface="Verdana"/>
              </a:rPr>
              <a:t> </a:t>
            </a:r>
            <a:r>
              <a:rPr sz="1400" dirty="0">
                <a:solidFill>
                  <a:srgbClr val="3A3737"/>
                </a:solidFill>
                <a:latin typeface="Verdana"/>
                <a:cs typeface="Verdana"/>
              </a:rPr>
              <a:t>bien </a:t>
            </a:r>
            <a:r>
              <a:rPr sz="1400" spc="-50" dirty="0">
                <a:solidFill>
                  <a:srgbClr val="3A3737"/>
                </a:solidFill>
                <a:latin typeface="Verdana"/>
                <a:cs typeface="Verdana"/>
              </a:rPr>
              <a:t>es </a:t>
            </a:r>
            <a:r>
              <a:rPr sz="1400" spc="-15" dirty="0">
                <a:solidFill>
                  <a:srgbClr val="3A3737"/>
                </a:solidFill>
                <a:latin typeface="Verdana"/>
                <a:cs typeface="Verdana"/>
              </a:rPr>
              <a:t>cierto </a:t>
            </a:r>
            <a:r>
              <a:rPr sz="1400" spc="30" dirty="0">
                <a:solidFill>
                  <a:srgbClr val="3A3737"/>
                </a:solidFill>
                <a:latin typeface="Verdana"/>
                <a:cs typeface="Verdana"/>
              </a:rPr>
              <a:t>que </a:t>
            </a:r>
            <a:r>
              <a:rPr sz="1400" spc="-20" dirty="0">
                <a:solidFill>
                  <a:srgbClr val="3A3737"/>
                </a:solidFill>
                <a:latin typeface="Verdana"/>
                <a:cs typeface="Verdana"/>
              </a:rPr>
              <a:t>tienen </a:t>
            </a:r>
            <a:r>
              <a:rPr sz="1400" spc="-35" dirty="0">
                <a:solidFill>
                  <a:srgbClr val="3A3737"/>
                </a:solidFill>
                <a:latin typeface="Verdana"/>
                <a:cs typeface="Verdana"/>
              </a:rPr>
              <a:t>más </a:t>
            </a:r>
            <a:r>
              <a:rPr sz="1400" spc="25" dirty="0">
                <a:solidFill>
                  <a:srgbClr val="3A3737"/>
                </a:solidFill>
                <a:latin typeface="Verdana"/>
                <a:cs typeface="Verdana"/>
              </a:rPr>
              <a:t>potencia </a:t>
            </a:r>
            <a:r>
              <a:rPr sz="1400" spc="30" dirty="0">
                <a:solidFill>
                  <a:srgbClr val="3A3737"/>
                </a:solidFill>
                <a:latin typeface="Verdana"/>
                <a:cs typeface="Verdana"/>
              </a:rPr>
              <a:t>que </a:t>
            </a:r>
            <a:r>
              <a:rPr sz="1400" spc="-65" dirty="0">
                <a:solidFill>
                  <a:srgbClr val="3A3737"/>
                </a:solidFill>
                <a:latin typeface="Verdana"/>
                <a:cs typeface="Verdana"/>
              </a:rPr>
              <a:t>los </a:t>
            </a:r>
            <a:r>
              <a:rPr sz="1400" spc="-20" dirty="0">
                <a:solidFill>
                  <a:srgbClr val="3A3737"/>
                </a:solidFill>
                <a:latin typeface="Verdana"/>
                <a:cs typeface="Verdana"/>
              </a:rPr>
              <a:t>headsets </a:t>
            </a:r>
            <a:r>
              <a:rPr sz="1400" spc="-15" dirty="0">
                <a:solidFill>
                  <a:srgbClr val="3A3737"/>
                </a:solidFill>
                <a:latin typeface="Verdana"/>
                <a:cs typeface="Verdana"/>
              </a:rPr>
              <a:t> </a:t>
            </a:r>
            <a:r>
              <a:rPr sz="1400" spc="25" dirty="0">
                <a:solidFill>
                  <a:srgbClr val="3A3737"/>
                </a:solidFill>
                <a:latin typeface="Verdana"/>
                <a:cs typeface="Verdana"/>
              </a:rPr>
              <a:t>para </a:t>
            </a:r>
            <a:r>
              <a:rPr sz="1400" spc="-20" dirty="0">
                <a:solidFill>
                  <a:srgbClr val="3A3737"/>
                </a:solidFill>
                <a:latin typeface="Verdana"/>
                <a:cs typeface="Verdana"/>
              </a:rPr>
              <a:t>smartphone </a:t>
            </a:r>
            <a:r>
              <a:rPr sz="1400" spc="-70" dirty="0">
                <a:solidFill>
                  <a:srgbClr val="3A3737"/>
                </a:solidFill>
                <a:latin typeface="Verdana"/>
                <a:cs typeface="Verdana"/>
              </a:rPr>
              <a:t>y </a:t>
            </a:r>
            <a:r>
              <a:rPr sz="1400" spc="-130" dirty="0">
                <a:solidFill>
                  <a:srgbClr val="3A3737"/>
                </a:solidFill>
                <a:latin typeface="Verdana"/>
                <a:cs typeface="Verdana"/>
              </a:rPr>
              <a:t>sí</a:t>
            </a:r>
            <a:r>
              <a:rPr sz="1400" spc="-125" dirty="0">
                <a:solidFill>
                  <a:srgbClr val="3A3737"/>
                </a:solidFill>
                <a:latin typeface="Verdana"/>
                <a:cs typeface="Verdana"/>
              </a:rPr>
              <a:t> </a:t>
            </a:r>
            <a:r>
              <a:rPr sz="1400" spc="30" dirty="0">
                <a:solidFill>
                  <a:srgbClr val="3A3737"/>
                </a:solidFill>
                <a:latin typeface="Verdana"/>
                <a:cs typeface="Verdana"/>
              </a:rPr>
              <a:t>que </a:t>
            </a:r>
            <a:r>
              <a:rPr sz="1400" spc="-55" dirty="0">
                <a:solidFill>
                  <a:srgbClr val="3A3737"/>
                </a:solidFill>
                <a:latin typeface="Verdana"/>
                <a:cs typeface="Verdana"/>
              </a:rPr>
              <a:t>se </a:t>
            </a:r>
            <a:r>
              <a:rPr sz="1400" spc="40" dirty="0">
                <a:solidFill>
                  <a:srgbClr val="3A3737"/>
                </a:solidFill>
                <a:latin typeface="Verdana"/>
                <a:cs typeface="Verdana"/>
              </a:rPr>
              <a:t>puede </a:t>
            </a:r>
            <a:r>
              <a:rPr sz="1400" spc="-30" dirty="0">
                <a:solidFill>
                  <a:srgbClr val="3A3737"/>
                </a:solidFill>
                <a:latin typeface="Verdana"/>
                <a:cs typeface="Verdana"/>
              </a:rPr>
              <a:t>experimentar </a:t>
            </a:r>
            <a:r>
              <a:rPr sz="1400" spc="60" dirty="0">
                <a:solidFill>
                  <a:srgbClr val="3A3737"/>
                </a:solidFill>
                <a:latin typeface="Verdana"/>
                <a:cs typeface="Verdana"/>
              </a:rPr>
              <a:t>con </a:t>
            </a:r>
            <a:r>
              <a:rPr sz="1400" dirty="0">
                <a:solidFill>
                  <a:srgbClr val="3A3737"/>
                </a:solidFill>
                <a:latin typeface="Verdana"/>
                <a:cs typeface="Verdana"/>
              </a:rPr>
              <a:t>contenidos </a:t>
            </a:r>
            <a:r>
              <a:rPr sz="1400" spc="15" dirty="0">
                <a:solidFill>
                  <a:srgbClr val="3A3737"/>
                </a:solidFill>
                <a:latin typeface="Verdana"/>
                <a:cs typeface="Verdana"/>
              </a:rPr>
              <a:t>en </a:t>
            </a:r>
            <a:r>
              <a:rPr sz="1400" spc="-10" dirty="0">
                <a:solidFill>
                  <a:srgbClr val="3A3737"/>
                </a:solidFill>
                <a:latin typeface="Verdana"/>
                <a:cs typeface="Verdana"/>
              </a:rPr>
              <a:t>tiempo </a:t>
            </a:r>
            <a:r>
              <a:rPr sz="1400" spc="-5" dirty="0">
                <a:solidFill>
                  <a:srgbClr val="3A3737"/>
                </a:solidFill>
                <a:latin typeface="Verdana"/>
                <a:cs typeface="Verdana"/>
              </a:rPr>
              <a:t> </a:t>
            </a:r>
            <a:r>
              <a:rPr sz="1400" dirty="0">
                <a:solidFill>
                  <a:srgbClr val="3A3737"/>
                </a:solidFill>
                <a:latin typeface="Verdana"/>
                <a:cs typeface="Verdana"/>
              </a:rPr>
              <a:t>re</a:t>
            </a:r>
            <a:r>
              <a:rPr sz="1400" spc="-5" dirty="0">
                <a:solidFill>
                  <a:srgbClr val="3A3737"/>
                </a:solidFill>
                <a:latin typeface="Verdana"/>
                <a:cs typeface="Verdana"/>
              </a:rPr>
              <a:t>a</a:t>
            </a:r>
            <a:r>
              <a:rPr sz="1400" spc="-70" dirty="0">
                <a:solidFill>
                  <a:srgbClr val="3A3737"/>
                </a:solidFill>
                <a:latin typeface="Verdana"/>
                <a:cs typeface="Verdana"/>
              </a:rPr>
              <a:t>l</a:t>
            </a:r>
            <a:r>
              <a:rPr sz="1400" spc="-105" dirty="0">
                <a:solidFill>
                  <a:srgbClr val="3A3737"/>
                </a:solidFill>
                <a:latin typeface="Verdana"/>
                <a:cs typeface="Verdana"/>
              </a:rPr>
              <a:t>,</a:t>
            </a:r>
            <a:r>
              <a:rPr sz="1400" spc="-95" dirty="0">
                <a:solidFill>
                  <a:srgbClr val="3A3737"/>
                </a:solidFill>
                <a:latin typeface="Verdana"/>
                <a:cs typeface="Verdana"/>
              </a:rPr>
              <a:t> </a:t>
            </a:r>
            <a:r>
              <a:rPr sz="1400" spc="-60" dirty="0">
                <a:solidFill>
                  <a:srgbClr val="3A3737"/>
                </a:solidFill>
                <a:latin typeface="Verdana"/>
                <a:cs typeface="Verdana"/>
              </a:rPr>
              <a:t>es</a:t>
            </a:r>
            <a:r>
              <a:rPr sz="1400" spc="-70" dirty="0">
                <a:solidFill>
                  <a:srgbClr val="3A3737"/>
                </a:solidFill>
                <a:latin typeface="Verdana"/>
                <a:cs typeface="Verdana"/>
              </a:rPr>
              <a:t>t</a:t>
            </a:r>
            <a:r>
              <a:rPr sz="1400" spc="45" dirty="0">
                <a:solidFill>
                  <a:srgbClr val="3A3737"/>
                </a:solidFill>
                <a:latin typeface="Verdana"/>
                <a:cs typeface="Verdana"/>
              </a:rPr>
              <a:t>o</a:t>
            </a:r>
            <a:r>
              <a:rPr sz="1400" spc="-160" dirty="0">
                <a:solidFill>
                  <a:srgbClr val="3A3737"/>
                </a:solidFill>
                <a:latin typeface="Verdana"/>
                <a:cs typeface="Verdana"/>
              </a:rPr>
              <a:t>s</a:t>
            </a:r>
            <a:r>
              <a:rPr sz="1400" spc="-75" dirty="0">
                <a:solidFill>
                  <a:srgbClr val="3A3737"/>
                </a:solidFill>
                <a:latin typeface="Verdana"/>
                <a:cs typeface="Verdana"/>
              </a:rPr>
              <a:t> </a:t>
            </a:r>
            <a:r>
              <a:rPr sz="1400" spc="-95" dirty="0">
                <a:solidFill>
                  <a:srgbClr val="3A3737"/>
                </a:solidFill>
                <a:latin typeface="Verdana"/>
                <a:cs typeface="Verdana"/>
              </a:rPr>
              <a:t>t</a:t>
            </a:r>
            <a:r>
              <a:rPr sz="1400" spc="90" dirty="0">
                <a:solidFill>
                  <a:srgbClr val="3A3737"/>
                </a:solidFill>
                <a:latin typeface="Verdana"/>
                <a:cs typeface="Verdana"/>
              </a:rPr>
              <a:t>a</a:t>
            </a:r>
            <a:r>
              <a:rPr sz="1400" spc="-35" dirty="0">
                <a:solidFill>
                  <a:srgbClr val="3A3737"/>
                </a:solidFill>
                <a:latin typeface="Verdana"/>
                <a:cs typeface="Verdana"/>
              </a:rPr>
              <a:t>m</a:t>
            </a:r>
            <a:r>
              <a:rPr sz="1400" spc="60" dirty="0">
                <a:solidFill>
                  <a:srgbClr val="3A3737"/>
                </a:solidFill>
                <a:latin typeface="Verdana"/>
                <a:cs typeface="Verdana"/>
              </a:rPr>
              <a:t>p</a:t>
            </a:r>
            <a:r>
              <a:rPr sz="1400" spc="50" dirty="0">
                <a:solidFill>
                  <a:srgbClr val="3A3737"/>
                </a:solidFill>
                <a:latin typeface="Verdana"/>
                <a:cs typeface="Verdana"/>
              </a:rPr>
              <a:t>o</a:t>
            </a:r>
            <a:r>
              <a:rPr sz="1400" spc="150" dirty="0">
                <a:solidFill>
                  <a:srgbClr val="3A3737"/>
                </a:solidFill>
                <a:latin typeface="Verdana"/>
                <a:cs typeface="Verdana"/>
              </a:rPr>
              <a:t>c</a:t>
            </a:r>
            <a:r>
              <a:rPr sz="1400" spc="55" dirty="0">
                <a:solidFill>
                  <a:srgbClr val="3A3737"/>
                </a:solidFill>
                <a:latin typeface="Verdana"/>
                <a:cs typeface="Verdana"/>
              </a:rPr>
              <a:t>o</a:t>
            </a:r>
            <a:r>
              <a:rPr sz="1400" spc="-55" dirty="0">
                <a:solidFill>
                  <a:srgbClr val="3A3737"/>
                </a:solidFill>
                <a:latin typeface="Verdana"/>
                <a:cs typeface="Verdana"/>
              </a:rPr>
              <a:t> </a:t>
            </a:r>
            <a:r>
              <a:rPr sz="1400" spc="40" dirty="0">
                <a:solidFill>
                  <a:srgbClr val="3A3737"/>
                </a:solidFill>
                <a:latin typeface="Verdana"/>
                <a:cs typeface="Verdana"/>
              </a:rPr>
              <a:t>pue</a:t>
            </a:r>
            <a:r>
              <a:rPr sz="1400" spc="45" dirty="0">
                <a:solidFill>
                  <a:srgbClr val="3A3737"/>
                </a:solidFill>
                <a:latin typeface="Verdana"/>
                <a:cs typeface="Verdana"/>
              </a:rPr>
              <a:t>d</a:t>
            </a:r>
            <a:r>
              <a:rPr sz="1400" spc="15" dirty="0">
                <a:solidFill>
                  <a:srgbClr val="3A3737"/>
                </a:solidFill>
                <a:latin typeface="Verdana"/>
                <a:cs typeface="Verdana"/>
              </a:rPr>
              <a:t>en</a:t>
            </a:r>
            <a:r>
              <a:rPr sz="1400" spc="-100" dirty="0">
                <a:solidFill>
                  <a:srgbClr val="3A3737"/>
                </a:solidFill>
                <a:latin typeface="Verdana"/>
                <a:cs typeface="Verdana"/>
              </a:rPr>
              <a:t> </a:t>
            </a:r>
            <a:r>
              <a:rPr sz="1400" spc="-95" dirty="0">
                <a:solidFill>
                  <a:srgbClr val="3A3737"/>
                </a:solidFill>
                <a:latin typeface="Verdana"/>
                <a:cs typeface="Verdana"/>
              </a:rPr>
              <a:t>se</a:t>
            </a:r>
            <a:r>
              <a:rPr sz="1400" spc="-70" dirty="0">
                <a:solidFill>
                  <a:srgbClr val="3A3737"/>
                </a:solidFill>
                <a:latin typeface="Verdana"/>
                <a:cs typeface="Verdana"/>
              </a:rPr>
              <a:t>r</a:t>
            </a:r>
            <a:r>
              <a:rPr sz="1400" spc="-100" dirty="0">
                <a:solidFill>
                  <a:srgbClr val="3A3737"/>
                </a:solidFill>
                <a:latin typeface="Verdana"/>
                <a:cs typeface="Verdana"/>
              </a:rPr>
              <a:t> </a:t>
            </a:r>
            <a:r>
              <a:rPr sz="1400" spc="-35" dirty="0">
                <a:solidFill>
                  <a:srgbClr val="3A3737"/>
                </a:solidFill>
                <a:latin typeface="Verdana"/>
                <a:cs typeface="Verdana"/>
              </a:rPr>
              <a:t>m</a:t>
            </a:r>
            <a:r>
              <a:rPr sz="1400" spc="-50" dirty="0">
                <a:solidFill>
                  <a:srgbClr val="3A3737"/>
                </a:solidFill>
                <a:latin typeface="Verdana"/>
                <a:cs typeface="Verdana"/>
              </a:rPr>
              <a:t>uy</a:t>
            </a:r>
            <a:r>
              <a:rPr sz="1400" spc="-114" dirty="0">
                <a:solidFill>
                  <a:srgbClr val="3A3737"/>
                </a:solidFill>
                <a:latin typeface="Verdana"/>
                <a:cs typeface="Verdana"/>
              </a:rPr>
              <a:t> </a:t>
            </a:r>
            <a:r>
              <a:rPr sz="1400" spc="60" dirty="0">
                <a:solidFill>
                  <a:srgbClr val="3A3737"/>
                </a:solidFill>
                <a:latin typeface="Verdana"/>
                <a:cs typeface="Verdana"/>
              </a:rPr>
              <a:t>p</a:t>
            </a:r>
            <a:r>
              <a:rPr sz="1400" spc="50" dirty="0">
                <a:solidFill>
                  <a:srgbClr val="3A3737"/>
                </a:solidFill>
                <a:latin typeface="Verdana"/>
                <a:cs typeface="Verdana"/>
              </a:rPr>
              <a:t>o</a:t>
            </a:r>
            <a:r>
              <a:rPr sz="1400" spc="-95" dirty="0">
                <a:solidFill>
                  <a:srgbClr val="3A3737"/>
                </a:solidFill>
                <a:latin typeface="Verdana"/>
                <a:cs typeface="Verdana"/>
              </a:rPr>
              <a:t>t</a:t>
            </a:r>
            <a:r>
              <a:rPr sz="1400" spc="15" dirty="0">
                <a:solidFill>
                  <a:srgbClr val="3A3737"/>
                </a:solidFill>
                <a:latin typeface="Verdana"/>
                <a:cs typeface="Verdana"/>
              </a:rPr>
              <a:t>e</a:t>
            </a:r>
            <a:r>
              <a:rPr sz="1400" spc="25" dirty="0">
                <a:solidFill>
                  <a:srgbClr val="3A3737"/>
                </a:solidFill>
                <a:latin typeface="Verdana"/>
                <a:cs typeface="Verdana"/>
              </a:rPr>
              <a:t>n</a:t>
            </a:r>
            <a:r>
              <a:rPr sz="1400" spc="-95" dirty="0">
                <a:solidFill>
                  <a:srgbClr val="3A3737"/>
                </a:solidFill>
                <a:latin typeface="Verdana"/>
                <a:cs typeface="Verdana"/>
              </a:rPr>
              <a:t>t</a:t>
            </a:r>
            <a:r>
              <a:rPr sz="1400" spc="-50" dirty="0">
                <a:solidFill>
                  <a:srgbClr val="3A3737"/>
                </a:solidFill>
                <a:latin typeface="Verdana"/>
                <a:cs typeface="Verdana"/>
              </a:rPr>
              <a:t>es</a:t>
            </a:r>
            <a:r>
              <a:rPr sz="1400" spc="-105" dirty="0">
                <a:solidFill>
                  <a:srgbClr val="3A3737"/>
                </a:solidFill>
                <a:latin typeface="Verdana"/>
                <a:cs typeface="Verdana"/>
              </a:rPr>
              <a:t>.</a:t>
            </a:r>
            <a:endParaRPr sz="1400" dirty="0">
              <a:latin typeface="Verdana"/>
              <a:cs typeface="Verdana"/>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1828800" y="1964267"/>
            <a:ext cx="7024370" cy="4902200"/>
            <a:chOff x="4021835" y="1316736"/>
            <a:chExt cx="7938770" cy="5389245"/>
          </a:xfrm>
        </p:grpSpPr>
        <p:pic>
          <p:nvPicPr>
            <p:cNvPr id="3" name="object 3"/>
            <p:cNvPicPr/>
            <p:nvPr/>
          </p:nvPicPr>
          <p:blipFill>
            <a:blip r:embed="rId2" cstate="print"/>
            <a:stretch>
              <a:fillRect/>
            </a:stretch>
          </p:blipFill>
          <p:spPr>
            <a:xfrm>
              <a:off x="4021835" y="3607308"/>
              <a:ext cx="7752588" cy="2907792"/>
            </a:xfrm>
            <a:prstGeom prst="rect">
              <a:avLst/>
            </a:prstGeom>
          </p:spPr>
        </p:pic>
        <p:pic>
          <p:nvPicPr>
            <p:cNvPr id="4" name="object 4"/>
            <p:cNvPicPr/>
            <p:nvPr/>
          </p:nvPicPr>
          <p:blipFill>
            <a:blip r:embed="rId3" cstate="print"/>
            <a:stretch>
              <a:fillRect/>
            </a:stretch>
          </p:blipFill>
          <p:spPr>
            <a:xfrm>
              <a:off x="8560307" y="1316736"/>
              <a:ext cx="3214116" cy="2304288"/>
            </a:xfrm>
            <a:prstGeom prst="rect">
              <a:avLst/>
            </a:prstGeom>
          </p:spPr>
        </p:pic>
      </p:grpSp>
      <p:sp>
        <p:nvSpPr>
          <p:cNvPr id="5" name="object 5"/>
          <p:cNvSpPr txBox="1">
            <a:spLocks noGrp="1"/>
          </p:cNvSpPr>
          <p:nvPr>
            <p:ph type="title"/>
          </p:nvPr>
        </p:nvSpPr>
        <p:spPr>
          <a:xfrm>
            <a:off x="2057400" y="157014"/>
            <a:ext cx="4820285" cy="575310"/>
          </a:xfrm>
          <a:prstGeom prst="rect">
            <a:avLst/>
          </a:prstGeom>
        </p:spPr>
        <p:txBody>
          <a:bodyPr vert="horz" wrap="square" lIns="0" tIns="12700" rIns="0" bIns="0" rtlCol="0">
            <a:spAutoFit/>
          </a:bodyPr>
          <a:lstStyle/>
          <a:p>
            <a:pPr marL="12700">
              <a:spcBef>
                <a:spcPts val="100"/>
              </a:spcBef>
            </a:pPr>
            <a:r>
              <a:rPr spc="-65" dirty="0"/>
              <a:t>2.Introducción</a:t>
            </a:r>
            <a:r>
              <a:rPr spc="-55" dirty="0"/>
              <a:t> </a:t>
            </a:r>
            <a:r>
              <a:rPr spc="125" dirty="0"/>
              <a:t>a</a:t>
            </a:r>
            <a:r>
              <a:rPr spc="-25" dirty="0"/>
              <a:t> </a:t>
            </a:r>
            <a:r>
              <a:rPr dirty="0"/>
              <a:t>la</a:t>
            </a:r>
            <a:r>
              <a:rPr spc="-20" dirty="0"/>
              <a:t> </a:t>
            </a:r>
            <a:r>
              <a:rPr spc="-15" dirty="0"/>
              <a:t>Realidad</a:t>
            </a:r>
            <a:r>
              <a:rPr spc="-25" dirty="0"/>
              <a:t> </a:t>
            </a:r>
            <a:r>
              <a:rPr spc="-45" dirty="0"/>
              <a:t>Extendida</a:t>
            </a:r>
          </a:p>
          <a:p>
            <a:pPr marL="469900">
              <a:spcBef>
                <a:spcPts val="5"/>
              </a:spcBef>
            </a:pPr>
            <a:r>
              <a:rPr sz="1600" spc="-114" dirty="0"/>
              <a:t>Di</a:t>
            </a:r>
            <a:r>
              <a:rPr sz="1600" spc="-105" dirty="0"/>
              <a:t>s</a:t>
            </a:r>
            <a:r>
              <a:rPr sz="1600" spc="-20" dirty="0"/>
              <a:t>po</a:t>
            </a:r>
            <a:r>
              <a:rPr sz="1600" spc="-15" dirty="0"/>
              <a:t>s</a:t>
            </a:r>
            <a:r>
              <a:rPr sz="1600" spc="-85" dirty="0"/>
              <a:t>itivos</a:t>
            </a:r>
            <a:r>
              <a:rPr sz="1600" spc="-5" dirty="0"/>
              <a:t> </a:t>
            </a:r>
            <a:r>
              <a:rPr sz="1600" spc="-140" dirty="0"/>
              <a:t>VR</a:t>
            </a:r>
            <a:r>
              <a:rPr sz="1600" spc="-70" dirty="0"/>
              <a:t>:</a:t>
            </a:r>
            <a:r>
              <a:rPr sz="1600" spc="-10" dirty="0"/>
              <a:t> </a:t>
            </a:r>
            <a:r>
              <a:rPr sz="1600" spc="-170" dirty="0"/>
              <a:t>P</a:t>
            </a:r>
            <a:r>
              <a:rPr sz="1600" spc="175" dirty="0"/>
              <a:t>C</a:t>
            </a:r>
            <a:r>
              <a:rPr sz="1600" dirty="0"/>
              <a:t> y</a:t>
            </a:r>
            <a:r>
              <a:rPr sz="1600" spc="-25" dirty="0"/>
              <a:t> </a:t>
            </a:r>
            <a:r>
              <a:rPr sz="1600" spc="5" dirty="0"/>
              <a:t>Cons</a:t>
            </a:r>
            <a:r>
              <a:rPr sz="1600" dirty="0"/>
              <a:t>ola</a:t>
            </a:r>
          </a:p>
        </p:txBody>
      </p:sp>
      <p:sp>
        <p:nvSpPr>
          <p:cNvPr id="6" name="object 6"/>
          <p:cNvSpPr txBox="1"/>
          <p:nvPr/>
        </p:nvSpPr>
        <p:spPr>
          <a:xfrm>
            <a:off x="990600" y="1160331"/>
            <a:ext cx="4588637" cy="2637325"/>
          </a:xfrm>
          <a:prstGeom prst="rect">
            <a:avLst/>
          </a:prstGeom>
        </p:spPr>
        <p:txBody>
          <a:bodyPr vert="horz" wrap="square" lIns="0" tIns="13335" rIns="0" bIns="0" rtlCol="0">
            <a:spAutoFit/>
          </a:bodyPr>
          <a:lstStyle/>
          <a:p>
            <a:pPr marL="184785" marR="5080" indent="-172720" algn="just">
              <a:lnSpc>
                <a:spcPct val="107100"/>
              </a:lnSpc>
              <a:spcBef>
                <a:spcPts val="105"/>
              </a:spcBef>
              <a:buFont typeface="Arial MT"/>
              <a:buChar char="•"/>
              <a:tabLst>
                <a:tab pos="185420" algn="l"/>
              </a:tabLst>
            </a:pPr>
            <a:r>
              <a:rPr sz="1400" spc="-80" dirty="0">
                <a:solidFill>
                  <a:srgbClr val="3A3737"/>
                </a:solidFill>
                <a:latin typeface="Verdana"/>
                <a:cs typeface="Verdana"/>
              </a:rPr>
              <a:t>Se </a:t>
            </a:r>
            <a:r>
              <a:rPr sz="1400" spc="-25" dirty="0">
                <a:solidFill>
                  <a:srgbClr val="3A3737"/>
                </a:solidFill>
                <a:latin typeface="Verdana"/>
                <a:cs typeface="Verdana"/>
              </a:rPr>
              <a:t>trata </a:t>
            </a:r>
            <a:r>
              <a:rPr sz="1400" spc="70" dirty="0">
                <a:solidFill>
                  <a:srgbClr val="3A3737"/>
                </a:solidFill>
                <a:latin typeface="Verdana"/>
                <a:cs typeface="Verdana"/>
              </a:rPr>
              <a:t>de </a:t>
            </a:r>
            <a:r>
              <a:rPr sz="1400" spc="-65" dirty="0">
                <a:solidFill>
                  <a:srgbClr val="3A3737"/>
                </a:solidFill>
                <a:latin typeface="Verdana"/>
                <a:cs typeface="Verdana"/>
              </a:rPr>
              <a:t>los </a:t>
            </a:r>
            <a:r>
              <a:rPr sz="1400" spc="-60" dirty="0">
                <a:solidFill>
                  <a:srgbClr val="3A3737"/>
                </a:solidFill>
                <a:latin typeface="Verdana"/>
                <a:cs typeface="Verdana"/>
              </a:rPr>
              <a:t>dispositivos </a:t>
            </a:r>
            <a:r>
              <a:rPr sz="1400" spc="-35" dirty="0">
                <a:solidFill>
                  <a:srgbClr val="3A3737"/>
                </a:solidFill>
                <a:latin typeface="Verdana"/>
                <a:cs typeface="Verdana"/>
              </a:rPr>
              <a:t>más </a:t>
            </a:r>
            <a:r>
              <a:rPr sz="1400" spc="-10" dirty="0">
                <a:solidFill>
                  <a:srgbClr val="3A3737"/>
                </a:solidFill>
                <a:latin typeface="Verdana"/>
                <a:cs typeface="Verdana"/>
              </a:rPr>
              <a:t>potentes </a:t>
            </a:r>
            <a:r>
              <a:rPr sz="1400" spc="10" dirty="0">
                <a:solidFill>
                  <a:srgbClr val="3A3737"/>
                </a:solidFill>
                <a:latin typeface="Verdana"/>
                <a:cs typeface="Verdana"/>
              </a:rPr>
              <a:t>del </a:t>
            </a:r>
            <a:r>
              <a:rPr sz="1400" spc="35" dirty="0">
                <a:solidFill>
                  <a:srgbClr val="3A3737"/>
                </a:solidFill>
                <a:latin typeface="Verdana"/>
                <a:cs typeface="Verdana"/>
              </a:rPr>
              <a:t>mercado </a:t>
            </a:r>
            <a:r>
              <a:rPr sz="1400" spc="10" dirty="0">
                <a:solidFill>
                  <a:srgbClr val="3A3737"/>
                </a:solidFill>
                <a:latin typeface="Verdana"/>
                <a:cs typeface="Verdana"/>
              </a:rPr>
              <a:t>ya </a:t>
            </a:r>
            <a:r>
              <a:rPr sz="1400" spc="30" dirty="0">
                <a:solidFill>
                  <a:srgbClr val="3A3737"/>
                </a:solidFill>
                <a:latin typeface="Verdana"/>
                <a:cs typeface="Verdana"/>
              </a:rPr>
              <a:t>que </a:t>
            </a:r>
            <a:r>
              <a:rPr sz="1400" spc="-10" dirty="0">
                <a:solidFill>
                  <a:srgbClr val="3A3737"/>
                </a:solidFill>
                <a:latin typeface="Verdana"/>
                <a:cs typeface="Verdana"/>
              </a:rPr>
              <a:t>quien </a:t>
            </a:r>
            <a:r>
              <a:rPr sz="1400" spc="-30" dirty="0">
                <a:solidFill>
                  <a:srgbClr val="3A3737"/>
                </a:solidFill>
                <a:latin typeface="Verdana"/>
                <a:cs typeface="Verdana"/>
              </a:rPr>
              <a:t>realiza </a:t>
            </a:r>
            <a:r>
              <a:rPr sz="1400" spc="-15" dirty="0">
                <a:solidFill>
                  <a:srgbClr val="3A3737"/>
                </a:solidFill>
                <a:latin typeface="Verdana"/>
                <a:cs typeface="Verdana"/>
              </a:rPr>
              <a:t>el </a:t>
            </a:r>
            <a:r>
              <a:rPr sz="1400" spc="-10" dirty="0">
                <a:solidFill>
                  <a:srgbClr val="3A3737"/>
                </a:solidFill>
                <a:latin typeface="Verdana"/>
                <a:cs typeface="Verdana"/>
              </a:rPr>
              <a:t> trabajo</a:t>
            </a:r>
            <a:r>
              <a:rPr sz="1400" spc="-5" dirty="0">
                <a:solidFill>
                  <a:srgbClr val="3A3737"/>
                </a:solidFill>
                <a:latin typeface="Verdana"/>
                <a:cs typeface="Verdana"/>
              </a:rPr>
              <a:t> </a:t>
            </a:r>
            <a:r>
              <a:rPr sz="1400" spc="70" dirty="0">
                <a:solidFill>
                  <a:srgbClr val="3A3737"/>
                </a:solidFill>
                <a:latin typeface="Verdana"/>
                <a:cs typeface="Verdana"/>
              </a:rPr>
              <a:t>de </a:t>
            </a:r>
            <a:r>
              <a:rPr sz="1400" spc="-5" dirty="0">
                <a:solidFill>
                  <a:srgbClr val="3A3737"/>
                </a:solidFill>
                <a:latin typeface="Verdana"/>
                <a:cs typeface="Verdana"/>
              </a:rPr>
              <a:t>procesamiento</a:t>
            </a:r>
            <a:r>
              <a:rPr sz="1400" dirty="0">
                <a:solidFill>
                  <a:srgbClr val="3A3737"/>
                </a:solidFill>
                <a:latin typeface="Verdana"/>
                <a:cs typeface="Verdana"/>
              </a:rPr>
              <a:t> </a:t>
            </a:r>
            <a:r>
              <a:rPr sz="1400" spc="-50" dirty="0">
                <a:solidFill>
                  <a:srgbClr val="3A3737"/>
                </a:solidFill>
                <a:latin typeface="Verdana"/>
                <a:cs typeface="Verdana"/>
              </a:rPr>
              <a:t>es</a:t>
            </a:r>
            <a:r>
              <a:rPr sz="1400" spc="-45" dirty="0">
                <a:solidFill>
                  <a:srgbClr val="3A3737"/>
                </a:solidFill>
                <a:latin typeface="Verdana"/>
                <a:cs typeface="Verdana"/>
              </a:rPr>
              <a:t> </a:t>
            </a:r>
            <a:r>
              <a:rPr sz="1400" spc="-20" dirty="0">
                <a:solidFill>
                  <a:srgbClr val="3A3737"/>
                </a:solidFill>
                <a:latin typeface="Verdana"/>
                <a:cs typeface="Verdana"/>
              </a:rPr>
              <a:t>el</a:t>
            </a:r>
            <a:r>
              <a:rPr sz="1400" spc="-15" dirty="0">
                <a:solidFill>
                  <a:srgbClr val="3A3737"/>
                </a:solidFill>
                <a:latin typeface="Verdana"/>
                <a:cs typeface="Verdana"/>
              </a:rPr>
              <a:t> </a:t>
            </a:r>
            <a:r>
              <a:rPr sz="1400" spc="5" dirty="0">
                <a:solidFill>
                  <a:srgbClr val="3A3737"/>
                </a:solidFill>
                <a:latin typeface="Verdana"/>
                <a:cs typeface="Verdana"/>
              </a:rPr>
              <a:t>ordenador </a:t>
            </a:r>
            <a:r>
              <a:rPr sz="1400" dirty="0">
                <a:solidFill>
                  <a:srgbClr val="3A3737"/>
                </a:solidFill>
                <a:latin typeface="Verdana"/>
                <a:cs typeface="Verdana"/>
              </a:rPr>
              <a:t>al</a:t>
            </a:r>
            <a:r>
              <a:rPr sz="1400" spc="5" dirty="0">
                <a:solidFill>
                  <a:srgbClr val="3A3737"/>
                </a:solidFill>
                <a:latin typeface="Verdana"/>
                <a:cs typeface="Verdana"/>
              </a:rPr>
              <a:t> </a:t>
            </a:r>
            <a:r>
              <a:rPr sz="1400" spc="25" dirty="0">
                <a:solidFill>
                  <a:srgbClr val="3A3737"/>
                </a:solidFill>
                <a:latin typeface="Verdana"/>
                <a:cs typeface="Verdana"/>
              </a:rPr>
              <a:t>que </a:t>
            </a:r>
            <a:r>
              <a:rPr sz="1400" spc="5" dirty="0">
                <a:solidFill>
                  <a:srgbClr val="3A3737"/>
                </a:solidFill>
                <a:latin typeface="Verdana"/>
                <a:cs typeface="Verdana"/>
              </a:rPr>
              <a:t>van </a:t>
            </a:r>
            <a:r>
              <a:rPr sz="1400" spc="25" dirty="0">
                <a:solidFill>
                  <a:srgbClr val="3A3737"/>
                </a:solidFill>
                <a:latin typeface="Verdana"/>
                <a:cs typeface="Verdana"/>
              </a:rPr>
              <a:t>conectados. </a:t>
            </a:r>
            <a:r>
              <a:rPr sz="1400" spc="-90" dirty="0">
                <a:solidFill>
                  <a:srgbClr val="3A3737"/>
                </a:solidFill>
                <a:latin typeface="Verdana"/>
                <a:cs typeface="Verdana"/>
              </a:rPr>
              <a:t>Estos </a:t>
            </a:r>
            <a:r>
              <a:rPr sz="1400" spc="-85" dirty="0">
                <a:solidFill>
                  <a:srgbClr val="3A3737"/>
                </a:solidFill>
                <a:latin typeface="Verdana"/>
                <a:cs typeface="Verdana"/>
              </a:rPr>
              <a:t> </a:t>
            </a:r>
            <a:r>
              <a:rPr sz="1400" spc="-60" dirty="0">
                <a:solidFill>
                  <a:srgbClr val="3A3737"/>
                </a:solidFill>
                <a:latin typeface="Verdana"/>
                <a:cs typeface="Verdana"/>
              </a:rPr>
              <a:t>dispositivos </a:t>
            </a:r>
            <a:r>
              <a:rPr sz="1400" spc="15" dirty="0">
                <a:solidFill>
                  <a:srgbClr val="3A3737"/>
                </a:solidFill>
                <a:latin typeface="Verdana"/>
                <a:cs typeface="Verdana"/>
              </a:rPr>
              <a:t>ofrecen la </a:t>
            </a:r>
            <a:r>
              <a:rPr sz="1400" spc="-50" dirty="0">
                <a:solidFill>
                  <a:srgbClr val="3A3737"/>
                </a:solidFill>
                <a:latin typeface="Verdana"/>
                <a:cs typeface="Verdana"/>
              </a:rPr>
              <a:t>mejor </a:t>
            </a:r>
            <a:r>
              <a:rPr sz="1400" spc="-5" dirty="0">
                <a:solidFill>
                  <a:srgbClr val="3A3737"/>
                </a:solidFill>
                <a:latin typeface="Verdana"/>
                <a:cs typeface="Verdana"/>
              </a:rPr>
              <a:t>experiencia </a:t>
            </a:r>
            <a:r>
              <a:rPr sz="1400" spc="15" dirty="0">
                <a:solidFill>
                  <a:srgbClr val="3A3737"/>
                </a:solidFill>
                <a:latin typeface="Verdana"/>
                <a:cs typeface="Verdana"/>
              </a:rPr>
              <a:t>en Realidad </a:t>
            </a:r>
            <a:r>
              <a:rPr sz="1400" spc="-50" dirty="0">
                <a:solidFill>
                  <a:srgbClr val="3A3737"/>
                </a:solidFill>
                <a:latin typeface="Verdana"/>
                <a:cs typeface="Verdana"/>
              </a:rPr>
              <a:t>Virtual </a:t>
            </a:r>
            <a:r>
              <a:rPr sz="1400" spc="95" dirty="0">
                <a:solidFill>
                  <a:srgbClr val="3A3737"/>
                </a:solidFill>
                <a:latin typeface="Verdana"/>
                <a:cs typeface="Verdana"/>
              </a:rPr>
              <a:t>a </a:t>
            </a:r>
            <a:r>
              <a:rPr sz="1400" spc="30" dirty="0">
                <a:solidFill>
                  <a:srgbClr val="3A3737"/>
                </a:solidFill>
                <a:latin typeface="Verdana"/>
                <a:cs typeface="Verdana"/>
              </a:rPr>
              <a:t>día </a:t>
            </a:r>
            <a:r>
              <a:rPr sz="1400" spc="70" dirty="0">
                <a:solidFill>
                  <a:srgbClr val="3A3737"/>
                </a:solidFill>
                <a:latin typeface="Verdana"/>
                <a:cs typeface="Verdana"/>
              </a:rPr>
              <a:t>de </a:t>
            </a:r>
            <a:r>
              <a:rPr sz="1400" spc="-20" dirty="0">
                <a:solidFill>
                  <a:srgbClr val="3A3737"/>
                </a:solidFill>
                <a:latin typeface="Verdana"/>
                <a:cs typeface="Verdana"/>
              </a:rPr>
              <a:t>hoy </a:t>
            </a:r>
            <a:r>
              <a:rPr sz="1400" spc="-100" dirty="0">
                <a:solidFill>
                  <a:srgbClr val="3A3737"/>
                </a:solidFill>
                <a:latin typeface="Verdana"/>
                <a:cs typeface="Verdana"/>
              </a:rPr>
              <a:t>sin </a:t>
            </a:r>
            <a:r>
              <a:rPr sz="1400" spc="-95" dirty="0">
                <a:solidFill>
                  <a:srgbClr val="3A3737"/>
                </a:solidFill>
                <a:latin typeface="Verdana"/>
                <a:cs typeface="Verdana"/>
              </a:rPr>
              <a:t> </a:t>
            </a:r>
            <a:r>
              <a:rPr sz="1400" dirty="0">
                <a:solidFill>
                  <a:srgbClr val="3A3737"/>
                </a:solidFill>
                <a:latin typeface="Verdana"/>
                <a:cs typeface="Verdana"/>
              </a:rPr>
              <a:t>embargo,</a:t>
            </a:r>
            <a:r>
              <a:rPr sz="1400" spc="-20" dirty="0">
                <a:solidFill>
                  <a:srgbClr val="3A3737"/>
                </a:solidFill>
                <a:latin typeface="Verdana"/>
                <a:cs typeface="Verdana"/>
              </a:rPr>
              <a:t> </a:t>
            </a:r>
            <a:r>
              <a:rPr sz="1400" spc="-45" dirty="0">
                <a:solidFill>
                  <a:srgbClr val="3A3737"/>
                </a:solidFill>
                <a:latin typeface="Verdana"/>
                <a:cs typeface="Verdana"/>
              </a:rPr>
              <a:t>son</a:t>
            </a:r>
            <a:r>
              <a:rPr sz="1400" spc="-25" dirty="0">
                <a:solidFill>
                  <a:srgbClr val="3A3737"/>
                </a:solidFill>
                <a:latin typeface="Verdana"/>
                <a:cs typeface="Verdana"/>
              </a:rPr>
              <a:t> </a:t>
            </a:r>
            <a:r>
              <a:rPr sz="1400" dirty="0">
                <a:solidFill>
                  <a:srgbClr val="3A3737"/>
                </a:solidFill>
                <a:latin typeface="Verdana"/>
                <a:cs typeface="Verdana"/>
              </a:rPr>
              <a:t>bastante</a:t>
            </a:r>
            <a:r>
              <a:rPr sz="1400" spc="-10" dirty="0">
                <a:solidFill>
                  <a:srgbClr val="3A3737"/>
                </a:solidFill>
                <a:latin typeface="Verdana"/>
                <a:cs typeface="Verdana"/>
              </a:rPr>
              <a:t> </a:t>
            </a:r>
            <a:r>
              <a:rPr sz="1400" spc="-5" dirty="0">
                <a:solidFill>
                  <a:srgbClr val="3A3737"/>
                </a:solidFill>
                <a:latin typeface="Verdana"/>
                <a:cs typeface="Verdana"/>
              </a:rPr>
              <a:t>caros</a:t>
            </a:r>
            <a:r>
              <a:rPr sz="1400" spc="-20" dirty="0">
                <a:solidFill>
                  <a:srgbClr val="3A3737"/>
                </a:solidFill>
                <a:latin typeface="Verdana"/>
                <a:cs typeface="Verdana"/>
              </a:rPr>
              <a:t> </a:t>
            </a:r>
            <a:r>
              <a:rPr sz="1400" spc="-70" dirty="0">
                <a:solidFill>
                  <a:srgbClr val="3A3737"/>
                </a:solidFill>
                <a:latin typeface="Verdana"/>
                <a:cs typeface="Verdana"/>
              </a:rPr>
              <a:t>y</a:t>
            </a:r>
            <a:r>
              <a:rPr sz="1400" spc="-10" dirty="0">
                <a:solidFill>
                  <a:srgbClr val="3A3737"/>
                </a:solidFill>
                <a:latin typeface="Verdana"/>
                <a:cs typeface="Verdana"/>
              </a:rPr>
              <a:t> </a:t>
            </a:r>
            <a:r>
              <a:rPr sz="1400" dirty="0">
                <a:solidFill>
                  <a:srgbClr val="3A3737"/>
                </a:solidFill>
                <a:latin typeface="Verdana"/>
                <a:cs typeface="Verdana"/>
              </a:rPr>
              <a:t>necesitan</a:t>
            </a:r>
            <a:r>
              <a:rPr sz="1400" spc="-15" dirty="0">
                <a:solidFill>
                  <a:srgbClr val="3A3737"/>
                </a:solidFill>
                <a:latin typeface="Verdana"/>
                <a:cs typeface="Verdana"/>
              </a:rPr>
              <a:t> </a:t>
            </a:r>
            <a:r>
              <a:rPr sz="1400" spc="70" dirty="0">
                <a:solidFill>
                  <a:srgbClr val="3A3737"/>
                </a:solidFill>
                <a:latin typeface="Verdana"/>
                <a:cs typeface="Verdana"/>
              </a:rPr>
              <a:t>de</a:t>
            </a:r>
            <a:r>
              <a:rPr sz="1400" spc="-15" dirty="0">
                <a:solidFill>
                  <a:srgbClr val="3A3737"/>
                </a:solidFill>
                <a:latin typeface="Verdana"/>
                <a:cs typeface="Verdana"/>
              </a:rPr>
              <a:t> </a:t>
            </a:r>
            <a:r>
              <a:rPr sz="1400" spc="-30" dirty="0">
                <a:solidFill>
                  <a:srgbClr val="3A3737"/>
                </a:solidFill>
                <a:latin typeface="Verdana"/>
                <a:cs typeface="Verdana"/>
              </a:rPr>
              <a:t>un</a:t>
            </a:r>
            <a:r>
              <a:rPr sz="1400" spc="-10" dirty="0">
                <a:solidFill>
                  <a:srgbClr val="3A3737"/>
                </a:solidFill>
                <a:latin typeface="Verdana"/>
                <a:cs typeface="Verdana"/>
              </a:rPr>
              <a:t> </a:t>
            </a:r>
            <a:r>
              <a:rPr sz="1400" spc="55" dirty="0">
                <a:solidFill>
                  <a:srgbClr val="3A3737"/>
                </a:solidFill>
                <a:latin typeface="Verdana"/>
                <a:cs typeface="Verdana"/>
              </a:rPr>
              <a:t>PC</a:t>
            </a:r>
            <a:r>
              <a:rPr sz="1400" spc="-20" dirty="0">
                <a:solidFill>
                  <a:srgbClr val="3A3737"/>
                </a:solidFill>
                <a:latin typeface="Verdana"/>
                <a:cs typeface="Verdana"/>
              </a:rPr>
              <a:t> </a:t>
            </a:r>
            <a:r>
              <a:rPr sz="1400" spc="10" dirty="0">
                <a:solidFill>
                  <a:srgbClr val="3A3737"/>
                </a:solidFill>
                <a:latin typeface="Verdana"/>
                <a:cs typeface="Verdana"/>
              </a:rPr>
              <a:t>no</a:t>
            </a:r>
            <a:r>
              <a:rPr sz="1400" spc="-35" dirty="0">
                <a:solidFill>
                  <a:srgbClr val="3A3737"/>
                </a:solidFill>
                <a:latin typeface="Verdana"/>
                <a:cs typeface="Verdana"/>
              </a:rPr>
              <a:t> </a:t>
            </a:r>
            <a:r>
              <a:rPr sz="1400" spc="-25" dirty="0">
                <a:solidFill>
                  <a:srgbClr val="3A3737"/>
                </a:solidFill>
                <a:latin typeface="Verdana"/>
                <a:cs typeface="Verdana"/>
              </a:rPr>
              <a:t>menos</a:t>
            </a:r>
            <a:r>
              <a:rPr sz="1400" spc="-15" dirty="0">
                <a:solidFill>
                  <a:srgbClr val="3A3737"/>
                </a:solidFill>
                <a:latin typeface="Verdana"/>
                <a:cs typeface="Verdana"/>
              </a:rPr>
              <a:t> </a:t>
            </a:r>
            <a:r>
              <a:rPr sz="1400" spc="35" dirty="0">
                <a:solidFill>
                  <a:srgbClr val="3A3737"/>
                </a:solidFill>
                <a:latin typeface="Verdana"/>
                <a:cs typeface="Verdana"/>
              </a:rPr>
              <a:t>caro</a:t>
            </a:r>
            <a:r>
              <a:rPr sz="1400" spc="-15" dirty="0">
                <a:solidFill>
                  <a:srgbClr val="3A3737"/>
                </a:solidFill>
                <a:latin typeface="Verdana"/>
                <a:cs typeface="Verdana"/>
              </a:rPr>
              <a:t> </a:t>
            </a:r>
            <a:r>
              <a:rPr sz="1400" spc="25" dirty="0">
                <a:solidFill>
                  <a:srgbClr val="3A3737"/>
                </a:solidFill>
                <a:latin typeface="Verdana"/>
                <a:cs typeface="Verdana"/>
              </a:rPr>
              <a:t>para</a:t>
            </a:r>
            <a:r>
              <a:rPr sz="1400" spc="-20" dirty="0">
                <a:solidFill>
                  <a:srgbClr val="3A3737"/>
                </a:solidFill>
                <a:latin typeface="Verdana"/>
                <a:cs typeface="Verdana"/>
              </a:rPr>
              <a:t> </a:t>
            </a:r>
            <a:r>
              <a:rPr sz="1400" spc="20" dirty="0">
                <a:solidFill>
                  <a:srgbClr val="3A3737"/>
                </a:solidFill>
                <a:latin typeface="Verdana"/>
                <a:cs typeface="Verdana"/>
              </a:rPr>
              <a:t>poder </a:t>
            </a:r>
            <a:r>
              <a:rPr sz="1400" spc="-409" dirty="0">
                <a:solidFill>
                  <a:srgbClr val="3A3737"/>
                </a:solidFill>
                <a:latin typeface="Verdana"/>
                <a:cs typeface="Verdana"/>
              </a:rPr>
              <a:t> </a:t>
            </a:r>
            <a:r>
              <a:rPr sz="1400" spc="-10" dirty="0">
                <a:solidFill>
                  <a:srgbClr val="3A3737"/>
                </a:solidFill>
                <a:latin typeface="Verdana"/>
                <a:cs typeface="Verdana"/>
              </a:rPr>
              <a:t>funcionar</a:t>
            </a:r>
            <a:r>
              <a:rPr sz="1400" spc="-70" dirty="0">
                <a:solidFill>
                  <a:srgbClr val="3A3737"/>
                </a:solidFill>
                <a:latin typeface="Verdana"/>
                <a:cs typeface="Verdana"/>
              </a:rPr>
              <a:t> </a:t>
            </a:r>
            <a:r>
              <a:rPr sz="1400" spc="-5" dirty="0">
                <a:solidFill>
                  <a:srgbClr val="3A3737"/>
                </a:solidFill>
                <a:latin typeface="Verdana"/>
                <a:cs typeface="Verdana"/>
              </a:rPr>
              <a:t>correctamente.</a:t>
            </a:r>
            <a:endParaRPr sz="1400" dirty="0">
              <a:latin typeface="Verdana"/>
              <a:cs typeface="Verdana"/>
            </a:endParaRPr>
          </a:p>
          <a:p>
            <a:pPr marL="184785" marR="6985" indent="-172720" algn="just">
              <a:lnSpc>
                <a:spcPct val="107500"/>
              </a:lnSpc>
              <a:spcBef>
                <a:spcPts val="795"/>
              </a:spcBef>
              <a:buFont typeface="Arial MT"/>
              <a:buChar char="•"/>
              <a:tabLst>
                <a:tab pos="185420" algn="l"/>
              </a:tabLst>
            </a:pPr>
            <a:r>
              <a:rPr sz="1400" spc="-5" dirty="0">
                <a:solidFill>
                  <a:srgbClr val="3A3737"/>
                </a:solidFill>
                <a:latin typeface="Verdana"/>
                <a:cs typeface="Verdana"/>
              </a:rPr>
              <a:t>Además, </a:t>
            </a:r>
            <a:r>
              <a:rPr sz="1400" spc="40" dirty="0">
                <a:solidFill>
                  <a:srgbClr val="3A3737"/>
                </a:solidFill>
                <a:latin typeface="Verdana"/>
                <a:cs typeface="Verdana"/>
              </a:rPr>
              <a:t>debido </a:t>
            </a:r>
            <a:r>
              <a:rPr sz="1400" spc="95" dirty="0">
                <a:solidFill>
                  <a:srgbClr val="3A3737"/>
                </a:solidFill>
                <a:latin typeface="Verdana"/>
                <a:cs typeface="Verdana"/>
              </a:rPr>
              <a:t>a </a:t>
            </a:r>
            <a:r>
              <a:rPr sz="1400" spc="10" dirty="0">
                <a:solidFill>
                  <a:srgbClr val="3A3737"/>
                </a:solidFill>
                <a:latin typeface="Verdana"/>
                <a:cs typeface="Verdana"/>
              </a:rPr>
              <a:t>la </a:t>
            </a:r>
            <a:r>
              <a:rPr sz="1400" spc="-5" dirty="0">
                <a:solidFill>
                  <a:srgbClr val="3A3737"/>
                </a:solidFill>
                <a:latin typeface="Verdana"/>
                <a:cs typeface="Verdana"/>
              </a:rPr>
              <a:t>gran </a:t>
            </a:r>
            <a:r>
              <a:rPr sz="1400" spc="30" dirty="0">
                <a:solidFill>
                  <a:srgbClr val="3A3737"/>
                </a:solidFill>
                <a:latin typeface="Verdana"/>
                <a:cs typeface="Verdana"/>
              </a:rPr>
              <a:t>velocidad </a:t>
            </a:r>
            <a:r>
              <a:rPr sz="1400" spc="60" dirty="0">
                <a:solidFill>
                  <a:srgbClr val="3A3737"/>
                </a:solidFill>
                <a:latin typeface="Verdana"/>
                <a:cs typeface="Verdana"/>
              </a:rPr>
              <a:t>de </a:t>
            </a:r>
            <a:r>
              <a:rPr sz="1400" spc="-25" dirty="0">
                <a:solidFill>
                  <a:srgbClr val="3A3737"/>
                </a:solidFill>
                <a:latin typeface="Verdana"/>
                <a:cs typeface="Verdana"/>
              </a:rPr>
              <a:t>transferencia </a:t>
            </a:r>
            <a:r>
              <a:rPr sz="1400" spc="70" dirty="0">
                <a:solidFill>
                  <a:srgbClr val="3A3737"/>
                </a:solidFill>
                <a:latin typeface="Verdana"/>
                <a:cs typeface="Verdana"/>
              </a:rPr>
              <a:t>de </a:t>
            </a:r>
            <a:r>
              <a:rPr sz="1400" spc="-5" dirty="0">
                <a:solidFill>
                  <a:srgbClr val="3A3737"/>
                </a:solidFill>
                <a:latin typeface="Verdana"/>
                <a:cs typeface="Verdana"/>
              </a:rPr>
              <a:t>datos </a:t>
            </a:r>
            <a:r>
              <a:rPr sz="1400" spc="30" dirty="0">
                <a:solidFill>
                  <a:srgbClr val="3A3737"/>
                </a:solidFill>
                <a:latin typeface="Verdana"/>
                <a:cs typeface="Verdana"/>
              </a:rPr>
              <a:t>que </a:t>
            </a:r>
            <a:r>
              <a:rPr sz="1400" spc="-5" dirty="0">
                <a:solidFill>
                  <a:srgbClr val="3A3737"/>
                </a:solidFill>
                <a:latin typeface="Verdana"/>
                <a:cs typeface="Verdana"/>
              </a:rPr>
              <a:t>necesitan </a:t>
            </a:r>
            <a:r>
              <a:rPr sz="1400" spc="-409" dirty="0">
                <a:solidFill>
                  <a:srgbClr val="3A3737"/>
                </a:solidFill>
                <a:latin typeface="Verdana"/>
                <a:cs typeface="Verdana"/>
              </a:rPr>
              <a:t> </a:t>
            </a:r>
            <a:r>
              <a:rPr sz="1400" spc="-25" dirty="0">
                <a:solidFill>
                  <a:srgbClr val="3A3737"/>
                </a:solidFill>
                <a:latin typeface="Verdana"/>
                <a:cs typeface="Verdana"/>
              </a:rPr>
              <a:t>requieren</a:t>
            </a:r>
            <a:r>
              <a:rPr sz="1400" spc="-105" dirty="0">
                <a:solidFill>
                  <a:srgbClr val="3A3737"/>
                </a:solidFill>
                <a:latin typeface="Verdana"/>
                <a:cs typeface="Verdana"/>
              </a:rPr>
              <a:t> </a:t>
            </a:r>
            <a:r>
              <a:rPr sz="1400" spc="70" dirty="0">
                <a:solidFill>
                  <a:srgbClr val="3A3737"/>
                </a:solidFill>
                <a:latin typeface="Verdana"/>
                <a:cs typeface="Verdana"/>
              </a:rPr>
              <a:t>de</a:t>
            </a:r>
            <a:r>
              <a:rPr sz="1400" spc="-100" dirty="0">
                <a:solidFill>
                  <a:srgbClr val="3A3737"/>
                </a:solidFill>
                <a:latin typeface="Verdana"/>
                <a:cs typeface="Verdana"/>
              </a:rPr>
              <a:t> </a:t>
            </a:r>
            <a:r>
              <a:rPr sz="1400" dirty="0">
                <a:solidFill>
                  <a:srgbClr val="3A3737"/>
                </a:solidFill>
                <a:latin typeface="Verdana"/>
                <a:cs typeface="Verdana"/>
              </a:rPr>
              <a:t>conexión</a:t>
            </a:r>
            <a:r>
              <a:rPr sz="1400" spc="-70" dirty="0">
                <a:solidFill>
                  <a:srgbClr val="3A3737"/>
                </a:solidFill>
                <a:latin typeface="Verdana"/>
                <a:cs typeface="Verdana"/>
              </a:rPr>
              <a:t> </a:t>
            </a:r>
            <a:r>
              <a:rPr sz="1400" spc="-15" dirty="0">
                <a:solidFill>
                  <a:srgbClr val="3A3737"/>
                </a:solidFill>
                <a:latin typeface="Verdana"/>
                <a:cs typeface="Verdana"/>
              </a:rPr>
              <a:t>por</a:t>
            </a:r>
            <a:r>
              <a:rPr sz="1400" spc="-75" dirty="0">
                <a:solidFill>
                  <a:srgbClr val="3A3737"/>
                </a:solidFill>
                <a:latin typeface="Verdana"/>
                <a:cs typeface="Verdana"/>
              </a:rPr>
              <a:t> </a:t>
            </a:r>
            <a:r>
              <a:rPr sz="1400" spc="30" dirty="0">
                <a:solidFill>
                  <a:srgbClr val="3A3737"/>
                </a:solidFill>
                <a:latin typeface="Verdana"/>
                <a:cs typeface="Verdana"/>
              </a:rPr>
              <a:t>cable.</a:t>
            </a:r>
            <a:endParaRPr sz="1400" dirty="0">
              <a:latin typeface="Verdana"/>
              <a:cs typeface="Verdana"/>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295400" y="228600"/>
            <a:ext cx="6000750" cy="635635"/>
          </a:xfrm>
          <a:prstGeom prst="rect">
            <a:avLst/>
          </a:prstGeom>
        </p:spPr>
        <p:txBody>
          <a:bodyPr vert="horz" wrap="square" lIns="0" tIns="12700" rIns="0" bIns="0" rtlCol="0">
            <a:spAutoFit/>
          </a:bodyPr>
          <a:lstStyle/>
          <a:p>
            <a:pPr marL="12700" marR="5080">
              <a:spcBef>
                <a:spcPts val="100"/>
              </a:spcBef>
              <a:tabLst>
                <a:tab pos="4882515" algn="l"/>
              </a:tabLst>
            </a:pPr>
            <a:r>
              <a:rPr spc="-150" dirty="0"/>
              <a:t>3</a:t>
            </a:r>
            <a:r>
              <a:rPr spc="-70" dirty="0"/>
              <a:t>.</a:t>
            </a:r>
            <a:r>
              <a:rPr spc="25" dirty="0"/>
              <a:t>Conceptos</a:t>
            </a:r>
            <a:r>
              <a:rPr spc="-70" dirty="0"/>
              <a:t> </a:t>
            </a:r>
            <a:r>
              <a:rPr spc="5" dirty="0"/>
              <a:t>bá</a:t>
            </a:r>
            <a:r>
              <a:rPr spc="-5" dirty="0"/>
              <a:t>s</a:t>
            </a:r>
            <a:r>
              <a:rPr dirty="0"/>
              <a:t>icos</a:t>
            </a:r>
            <a:r>
              <a:rPr spc="-40" dirty="0"/>
              <a:t> </a:t>
            </a:r>
            <a:r>
              <a:rPr spc="-20" dirty="0"/>
              <a:t>pa</a:t>
            </a:r>
            <a:r>
              <a:rPr spc="-25" dirty="0"/>
              <a:t>r</a:t>
            </a:r>
            <a:r>
              <a:rPr spc="125" dirty="0"/>
              <a:t>a</a:t>
            </a:r>
            <a:r>
              <a:rPr spc="-20" dirty="0"/>
              <a:t> </a:t>
            </a:r>
            <a:r>
              <a:rPr spc="-40" dirty="0"/>
              <a:t>entende</a:t>
            </a:r>
            <a:r>
              <a:rPr spc="-25" dirty="0"/>
              <a:t>r</a:t>
            </a:r>
            <a:r>
              <a:rPr spc="-60" dirty="0"/>
              <a:t> </a:t>
            </a:r>
            <a:r>
              <a:rPr dirty="0"/>
              <a:t>la	</a:t>
            </a:r>
            <a:r>
              <a:rPr spc="-15" dirty="0"/>
              <a:t>Realidad  </a:t>
            </a:r>
            <a:r>
              <a:rPr spc="10" dirty="0"/>
              <a:t>Aumentada</a:t>
            </a:r>
          </a:p>
        </p:txBody>
      </p:sp>
      <p:sp>
        <p:nvSpPr>
          <p:cNvPr id="3" name="object 3"/>
          <p:cNvSpPr txBox="1"/>
          <p:nvPr/>
        </p:nvSpPr>
        <p:spPr>
          <a:xfrm>
            <a:off x="533400" y="990600"/>
            <a:ext cx="8291195" cy="5197897"/>
          </a:xfrm>
          <a:prstGeom prst="rect">
            <a:avLst/>
          </a:prstGeom>
        </p:spPr>
        <p:txBody>
          <a:bodyPr vert="horz" wrap="square" lIns="0" tIns="58419" rIns="0" bIns="0" rtlCol="0">
            <a:spAutoFit/>
          </a:bodyPr>
          <a:lstStyle/>
          <a:p>
            <a:pPr marL="469900">
              <a:spcBef>
                <a:spcPts val="459"/>
              </a:spcBef>
            </a:pPr>
            <a:r>
              <a:rPr sz="1600" b="1" spc="-135" dirty="0">
                <a:solidFill>
                  <a:srgbClr val="3A3737"/>
                </a:solidFill>
                <a:latin typeface="Tahoma"/>
                <a:cs typeface="Tahoma"/>
              </a:rPr>
              <a:t>1</a:t>
            </a:r>
            <a:r>
              <a:rPr sz="1600" b="1" spc="-55" dirty="0">
                <a:solidFill>
                  <a:srgbClr val="3A3737"/>
                </a:solidFill>
                <a:latin typeface="Tahoma"/>
                <a:cs typeface="Tahoma"/>
              </a:rPr>
              <a:t>.</a:t>
            </a:r>
            <a:r>
              <a:rPr sz="1600" b="1" spc="-10" dirty="0">
                <a:solidFill>
                  <a:srgbClr val="3A3737"/>
                </a:solidFill>
                <a:latin typeface="Tahoma"/>
                <a:cs typeface="Tahoma"/>
              </a:rPr>
              <a:t> </a:t>
            </a:r>
            <a:r>
              <a:rPr sz="1600" b="1" spc="-25" dirty="0">
                <a:solidFill>
                  <a:srgbClr val="3A3737"/>
                </a:solidFill>
                <a:latin typeface="Tahoma"/>
                <a:cs typeface="Tahoma"/>
              </a:rPr>
              <a:t>Realida</a:t>
            </a:r>
            <a:r>
              <a:rPr sz="1600" b="1" spc="45" dirty="0">
                <a:solidFill>
                  <a:srgbClr val="3A3737"/>
                </a:solidFill>
                <a:latin typeface="Tahoma"/>
                <a:cs typeface="Tahoma"/>
              </a:rPr>
              <a:t>d</a:t>
            </a:r>
            <a:r>
              <a:rPr sz="1600" b="1" spc="20" dirty="0">
                <a:solidFill>
                  <a:srgbClr val="3A3737"/>
                </a:solidFill>
                <a:latin typeface="Tahoma"/>
                <a:cs typeface="Tahoma"/>
              </a:rPr>
              <a:t> </a:t>
            </a:r>
            <a:r>
              <a:rPr sz="1600" b="1" spc="80" dirty="0">
                <a:solidFill>
                  <a:srgbClr val="3A3737"/>
                </a:solidFill>
                <a:latin typeface="Tahoma"/>
                <a:cs typeface="Tahoma"/>
              </a:rPr>
              <a:t>A</a:t>
            </a:r>
            <a:r>
              <a:rPr sz="1600" b="1" spc="-35" dirty="0">
                <a:solidFill>
                  <a:srgbClr val="3A3737"/>
                </a:solidFill>
                <a:latin typeface="Tahoma"/>
                <a:cs typeface="Tahoma"/>
              </a:rPr>
              <a:t>ument</a:t>
            </a:r>
            <a:r>
              <a:rPr sz="1600" b="1" spc="-30" dirty="0">
                <a:solidFill>
                  <a:srgbClr val="3A3737"/>
                </a:solidFill>
                <a:latin typeface="Tahoma"/>
                <a:cs typeface="Tahoma"/>
              </a:rPr>
              <a:t>a</a:t>
            </a:r>
            <a:r>
              <a:rPr sz="1600" b="1" spc="65" dirty="0">
                <a:solidFill>
                  <a:srgbClr val="3A3737"/>
                </a:solidFill>
                <a:latin typeface="Tahoma"/>
                <a:cs typeface="Tahoma"/>
              </a:rPr>
              <a:t>da</a:t>
            </a:r>
            <a:endParaRPr sz="1600" dirty="0">
              <a:latin typeface="Tahoma"/>
              <a:cs typeface="Tahoma"/>
            </a:endParaRPr>
          </a:p>
          <a:p>
            <a:pPr marL="184785" marR="8890" indent="-172720" algn="just">
              <a:lnSpc>
                <a:spcPct val="107000"/>
              </a:lnSpc>
              <a:spcBef>
                <a:spcPts val="295"/>
              </a:spcBef>
              <a:buFont typeface="Arial MT"/>
              <a:buChar char="•"/>
              <a:tabLst>
                <a:tab pos="185420" algn="l"/>
              </a:tabLst>
            </a:pPr>
            <a:r>
              <a:rPr sz="2000" spc="-15" dirty="0">
                <a:solidFill>
                  <a:srgbClr val="3A3737"/>
                </a:solidFill>
                <a:latin typeface="Verdana"/>
                <a:cs typeface="Verdana"/>
              </a:rPr>
              <a:t>La </a:t>
            </a:r>
            <a:r>
              <a:rPr sz="2000" spc="10" dirty="0">
                <a:solidFill>
                  <a:srgbClr val="3A3737"/>
                </a:solidFill>
                <a:latin typeface="Verdana"/>
                <a:cs typeface="Verdana"/>
              </a:rPr>
              <a:t>realidad </a:t>
            </a:r>
            <a:r>
              <a:rPr sz="2000" spc="45" dirty="0">
                <a:solidFill>
                  <a:srgbClr val="3A3737"/>
                </a:solidFill>
                <a:latin typeface="Verdana"/>
                <a:cs typeface="Verdana"/>
              </a:rPr>
              <a:t>aumentada </a:t>
            </a:r>
            <a:r>
              <a:rPr sz="2000" spc="-114" dirty="0">
                <a:solidFill>
                  <a:srgbClr val="3A3737"/>
                </a:solidFill>
                <a:latin typeface="Verdana"/>
                <a:cs typeface="Verdana"/>
              </a:rPr>
              <a:t>(AR) </a:t>
            </a:r>
            <a:r>
              <a:rPr sz="2000" spc="-75" dirty="0">
                <a:solidFill>
                  <a:srgbClr val="3A3737"/>
                </a:solidFill>
                <a:latin typeface="Verdana"/>
                <a:cs typeface="Verdana"/>
              </a:rPr>
              <a:t>es </a:t>
            </a:r>
            <a:r>
              <a:rPr sz="2000" spc="-55" dirty="0">
                <a:solidFill>
                  <a:srgbClr val="3A3737"/>
                </a:solidFill>
                <a:latin typeface="Verdana"/>
                <a:cs typeface="Verdana"/>
              </a:rPr>
              <a:t>un </a:t>
            </a:r>
            <a:r>
              <a:rPr sz="2000" spc="-15" dirty="0">
                <a:solidFill>
                  <a:srgbClr val="3A3737"/>
                </a:solidFill>
                <a:latin typeface="Verdana"/>
                <a:cs typeface="Verdana"/>
              </a:rPr>
              <a:t>enriquecimiento </a:t>
            </a:r>
            <a:r>
              <a:rPr sz="2000" spc="20" dirty="0">
                <a:solidFill>
                  <a:srgbClr val="3A3737"/>
                </a:solidFill>
                <a:latin typeface="Verdana"/>
                <a:cs typeface="Verdana"/>
              </a:rPr>
              <a:t>del </a:t>
            </a:r>
            <a:r>
              <a:rPr sz="2000" spc="10" dirty="0">
                <a:solidFill>
                  <a:srgbClr val="3A3737"/>
                </a:solidFill>
                <a:latin typeface="Verdana"/>
                <a:cs typeface="Verdana"/>
              </a:rPr>
              <a:t>mundo </a:t>
            </a:r>
            <a:r>
              <a:rPr sz="2000" spc="-35" dirty="0">
                <a:solidFill>
                  <a:srgbClr val="3A3737"/>
                </a:solidFill>
                <a:latin typeface="Verdana"/>
                <a:cs typeface="Verdana"/>
              </a:rPr>
              <a:t>real </a:t>
            </a:r>
            <a:r>
              <a:rPr sz="2000" spc="100" dirty="0">
                <a:solidFill>
                  <a:srgbClr val="3A3737"/>
                </a:solidFill>
                <a:latin typeface="Verdana"/>
                <a:cs typeface="Verdana"/>
              </a:rPr>
              <a:t>con </a:t>
            </a:r>
            <a:r>
              <a:rPr sz="2000" spc="105" dirty="0">
                <a:solidFill>
                  <a:srgbClr val="3A3737"/>
                </a:solidFill>
                <a:latin typeface="Verdana"/>
                <a:cs typeface="Verdana"/>
              </a:rPr>
              <a:t> </a:t>
            </a:r>
            <a:r>
              <a:rPr sz="2000" spc="-30" dirty="0">
                <a:solidFill>
                  <a:srgbClr val="3A3737"/>
                </a:solidFill>
                <a:latin typeface="Verdana"/>
                <a:cs typeface="Verdana"/>
              </a:rPr>
              <a:t>e</a:t>
            </a:r>
            <a:r>
              <a:rPr sz="2000" spc="-5" dirty="0">
                <a:solidFill>
                  <a:srgbClr val="3A3737"/>
                </a:solidFill>
                <a:latin typeface="Verdana"/>
                <a:cs typeface="Verdana"/>
              </a:rPr>
              <a:t>l</a:t>
            </a:r>
            <a:r>
              <a:rPr sz="2000" spc="15" dirty="0">
                <a:solidFill>
                  <a:srgbClr val="3A3737"/>
                </a:solidFill>
                <a:latin typeface="Verdana"/>
                <a:cs typeface="Verdana"/>
              </a:rPr>
              <a:t>e</a:t>
            </a:r>
            <a:r>
              <a:rPr sz="2000" spc="30" dirty="0">
                <a:solidFill>
                  <a:srgbClr val="3A3737"/>
                </a:solidFill>
                <a:latin typeface="Verdana"/>
                <a:cs typeface="Verdana"/>
              </a:rPr>
              <a:t>m</a:t>
            </a:r>
            <a:r>
              <a:rPr sz="2000" spc="-45" dirty="0">
                <a:solidFill>
                  <a:srgbClr val="3A3737"/>
                </a:solidFill>
                <a:latin typeface="Verdana"/>
                <a:cs typeface="Verdana"/>
              </a:rPr>
              <a:t>entos</a:t>
            </a:r>
            <a:r>
              <a:rPr sz="2000" spc="-185" dirty="0">
                <a:solidFill>
                  <a:srgbClr val="3A3737"/>
                </a:solidFill>
                <a:latin typeface="Verdana"/>
                <a:cs typeface="Verdana"/>
              </a:rPr>
              <a:t> </a:t>
            </a:r>
            <a:r>
              <a:rPr sz="2000" spc="30" dirty="0">
                <a:solidFill>
                  <a:srgbClr val="3A3737"/>
                </a:solidFill>
                <a:latin typeface="Verdana"/>
                <a:cs typeface="Verdana"/>
              </a:rPr>
              <a:t>de</a:t>
            </a:r>
            <a:r>
              <a:rPr sz="2000" spc="15" dirty="0">
                <a:solidFill>
                  <a:srgbClr val="3A3737"/>
                </a:solidFill>
                <a:latin typeface="Verdana"/>
                <a:cs typeface="Verdana"/>
              </a:rPr>
              <a:t>l</a:t>
            </a:r>
            <a:r>
              <a:rPr sz="2000" spc="-160" dirty="0">
                <a:solidFill>
                  <a:srgbClr val="3A3737"/>
                </a:solidFill>
                <a:latin typeface="Verdana"/>
                <a:cs typeface="Verdana"/>
              </a:rPr>
              <a:t> </a:t>
            </a:r>
            <a:r>
              <a:rPr sz="2000" spc="-70" dirty="0">
                <a:solidFill>
                  <a:srgbClr val="3A3737"/>
                </a:solidFill>
                <a:latin typeface="Verdana"/>
                <a:cs typeface="Verdana"/>
              </a:rPr>
              <a:t>m</a:t>
            </a:r>
            <a:r>
              <a:rPr sz="2000" spc="-40" dirty="0">
                <a:solidFill>
                  <a:srgbClr val="3A3737"/>
                </a:solidFill>
                <a:latin typeface="Verdana"/>
                <a:cs typeface="Verdana"/>
              </a:rPr>
              <a:t>u</a:t>
            </a:r>
            <a:r>
              <a:rPr sz="2000" spc="60" dirty="0">
                <a:solidFill>
                  <a:srgbClr val="3A3737"/>
                </a:solidFill>
                <a:latin typeface="Verdana"/>
                <a:cs typeface="Verdana"/>
              </a:rPr>
              <a:t>ndo</a:t>
            </a:r>
            <a:r>
              <a:rPr sz="2000" spc="-170" dirty="0">
                <a:solidFill>
                  <a:srgbClr val="3A3737"/>
                </a:solidFill>
                <a:latin typeface="Verdana"/>
                <a:cs typeface="Verdana"/>
              </a:rPr>
              <a:t> </a:t>
            </a:r>
            <a:r>
              <a:rPr sz="2000" spc="-60" dirty="0">
                <a:solidFill>
                  <a:srgbClr val="3A3737"/>
                </a:solidFill>
                <a:latin typeface="Verdana"/>
                <a:cs typeface="Verdana"/>
              </a:rPr>
              <a:t>v</a:t>
            </a:r>
            <a:r>
              <a:rPr sz="2000" spc="-165" dirty="0">
                <a:solidFill>
                  <a:srgbClr val="3A3737"/>
                </a:solidFill>
                <a:latin typeface="Verdana"/>
                <a:cs typeface="Verdana"/>
              </a:rPr>
              <a:t>i</a:t>
            </a:r>
            <a:r>
              <a:rPr sz="2000" spc="-254" dirty="0">
                <a:solidFill>
                  <a:srgbClr val="3A3737"/>
                </a:solidFill>
                <a:latin typeface="Verdana"/>
                <a:cs typeface="Verdana"/>
              </a:rPr>
              <a:t>r</a:t>
            </a:r>
            <a:r>
              <a:rPr sz="2000" spc="-100" dirty="0">
                <a:solidFill>
                  <a:srgbClr val="3A3737"/>
                </a:solidFill>
                <a:latin typeface="Verdana"/>
                <a:cs typeface="Verdana"/>
              </a:rPr>
              <a:t>t</a:t>
            </a:r>
            <a:r>
              <a:rPr sz="2000" spc="-60" dirty="0">
                <a:solidFill>
                  <a:srgbClr val="3A3737"/>
                </a:solidFill>
                <a:latin typeface="Verdana"/>
                <a:cs typeface="Verdana"/>
              </a:rPr>
              <a:t>u</a:t>
            </a:r>
            <a:r>
              <a:rPr sz="2000" spc="5" dirty="0">
                <a:solidFill>
                  <a:srgbClr val="3A3737"/>
                </a:solidFill>
                <a:latin typeface="Verdana"/>
                <a:cs typeface="Verdana"/>
              </a:rPr>
              <a:t>al</a:t>
            </a:r>
            <a:r>
              <a:rPr sz="2000" spc="-175" dirty="0">
                <a:solidFill>
                  <a:srgbClr val="3A3737"/>
                </a:solidFill>
                <a:latin typeface="Verdana"/>
                <a:cs typeface="Verdana"/>
              </a:rPr>
              <a:t>.</a:t>
            </a:r>
            <a:endParaRPr sz="2000" dirty="0">
              <a:latin typeface="Verdana"/>
              <a:cs typeface="Verdana"/>
            </a:endParaRPr>
          </a:p>
          <a:p>
            <a:pPr marL="184785" marR="8255" indent="-172720" algn="just">
              <a:lnSpc>
                <a:spcPct val="107000"/>
              </a:lnSpc>
              <a:spcBef>
                <a:spcPts val="790"/>
              </a:spcBef>
              <a:buFont typeface="Arial MT"/>
              <a:buChar char="•"/>
              <a:tabLst>
                <a:tab pos="185420" algn="l"/>
              </a:tabLst>
            </a:pPr>
            <a:r>
              <a:rPr sz="2000" spc="-55" dirty="0">
                <a:solidFill>
                  <a:srgbClr val="3A3737"/>
                </a:solidFill>
                <a:latin typeface="Verdana"/>
                <a:cs typeface="Verdana"/>
              </a:rPr>
              <a:t>Consiste </a:t>
            </a:r>
            <a:r>
              <a:rPr sz="2000" spc="35" dirty="0">
                <a:solidFill>
                  <a:srgbClr val="3A3737"/>
                </a:solidFill>
                <a:latin typeface="Verdana"/>
                <a:cs typeface="Verdana"/>
              </a:rPr>
              <a:t>en </a:t>
            </a:r>
            <a:r>
              <a:rPr sz="2000" spc="25" dirty="0">
                <a:solidFill>
                  <a:srgbClr val="3A3737"/>
                </a:solidFill>
                <a:latin typeface="Verdana"/>
                <a:cs typeface="Verdana"/>
              </a:rPr>
              <a:t>una </a:t>
            </a:r>
            <a:r>
              <a:rPr sz="2000" spc="-35" dirty="0">
                <a:solidFill>
                  <a:srgbClr val="3A3737"/>
                </a:solidFill>
                <a:latin typeface="Verdana"/>
                <a:cs typeface="Verdana"/>
              </a:rPr>
              <a:t>superposición </a:t>
            </a:r>
            <a:r>
              <a:rPr sz="2000" spc="25" dirty="0">
                <a:solidFill>
                  <a:srgbClr val="3A3737"/>
                </a:solidFill>
                <a:latin typeface="Verdana"/>
                <a:cs typeface="Verdana"/>
              </a:rPr>
              <a:t>del </a:t>
            </a:r>
            <a:r>
              <a:rPr sz="2000" spc="35" dirty="0">
                <a:solidFill>
                  <a:srgbClr val="3A3737"/>
                </a:solidFill>
                <a:latin typeface="Verdana"/>
                <a:cs typeface="Verdana"/>
              </a:rPr>
              <a:t>contenido </a:t>
            </a:r>
            <a:r>
              <a:rPr sz="2000" spc="85" dirty="0">
                <a:solidFill>
                  <a:srgbClr val="3A3737"/>
                </a:solidFill>
                <a:latin typeface="Verdana"/>
                <a:cs typeface="Verdana"/>
              </a:rPr>
              <a:t>creado </a:t>
            </a:r>
            <a:r>
              <a:rPr sz="2000" spc="-15" dirty="0">
                <a:solidFill>
                  <a:srgbClr val="3A3737"/>
                </a:solidFill>
                <a:latin typeface="Verdana"/>
                <a:cs typeface="Verdana"/>
              </a:rPr>
              <a:t>por </a:t>
            </a:r>
            <a:r>
              <a:rPr sz="2000" spc="-55" dirty="0">
                <a:solidFill>
                  <a:srgbClr val="3A3737"/>
                </a:solidFill>
                <a:latin typeface="Verdana"/>
                <a:cs typeface="Verdana"/>
              </a:rPr>
              <a:t>un </a:t>
            </a:r>
            <a:r>
              <a:rPr sz="2000" spc="15" dirty="0">
                <a:solidFill>
                  <a:srgbClr val="3A3737"/>
                </a:solidFill>
                <a:latin typeface="Verdana"/>
                <a:cs typeface="Verdana"/>
              </a:rPr>
              <a:t>ordenador </a:t>
            </a:r>
            <a:r>
              <a:rPr sz="2000" spc="35" dirty="0">
                <a:solidFill>
                  <a:srgbClr val="3A3737"/>
                </a:solidFill>
                <a:latin typeface="Verdana"/>
                <a:cs typeface="Verdana"/>
              </a:rPr>
              <a:t>en </a:t>
            </a:r>
            <a:r>
              <a:rPr sz="2000" spc="-690" dirty="0">
                <a:solidFill>
                  <a:srgbClr val="3A3737"/>
                </a:solidFill>
                <a:latin typeface="Verdana"/>
                <a:cs typeface="Verdana"/>
              </a:rPr>
              <a:t> </a:t>
            </a:r>
            <a:r>
              <a:rPr sz="2000" spc="-20" dirty="0">
                <a:solidFill>
                  <a:srgbClr val="3A3737"/>
                </a:solidFill>
                <a:latin typeface="Verdana"/>
                <a:cs typeface="Verdana"/>
              </a:rPr>
              <a:t>el</a:t>
            </a:r>
            <a:r>
              <a:rPr sz="2000" spc="-160" dirty="0">
                <a:solidFill>
                  <a:srgbClr val="3A3737"/>
                </a:solidFill>
                <a:latin typeface="Verdana"/>
                <a:cs typeface="Verdana"/>
              </a:rPr>
              <a:t> </a:t>
            </a:r>
            <a:r>
              <a:rPr sz="2000" spc="10" dirty="0">
                <a:solidFill>
                  <a:srgbClr val="3A3737"/>
                </a:solidFill>
                <a:latin typeface="Verdana"/>
                <a:cs typeface="Verdana"/>
              </a:rPr>
              <a:t>mundo</a:t>
            </a:r>
            <a:r>
              <a:rPr sz="2000" spc="-145" dirty="0">
                <a:solidFill>
                  <a:srgbClr val="3A3737"/>
                </a:solidFill>
                <a:latin typeface="Verdana"/>
                <a:cs typeface="Verdana"/>
              </a:rPr>
              <a:t> </a:t>
            </a:r>
            <a:r>
              <a:rPr sz="2000" spc="-65" dirty="0">
                <a:solidFill>
                  <a:srgbClr val="3A3737"/>
                </a:solidFill>
                <a:latin typeface="Verdana"/>
                <a:cs typeface="Verdana"/>
              </a:rPr>
              <a:t>real,</a:t>
            </a:r>
            <a:r>
              <a:rPr sz="2000" spc="-160" dirty="0">
                <a:solidFill>
                  <a:srgbClr val="3A3737"/>
                </a:solidFill>
                <a:latin typeface="Verdana"/>
                <a:cs typeface="Verdana"/>
              </a:rPr>
              <a:t> </a:t>
            </a:r>
            <a:r>
              <a:rPr sz="2000" spc="-75" dirty="0">
                <a:solidFill>
                  <a:srgbClr val="3A3737"/>
                </a:solidFill>
                <a:latin typeface="Verdana"/>
                <a:cs typeface="Verdana"/>
              </a:rPr>
              <a:t>es</a:t>
            </a:r>
            <a:r>
              <a:rPr sz="2000" spc="-150" dirty="0">
                <a:solidFill>
                  <a:srgbClr val="3A3737"/>
                </a:solidFill>
                <a:latin typeface="Verdana"/>
                <a:cs typeface="Verdana"/>
              </a:rPr>
              <a:t> </a:t>
            </a:r>
            <a:r>
              <a:rPr sz="2000" spc="-20" dirty="0">
                <a:solidFill>
                  <a:srgbClr val="3A3737"/>
                </a:solidFill>
                <a:latin typeface="Verdana"/>
                <a:cs typeface="Verdana"/>
              </a:rPr>
              <a:t>decir,</a:t>
            </a:r>
            <a:r>
              <a:rPr sz="2000" spc="-160" dirty="0">
                <a:solidFill>
                  <a:srgbClr val="3A3737"/>
                </a:solidFill>
                <a:latin typeface="Verdana"/>
                <a:cs typeface="Verdana"/>
              </a:rPr>
              <a:t> </a:t>
            </a:r>
            <a:r>
              <a:rPr sz="2000" spc="100" dirty="0">
                <a:solidFill>
                  <a:srgbClr val="3A3737"/>
                </a:solidFill>
                <a:latin typeface="Verdana"/>
                <a:cs typeface="Verdana"/>
              </a:rPr>
              <a:t>con</a:t>
            </a:r>
            <a:r>
              <a:rPr sz="2000" spc="-145" dirty="0">
                <a:solidFill>
                  <a:srgbClr val="3A3737"/>
                </a:solidFill>
                <a:latin typeface="Verdana"/>
                <a:cs typeface="Verdana"/>
              </a:rPr>
              <a:t> </a:t>
            </a:r>
            <a:r>
              <a:rPr sz="2000" spc="10" dirty="0">
                <a:solidFill>
                  <a:srgbClr val="3A3737"/>
                </a:solidFill>
                <a:latin typeface="Verdana"/>
                <a:cs typeface="Verdana"/>
              </a:rPr>
              <a:t>la</a:t>
            </a:r>
            <a:r>
              <a:rPr sz="2000" spc="-140" dirty="0">
                <a:solidFill>
                  <a:srgbClr val="3A3737"/>
                </a:solidFill>
                <a:latin typeface="Verdana"/>
                <a:cs typeface="Verdana"/>
              </a:rPr>
              <a:t> </a:t>
            </a:r>
            <a:r>
              <a:rPr sz="2000" spc="10" dirty="0">
                <a:solidFill>
                  <a:srgbClr val="3A3737"/>
                </a:solidFill>
                <a:latin typeface="Verdana"/>
                <a:cs typeface="Verdana"/>
              </a:rPr>
              <a:t>realidad</a:t>
            </a:r>
            <a:r>
              <a:rPr sz="2000" spc="-145" dirty="0">
                <a:solidFill>
                  <a:srgbClr val="3A3737"/>
                </a:solidFill>
                <a:latin typeface="Verdana"/>
                <a:cs typeface="Verdana"/>
              </a:rPr>
              <a:t> </a:t>
            </a:r>
            <a:r>
              <a:rPr sz="2000" spc="45" dirty="0">
                <a:solidFill>
                  <a:srgbClr val="3A3737"/>
                </a:solidFill>
                <a:latin typeface="Verdana"/>
                <a:cs typeface="Verdana"/>
              </a:rPr>
              <a:t>aumentada</a:t>
            </a:r>
            <a:r>
              <a:rPr sz="2000" spc="-145" dirty="0">
                <a:solidFill>
                  <a:srgbClr val="3A3737"/>
                </a:solidFill>
                <a:latin typeface="Verdana"/>
                <a:cs typeface="Verdana"/>
              </a:rPr>
              <a:t> </a:t>
            </a:r>
            <a:r>
              <a:rPr sz="2000" spc="-85" dirty="0">
                <a:solidFill>
                  <a:srgbClr val="3A3737"/>
                </a:solidFill>
                <a:latin typeface="Verdana"/>
                <a:cs typeface="Verdana"/>
              </a:rPr>
              <a:t>se</a:t>
            </a:r>
            <a:r>
              <a:rPr sz="2000" spc="-145" dirty="0">
                <a:solidFill>
                  <a:srgbClr val="3A3737"/>
                </a:solidFill>
                <a:latin typeface="Verdana"/>
                <a:cs typeface="Verdana"/>
              </a:rPr>
              <a:t> </a:t>
            </a:r>
            <a:r>
              <a:rPr sz="2000" spc="30" dirty="0">
                <a:solidFill>
                  <a:srgbClr val="3A3737"/>
                </a:solidFill>
                <a:latin typeface="Verdana"/>
                <a:cs typeface="Verdana"/>
              </a:rPr>
              <a:t>genera</a:t>
            </a:r>
            <a:r>
              <a:rPr sz="2000" spc="-165" dirty="0">
                <a:solidFill>
                  <a:srgbClr val="3A3737"/>
                </a:solidFill>
                <a:latin typeface="Verdana"/>
                <a:cs typeface="Verdana"/>
              </a:rPr>
              <a:t> </a:t>
            </a:r>
            <a:r>
              <a:rPr sz="2000" spc="-45" dirty="0">
                <a:solidFill>
                  <a:srgbClr val="3A3737"/>
                </a:solidFill>
                <a:latin typeface="Verdana"/>
                <a:cs typeface="Verdana"/>
              </a:rPr>
              <a:t>un</a:t>
            </a:r>
            <a:r>
              <a:rPr sz="2000" spc="-135" dirty="0">
                <a:solidFill>
                  <a:srgbClr val="3A3737"/>
                </a:solidFill>
                <a:latin typeface="Verdana"/>
                <a:cs typeface="Verdana"/>
              </a:rPr>
              <a:t> </a:t>
            </a:r>
            <a:r>
              <a:rPr sz="2000" spc="35" dirty="0">
                <a:solidFill>
                  <a:srgbClr val="3A3737"/>
                </a:solidFill>
                <a:latin typeface="Verdana"/>
                <a:cs typeface="Verdana"/>
              </a:rPr>
              <a:t>contenido </a:t>
            </a:r>
            <a:r>
              <a:rPr sz="2000" spc="-695" dirty="0">
                <a:solidFill>
                  <a:srgbClr val="3A3737"/>
                </a:solidFill>
                <a:latin typeface="Verdana"/>
                <a:cs typeface="Verdana"/>
              </a:rPr>
              <a:t> </a:t>
            </a:r>
            <a:r>
              <a:rPr sz="2000" spc="-60" dirty="0">
                <a:solidFill>
                  <a:srgbClr val="3A3737"/>
                </a:solidFill>
                <a:latin typeface="Verdana"/>
                <a:cs typeface="Verdana"/>
              </a:rPr>
              <a:t>v</a:t>
            </a:r>
            <a:r>
              <a:rPr sz="2000" spc="-165" dirty="0">
                <a:solidFill>
                  <a:srgbClr val="3A3737"/>
                </a:solidFill>
                <a:latin typeface="Verdana"/>
                <a:cs typeface="Verdana"/>
              </a:rPr>
              <a:t>i</a:t>
            </a:r>
            <a:r>
              <a:rPr sz="2000" spc="-254" dirty="0">
                <a:solidFill>
                  <a:srgbClr val="3A3737"/>
                </a:solidFill>
                <a:latin typeface="Verdana"/>
                <a:cs typeface="Verdana"/>
              </a:rPr>
              <a:t>r</a:t>
            </a:r>
            <a:r>
              <a:rPr sz="2000" spc="-100" dirty="0">
                <a:solidFill>
                  <a:srgbClr val="3A3737"/>
                </a:solidFill>
                <a:latin typeface="Verdana"/>
                <a:cs typeface="Verdana"/>
              </a:rPr>
              <a:t>t</a:t>
            </a:r>
            <a:r>
              <a:rPr sz="2000" spc="-60" dirty="0">
                <a:solidFill>
                  <a:srgbClr val="3A3737"/>
                </a:solidFill>
                <a:latin typeface="Verdana"/>
                <a:cs typeface="Verdana"/>
              </a:rPr>
              <a:t>u</a:t>
            </a:r>
            <a:r>
              <a:rPr sz="2000" spc="5" dirty="0">
                <a:solidFill>
                  <a:srgbClr val="3A3737"/>
                </a:solidFill>
                <a:latin typeface="Verdana"/>
                <a:cs typeface="Verdana"/>
              </a:rPr>
              <a:t>al</a:t>
            </a:r>
            <a:r>
              <a:rPr sz="2000" spc="-190" dirty="0">
                <a:solidFill>
                  <a:srgbClr val="3A3737"/>
                </a:solidFill>
                <a:latin typeface="Verdana"/>
                <a:cs typeface="Verdana"/>
              </a:rPr>
              <a:t> </a:t>
            </a:r>
            <a:r>
              <a:rPr sz="2000" spc="-110" dirty="0">
                <a:solidFill>
                  <a:srgbClr val="3A3737"/>
                </a:solidFill>
                <a:latin typeface="Verdana"/>
                <a:cs typeface="Verdana"/>
              </a:rPr>
              <a:t>y</a:t>
            </a:r>
            <a:r>
              <a:rPr sz="2000" spc="-160" dirty="0">
                <a:solidFill>
                  <a:srgbClr val="3A3737"/>
                </a:solidFill>
                <a:latin typeface="Verdana"/>
                <a:cs typeface="Verdana"/>
              </a:rPr>
              <a:t> </a:t>
            </a:r>
            <a:r>
              <a:rPr sz="2000" spc="-80" dirty="0">
                <a:solidFill>
                  <a:srgbClr val="3A3737"/>
                </a:solidFill>
                <a:latin typeface="Verdana"/>
                <a:cs typeface="Verdana"/>
              </a:rPr>
              <a:t>se</a:t>
            </a:r>
            <a:r>
              <a:rPr sz="2000" spc="-155" dirty="0">
                <a:solidFill>
                  <a:srgbClr val="3A3737"/>
                </a:solidFill>
                <a:latin typeface="Verdana"/>
                <a:cs typeface="Verdana"/>
              </a:rPr>
              <a:t> </a:t>
            </a:r>
            <a:r>
              <a:rPr sz="2000" spc="-130" dirty="0">
                <a:solidFill>
                  <a:srgbClr val="3A3737"/>
                </a:solidFill>
                <a:latin typeface="Verdana"/>
                <a:cs typeface="Verdana"/>
              </a:rPr>
              <a:t>inser</a:t>
            </a:r>
            <a:r>
              <a:rPr sz="2000" spc="-85" dirty="0">
                <a:solidFill>
                  <a:srgbClr val="3A3737"/>
                </a:solidFill>
                <a:latin typeface="Verdana"/>
                <a:cs typeface="Verdana"/>
              </a:rPr>
              <a:t>t</a:t>
            </a:r>
            <a:r>
              <a:rPr sz="2000" spc="165" dirty="0">
                <a:solidFill>
                  <a:srgbClr val="3A3737"/>
                </a:solidFill>
                <a:latin typeface="Verdana"/>
                <a:cs typeface="Verdana"/>
              </a:rPr>
              <a:t>a</a:t>
            </a:r>
            <a:r>
              <a:rPr sz="2000" spc="-185" dirty="0">
                <a:solidFill>
                  <a:srgbClr val="3A3737"/>
                </a:solidFill>
                <a:latin typeface="Verdana"/>
                <a:cs typeface="Verdana"/>
              </a:rPr>
              <a:t> </a:t>
            </a:r>
            <a:r>
              <a:rPr sz="2000" spc="35" dirty="0">
                <a:solidFill>
                  <a:srgbClr val="3A3737"/>
                </a:solidFill>
                <a:latin typeface="Verdana"/>
                <a:cs typeface="Verdana"/>
              </a:rPr>
              <a:t>e</a:t>
            </a:r>
            <a:r>
              <a:rPr sz="2000" spc="30" dirty="0">
                <a:solidFill>
                  <a:srgbClr val="3A3737"/>
                </a:solidFill>
                <a:latin typeface="Verdana"/>
                <a:cs typeface="Verdana"/>
              </a:rPr>
              <a:t>n</a:t>
            </a:r>
            <a:r>
              <a:rPr sz="2000" spc="-165" dirty="0">
                <a:solidFill>
                  <a:srgbClr val="3A3737"/>
                </a:solidFill>
                <a:latin typeface="Verdana"/>
                <a:cs typeface="Verdana"/>
              </a:rPr>
              <a:t> </a:t>
            </a:r>
            <a:r>
              <a:rPr sz="2000" spc="-25" dirty="0">
                <a:solidFill>
                  <a:srgbClr val="3A3737"/>
                </a:solidFill>
                <a:latin typeface="Verdana"/>
                <a:cs typeface="Verdana"/>
              </a:rPr>
              <a:t>e</a:t>
            </a:r>
            <a:r>
              <a:rPr sz="2000" spc="-15" dirty="0">
                <a:solidFill>
                  <a:srgbClr val="3A3737"/>
                </a:solidFill>
                <a:latin typeface="Verdana"/>
                <a:cs typeface="Verdana"/>
              </a:rPr>
              <a:t>l</a:t>
            </a:r>
            <a:r>
              <a:rPr sz="2000" spc="-160" dirty="0">
                <a:solidFill>
                  <a:srgbClr val="3A3737"/>
                </a:solidFill>
                <a:latin typeface="Verdana"/>
                <a:cs typeface="Verdana"/>
              </a:rPr>
              <a:t> </a:t>
            </a:r>
            <a:r>
              <a:rPr sz="2000" spc="-70" dirty="0">
                <a:solidFill>
                  <a:srgbClr val="3A3737"/>
                </a:solidFill>
                <a:latin typeface="Verdana"/>
                <a:cs typeface="Verdana"/>
              </a:rPr>
              <a:t>m</a:t>
            </a:r>
            <a:r>
              <a:rPr sz="2000" spc="-40" dirty="0">
                <a:solidFill>
                  <a:srgbClr val="3A3737"/>
                </a:solidFill>
                <a:latin typeface="Verdana"/>
                <a:cs typeface="Verdana"/>
              </a:rPr>
              <a:t>u</a:t>
            </a:r>
            <a:r>
              <a:rPr sz="2000" spc="60" dirty="0">
                <a:solidFill>
                  <a:srgbClr val="3A3737"/>
                </a:solidFill>
                <a:latin typeface="Verdana"/>
                <a:cs typeface="Verdana"/>
              </a:rPr>
              <a:t>ndo</a:t>
            </a:r>
            <a:r>
              <a:rPr sz="2000" spc="-170" dirty="0">
                <a:solidFill>
                  <a:srgbClr val="3A3737"/>
                </a:solidFill>
                <a:latin typeface="Verdana"/>
                <a:cs typeface="Verdana"/>
              </a:rPr>
              <a:t> </a:t>
            </a:r>
            <a:r>
              <a:rPr sz="2000" spc="-35" dirty="0">
                <a:solidFill>
                  <a:srgbClr val="3A3737"/>
                </a:solidFill>
                <a:latin typeface="Verdana"/>
                <a:cs typeface="Verdana"/>
              </a:rPr>
              <a:t>rea</a:t>
            </a:r>
            <a:r>
              <a:rPr sz="2000" spc="-15" dirty="0">
                <a:solidFill>
                  <a:srgbClr val="3A3737"/>
                </a:solidFill>
                <a:latin typeface="Verdana"/>
                <a:cs typeface="Verdana"/>
              </a:rPr>
              <a:t>l</a:t>
            </a:r>
            <a:r>
              <a:rPr sz="2000" spc="-175" dirty="0">
                <a:solidFill>
                  <a:srgbClr val="3A3737"/>
                </a:solidFill>
                <a:latin typeface="Verdana"/>
                <a:cs typeface="Verdana"/>
              </a:rPr>
              <a:t>.</a:t>
            </a:r>
            <a:endParaRPr sz="2000" dirty="0">
              <a:latin typeface="Verdana"/>
              <a:cs typeface="Verdana"/>
            </a:endParaRPr>
          </a:p>
          <a:p>
            <a:pPr marL="184785" indent="-172720" algn="just">
              <a:spcBef>
                <a:spcPts val="975"/>
              </a:spcBef>
              <a:buFont typeface="Arial MT"/>
              <a:buChar char="•"/>
              <a:tabLst>
                <a:tab pos="185420" algn="l"/>
              </a:tabLst>
            </a:pPr>
            <a:r>
              <a:rPr sz="2000" spc="15" dirty="0">
                <a:solidFill>
                  <a:srgbClr val="3A3737"/>
                </a:solidFill>
                <a:latin typeface="Verdana"/>
                <a:cs typeface="Verdana"/>
              </a:rPr>
              <a:t>Para</a:t>
            </a:r>
            <a:r>
              <a:rPr sz="2000" spc="190" dirty="0">
                <a:solidFill>
                  <a:srgbClr val="3A3737"/>
                </a:solidFill>
                <a:latin typeface="Verdana"/>
                <a:cs typeface="Verdana"/>
              </a:rPr>
              <a:t> </a:t>
            </a:r>
            <a:r>
              <a:rPr sz="2000" spc="-140" dirty="0">
                <a:solidFill>
                  <a:srgbClr val="3A3737"/>
                </a:solidFill>
                <a:latin typeface="Verdana"/>
                <a:cs typeface="Verdana"/>
              </a:rPr>
              <a:t>vivir</a:t>
            </a:r>
            <a:r>
              <a:rPr sz="2000" spc="190" dirty="0">
                <a:solidFill>
                  <a:srgbClr val="3A3737"/>
                </a:solidFill>
                <a:latin typeface="Verdana"/>
                <a:cs typeface="Verdana"/>
              </a:rPr>
              <a:t> </a:t>
            </a:r>
            <a:r>
              <a:rPr sz="2000" spc="20" dirty="0">
                <a:solidFill>
                  <a:srgbClr val="3A3737"/>
                </a:solidFill>
                <a:latin typeface="Verdana"/>
                <a:cs typeface="Verdana"/>
              </a:rPr>
              <a:t>una</a:t>
            </a:r>
            <a:r>
              <a:rPr sz="2000" spc="204" dirty="0">
                <a:solidFill>
                  <a:srgbClr val="3A3737"/>
                </a:solidFill>
                <a:latin typeface="Verdana"/>
                <a:cs typeface="Verdana"/>
              </a:rPr>
              <a:t> </a:t>
            </a:r>
            <a:r>
              <a:rPr sz="2000" dirty="0">
                <a:solidFill>
                  <a:srgbClr val="3A3737"/>
                </a:solidFill>
                <a:latin typeface="Verdana"/>
                <a:cs typeface="Verdana"/>
              </a:rPr>
              <a:t>experiencia</a:t>
            </a:r>
            <a:r>
              <a:rPr sz="2000" spc="204" dirty="0">
                <a:solidFill>
                  <a:srgbClr val="3A3737"/>
                </a:solidFill>
                <a:latin typeface="Verdana"/>
                <a:cs typeface="Verdana"/>
              </a:rPr>
              <a:t> </a:t>
            </a:r>
            <a:r>
              <a:rPr sz="2000" spc="114" dirty="0">
                <a:solidFill>
                  <a:srgbClr val="3A3737"/>
                </a:solidFill>
                <a:latin typeface="Verdana"/>
                <a:cs typeface="Verdana"/>
              </a:rPr>
              <a:t>de</a:t>
            </a:r>
            <a:r>
              <a:rPr sz="2000" spc="210" dirty="0">
                <a:solidFill>
                  <a:srgbClr val="3A3737"/>
                </a:solidFill>
                <a:latin typeface="Verdana"/>
                <a:cs typeface="Verdana"/>
              </a:rPr>
              <a:t> </a:t>
            </a:r>
            <a:r>
              <a:rPr sz="2000" spc="-35" dirty="0">
                <a:solidFill>
                  <a:srgbClr val="3A3737"/>
                </a:solidFill>
                <a:latin typeface="Verdana"/>
                <a:cs typeface="Verdana"/>
              </a:rPr>
              <a:t>AR</a:t>
            </a:r>
            <a:r>
              <a:rPr sz="2000" spc="200" dirty="0">
                <a:solidFill>
                  <a:srgbClr val="3A3737"/>
                </a:solidFill>
                <a:latin typeface="Verdana"/>
                <a:cs typeface="Verdana"/>
              </a:rPr>
              <a:t> </a:t>
            </a:r>
            <a:r>
              <a:rPr sz="2000" spc="-75" dirty="0">
                <a:solidFill>
                  <a:srgbClr val="3A3737"/>
                </a:solidFill>
                <a:latin typeface="Verdana"/>
                <a:cs typeface="Verdana"/>
              </a:rPr>
              <a:t>es</a:t>
            </a:r>
            <a:r>
              <a:rPr sz="2000" spc="215" dirty="0">
                <a:solidFill>
                  <a:srgbClr val="3A3737"/>
                </a:solidFill>
                <a:latin typeface="Verdana"/>
                <a:cs typeface="Verdana"/>
              </a:rPr>
              <a:t> </a:t>
            </a:r>
            <a:r>
              <a:rPr sz="2000" dirty="0">
                <a:solidFill>
                  <a:srgbClr val="3A3737"/>
                </a:solidFill>
                <a:latin typeface="Verdana"/>
                <a:cs typeface="Verdana"/>
              </a:rPr>
              <a:t>necesario</a:t>
            </a:r>
            <a:r>
              <a:rPr sz="2000" spc="204" dirty="0">
                <a:solidFill>
                  <a:srgbClr val="3A3737"/>
                </a:solidFill>
                <a:latin typeface="Verdana"/>
                <a:cs typeface="Verdana"/>
              </a:rPr>
              <a:t> </a:t>
            </a:r>
            <a:r>
              <a:rPr sz="2000" spc="20" dirty="0">
                <a:solidFill>
                  <a:srgbClr val="3A3737"/>
                </a:solidFill>
                <a:latin typeface="Verdana"/>
                <a:cs typeface="Verdana"/>
              </a:rPr>
              <a:t>contar</a:t>
            </a:r>
            <a:r>
              <a:rPr sz="2000" spc="204" dirty="0">
                <a:solidFill>
                  <a:srgbClr val="3A3737"/>
                </a:solidFill>
                <a:latin typeface="Verdana"/>
                <a:cs typeface="Verdana"/>
              </a:rPr>
              <a:t> </a:t>
            </a:r>
            <a:r>
              <a:rPr sz="2000" spc="95" dirty="0">
                <a:solidFill>
                  <a:srgbClr val="3A3737"/>
                </a:solidFill>
                <a:latin typeface="Verdana"/>
                <a:cs typeface="Verdana"/>
              </a:rPr>
              <a:t>con</a:t>
            </a:r>
            <a:r>
              <a:rPr sz="2000" spc="215" dirty="0">
                <a:solidFill>
                  <a:srgbClr val="3A3737"/>
                </a:solidFill>
                <a:latin typeface="Verdana"/>
                <a:cs typeface="Verdana"/>
              </a:rPr>
              <a:t> </a:t>
            </a:r>
            <a:r>
              <a:rPr sz="2000" spc="-45" dirty="0">
                <a:solidFill>
                  <a:srgbClr val="3A3737"/>
                </a:solidFill>
                <a:latin typeface="Verdana"/>
                <a:cs typeface="Verdana"/>
              </a:rPr>
              <a:t>un</a:t>
            </a:r>
            <a:r>
              <a:rPr sz="2000" spc="210" dirty="0">
                <a:solidFill>
                  <a:srgbClr val="3A3737"/>
                </a:solidFill>
                <a:latin typeface="Verdana"/>
                <a:cs typeface="Verdana"/>
              </a:rPr>
              <a:t> </a:t>
            </a:r>
            <a:r>
              <a:rPr sz="2000" spc="-85" dirty="0">
                <a:solidFill>
                  <a:srgbClr val="3A3737"/>
                </a:solidFill>
                <a:latin typeface="Verdana"/>
                <a:cs typeface="Verdana"/>
              </a:rPr>
              <a:t>instrumento</a:t>
            </a:r>
            <a:endParaRPr sz="2000" dirty="0">
              <a:latin typeface="Verdana"/>
              <a:cs typeface="Verdana"/>
            </a:endParaRPr>
          </a:p>
          <a:p>
            <a:pPr marL="184785" algn="just">
              <a:spcBef>
                <a:spcPts val="165"/>
              </a:spcBef>
            </a:pPr>
            <a:r>
              <a:rPr sz="2000" spc="35" dirty="0">
                <a:solidFill>
                  <a:srgbClr val="3A3737"/>
                </a:solidFill>
                <a:latin typeface="Verdana"/>
                <a:cs typeface="Verdana"/>
              </a:rPr>
              <a:t>compatible</a:t>
            </a:r>
            <a:r>
              <a:rPr sz="2000" spc="-180" dirty="0">
                <a:solidFill>
                  <a:srgbClr val="3A3737"/>
                </a:solidFill>
                <a:latin typeface="Verdana"/>
                <a:cs typeface="Verdana"/>
              </a:rPr>
              <a:t> </a:t>
            </a:r>
            <a:r>
              <a:rPr sz="2000" spc="95" dirty="0">
                <a:solidFill>
                  <a:srgbClr val="3A3737"/>
                </a:solidFill>
                <a:latin typeface="Verdana"/>
                <a:cs typeface="Verdana"/>
              </a:rPr>
              <a:t>como</a:t>
            </a:r>
            <a:r>
              <a:rPr sz="2000" spc="-150" dirty="0">
                <a:solidFill>
                  <a:srgbClr val="3A3737"/>
                </a:solidFill>
                <a:latin typeface="Verdana"/>
                <a:cs typeface="Verdana"/>
              </a:rPr>
              <a:t> </a:t>
            </a:r>
            <a:r>
              <a:rPr sz="2000" spc="-45" dirty="0">
                <a:solidFill>
                  <a:srgbClr val="3A3737"/>
                </a:solidFill>
                <a:latin typeface="Verdana"/>
                <a:cs typeface="Verdana"/>
              </a:rPr>
              <a:t>un</a:t>
            </a:r>
            <a:r>
              <a:rPr sz="2000" spc="-160" dirty="0">
                <a:solidFill>
                  <a:srgbClr val="3A3737"/>
                </a:solidFill>
                <a:latin typeface="Verdana"/>
                <a:cs typeface="Verdana"/>
              </a:rPr>
              <a:t> </a:t>
            </a:r>
            <a:r>
              <a:rPr sz="2000" spc="-45" dirty="0">
                <a:solidFill>
                  <a:srgbClr val="3A3737"/>
                </a:solidFill>
                <a:latin typeface="Verdana"/>
                <a:cs typeface="Verdana"/>
              </a:rPr>
              <a:t>smartphone,</a:t>
            </a:r>
            <a:r>
              <a:rPr sz="2000" spc="-190" dirty="0">
                <a:solidFill>
                  <a:srgbClr val="3A3737"/>
                </a:solidFill>
                <a:latin typeface="Verdana"/>
                <a:cs typeface="Verdana"/>
              </a:rPr>
              <a:t> </a:t>
            </a:r>
            <a:r>
              <a:rPr sz="2000" spc="-25" dirty="0">
                <a:solidFill>
                  <a:srgbClr val="3A3737"/>
                </a:solidFill>
                <a:latin typeface="Verdana"/>
                <a:cs typeface="Verdana"/>
              </a:rPr>
              <a:t>tablet,</a:t>
            </a:r>
            <a:r>
              <a:rPr sz="2000" spc="-200" dirty="0">
                <a:solidFill>
                  <a:srgbClr val="3A3737"/>
                </a:solidFill>
                <a:latin typeface="Verdana"/>
                <a:cs typeface="Verdana"/>
              </a:rPr>
              <a:t> </a:t>
            </a:r>
            <a:r>
              <a:rPr sz="2000" spc="15" dirty="0">
                <a:solidFill>
                  <a:srgbClr val="3A3737"/>
                </a:solidFill>
                <a:latin typeface="Verdana"/>
                <a:cs typeface="Verdana"/>
              </a:rPr>
              <a:t>gafas</a:t>
            </a:r>
            <a:r>
              <a:rPr sz="2000" spc="-145" dirty="0">
                <a:solidFill>
                  <a:srgbClr val="3A3737"/>
                </a:solidFill>
                <a:latin typeface="Verdana"/>
                <a:cs typeface="Verdana"/>
              </a:rPr>
              <a:t> </a:t>
            </a:r>
            <a:r>
              <a:rPr sz="2000" spc="114" dirty="0">
                <a:solidFill>
                  <a:srgbClr val="3A3737"/>
                </a:solidFill>
                <a:latin typeface="Verdana"/>
                <a:cs typeface="Verdana"/>
              </a:rPr>
              <a:t>de</a:t>
            </a:r>
            <a:r>
              <a:rPr sz="2000" spc="-155" dirty="0">
                <a:solidFill>
                  <a:srgbClr val="3A3737"/>
                </a:solidFill>
                <a:latin typeface="Verdana"/>
                <a:cs typeface="Verdana"/>
              </a:rPr>
              <a:t> </a:t>
            </a:r>
            <a:r>
              <a:rPr sz="2000" spc="15" dirty="0">
                <a:solidFill>
                  <a:srgbClr val="3A3737"/>
                </a:solidFill>
                <a:latin typeface="Verdana"/>
                <a:cs typeface="Verdana"/>
              </a:rPr>
              <a:t>realidad</a:t>
            </a:r>
            <a:r>
              <a:rPr sz="2000" spc="-170" dirty="0">
                <a:solidFill>
                  <a:srgbClr val="3A3737"/>
                </a:solidFill>
                <a:latin typeface="Verdana"/>
                <a:cs typeface="Verdana"/>
              </a:rPr>
              <a:t> </a:t>
            </a:r>
            <a:r>
              <a:rPr sz="2000" spc="80" dirty="0">
                <a:solidFill>
                  <a:srgbClr val="3A3737"/>
                </a:solidFill>
                <a:latin typeface="Verdana"/>
                <a:cs typeface="Verdana"/>
              </a:rPr>
              <a:t>aumentada…</a:t>
            </a:r>
            <a:endParaRPr sz="2000" dirty="0">
              <a:latin typeface="Verdana"/>
              <a:cs typeface="Verdana"/>
            </a:endParaRPr>
          </a:p>
          <a:p>
            <a:pPr marL="184785" marR="6350" indent="-172720" algn="just">
              <a:lnSpc>
                <a:spcPct val="107000"/>
              </a:lnSpc>
              <a:spcBef>
                <a:spcPts val="805"/>
              </a:spcBef>
              <a:buFont typeface="Arial MT"/>
              <a:buChar char="•"/>
              <a:tabLst>
                <a:tab pos="185420" algn="l"/>
              </a:tabLst>
            </a:pPr>
            <a:r>
              <a:rPr sz="2000" spc="-15" dirty="0">
                <a:solidFill>
                  <a:srgbClr val="3A3737"/>
                </a:solidFill>
                <a:latin typeface="Verdana"/>
                <a:cs typeface="Verdana"/>
              </a:rPr>
              <a:t>La </a:t>
            </a:r>
            <a:r>
              <a:rPr sz="2000" spc="20" dirty="0">
                <a:solidFill>
                  <a:srgbClr val="3A3737"/>
                </a:solidFill>
                <a:latin typeface="Verdana"/>
                <a:cs typeface="Verdana"/>
              </a:rPr>
              <a:t>Realidad </a:t>
            </a:r>
            <a:r>
              <a:rPr sz="2000" spc="40" dirty="0">
                <a:solidFill>
                  <a:srgbClr val="3A3737"/>
                </a:solidFill>
                <a:latin typeface="Verdana"/>
                <a:cs typeface="Verdana"/>
              </a:rPr>
              <a:t>Aumentada </a:t>
            </a:r>
            <a:r>
              <a:rPr sz="2000" spc="-75" dirty="0">
                <a:solidFill>
                  <a:srgbClr val="3A3737"/>
                </a:solidFill>
                <a:latin typeface="Verdana"/>
                <a:cs typeface="Verdana"/>
              </a:rPr>
              <a:t>es </a:t>
            </a:r>
            <a:r>
              <a:rPr sz="2000" spc="25" dirty="0">
                <a:solidFill>
                  <a:srgbClr val="3A3737"/>
                </a:solidFill>
                <a:latin typeface="Verdana"/>
                <a:cs typeface="Verdana"/>
              </a:rPr>
              <a:t>una </a:t>
            </a:r>
            <a:r>
              <a:rPr sz="2000" spc="35" dirty="0">
                <a:solidFill>
                  <a:srgbClr val="3A3737"/>
                </a:solidFill>
                <a:latin typeface="Verdana"/>
                <a:cs typeface="Verdana"/>
              </a:rPr>
              <a:t>tecnología </a:t>
            </a:r>
            <a:r>
              <a:rPr sz="2000" spc="55" dirty="0">
                <a:solidFill>
                  <a:srgbClr val="3A3737"/>
                </a:solidFill>
                <a:latin typeface="Verdana"/>
                <a:cs typeface="Verdana"/>
              </a:rPr>
              <a:t>que </a:t>
            </a:r>
            <a:r>
              <a:rPr sz="2000" spc="-10" dirty="0">
                <a:solidFill>
                  <a:srgbClr val="3A3737"/>
                </a:solidFill>
                <a:latin typeface="Verdana"/>
                <a:cs typeface="Verdana"/>
              </a:rPr>
              <a:t>principalmente </a:t>
            </a:r>
            <a:r>
              <a:rPr sz="2000" spc="60" dirty="0">
                <a:solidFill>
                  <a:srgbClr val="3A3737"/>
                </a:solidFill>
                <a:latin typeface="Verdana"/>
                <a:cs typeface="Verdana"/>
              </a:rPr>
              <a:t>ha </a:t>
            </a:r>
            <a:r>
              <a:rPr sz="2000" spc="20" dirty="0">
                <a:solidFill>
                  <a:srgbClr val="3A3737"/>
                </a:solidFill>
                <a:latin typeface="Verdana"/>
                <a:cs typeface="Verdana"/>
              </a:rPr>
              <a:t>ido </a:t>
            </a:r>
            <a:r>
              <a:rPr sz="2000" spc="25" dirty="0">
                <a:solidFill>
                  <a:srgbClr val="3A3737"/>
                </a:solidFill>
                <a:latin typeface="Verdana"/>
                <a:cs typeface="Verdana"/>
              </a:rPr>
              <a:t> </a:t>
            </a:r>
            <a:r>
              <a:rPr sz="2000" spc="35" dirty="0">
                <a:solidFill>
                  <a:srgbClr val="3A3737"/>
                </a:solidFill>
                <a:latin typeface="Verdana"/>
                <a:cs typeface="Verdana"/>
              </a:rPr>
              <a:t>evolucionado en </a:t>
            </a:r>
            <a:r>
              <a:rPr sz="2000" spc="-105" dirty="0">
                <a:solidFill>
                  <a:srgbClr val="3A3737"/>
                </a:solidFill>
                <a:latin typeface="Verdana"/>
                <a:cs typeface="Verdana"/>
              </a:rPr>
              <a:t>los </a:t>
            </a:r>
            <a:r>
              <a:rPr sz="2000" spc="-125" dirty="0">
                <a:solidFill>
                  <a:srgbClr val="3A3737"/>
                </a:solidFill>
                <a:latin typeface="Verdana"/>
                <a:cs typeface="Verdana"/>
              </a:rPr>
              <a:t>Sistemas </a:t>
            </a:r>
            <a:r>
              <a:rPr sz="2000" spc="-25" dirty="0">
                <a:solidFill>
                  <a:srgbClr val="3A3737"/>
                </a:solidFill>
                <a:latin typeface="Verdana"/>
                <a:cs typeface="Verdana"/>
              </a:rPr>
              <a:t>Operativos </a:t>
            </a:r>
            <a:r>
              <a:rPr sz="2000" spc="-110" dirty="0">
                <a:solidFill>
                  <a:srgbClr val="3A3737"/>
                </a:solidFill>
                <a:latin typeface="Verdana"/>
                <a:cs typeface="Verdana"/>
              </a:rPr>
              <a:t>móviles: </a:t>
            </a:r>
            <a:r>
              <a:rPr sz="2000" spc="-125" dirty="0">
                <a:solidFill>
                  <a:srgbClr val="3A3737"/>
                </a:solidFill>
                <a:latin typeface="Verdana"/>
                <a:cs typeface="Verdana"/>
              </a:rPr>
              <a:t>iOS </a:t>
            </a:r>
            <a:r>
              <a:rPr sz="2000" spc="-110" dirty="0">
                <a:solidFill>
                  <a:srgbClr val="3A3737"/>
                </a:solidFill>
                <a:latin typeface="Verdana"/>
                <a:cs typeface="Verdana"/>
              </a:rPr>
              <a:t>y </a:t>
            </a:r>
            <a:r>
              <a:rPr sz="2000" spc="-25" dirty="0">
                <a:solidFill>
                  <a:srgbClr val="3A3737"/>
                </a:solidFill>
                <a:latin typeface="Verdana"/>
                <a:cs typeface="Verdana"/>
              </a:rPr>
              <a:t>Android. </a:t>
            </a:r>
            <a:r>
              <a:rPr sz="2000" spc="30" dirty="0">
                <a:solidFill>
                  <a:srgbClr val="3A3737"/>
                </a:solidFill>
                <a:latin typeface="Verdana"/>
                <a:cs typeface="Verdana"/>
              </a:rPr>
              <a:t>Aunque </a:t>
            </a:r>
            <a:r>
              <a:rPr sz="2000" spc="35" dirty="0">
                <a:solidFill>
                  <a:srgbClr val="3A3737"/>
                </a:solidFill>
                <a:latin typeface="Verdana"/>
                <a:cs typeface="Verdana"/>
              </a:rPr>
              <a:t> </a:t>
            </a:r>
            <a:r>
              <a:rPr sz="2000" spc="-20" dirty="0">
                <a:solidFill>
                  <a:srgbClr val="3A3737"/>
                </a:solidFill>
                <a:latin typeface="Verdana"/>
                <a:cs typeface="Verdana"/>
              </a:rPr>
              <a:t>está</a:t>
            </a:r>
            <a:r>
              <a:rPr sz="2000" spc="-185" dirty="0">
                <a:solidFill>
                  <a:srgbClr val="3A3737"/>
                </a:solidFill>
                <a:latin typeface="Verdana"/>
                <a:cs typeface="Verdana"/>
              </a:rPr>
              <a:t> </a:t>
            </a:r>
            <a:r>
              <a:rPr sz="2000" spc="-25" dirty="0">
                <a:solidFill>
                  <a:srgbClr val="3A3737"/>
                </a:solidFill>
                <a:latin typeface="Verdana"/>
                <a:cs typeface="Verdana"/>
              </a:rPr>
              <a:t>disponible</a:t>
            </a:r>
            <a:r>
              <a:rPr sz="2000" spc="-165" dirty="0">
                <a:solidFill>
                  <a:srgbClr val="3A3737"/>
                </a:solidFill>
                <a:latin typeface="Verdana"/>
                <a:cs typeface="Verdana"/>
              </a:rPr>
              <a:t> </a:t>
            </a:r>
            <a:r>
              <a:rPr sz="2000" spc="35" dirty="0">
                <a:solidFill>
                  <a:srgbClr val="3A3737"/>
                </a:solidFill>
                <a:latin typeface="Verdana"/>
                <a:cs typeface="Verdana"/>
              </a:rPr>
              <a:t>en</a:t>
            </a:r>
            <a:r>
              <a:rPr sz="2000" spc="-150" dirty="0">
                <a:solidFill>
                  <a:srgbClr val="3A3737"/>
                </a:solidFill>
                <a:latin typeface="Verdana"/>
                <a:cs typeface="Verdana"/>
              </a:rPr>
              <a:t> </a:t>
            </a:r>
            <a:r>
              <a:rPr sz="2000" spc="-90" dirty="0">
                <a:solidFill>
                  <a:srgbClr val="3A3737"/>
                </a:solidFill>
                <a:latin typeface="Verdana"/>
                <a:cs typeface="Verdana"/>
              </a:rPr>
              <a:t>otros</a:t>
            </a:r>
            <a:r>
              <a:rPr sz="2000" spc="-175" dirty="0">
                <a:solidFill>
                  <a:srgbClr val="3A3737"/>
                </a:solidFill>
                <a:latin typeface="Verdana"/>
                <a:cs typeface="Verdana"/>
              </a:rPr>
              <a:t> </a:t>
            </a:r>
            <a:r>
              <a:rPr sz="2000" spc="-55" dirty="0">
                <a:solidFill>
                  <a:srgbClr val="3A3737"/>
                </a:solidFill>
                <a:latin typeface="Verdana"/>
                <a:cs typeface="Verdana"/>
              </a:rPr>
              <a:t>entornos</a:t>
            </a:r>
            <a:r>
              <a:rPr sz="2000" spc="-170" dirty="0">
                <a:solidFill>
                  <a:srgbClr val="3A3737"/>
                </a:solidFill>
                <a:latin typeface="Verdana"/>
                <a:cs typeface="Verdana"/>
              </a:rPr>
              <a:t> </a:t>
            </a:r>
            <a:r>
              <a:rPr sz="2000" spc="95" dirty="0">
                <a:solidFill>
                  <a:srgbClr val="3A3737"/>
                </a:solidFill>
                <a:latin typeface="Verdana"/>
                <a:cs typeface="Verdana"/>
              </a:rPr>
              <a:t>como</a:t>
            </a:r>
            <a:r>
              <a:rPr sz="2000" spc="-155" dirty="0">
                <a:solidFill>
                  <a:srgbClr val="3A3737"/>
                </a:solidFill>
                <a:latin typeface="Verdana"/>
                <a:cs typeface="Verdana"/>
              </a:rPr>
              <a:t> </a:t>
            </a:r>
            <a:r>
              <a:rPr sz="2000" spc="-20" dirty="0">
                <a:solidFill>
                  <a:srgbClr val="3A3737"/>
                </a:solidFill>
                <a:latin typeface="Verdana"/>
                <a:cs typeface="Verdana"/>
              </a:rPr>
              <a:t>el</a:t>
            </a:r>
            <a:r>
              <a:rPr sz="2000" spc="-160" dirty="0">
                <a:solidFill>
                  <a:srgbClr val="3A3737"/>
                </a:solidFill>
                <a:latin typeface="Verdana"/>
                <a:cs typeface="Verdana"/>
              </a:rPr>
              <a:t> </a:t>
            </a:r>
            <a:r>
              <a:rPr sz="2000" spc="35" dirty="0">
                <a:solidFill>
                  <a:srgbClr val="3A3737"/>
                </a:solidFill>
                <a:latin typeface="Verdana"/>
                <a:cs typeface="Verdana"/>
              </a:rPr>
              <a:t>Web</a:t>
            </a:r>
            <a:r>
              <a:rPr sz="2000" spc="-95" dirty="0">
                <a:solidFill>
                  <a:srgbClr val="3A3737"/>
                </a:solidFill>
                <a:latin typeface="Verdana"/>
                <a:cs typeface="Verdana"/>
              </a:rPr>
              <a:t> </a:t>
            </a:r>
            <a:r>
              <a:rPr sz="2000" spc="95" dirty="0">
                <a:solidFill>
                  <a:srgbClr val="3A3737"/>
                </a:solidFill>
                <a:latin typeface="Verdana"/>
                <a:cs typeface="Verdana"/>
              </a:rPr>
              <a:t>o</a:t>
            </a:r>
            <a:r>
              <a:rPr sz="2000" spc="-160" dirty="0">
                <a:solidFill>
                  <a:srgbClr val="3A3737"/>
                </a:solidFill>
                <a:latin typeface="Verdana"/>
                <a:cs typeface="Verdana"/>
              </a:rPr>
              <a:t> </a:t>
            </a:r>
            <a:r>
              <a:rPr sz="2000" spc="-50" dirty="0">
                <a:solidFill>
                  <a:srgbClr val="3A3737"/>
                </a:solidFill>
                <a:latin typeface="Verdana"/>
                <a:cs typeface="Verdana"/>
              </a:rPr>
              <a:t>Windows</a:t>
            </a:r>
            <a:r>
              <a:rPr sz="2000" spc="-100" dirty="0">
                <a:solidFill>
                  <a:srgbClr val="3A3737"/>
                </a:solidFill>
                <a:latin typeface="Verdana"/>
                <a:cs typeface="Verdana"/>
              </a:rPr>
              <a:t> </a:t>
            </a:r>
            <a:r>
              <a:rPr sz="2000" spc="-165" dirty="0">
                <a:solidFill>
                  <a:srgbClr val="3A3737"/>
                </a:solidFill>
                <a:latin typeface="Verdana"/>
                <a:cs typeface="Verdana"/>
              </a:rPr>
              <a:t>10.</a:t>
            </a:r>
            <a:endParaRPr sz="2000" dirty="0">
              <a:latin typeface="Verdana"/>
              <a:cs typeface="Verdana"/>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2209800" y="2895600"/>
            <a:ext cx="5399532" cy="3584448"/>
          </a:xfrm>
          <a:prstGeom prst="rect">
            <a:avLst/>
          </a:prstGeom>
        </p:spPr>
      </p:pic>
      <p:sp>
        <p:nvSpPr>
          <p:cNvPr id="3" name="object 3"/>
          <p:cNvSpPr txBox="1">
            <a:spLocks noGrp="1"/>
          </p:cNvSpPr>
          <p:nvPr>
            <p:ph type="title"/>
          </p:nvPr>
        </p:nvSpPr>
        <p:spPr>
          <a:xfrm>
            <a:off x="1418983" y="228600"/>
            <a:ext cx="6000750" cy="635635"/>
          </a:xfrm>
          <a:prstGeom prst="rect">
            <a:avLst/>
          </a:prstGeom>
        </p:spPr>
        <p:txBody>
          <a:bodyPr vert="horz" wrap="square" lIns="0" tIns="12700" rIns="0" bIns="0" rtlCol="0">
            <a:spAutoFit/>
          </a:bodyPr>
          <a:lstStyle/>
          <a:p>
            <a:pPr marL="12700" marR="5080">
              <a:spcBef>
                <a:spcPts val="100"/>
              </a:spcBef>
              <a:tabLst>
                <a:tab pos="4883785" algn="l"/>
              </a:tabLst>
            </a:pPr>
            <a:r>
              <a:rPr spc="-150" dirty="0"/>
              <a:t>3</a:t>
            </a:r>
            <a:r>
              <a:rPr spc="-65" dirty="0"/>
              <a:t>.</a:t>
            </a:r>
            <a:r>
              <a:rPr spc="25" dirty="0"/>
              <a:t>Conceptos</a:t>
            </a:r>
            <a:r>
              <a:rPr spc="-65" dirty="0"/>
              <a:t> </a:t>
            </a:r>
            <a:r>
              <a:rPr spc="5" dirty="0"/>
              <a:t>bá</a:t>
            </a:r>
            <a:r>
              <a:rPr spc="-5" dirty="0"/>
              <a:t>s</a:t>
            </a:r>
            <a:r>
              <a:rPr dirty="0"/>
              <a:t>icos</a:t>
            </a:r>
            <a:r>
              <a:rPr spc="-40" dirty="0"/>
              <a:t> </a:t>
            </a:r>
            <a:r>
              <a:rPr spc="-20" dirty="0"/>
              <a:t>pa</a:t>
            </a:r>
            <a:r>
              <a:rPr spc="-25" dirty="0"/>
              <a:t>r</a:t>
            </a:r>
            <a:r>
              <a:rPr spc="125" dirty="0"/>
              <a:t>a</a:t>
            </a:r>
            <a:r>
              <a:rPr spc="-20" dirty="0"/>
              <a:t> </a:t>
            </a:r>
            <a:r>
              <a:rPr spc="-40" dirty="0"/>
              <a:t>entende</a:t>
            </a:r>
            <a:r>
              <a:rPr spc="-25" dirty="0"/>
              <a:t>r</a:t>
            </a:r>
            <a:r>
              <a:rPr spc="-60" dirty="0"/>
              <a:t> </a:t>
            </a:r>
            <a:r>
              <a:rPr dirty="0"/>
              <a:t>la	</a:t>
            </a:r>
            <a:r>
              <a:rPr spc="-25" dirty="0"/>
              <a:t>Realid</a:t>
            </a:r>
            <a:r>
              <a:rPr spc="-30" dirty="0"/>
              <a:t>a</a:t>
            </a:r>
            <a:r>
              <a:rPr spc="40" dirty="0"/>
              <a:t>d  </a:t>
            </a:r>
            <a:r>
              <a:rPr spc="10" dirty="0"/>
              <a:t>Aumentada</a:t>
            </a:r>
          </a:p>
        </p:txBody>
      </p:sp>
      <p:sp>
        <p:nvSpPr>
          <p:cNvPr id="4" name="object 4"/>
          <p:cNvSpPr txBox="1"/>
          <p:nvPr/>
        </p:nvSpPr>
        <p:spPr>
          <a:xfrm>
            <a:off x="457199" y="1184532"/>
            <a:ext cx="7924317" cy="1373837"/>
          </a:xfrm>
          <a:prstGeom prst="rect">
            <a:avLst/>
          </a:prstGeom>
        </p:spPr>
        <p:txBody>
          <a:bodyPr vert="horz" wrap="square" lIns="0" tIns="58419" rIns="0" bIns="0" rtlCol="0">
            <a:spAutoFit/>
          </a:bodyPr>
          <a:lstStyle/>
          <a:p>
            <a:pPr marL="469900">
              <a:spcBef>
                <a:spcPts val="459"/>
              </a:spcBef>
            </a:pPr>
            <a:r>
              <a:rPr sz="1600" b="1" spc="-95" dirty="0">
                <a:solidFill>
                  <a:srgbClr val="3A3737"/>
                </a:solidFill>
                <a:latin typeface="Tahoma"/>
                <a:cs typeface="Tahoma"/>
              </a:rPr>
              <a:t>2.</a:t>
            </a:r>
            <a:r>
              <a:rPr sz="1600" b="1" spc="-20" dirty="0">
                <a:solidFill>
                  <a:srgbClr val="3A3737"/>
                </a:solidFill>
                <a:latin typeface="Tahoma"/>
                <a:cs typeface="Tahoma"/>
              </a:rPr>
              <a:t> </a:t>
            </a:r>
            <a:r>
              <a:rPr sz="1600" b="1" spc="-15" dirty="0">
                <a:solidFill>
                  <a:srgbClr val="3A3737"/>
                </a:solidFill>
                <a:latin typeface="Tahoma"/>
                <a:cs typeface="Tahoma"/>
              </a:rPr>
              <a:t>Realidad</a:t>
            </a:r>
            <a:r>
              <a:rPr sz="1600" b="1" spc="15" dirty="0">
                <a:solidFill>
                  <a:srgbClr val="3A3737"/>
                </a:solidFill>
                <a:latin typeface="Tahoma"/>
                <a:cs typeface="Tahoma"/>
              </a:rPr>
              <a:t> </a:t>
            </a:r>
            <a:r>
              <a:rPr sz="1600" b="1" dirty="0">
                <a:solidFill>
                  <a:srgbClr val="3A3737"/>
                </a:solidFill>
                <a:latin typeface="Tahoma"/>
                <a:cs typeface="Tahoma"/>
              </a:rPr>
              <a:t>Aumentada </a:t>
            </a:r>
            <a:r>
              <a:rPr sz="1600" b="1" spc="-50" dirty="0">
                <a:solidFill>
                  <a:srgbClr val="3A3737"/>
                </a:solidFill>
                <a:latin typeface="Tahoma"/>
                <a:cs typeface="Tahoma"/>
              </a:rPr>
              <a:t>Vs.</a:t>
            </a:r>
            <a:r>
              <a:rPr sz="1600" b="1" spc="-20" dirty="0">
                <a:solidFill>
                  <a:srgbClr val="3A3737"/>
                </a:solidFill>
                <a:latin typeface="Tahoma"/>
                <a:cs typeface="Tahoma"/>
              </a:rPr>
              <a:t> </a:t>
            </a:r>
            <a:r>
              <a:rPr sz="1600" b="1" spc="-15" dirty="0">
                <a:solidFill>
                  <a:srgbClr val="3A3737"/>
                </a:solidFill>
                <a:latin typeface="Tahoma"/>
                <a:cs typeface="Tahoma"/>
              </a:rPr>
              <a:t>Realidad</a:t>
            </a:r>
            <a:r>
              <a:rPr sz="1600" b="1" spc="15" dirty="0">
                <a:solidFill>
                  <a:srgbClr val="3A3737"/>
                </a:solidFill>
                <a:latin typeface="Tahoma"/>
                <a:cs typeface="Tahoma"/>
              </a:rPr>
              <a:t> </a:t>
            </a:r>
            <a:r>
              <a:rPr sz="1600" b="1" spc="-75" dirty="0">
                <a:solidFill>
                  <a:srgbClr val="3A3737"/>
                </a:solidFill>
                <a:latin typeface="Tahoma"/>
                <a:cs typeface="Tahoma"/>
              </a:rPr>
              <a:t>Virtual</a:t>
            </a:r>
            <a:endParaRPr sz="1600" dirty="0">
              <a:latin typeface="Tahoma"/>
              <a:cs typeface="Tahoma"/>
            </a:endParaRPr>
          </a:p>
          <a:p>
            <a:pPr marL="12700" marR="5080" algn="just">
              <a:lnSpc>
                <a:spcPct val="107000"/>
              </a:lnSpc>
              <a:spcBef>
                <a:spcPts val="295"/>
              </a:spcBef>
            </a:pPr>
            <a:r>
              <a:rPr sz="1600" spc="15" dirty="0">
                <a:solidFill>
                  <a:srgbClr val="3A3737"/>
                </a:solidFill>
                <a:latin typeface="Verdana"/>
                <a:cs typeface="Verdana"/>
              </a:rPr>
              <a:t>Para </a:t>
            </a:r>
            <a:r>
              <a:rPr sz="1600" spc="-20" dirty="0">
                <a:solidFill>
                  <a:srgbClr val="3A3737"/>
                </a:solidFill>
                <a:latin typeface="Verdana"/>
                <a:cs typeface="Verdana"/>
              </a:rPr>
              <a:t>diferenciar </a:t>
            </a:r>
            <a:r>
              <a:rPr sz="1600" spc="-25" dirty="0">
                <a:solidFill>
                  <a:srgbClr val="3A3737"/>
                </a:solidFill>
                <a:latin typeface="Verdana"/>
                <a:cs typeface="Verdana"/>
              </a:rPr>
              <a:t>esta </a:t>
            </a:r>
            <a:r>
              <a:rPr sz="1600" spc="35" dirty="0">
                <a:solidFill>
                  <a:srgbClr val="3A3737"/>
                </a:solidFill>
                <a:latin typeface="Verdana"/>
                <a:cs typeface="Verdana"/>
              </a:rPr>
              <a:t>tecnología </a:t>
            </a:r>
            <a:r>
              <a:rPr sz="1600" spc="114" dirty="0">
                <a:solidFill>
                  <a:srgbClr val="3A3737"/>
                </a:solidFill>
                <a:latin typeface="Verdana"/>
                <a:cs typeface="Verdana"/>
              </a:rPr>
              <a:t>de </a:t>
            </a:r>
            <a:r>
              <a:rPr sz="1600" spc="-30" dirty="0">
                <a:solidFill>
                  <a:srgbClr val="3A3737"/>
                </a:solidFill>
                <a:latin typeface="Verdana"/>
                <a:cs typeface="Verdana"/>
              </a:rPr>
              <a:t>otra </a:t>
            </a:r>
            <a:r>
              <a:rPr sz="1600" spc="35" dirty="0">
                <a:solidFill>
                  <a:srgbClr val="3A3737"/>
                </a:solidFill>
                <a:latin typeface="Verdana"/>
                <a:cs typeface="Verdana"/>
              </a:rPr>
              <a:t>tecnología </a:t>
            </a:r>
            <a:r>
              <a:rPr sz="1600" spc="-85" dirty="0">
                <a:solidFill>
                  <a:srgbClr val="3A3737"/>
                </a:solidFill>
                <a:latin typeface="Verdana"/>
                <a:cs typeface="Verdana"/>
              </a:rPr>
              <a:t>inmersiva </a:t>
            </a:r>
            <a:r>
              <a:rPr sz="1600" spc="95" dirty="0">
                <a:solidFill>
                  <a:srgbClr val="3A3737"/>
                </a:solidFill>
                <a:latin typeface="Verdana"/>
                <a:cs typeface="Verdana"/>
              </a:rPr>
              <a:t>como </a:t>
            </a:r>
            <a:r>
              <a:rPr sz="1600" spc="5" dirty="0">
                <a:solidFill>
                  <a:srgbClr val="3A3737"/>
                </a:solidFill>
                <a:latin typeface="Verdana"/>
                <a:cs typeface="Verdana"/>
              </a:rPr>
              <a:t>la </a:t>
            </a:r>
            <a:r>
              <a:rPr sz="1600" spc="20" dirty="0">
                <a:solidFill>
                  <a:srgbClr val="3A3737"/>
                </a:solidFill>
                <a:latin typeface="Verdana"/>
                <a:cs typeface="Verdana"/>
              </a:rPr>
              <a:t>Realidad </a:t>
            </a:r>
            <a:r>
              <a:rPr sz="1600" spc="-80" dirty="0">
                <a:solidFill>
                  <a:srgbClr val="3A3737"/>
                </a:solidFill>
                <a:latin typeface="Verdana"/>
                <a:cs typeface="Verdana"/>
              </a:rPr>
              <a:t>Virtual </a:t>
            </a:r>
            <a:r>
              <a:rPr sz="1600" spc="-690" dirty="0">
                <a:solidFill>
                  <a:srgbClr val="3A3737"/>
                </a:solidFill>
                <a:latin typeface="Verdana"/>
                <a:cs typeface="Verdana"/>
              </a:rPr>
              <a:t> </a:t>
            </a:r>
            <a:r>
              <a:rPr sz="1600" spc="-75" dirty="0">
                <a:solidFill>
                  <a:srgbClr val="3A3737"/>
                </a:solidFill>
                <a:latin typeface="Verdana"/>
                <a:cs typeface="Verdana"/>
              </a:rPr>
              <a:t>es</a:t>
            </a:r>
            <a:r>
              <a:rPr sz="1600" spc="-150" dirty="0">
                <a:solidFill>
                  <a:srgbClr val="3A3737"/>
                </a:solidFill>
                <a:latin typeface="Verdana"/>
                <a:cs typeface="Verdana"/>
              </a:rPr>
              <a:t> </a:t>
            </a:r>
            <a:r>
              <a:rPr sz="1600" spc="-30" dirty="0">
                <a:solidFill>
                  <a:srgbClr val="3A3737"/>
                </a:solidFill>
                <a:latin typeface="Verdana"/>
                <a:cs typeface="Verdana"/>
              </a:rPr>
              <a:t>importante</a:t>
            </a:r>
            <a:r>
              <a:rPr sz="1600" spc="-140" dirty="0">
                <a:solidFill>
                  <a:srgbClr val="3A3737"/>
                </a:solidFill>
                <a:latin typeface="Verdana"/>
                <a:cs typeface="Verdana"/>
              </a:rPr>
              <a:t> </a:t>
            </a:r>
            <a:r>
              <a:rPr sz="1600" spc="-40" dirty="0">
                <a:solidFill>
                  <a:srgbClr val="3A3737"/>
                </a:solidFill>
                <a:latin typeface="Verdana"/>
                <a:cs typeface="Verdana"/>
              </a:rPr>
              <a:t>tener</a:t>
            </a:r>
            <a:r>
              <a:rPr sz="1600" spc="-145" dirty="0">
                <a:solidFill>
                  <a:srgbClr val="3A3737"/>
                </a:solidFill>
                <a:latin typeface="Verdana"/>
                <a:cs typeface="Verdana"/>
              </a:rPr>
              <a:t> </a:t>
            </a:r>
            <a:r>
              <a:rPr sz="1600" spc="35" dirty="0">
                <a:solidFill>
                  <a:srgbClr val="3A3737"/>
                </a:solidFill>
                <a:latin typeface="Verdana"/>
                <a:cs typeface="Verdana"/>
              </a:rPr>
              <a:t>en</a:t>
            </a:r>
            <a:r>
              <a:rPr sz="1600" spc="-135" dirty="0">
                <a:solidFill>
                  <a:srgbClr val="3A3737"/>
                </a:solidFill>
                <a:latin typeface="Verdana"/>
                <a:cs typeface="Verdana"/>
              </a:rPr>
              <a:t> </a:t>
            </a:r>
            <a:r>
              <a:rPr sz="1600" spc="50" dirty="0">
                <a:solidFill>
                  <a:srgbClr val="3A3737"/>
                </a:solidFill>
                <a:latin typeface="Verdana"/>
                <a:cs typeface="Verdana"/>
              </a:rPr>
              <a:t>cuenta</a:t>
            </a:r>
            <a:r>
              <a:rPr sz="1600" spc="-150" dirty="0">
                <a:solidFill>
                  <a:srgbClr val="3A3737"/>
                </a:solidFill>
                <a:latin typeface="Verdana"/>
                <a:cs typeface="Verdana"/>
              </a:rPr>
              <a:t> </a:t>
            </a:r>
            <a:r>
              <a:rPr sz="1600" spc="55" dirty="0">
                <a:solidFill>
                  <a:srgbClr val="3A3737"/>
                </a:solidFill>
                <a:latin typeface="Verdana"/>
                <a:cs typeface="Verdana"/>
              </a:rPr>
              <a:t>que</a:t>
            </a:r>
            <a:r>
              <a:rPr sz="1600" spc="-140" dirty="0">
                <a:solidFill>
                  <a:srgbClr val="3A3737"/>
                </a:solidFill>
                <a:latin typeface="Verdana"/>
                <a:cs typeface="Verdana"/>
              </a:rPr>
              <a:t> </a:t>
            </a:r>
            <a:r>
              <a:rPr sz="1600" spc="5" dirty="0">
                <a:solidFill>
                  <a:srgbClr val="3A3737"/>
                </a:solidFill>
                <a:latin typeface="Verdana"/>
                <a:cs typeface="Verdana"/>
              </a:rPr>
              <a:t>la</a:t>
            </a:r>
            <a:r>
              <a:rPr sz="1600" spc="-140" dirty="0">
                <a:solidFill>
                  <a:srgbClr val="3A3737"/>
                </a:solidFill>
                <a:latin typeface="Verdana"/>
                <a:cs typeface="Verdana"/>
              </a:rPr>
              <a:t> </a:t>
            </a:r>
            <a:r>
              <a:rPr sz="1600" spc="-15" dirty="0">
                <a:solidFill>
                  <a:srgbClr val="3A3737"/>
                </a:solidFill>
                <a:latin typeface="Verdana"/>
                <a:cs typeface="Verdana"/>
              </a:rPr>
              <a:t>persona</a:t>
            </a:r>
            <a:r>
              <a:rPr sz="1600" spc="-150" dirty="0">
                <a:solidFill>
                  <a:srgbClr val="3A3737"/>
                </a:solidFill>
                <a:latin typeface="Verdana"/>
                <a:cs typeface="Verdana"/>
              </a:rPr>
              <a:t> </a:t>
            </a:r>
            <a:r>
              <a:rPr sz="1600" spc="55" dirty="0">
                <a:solidFill>
                  <a:srgbClr val="3A3737"/>
                </a:solidFill>
                <a:latin typeface="Verdana"/>
                <a:cs typeface="Verdana"/>
              </a:rPr>
              <a:t>que</a:t>
            </a:r>
            <a:r>
              <a:rPr sz="1600" spc="-150" dirty="0">
                <a:solidFill>
                  <a:srgbClr val="3A3737"/>
                </a:solidFill>
                <a:latin typeface="Verdana"/>
                <a:cs typeface="Verdana"/>
              </a:rPr>
              <a:t> </a:t>
            </a:r>
            <a:r>
              <a:rPr sz="1600" spc="-25" dirty="0">
                <a:solidFill>
                  <a:srgbClr val="3A3737"/>
                </a:solidFill>
                <a:latin typeface="Verdana"/>
                <a:cs typeface="Verdana"/>
              </a:rPr>
              <a:t>experimenta</a:t>
            </a:r>
            <a:r>
              <a:rPr sz="1600" spc="-150" dirty="0">
                <a:solidFill>
                  <a:srgbClr val="3A3737"/>
                </a:solidFill>
                <a:latin typeface="Verdana"/>
                <a:cs typeface="Verdana"/>
              </a:rPr>
              <a:t> </a:t>
            </a:r>
            <a:r>
              <a:rPr sz="1600" spc="5" dirty="0">
                <a:solidFill>
                  <a:srgbClr val="3A3737"/>
                </a:solidFill>
                <a:latin typeface="Verdana"/>
                <a:cs typeface="Verdana"/>
              </a:rPr>
              <a:t>la</a:t>
            </a:r>
            <a:r>
              <a:rPr sz="1600" spc="-135" dirty="0">
                <a:solidFill>
                  <a:srgbClr val="3A3737"/>
                </a:solidFill>
                <a:latin typeface="Verdana"/>
                <a:cs typeface="Verdana"/>
              </a:rPr>
              <a:t> </a:t>
            </a:r>
            <a:r>
              <a:rPr sz="1600" spc="20" dirty="0">
                <a:solidFill>
                  <a:srgbClr val="3A3737"/>
                </a:solidFill>
                <a:latin typeface="Verdana"/>
                <a:cs typeface="Verdana"/>
              </a:rPr>
              <a:t>Realidad</a:t>
            </a:r>
            <a:r>
              <a:rPr sz="1600" spc="-140" dirty="0">
                <a:solidFill>
                  <a:srgbClr val="3A3737"/>
                </a:solidFill>
                <a:latin typeface="Verdana"/>
                <a:cs typeface="Verdana"/>
              </a:rPr>
              <a:t> </a:t>
            </a:r>
            <a:r>
              <a:rPr sz="1600" spc="40" dirty="0">
                <a:solidFill>
                  <a:srgbClr val="3A3737"/>
                </a:solidFill>
                <a:latin typeface="Verdana"/>
                <a:cs typeface="Verdana"/>
              </a:rPr>
              <a:t>Aumentada </a:t>
            </a:r>
            <a:r>
              <a:rPr sz="1600" spc="-690" dirty="0">
                <a:solidFill>
                  <a:srgbClr val="3A3737"/>
                </a:solidFill>
                <a:latin typeface="Verdana"/>
                <a:cs typeface="Verdana"/>
              </a:rPr>
              <a:t> </a:t>
            </a:r>
            <a:r>
              <a:rPr sz="1600" spc="-75" dirty="0">
                <a:solidFill>
                  <a:srgbClr val="3A3737"/>
                </a:solidFill>
                <a:latin typeface="Verdana"/>
                <a:cs typeface="Verdana"/>
              </a:rPr>
              <a:t>es </a:t>
            </a:r>
            <a:r>
              <a:rPr sz="1600" b="1" spc="-5" dirty="0">
                <a:solidFill>
                  <a:srgbClr val="3A3737"/>
                </a:solidFill>
                <a:latin typeface="Tahoma"/>
                <a:cs typeface="Tahoma"/>
              </a:rPr>
              <a:t>completamente </a:t>
            </a:r>
            <a:r>
              <a:rPr sz="1600" b="1" spc="-10" dirty="0">
                <a:solidFill>
                  <a:srgbClr val="3A3737"/>
                </a:solidFill>
                <a:latin typeface="Tahoma"/>
                <a:cs typeface="Tahoma"/>
              </a:rPr>
              <a:t>consciente </a:t>
            </a:r>
            <a:r>
              <a:rPr sz="1600" b="1" spc="75" dirty="0">
                <a:solidFill>
                  <a:srgbClr val="3A3737"/>
                </a:solidFill>
                <a:latin typeface="Tahoma"/>
                <a:cs typeface="Tahoma"/>
              </a:rPr>
              <a:t>de </a:t>
            </a:r>
            <a:r>
              <a:rPr sz="1600" b="1" spc="-120" dirty="0">
                <a:solidFill>
                  <a:srgbClr val="3A3737"/>
                </a:solidFill>
                <a:latin typeface="Tahoma"/>
                <a:cs typeface="Tahoma"/>
              </a:rPr>
              <a:t>su </a:t>
            </a:r>
            <a:r>
              <a:rPr sz="1600" b="1" spc="-70" dirty="0">
                <a:solidFill>
                  <a:srgbClr val="3A3737"/>
                </a:solidFill>
                <a:latin typeface="Tahoma"/>
                <a:cs typeface="Tahoma"/>
              </a:rPr>
              <a:t>entorno </a:t>
            </a:r>
            <a:r>
              <a:rPr sz="1600" b="1" spc="-40" dirty="0">
                <a:solidFill>
                  <a:srgbClr val="3A3737"/>
                </a:solidFill>
                <a:latin typeface="Tahoma"/>
                <a:cs typeface="Tahoma"/>
              </a:rPr>
              <a:t>real </a:t>
            </a:r>
            <a:r>
              <a:rPr sz="1600" b="1" spc="10" dirty="0">
                <a:solidFill>
                  <a:srgbClr val="3A3737"/>
                </a:solidFill>
                <a:latin typeface="Tahoma"/>
                <a:cs typeface="Tahoma"/>
              </a:rPr>
              <a:t>y </a:t>
            </a:r>
            <a:r>
              <a:rPr sz="1600" b="1" spc="-30" dirty="0">
                <a:solidFill>
                  <a:srgbClr val="3A3737"/>
                </a:solidFill>
                <a:latin typeface="Tahoma"/>
                <a:cs typeface="Tahoma"/>
              </a:rPr>
              <a:t>es </a:t>
            </a:r>
            <a:r>
              <a:rPr sz="1600" b="1" spc="75" dirty="0">
                <a:solidFill>
                  <a:srgbClr val="3A3737"/>
                </a:solidFill>
                <a:latin typeface="Tahoma"/>
                <a:cs typeface="Tahoma"/>
              </a:rPr>
              <a:t>capaz de </a:t>
            </a:r>
            <a:r>
              <a:rPr sz="1600" b="1" spc="-60" dirty="0">
                <a:solidFill>
                  <a:srgbClr val="3A3737"/>
                </a:solidFill>
                <a:latin typeface="Tahoma"/>
                <a:cs typeface="Tahoma"/>
              </a:rPr>
              <a:t>interactuar </a:t>
            </a:r>
            <a:r>
              <a:rPr sz="1600" b="1" spc="65" dirty="0">
                <a:solidFill>
                  <a:srgbClr val="3A3737"/>
                </a:solidFill>
                <a:latin typeface="Tahoma"/>
                <a:cs typeface="Tahoma"/>
              </a:rPr>
              <a:t>con </a:t>
            </a:r>
            <a:r>
              <a:rPr sz="1600" b="1" spc="20" dirty="0">
                <a:solidFill>
                  <a:srgbClr val="3A3737"/>
                </a:solidFill>
                <a:latin typeface="Tahoma"/>
                <a:cs typeface="Tahoma"/>
              </a:rPr>
              <a:t>ambas </a:t>
            </a:r>
            <a:r>
              <a:rPr sz="1600" b="1" spc="25" dirty="0">
                <a:solidFill>
                  <a:srgbClr val="3A3737"/>
                </a:solidFill>
                <a:latin typeface="Tahoma"/>
                <a:cs typeface="Tahoma"/>
              </a:rPr>
              <a:t> </a:t>
            </a:r>
            <a:r>
              <a:rPr sz="1600" b="1" spc="-10" dirty="0">
                <a:solidFill>
                  <a:srgbClr val="3A3737"/>
                </a:solidFill>
                <a:latin typeface="Tahoma"/>
                <a:cs typeface="Tahoma"/>
              </a:rPr>
              <a:t>realidades</a:t>
            </a:r>
            <a:r>
              <a:rPr sz="1600" b="1" spc="-50" dirty="0">
                <a:solidFill>
                  <a:srgbClr val="3A3737"/>
                </a:solidFill>
                <a:latin typeface="Tahoma"/>
                <a:cs typeface="Tahoma"/>
              </a:rPr>
              <a:t> </a:t>
            </a:r>
            <a:r>
              <a:rPr sz="1600" b="1" spc="-45" dirty="0">
                <a:solidFill>
                  <a:srgbClr val="3A3737"/>
                </a:solidFill>
                <a:latin typeface="Tahoma"/>
                <a:cs typeface="Tahoma"/>
              </a:rPr>
              <a:t>simultáneamente.</a:t>
            </a:r>
            <a:endParaRPr sz="1600" dirty="0">
              <a:latin typeface="Tahoma"/>
              <a:cs typeface="Tahoma"/>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97560" y="228600"/>
            <a:ext cx="7548880" cy="330835"/>
          </a:xfrm>
          <a:prstGeom prst="rect">
            <a:avLst/>
          </a:prstGeom>
        </p:spPr>
        <p:txBody>
          <a:bodyPr vert="horz" wrap="square" lIns="0" tIns="12700" rIns="0" bIns="0" rtlCol="0">
            <a:spAutoFit/>
          </a:bodyPr>
          <a:lstStyle/>
          <a:p>
            <a:pPr marL="12700">
              <a:spcBef>
                <a:spcPts val="100"/>
              </a:spcBef>
              <a:tabLst>
                <a:tab pos="4883785" algn="l"/>
              </a:tabLst>
            </a:pPr>
            <a:r>
              <a:rPr dirty="0"/>
              <a:t>3.Conceptos</a:t>
            </a:r>
            <a:r>
              <a:rPr spc="-60" dirty="0"/>
              <a:t> </a:t>
            </a:r>
            <a:r>
              <a:rPr dirty="0"/>
              <a:t>básicos</a:t>
            </a:r>
            <a:r>
              <a:rPr spc="-25" dirty="0"/>
              <a:t> </a:t>
            </a:r>
            <a:r>
              <a:rPr spc="15" dirty="0"/>
              <a:t>para</a:t>
            </a:r>
            <a:r>
              <a:rPr spc="-5" dirty="0"/>
              <a:t> </a:t>
            </a:r>
            <a:r>
              <a:rPr spc="-40" dirty="0"/>
              <a:t>entender</a:t>
            </a:r>
            <a:r>
              <a:rPr spc="-45" dirty="0"/>
              <a:t> </a:t>
            </a:r>
            <a:r>
              <a:rPr dirty="0"/>
              <a:t>la	</a:t>
            </a:r>
            <a:r>
              <a:rPr spc="-15" dirty="0"/>
              <a:t>Realidad</a:t>
            </a:r>
            <a:r>
              <a:rPr spc="-75" dirty="0"/>
              <a:t> </a:t>
            </a:r>
            <a:r>
              <a:rPr spc="10" dirty="0"/>
              <a:t>Aumentada</a:t>
            </a:r>
          </a:p>
        </p:txBody>
      </p:sp>
      <p:sp>
        <p:nvSpPr>
          <p:cNvPr id="3" name="object 3"/>
          <p:cNvSpPr txBox="1"/>
          <p:nvPr/>
        </p:nvSpPr>
        <p:spPr>
          <a:xfrm>
            <a:off x="571500" y="990600"/>
            <a:ext cx="8001000" cy="5334000"/>
          </a:xfrm>
          <a:prstGeom prst="rect">
            <a:avLst/>
          </a:prstGeom>
        </p:spPr>
        <p:txBody>
          <a:bodyPr vert="horz" wrap="square" lIns="0" tIns="12065" rIns="0" bIns="0" rtlCol="0">
            <a:spAutoFit/>
          </a:bodyPr>
          <a:lstStyle/>
          <a:p>
            <a:pPr marL="469900">
              <a:spcBef>
                <a:spcPts val="95"/>
              </a:spcBef>
            </a:pPr>
            <a:r>
              <a:rPr sz="1600" b="1" spc="-95" dirty="0">
                <a:solidFill>
                  <a:srgbClr val="3A3737"/>
                </a:solidFill>
                <a:latin typeface="Tahoma"/>
                <a:cs typeface="Tahoma"/>
              </a:rPr>
              <a:t>3.</a:t>
            </a:r>
            <a:r>
              <a:rPr sz="1600" b="1" spc="-20" dirty="0">
                <a:solidFill>
                  <a:srgbClr val="3A3737"/>
                </a:solidFill>
                <a:latin typeface="Tahoma"/>
                <a:cs typeface="Tahoma"/>
              </a:rPr>
              <a:t> </a:t>
            </a:r>
            <a:r>
              <a:rPr sz="1600" b="1" spc="-60" dirty="0">
                <a:solidFill>
                  <a:srgbClr val="3A3737"/>
                </a:solidFill>
                <a:latin typeface="Tahoma"/>
                <a:cs typeface="Tahoma"/>
              </a:rPr>
              <a:t>Principios</a:t>
            </a:r>
            <a:r>
              <a:rPr sz="1600" b="1" dirty="0">
                <a:solidFill>
                  <a:srgbClr val="3A3737"/>
                </a:solidFill>
                <a:latin typeface="Tahoma"/>
                <a:cs typeface="Tahoma"/>
              </a:rPr>
              <a:t> </a:t>
            </a:r>
            <a:r>
              <a:rPr sz="1600" b="1" spc="55" dirty="0">
                <a:solidFill>
                  <a:srgbClr val="3A3737"/>
                </a:solidFill>
                <a:latin typeface="Tahoma"/>
                <a:cs typeface="Tahoma"/>
              </a:rPr>
              <a:t>de</a:t>
            </a:r>
            <a:r>
              <a:rPr sz="1600" b="1" spc="-20" dirty="0">
                <a:solidFill>
                  <a:srgbClr val="3A3737"/>
                </a:solidFill>
                <a:latin typeface="Tahoma"/>
                <a:cs typeface="Tahoma"/>
              </a:rPr>
              <a:t> </a:t>
            </a:r>
            <a:r>
              <a:rPr sz="1600" b="1" spc="-5" dirty="0">
                <a:solidFill>
                  <a:srgbClr val="3A3737"/>
                </a:solidFill>
                <a:latin typeface="Tahoma"/>
                <a:cs typeface="Tahoma"/>
              </a:rPr>
              <a:t>la</a:t>
            </a:r>
            <a:r>
              <a:rPr sz="1600" b="1" spc="-10" dirty="0">
                <a:solidFill>
                  <a:srgbClr val="3A3737"/>
                </a:solidFill>
                <a:latin typeface="Tahoma"/>
                <a:cs typeface="Tahoma"/>
              </a:rPr>
              <a:t> </a:t>
            </a:r>
            <a:r>
              <a:rPr sz="1600" b="1" spc="-15" dirty="0">
                <a:solidFill>
                  <a:srgbClr val="3A3737"/>
                </a:solidFill>
                <a:latin typeface="Tahoma"/>
                <a:cs typeface="Tahoma"/>
              </a:rPr>
              <a:t>Realidad</a:t>
            </a:r>
            <a:r>
              <a:rPr sz="1600" b="1" spc="10" dirty="0">
                <a:solidFill>
                  <a:srgbClr val="3A3737"/>
                </a:solidFill>
                <a:latin typeface="Tahoma"/>
                <a:cs typeface="Tahoma"/>
              </a:rPr>
              <a:t> </a:t>
            </a:r>
            <a:r>
              <a:rPr sz="1600" b="1" dirty="0">
                <a:solidFill>
                  <a:srgbClr val="3A3737"/>
                </a:solidFill>
                <a:latin typeface="Tahoma"/>
                <a:cs typeface="Tahoma"/>
              </a:rPr>
              <a:t>Aumentada</a:t>
            </a:r>
            <a:endParaRPr sz="1600" dirty="0">
              <a:latin typeface="Tahoma"/>
              <a:cs typeface="Tahoma"/>
            </a:endParaRPr>
          </a:p>
          <a:p>
            <a:pPr>
              <a:spcBef>
                <a:spcPts val="35"/>
              </a:spcBef>
            </a:pPr>
            <a:endParaRPr sz="2200" dirty="0">
              <a:latin typeface="Tahoma"/>
              <a:cs typeface="Tahoma"/>
            </a:endParaRPr>
          </a:p>
          <a:p>
            <a:pPr marL="12700" marR="5080">
              <a:lnSpc>
                <a:spcPct val="107000"/>
              </a:lnSpc>
              <a:spcBef>
                <a:spcPts val="5"/>
              </a:spcBef>
            </a:pPr>
            <a:r>
              <a:rPr sz="2000" spc="-125" dirty="0">
                <a:solidFill>
                  <a:srgbClr val="3A3737"/>
                </a:solidFill>
                <a:latin typeface="Verdana"/>
                <a:cs typeface="Verdana"/>
              </a:rPr>
              <a:t>Los</a:t>
            </a:r>
            <a:r>
              <a:rPr sz="2000" spc="15" dirty="0">
                <a:solidFill>
                  <a:srgbClr val="3A3737"/>
                </a:solidFill>
                <a:latin typeface="Verdana"/>
                <a:cs typeface="Verdana"/>
              </a:rPr>
              <a:t> </a:t>
            </a:r>
            <a:r>
              <a:rPr sz="2000" spc="-65" dirty="0">
                <a:solidFill>
                  <a:srgbClr val="3A3737"/>
                </a:solidFill>
                <a:latin typeface="Verdana"/>
                <a:cs typeface="Verdana"/>
              </a:rPr>
              <a:t>pilares</a:t>
            </a:r>
            <a:r>
              <a:rPr sz="2000" spc="25" dirty="0">
                <a:solidFill>
                  <a:srgbClr val="3A3737"/>
                </a:solidFill>
                <a:latin typeface="Verdana"/>
                <a:cs typeface="Verdana"/>
              </a:rPr>
              <a:t> </a:t>
            </a:r>
            <a:r>
              <a:rPr sz="2000" spc="114" dirty="0">
                <a:solidFill>
                  <a:srgbClr val="3A3737"/>
                </a:solidFill>
                <a:latin typeface="Verdana"/>
                <a:cs typeface="Verdana"/>
              </a:rPr>
              <a:t>de</a:t>
            </a:r>
            <a:r>
              <a:rPr sz="2000" spc="25" dirty="0">
                <a:solidFill>
                  <a:srgbClr val="3A3737"/>
                </a:solidFill>
                <a:latin typeface="Verdana"/>
                <a:cs typeface="Verdana"/>
              </a:rPr>
              <a:t> </a:t>
            </a:r>
            <a:r>
              <a:rPr sz="2000" spc="5" dirty="0">
                <a:solidFill>
                  <a:srgbClr val="3A3737"/>
                </a:solidFill>
                <a:latin typeface="Verdana"/>
                <a:cs typeface="Verdana"/>
              </a:rPr>
              <a:t>la</a:t>
            </a:r>
            <a:r>
              <a:rPr sz="2000" spc="20" dirty="0">
                <a:solidFill>
                  <a:srgbClr val="3A3737"/>
                </a:solidFill>
                <a:latin typeface="Verdana"/>
                <a:cs typeface="Verdana"/>
              </a:rPr>
              <a:t> Realidad </a:t>
            </a:r>
            <a:r>
              <a:rPr sz="2000" spc="40" dirty="0">
                <a:solidFill>
                  <a:srgbClr val="3A3737"/>
                </a:solidFill>
                <a:latin typeface="Verdana"/>
                <a:cs typeface="Verdana"/>
              </a:rPr>
              <a:t>Aumentada</a:t>
            </a:r>
            <a:r>
              <a:rPr sz="2000" spc="15" dirty="0">
                <a:solidFill>
                  <a:srgbClr val="3A3737"/>
                </a:solidFill>
                <a:latin typeface="Verdana"/>
                <a:cs typeface="Verdana"/>
              </a:rPr>
              <a:t> </a:t>
            </a:r>
            <a:r>
              <a:rPr sz="2000" spc="-145" dirty="0">
                <a:solidFill>
                  <a:srgbClr val="3A3737"/>
                </a:solidFill>
                <a:latin typeface="Verdana"/>
                <a:cs typeface="Verdana"/>
              </a:rPr>
              <a:t>son:</a:t>
            </a:r>
            <a:r>
              <a:rPr sz="2000" spc="5" dirty="0">
                <a:solidFill>
                  <a:srgbClr val="3A3737"/>
                </a:solidFill>
                <a:latin typeface="Verdana"/>
                <a:cs typeface="Verdana"/>
              </a:rPr>
              <a:t> </a:t>
            </a:r>
            <a:r>
              <a:rPr sz="2000" b="1" spc="-5" dirty="0">
                <a:solidFill>
                  <a:srgbClr val="3A3737"/>
                </a:solidFill>
                <a:latin typeface="Tahoma"/>
                <a:cs typeface="Tahoma"/>
              </a:rPr>
              <a:t>la</a:t>
            </a:r>
            <a:r>
              <a:rPr sz="2000" b="1" spc="145" dirty="0">
                <a:solidFill>
                  <a:srgbClr val="3A3737"/>
                </a:solidFill>
                <a:latin typeface="Tahoma"/>
                <a:cs typeface="Tahoma"/>
              </a:rPr>
              <a:t> </a:t>
            </a:r>
            <a:r>
              <a:rPr sz="2000" b="1" spc="20" dirty="0">
                <a:solidFill>
                  <a:srgbClr val="3A3737"/>
                </a:solidFill>
                <a:latin typeface="Tahoma"/>
                <a:cs typeface="Tahoma"/>
              </a:rPr>
              <a:t>combinación</a:t>
            </a:r>
            <a:r>
              <a:rPr sz="2000" b="1" spc="110" dirty="0">
                <a:solidFill>
                  <a:srgbClr val="3A3737"/>
                </a:solidFill>
                <a:latin typeface="Tahoma"/>
                <a:cs typeface="Tahoma"/>
              </a:rPr>
              <a:t> </a:t>
            </a:r>
            <a:r>
              <a:rPr sz="2000" b="1" spc="5" dirty="0">
                <a:solidFill>
                  <a:srgbClr val="3A3737"/>
                </a:solidFill>
                <a:latin typeface="Tahoma"/>
                <a:cs typeface="Tahoma"/>
              </a:rPr>
              <a:t>del</a:t>
            </a:r>
            <a:r>
              <a:rPr sz="2000" b="1" spc="135" dirty="0">
                <a:solidFill>
                  <a:srgbClr val="3A3737"/>
                </a:solidFill>
                <a:latin typeface="Tahoma"/>
                <a:cs typeface="Tahoma"/>
              </a:rPr>
              <a:t> </a:t>
            </a:r>
            <a:r>
              <a:rPr sz="2000" b="1" spc="-20" dirty="0">
                <a:solidFill>
                  <a:srgbClr val="3A3737"/>
                </a:solidFill>
                <a:latin typeface="Tahoma"/>
                <a:cs typeface="Tahoma"/>
              </a:rPr>
              <a:t>mundo</a:t>
            </a:r>
            <a:r>
              <a:rPr sz="2000" b="1" spc="125" dirty="0">
                <a:solidFill>
                  <a:srgbClr val="3A3737"/>
                </a:solidFill>
                <a:latin typeface="Tahoma"/>
                <a:cs typeface="Tahoma"/>
              </a:rPr>
              <a:t> </a:t>
            </a:r>
            <a:r>
              <a:rPr sz="2000" b="1" spc="-35" dirty="0">
                <a:solidFill>
                  <a:srgbClr val="3A3737"/>
                </a:solidFill>
                <a:latin typeface="Tahoma"/>
                <a:cs typeface="Tahoma"/>
              </a:rPr>
              <a:t>real</a:t>
            </a:r>
            <a:r>
              <a:rPr sz="2000" b="1" spc="135" dirty="0">
                <a:solidFill>
                  <a:srgbClr val="3A3737"/>
                </a:solidFill>
                <a:latin typeface="Tahoma"/>
                <a:cs typeface="Tahoma"/>
              </a:rPr>
              <a:t> </a:t>
            </a:r>
            <a:r>
              <a:rPr sz="2000" b="1" spc="10" dirty="0">
                <a:solidFill>
                  <a:srgbClr val="3A3737"/>
                </a:solidFill>
                <a:latin typeface="Tahoma"/>
                <a:cs typeface="Tahoma"/>
              </a:rPr>
              <a:t>y</a:t>
            </a:r>
            <a:r>
              <a:rPr sz="2000" b="1" spc="140" dirty="0">
                <a:solidFill>
                  <a:srgbClr val="3A3737"/>
                </a:solidFill>
                <a:latin typeface="Tahoma"/>
                <a:cs typeface="Tahoma"/>
              </a:rPr>
              <a:t> </a:t>
            </a:r>
            <a:r>
              <a:rPr sz="2000" b="1" spc="-25" dirty="0">
                <a:solidFill>
                  <a:srgbClr val="3A3737"/>
                </a:solidFill>
                <a:latin typeface="Tahoma"/>
                <a:cs typeface="Tahoma"/>
              </a:rPr>
              <a:t>el</a:t>
            </a:r>
            <a:r>
              <a:rPr sz="2000" b="1" spc="135" dirty="0">
                <a:solidFill>
                  <a:srgbClr val="3A3737"/>
                </a:solidFill>
                <a:latin typeface="Tahoma"/>
                <a:cs typeface="Tahoma"/>
              </a:rPr>
              <a:t> </a:t>
            </a:r>
            <a:r>
              <a:rPr sz="2000" b="1" spc="-20" dirty="0">
                <a:solidFill>
                  <a:srgbClr val="3A3737"/>
                </a:solidFill>
                <a:latin typeface="Tahoma"/>
                <a:cs typeface="Tahoma"/>
              </a:rPr>
              <a:t>mundo </a:t>
            </a:r>
            <a:r>
              <a:rPr sz="2000" b="1" spc="-570" dirty="0">
                <a:solidFill>
                  <a:srgbClr val="3A3737"/>
                </a:solidFill>
                <a:latin typeface="Tahoma"/>
                <a:cs typeface="Tahoma"/>
              </a:rPr>
              <a:t> </a:t>
            </a:r>
            <a:r>
              <a:rPr sz="2000" b="1" spc="-114" dirty="0">
                <a:solidFill>
                  <a:srgbClr val="3A3737"/>
                </a:solidFill>
                <a:latin typeface="Tahoma"/>
                <a:cs typeface="Tahoma"/>
              </a:rPr>
              <a:t>virtual;</a:t>
            </a:r>
            <a:r>
              <a:rPr sz="2000" b="1" spc="-35" dirty="0">
                <a:solidFill>
                  <a:srgbClr val="3A3737"/>
                </a:solidFill>
                <a:latin typeface="Tahoma"/>
                <a:cs typeface="Tahoma"/>
              </a:rPr>
              <a:t> </a:t>
            </a:r>
            <a:r>
              <a:rPr sz="2000" b="1" spc="10" dirty="0">
                <a:solidFill>
                  <a:srgbClr val="3A3737"/>
                </a:solidFill>
                <a:latin typeface="Tahoma"/>
                <a:cs typeface="Tahoma"/>
              </a:rPr>
              <a:t>y</a:t>
            </a:r>
            <a:r>
              <a:rPr sz="2000" b="1" spc="-25" dirty="0">
                <a:solidFill>
                  <a:srgbClr val="3A3737"/>
                </a:solidFill>
                <a:latin typeface="Tahoma"/>
                <a:cs typeface="Tahoma"/>
              </a:rPr>
              <a:t> </a:t>
            </a:r>
            <a:r>
              <a:rPr sz="2000" b="1" spc="-5" dirty="0">
                <a:solidFill>
                  <a:srgbClr val="3A3737"/>
                </a:solidFill>
                <a:latin typeface="Tahoma"/>
                <a:cs typeface="Tahoma"/>
              </a:rPr>
              <a:t>la</a:t>
            </a:r>
            <a:r>
              <a:rPr sz="2000" b="1" spc="-25" dirty="0">
                <a:solidFill>
                  <a:srgbClr val="3A3737"/>
                </a:solidFill>
                <a:latin typeface="Tahoma"/>
                <a:cs typeface="Tahoma"/>
              </a:rPr>
              <a:t> </a:t>
            </a:r>
            <a:r>
              <a:rPr sz="2000" b="1" spc="-20" dirty="0">
                <a:solidFill>
                  <a:srgbClr val="3A3737"/>
                </a:solidFill>
                <a:latin typeface="Tahoma"/>
                <a:cs typeface="Tahoma"/>
              </a:rPr>
              <a:t>interacción</a:t>
            </a:r>
            <a:r>
              <a:rPr sz="2000" b="1" spc="-75" dirty="0">
                <a:solidFill>
                  <a:srgbClr val="3A3737"/>
                </a:solidFill>
                <a:latin typeface="Tahoma"/>
                <a:cs typeface="Tahoma"/>
              </a:rPr>
              <a:t> </a:t>
            </a:r>
            <a:r>
              <a:rPr sz="2000" b="1" spc="5" dirty="0">
                <a:solidFill>
                  <a:srgbClr val="3A3737"/>
                </a:solidFill>
                <a:latin typeface="Tahoma"/>
                <a:cs typeface="Tahoma"/>
              </a:rPr>
              <a:t>en</a:t>
            </a:r>
            <a:r>
              <a:rPr sz="2000" b="1" spc="-25" dirty="0">
                <a:solidFill>
                  <a:srgbClr val="3A3737"/>
                </a:solidFill>
                <a:latin typeface="Tahoma"/>
                <a:cs typeface="Tahoma"/>
              </a:rPr>
              <a:t> </a:t>
            </a:r>
            <a:r>
              <a:rPr sz="2000" b="1" spc="-30" dirty="0">
                <a:solidFill>
                  <a:srgbClr val="3A3737"/>
                </a:solidFill>
                <a:latin typeface="Tahoma"/>
                <a:cs typeface="Tahoma"/>
              </a:rPr>
              <a:t>tiempo</a:t>
            </a:r>
            <a:r>
              <a:rPr sz="2000" b="1" spc="-60" dirty="0">
                <a:solidFill>
                  <a:srgbClr val="3A3737"/>
                </a:solidFill>
                <a:latin typeface="Tahoma"/>
                <a:cs typeface="Tahoma"/>
              </a:rPr>
              <a:t> </a:t>
            </a:r>
            <a:r>
              <a:rPr sz="2000" b="1" spc="-45" dirty="0">
                <a:solidFill>
                  <a:srgbClr val="3A3737"/>
                </a:solidFill>
                <a:latin typeface="Tahoma"/>
                <a:cs typeface="Tahoma"/>
              </a:rPr>
              <a:t>real.</a:t>
            </a:r>
            <a:endParaRPr sz="2000" dirty="0">
              <a:latin typeface="Tahoma"/>
              <a:cs typeface="Tahoma"/>
            </a:endParaRPr>
          </a:p>
          <a:p>
            <a:pPr marL="355600" marR="5080" indent="-342900" algn="just">
              <a:lnSpc>
                <a:spcPct val="107000"/>
              </a:lnSpc>
              <a:spcBef>
                <a:spcPts val="790"/>
              </a:spcBef>
              <a:buFont typeface="Symbol"/>
              <a:buChar char=""/>
              <a:tabLst>
                <a:tab pos="355600" algn="l"/>
              </a:tabLst>
            </a:pPr>
            <a:r>
              <a:rPr sz="2000" spc="-15" dirty="0">
                <a:solidFill>
                  <a:srgbClr val="3A3737"/>
                </a:solidFill>
                <a:latin typeface="Verdana"/>
                <a:cs typeface="Verdana"/>
              </a:rPr>
              <a:t>La </a:t>
            </a:r>
            <a:r>
              <a:rPr sz="2000" spc="-35" dirty="0">
                <a:solidFill>
                  <a:srgbClr val="3A3737"/>
                </a:solidFill>
                <a:latin typeface="Verdana"/>
                <a:cs typeface="Verdana"/>
              </a:rPr>
              <a:t>AR </a:t>
            </a:r>
            <a:r>
              <a:rPr sz="2000" spc="50" dirty="0">
                <a:solidFill>
                  <a:srgbClr val="3A3737"/>
                </a:solidFill>
                <a:latin typeface="Verdana"/>
                <a:cs typeface="Verdana"/>
              </a:rPr>
              <a:t>combina </a:t>
            </a:r>
            <a:r>
              <a:rPr sz="2000" spc="-105" dirty="0">
                <a:solidFill>
                  <a:srgbClr val="3A3737"/>
                </a:solidFill>
                <a:latin typeface="Verdana"/>
                <a:cs typeface="Verdana"/>
              </a:rPr>
              <a:t>los </a:t>
            </a:r>
            <a:r>
              <a:rPr sz="2000" spc="-25" dirty="0">
                <a:solidFill>
                  <a:srgbClr val="3A3737"/>
                </a:solidFill>
                <a:latin typeface="Verdana"/>
                <a:cs typeface="Verdana"/>
              </a:rPr>
              <a:t>elementos </a:t>
            </a:r>
            <a:r>
              <a:rPr sz="2000" spc="20" dirty="0">
                <a:solidFill>
                  <a:srgbClr val="3A3737"/>
                </a:solidFill>
                <a:latin typeface="Verdana"/>
                <a:cs typeface="Verdana"/>
              </a:rPr>
              <a:t>del </a:t>
            </a:r>
            <a:r>
              <a:rPr sz="2000" spc="10" dirty="0">
                <a:solidFill>
                  <a:srgbClr val="3A3737"/>
                </a:solidFill>
                <a:latin typeface="Verdana"/>
                <a:cs typeface="Verdana"/>
              </a:rPr>
              <a:t>mundo </a:t>
            </a:r>
            <a:r>
              <a:rPr sz="2000" spc="-95" dirty="0">
                <a:solidFill>
                  <a:srgbClr val="3A3737"/>
                </a:solidFill>
                <a:latin typeface="Verdana"/>
                <a:cs typeface="Verdana"/>
              </a:rPr>
              <a:t>virtual </a:t>
            </a:r>
            <a:r>
              <a:rPr sz="2000" spc="100" dirty="0">
                <a:solidFill>
                  <a:srgbClr val="3A3737"/>
                </a:solidFill>
                <a:latin typeface="Verdana"/>
                <a:cs typeface="Verdana"/>
              </a:rPr>
              <a:t>con </a:t>
            </a:r>
            <a:r>
              <a:rPr sz="2000" spc="-105" dirty="0">
                <a:solidFill>
                  <a:srgbClr val="3A3737"/>
                </a:solidFill>
                <a:latin typeface="Verdana"/>
                <a:cs typeface="Verdana"/>
              </a:rPr>
              <a:t>los </a:t>
            </a:r>
            <a:r>
              <a:rPr sz="2000" spc="25" dirty="0">
                <a:solidFill>
                  <a:srgbClr val="3A3737"/>
                </a:solidFill>
                <a:latin typeface="Verdana"/>
                <a:cs typeface="Verdana"/>
              </a:rPr>
              <a:t>del </a:t>
            </a:r>
            <a:r>
              <a:rPr sz="2000" spc="10" dirty="0">
                <a:solidFill>
                  <a:srgbClr val="3A3737"/>
                </a:solidFill>
                <a:latin typeface="Verdana"/>
                <a:cs typeface="Verdana"/>
              </a:rPr>
              <a:t>mundo </a:t>
            </a:r>
            <a:r>
              <a:rPr sz="2000" spc="-35" dirty="0">
                <a:solidFill>
                  <a:srgbClr val="3A3737"/>
                </a:solidFill>
                <a:latin typeface="Verdana"/>
                <a:cs typeface="Verdana"/>
              </a:rPr>
              <a:t>real </a:t>
            </a:r>
            <a:r>
              <a:rPr sz="2000" spc="-110" dirty="0">
                <a:solidFill>
                  <a:srgbClr val="3A3737"/>
                </a:solidFill>
                <a:latin typeface="Verdana"/>
                <a:cs typeface="Verdana"/>
              </a:rPr>
              <a:t>y </a:t>
            </a:r>
            <a:r>
              <a:rPr sz="2000" spc="-105" dirty="0">
                <a:solidFill>
                  <a:srgbClr val="3A3737"/>
                </a:solidFill>
                <a:latin typeface="Verdana"/>
                <a:cs typeface="Verdana"/>
              </a:rPr>
              <a:t>los </a:t>
            </a:r>
            <a:r>
              <a:rPr sz="2000" spc="15" dirty="0">
                <a:solidFill>
                  <a:srgbClr val="3A3737"/>
                </a:solidFill>
                <a:latin typeface="Verdana"/>
                <a:cs typeface="Verdana"/>
              </a:rPr>
              <a:t>mezcla </a:t>
            </a:r>
            <a:r>
              <a:rPr sz="2000" spc="20" dirty="0">
                <a:solidFill>
                  <a:srgbClr val="3A3737"/>
                </a:solidFill>
                <a:latin typeface="Verdana"/>
                <a:cs typeface="Verdana"/>
              </a:rPr>
              <a:t> </a:t>
            </a:r>
            <a:r>
              <a:rPr sz="2000" spc="45" dirty="0">
                <a:solidFill>
                  <a:srgbClr val="3A3737"/>
                </a:solidFill>
                <a:latin typeface="Verdana"/>
                <a:cs typeface="Verdana"/>
              </a:rPr>
              <a:t>para </a:t>
            </a:r>
            <a:r>
              <a:rPr sz="2000" spc="-25" dirty="0">
                <a:solidFill>
                  <a:srgbClr val="3A3737"/>
                </a:solidFill>
                <a:latin typeface="Verdana"/>
                <a:cs typeface="Verdana"/>
              </a:rPr>
              <a:t>conseguir </a:t>
            </a:r>
            <a:r>
              <a:rPr sz="2000" spc="-20" dirty="0">
                <a:solidFill>
                  <a:srgbClr val="3A3737"/>
                </a:solidFill>
                <a:latin typeface="Verdana"/>
                <a:cs typeface="Verdana"/>
              </a:rPr>
              <a:t>experiencias </a:t>
            </a:r>
            <a:r>
              <a:rPr sz="2000" spc="-60" dirty="0">
                <a:solidFill>
                  <a:srgbClr val="3A3737"/>
                </a:solidFill>
                <a:latin typeface="Verdana"/>
                <a:cs typeface="Verdana"/>
              </a:rPr>
              <a:t>más </a:t>
            </a:r>
            <a:r>
              <a:rPr sz="2000" spc="10" dirty="0">
                <a:solidFill>
                  <a:srgbClr val="3A3737"/>
                </a:solidFill>
                <a:latin typeface="Verdana"/>
                <a:cs typeface="Verdana"/>
              </a:rPr>
              <a:t>completas </a:t>
            </a:r>
            <a:r>
              <a:rPr sz="2000" spc="50" dirty="0">
                <a:solidFill>
                  <a:srgbClr val="3A3737"/>
                </a:solidFill>
                <a:latin typeface="Verdana"/>
                <a:cs typeface="Verdana"/>
              </a:rPr>
              <a:t>que </a:t>
            </a:r>
            <a:r>
              <a:rPr sz="2000" spc="25" dirty="0">
                <a:solidFill>
                  <a:srgbClr val="3A3737"/>
                </a:solidFill>
                <a:latin typeface="Verdana"/>
                <a:cs typeface="Verdana"/>
              </a:rPr>
              <a:t>no </a:t>
            </a:r>
            <a:r>
              <a:rPr sz="2000" spc="-75" dirty="0">
                <a:solidFill>
                  <a:srgbClr val="3A3737"/>
                </a:solidFill>
                <a:latin typeface="Verdana"/>
                <a:cs typeface="Verdana"/>
              </a:rPr>
              <a:t>serían </a:t>
            </a:r>
            <a:r>
              <a:rPr sz="2000" spc="-55" dirty="0">
                <a:solidFill>
                  <a:srgbClr val="3A3737"/>
                </a:solidFill>
                <a:latin typeface="Verdana"/>
                <a:cs typeface="Verdana"/>
              </a:rPr>
              <a:t>posibles </a:t>
            </a:r>
            <a:r>
              <a:rPr sz="2000" spc="-160" dirty="0">
                <a:solidFill>
                  <a:srgbClr val="3A3737"/>
                </a:solidFill>
                <a:latin typeface="Verdana"/>
                <a:cs typeface="Verdana"/>
              </a:rPr>
              <a:t>sin </a:t>
            </a:r>
            <a:r>
              <a:rPr sz="2000" spc="-20" dirty="0">
                <a:solidFill>
                  <a:srgbClr val="3A3737"/>
                </a:solidFill>
                <a:latin typeface="Verdana"/>
                <a:cs typeface="Verdana"/>
              </a:rPr>
              <a:t>el </a:t>
            </a:r>
            <a:r>
              <a:rPr sz="2000" spc="-80" dirty="0">
                <a:solidFill>
                  <a:srgbClr val="3A3737"/>
                </a:solidFill>
                <a:latin typeface="Verdana"/>
                <a:cs typeface="Verdana"/>
              </a:rPr>
              <a:t>uso </a:t>
            </a:r>
            <a:r>
              <a:rPr sz="2000" spc="114" dirty="0">
                <a:solidFill>
                  <a:srgbClr val="3A3737"/>
                </a:solidFill>
                <a:latin typeface="Verdana"/>
                <a:cs typeface="Verdana"/>
              </a:rPr>
              <a:t>de </a:t>
            </a:r>
            <a:r>
              <a:rPr sz="2000" spc="-30" dirty="0">
                <a:solidFill>
                  <a:srgbClr val="3A3737"/>
                </a:solidFill>
                <a:latin typeface="Verdana"/>
                <a:cs typeface="Verdana"/>
              </a:rPr>
              <a:t>esta </a:t>
            </a:r>
            <a:r>
              <a:rPr sz="2000" spc="-690" dirty="0">
                <a:solidFill>
                  <a:srgbClr val="3A3737"/>
                </a:solidFill>
                <a:latin typeface="Verdana"/>
                <a:cs typeface="Verdana"/>
              </a:rPr>
              <a:t> </a:t>
            </a:r>
            <a:r>
              <a:rPr sz="2000" spc="15" dirty="0">
                <a:solidFill>
                  <a:srgbClr val="3A3737"/>
                </a:solidFill>
                <a:latin typeface="Verdana"/>
                <a:cs typeface="Verdana"/>
              </a:rPr>
              <a:t>tecnología. </a:t>
            </a:r>
            <a:r>
              <a:rPr sz="2000" spc="25" dirty="0">
                <a:solidFill>
                  <a:srgbClr val="3A3737"/>
                </a:solidFill>
                <a:latin typeface="Verdana"/>
                <a:cs typeface="Verdana"/>
              </a:rPr>
              <a:t>De </a:t>
            </a:r>
            <a:r>
              <a:rPr sz="2000" spc="-25" dirty="0">
                <a:solidFill>
                  <a:srgbClr val="3A3737"/>
                </a:solidFill>
                <a:latin typeface="Verdana"/>
                <a:cs typeface="Verdana"/>
              </a:rPr>
              <a:t>esta </a:t>
            </a:r>
            <a:r>
              <a:rPr sz="2000" spc="-20" dirty="0">
                <a:solidFill>
                  <a:srgbClr val="3A3737"/>
                </a:solidFill>
                <a:latin typeface="Verdana"/>
                <a:cs typeface="Verdana"/>
              </a:rPr>
              <a:t>manera, </a:t>
            </a:r>
            <a:r>
              <a:rPr sz="2000" spc="-40" dirty="0">
                <a:solidFill>
                  <a:srgbClr val="3A3737"/>
                </a:solidFill>
                <a:latin typeface="Verdana"/>
                <a:cs typeface="Verdana"/>
              </a:rPr>
              <a:t>vemos </a:t>
            </a:r>
            <a:r>
              <a:rPr sz="2000" spc="-25" dirty="0">
                <a:solidFill>
                  <a:srgbClr val="3A3737"/>
                </a:solidFill>
                <a:latin typeface="Verdana"/>
                <a:cs typeface="Verdana"/>
              </a:rPr>
              <a:t>el entorno </a:t>
            </a:r>
            <a:r>
              <a:rPr sz="2000" spc="-35" dirty="0">
                <a:solidFill>
                  <a:srgbClr val="3A3737"/>
                </a:solidFill>
                <a:latin typeface="Verdana"/>
                <a:cs typeface="Verdana"/>
              </a:rPr>
              <a:t>real </a:t>
            </a:r>
            <a:r>
              <a:rPr sz="2000" spc="100" dirty="0">
                <a:solidFill>
                  <a:srgbClr val="3A3737"/>
                </a:solidFill>
                <a:latin typeface="Verdana"/>
                <a:cs typeface="Verdana"/>
              </a:rPr>
              <a:t>con </a:t>
            </a:r>
            <a:r>
              <a:rPr sz="2000" spc="10" dirty="0">
                <a:solidFill>
                  <a:srgbClr val="3A3737"/>
                </a:solidFill>
                <a:latin typeface="Verdana"/>
                <a:cs typeface="Verdana"/>
              </a:rPr>
              <a:t>la </a:t>
            </a:r>
            <a:r>
              <a:rPr sz="2000" spc="-20" dirty="0">
                <a:solidFill>
                  <a:srgbClr val="3A3737"/>
                </a:solidFill>
                <a:latin typeface="Verdana"/>
                <a:cs typeface="Verdana"/>
              </a:rPr>
              <a:t>información </a:t>
            </a:r>
            <a:r>
              <a:rPr sz="2000" spc="75" dirty="0">
                <a:solidFill>
                  <a:srgbClr val="3A3737"/>
                </a:solidFill>
                <a:latin typeface="Verdana"/>
                <a:cs typeface="Verdana"/>
              </a:rPr>
              <a:t>añadida </a:t>
            </a:r>
            <a:r>
              <a:rPr sz="2000" spc="55" dirty="0">
                <a:solidFill>
                  <a:srgbClr val="3A3737"/>
                </a:solidFill>
                <a:latin typeface="Verdana"/>
                <a:cs typeface="Verdana"/>
              </a:rPr>
              <a:t>que </a:t>
            </a:r>
            <a:r>
              <a:rPr sz="2000" spc="-690" dirty="0">
                <a:solidFill>
                  <a:srgbClr val="3A3737"/>
                </a:solidFill>
                <a:latin typeface="Verdana"/>
                <a:cs typeface="Verdana"/>
              </a:rPr>
              <a:t> </a:t>
            </a:r>
            <a:r>
              <a:rPr sz="2000" spc="-70" dirty="0">
                <a:solidFill>
                  <a:srgbClr val="3A3737"/>
                </a:solidFill>
                <a:latin typeface="Verdana"/>
                <a:cs typeface="Verdana"/>
              </a:rPr>
              <a:t>nos </a:t>
            </a:r>
            <a:r>
              <a:rPr sz="2000" spc="15" dirty="0">
                <a:solidFill>
                  <a:srgbClr val="3A3737"/>
                </a:solidFill>
                <a:latin typeface="Verdana"/>
                <a:cs typeface="Verdana"/>
              </a:rPr>
              <a:t>proporciona </a:t>
            </a:r>
            <a:r>
              <a:rPr sz="2000" spc="-25" dirty="0">
                <a:solidFill>
                  <a:srgbClr val="3A3737"/>
                </a:solidFill>
                <a:latin typeface="Verdana"/>
                <a:cs typeface="Verdana"/>
              </a:rPr>
              <a:t>el </a:t>
            </a:r>
            <a:r>
              <a:rPr sz="2000" spc="5" dirty="0">
                <a:solidFill>
                  <a:srgbClr val="3A3737"/>
                </a:solidFill>
                <a:latin typeface="Verdana"/>
                <a:cs typeface="Verdana"/>
              </a:rPr>
              <a:t>mundo </a:t>
            </a:r>
            <a:r>
              <a:rPr sz="2000" spc="-90" dirty="0">
                <a:solidFill>
                  <a:srgbClr val="3A3737"/>
                </a:solidFill>
                <a:latin typeface="Verdana"/>
                <a:cs typeface="Verdana"/>
              </a:rPr>
              <a:t>virtual </a:t>
            </a:r>
            <a:r>
              <a:rPr sz="2000" spc="-110" dirty="0">
                <a:solidFill>
                  <a:srgbClr val="3A3737"/>
                </a:solidFill>
                <a:latin typeface="Verdana"/>
                <a:cs typeface="Verdana"/>
              </a:rPr>
              <a:t>y </a:t>
            </a:r>
            <a:r>
              <a:rPr sz="2000" spc="-80" dirty="0">
                <a:solidFill>
                  <a:srgbClr val="3A3737"/>
                </a:solidFill>
                <a:latin typeface="Verdana"/>
                <a:cs typeface="Verdana"/>
              </a:rPr>
              <a:t>se </a:t>
            </a:r>
            <a:r>
              <a:rPr sz="2000" spc="5" dirty="0">
                <a:solidFill>
                  <a:srgbClr val="3A3737"/>
                </a:solidFill>
                <a:latin typeface="Verdana"/>
                <a:cs typeface="Verdana"/>
              </a:rPr>
              <a:t>consigue </a:t>
            </a:r>
            <a:r>
              <a:rPr sz="2000" spc="25" dirty="0">
                <a:solidFill>
                  <a:srgbClr val="3A3737"/>
                </a:solidFill>
                <a:latin typeface="Verdana"/>
                <a:cs typeface="Verdana"/>
              </a:rPr>
              <a:t>una </a:t>
            </a:r>
            <a:r>
              <a:rPr sz="2000" spc="75" dirty="0">
                <a:solidFill>
                  <a:srgbClr val="3A3737"/>
                </a:solidFill>
                <a:latin typeface="Verdana"/>
                <a:cs typeface="Verdana"/>
              </a:rPr>
              <a:t>captación </a:t>
            </a:r>
            <a:r>
              <a:rPr sz="2000" spc="114" dirty="0">
                <a:solidFill>
                  <a:srgbClr val="3A3737"/>
                </a:solidFill>
                <a:latin typeface="Verdana"/>
                <a:cs typeface="Verdana"/>
              </a:rPr>
              <a:t>de </a:t>
            </a:r>
            <a:r>
              <a:rPr sz="2000" spc="-20" dirty="0">
                <a:solidFill>
                  <a:srgbClr val="3A3737"/>
                </a:solidFill>
                <a:latin typeface="Verdana"/>
                <a:cs typeface="Verdana"/>
              </a:rPr>
              <a:t>información </a:t>
            </a:r>
            <a:r>
              <a:rPr sz="2000" spc="-65" dirty="0">
                <a:solidFill>
                  <a:srgbClr val="3A3737"/>
                </a:solidFill>
                <a:latin typeface="Verdana"/>
                <a:cs typeface="Verdana"/>
              </a:rPr>
              <a:t>más </a:t>
            </a:r>
            <a:r>
              <a:rPr sz="2000" spc="-60" dirty="0">
                <a:solidFill>
                  <a:srgbClr val="3A3737"/>
                </a:solidFill>
                <a:latin typeface="Verdana"/>
                <a:cs typeface="Verdana"/>
              </a:rPr>
              <a:t> </a:t>
            </a:r>
            <a:r>
              <a:rPr sz="2000" spc="30" dirty="0">
                <a:solidFill>
                  <a:srgbClr val="3A3737"/>
                </a:solidFill>
                <a:latin typeface="Verdana"/>
                <a:cs typeface="Verdana"/>
              </a:rPr>
              <a:t>completa.</a:t>
            </a:r>
            <a:endParaRPr sz="2000" dirty="0">
              <a:latin typeface="Verdana"/>
              <a:cs typeface="Verdana"/>
            </a:endParaRPr>
          </a:p>
          <a:p>
            <a:pPr>
              <a:spcBef>
                <a:spcPts val="15"/>
              </a:spcBef>
              <a:buClr>
                <a:srgbClr val="3A3737"/>
              </a:buClr>
              <a:buFont typeface="Symbol"/>
              <a:buChar char=""/>
            </a:pPr>
            <a:endParaRPr sz="2100" dirty="0">
              <a:latin typeface="Verdana"/>
              <a:cs typeface="Verdana"/>
            </a:endParaRPr>
          </a:p>
          <a:p>
            <a:pPr marL="355600" marR="5080" indent="-342900" algn="just">
              <a:lnSpc>
                <a:spcPct val="107000"/>
              </a:lnSpc>
              <a:spcBef>
                <a:spcPts val="5"/>
              </a:spcBef>
              <a:buFont typeface="Symbol"/>
              <a:buChar char=""/>
              <a:tabLst>
                <a:tab pos="355600" algn="l"/>
              </a:tabLst>
            </a:pPr>
            <a:r>
              <a:rPr sz="2000" spc="-20" dirty="0">
                <a:solidFill>
                  <a:srgbClr val="3A3737"/>
                </a:solidFill>
                <a:latin typeface="Verdana"/>
                <a:cs typeface="Verdana"/>
              </a:rPr>
              <a:t>Una</a:t>
            </a:r>
            <a:r>
              <a:rPr sz="2000" spc="-45" dirty="0">
                <a:solidFill>
                  <a:srgbClr val="3A3737"/>
                </a:solidFill>
                <a:latin typeface="Verdana"/>
                <a:cs typeface="Verdana"/>
              </a:rPr>
              <a:t> </a:t>
            </a:r>
            <a:r>
              <a:rPr sz="2000" spc="90" dirty="0">
                <a:solidFill>
                  <a:srgbClr val="3A3737"/>
                </a:solidFill>
                <a:latin typeface="Verdana"/>
                <a:cs typeface="Verdana"/>
              </a:rPr>
              <a:t>acción</a:t>
            </a:r>
            <a:r>
              <a:rPr sz="2000" spc="-25" dirty="0">
                <a:solidFill>
                  <a:srgbClr val="3A3737"/>
                </a:solidFill>
                <a:latin typeface="Verdana"/>
                <a:cs typeface="Verdana"/>
              </a:rPr>
              <a:t> </a:t>
            </a:r>
            <a:r>
              <a:rPr sz="2000" spc="35" dirty="0">
                <a:solidFill>
                  <a:srgbClr val="3A3737"/>
                </a:solidFill>
                <a:latin typeface="Verdana"/>
                <a:cs typeface="Verdana"/>
              </a:rPr>
              <a:t>en</a:t>
            </a:r>
            <a:r>
              <a:rPr sz="2000" spc="-40" dirty="0">
                <a:solidFill>
                  <a:srgbClr val="3A3737"/>
                </a:solidFill>
                <a:latin typeface="Verdana"/>
                <a:cs typeface="Verdana"/>
              </a:rPr>
              <a:t> </a:t>
            </a:r>
            <a:r>
              <a:rPr sz="2000" spc="-25" dirty="0">
                <a:solidFill>
                  <a:srgbClr val="3A3737"/>
                </a:solidFill>
                <a:latin typeface="Verdana"/>
                <a:cs typeface="Verdana"/>
              </a:rPr>
              <a:t>el</a:t>
            </a:r>
            <a:r>
              <a:rPr sz="2000" spc="-50" dirty="0">
                <a:solidFill>
                  <a:srgbClr val="3A3737"/>
                </a:solidFill>
                <a:latin typeface="Verdana"/>
                <a:cs typeface="Verdana"/>
              </a:rPr>
              <a:t> </a:t>
            </a:r>
            <a:r>
              <a:rPr sz="2000" spc="-25" dirty="0">
                <a:solidFill>
                  <a:srgbClr val="3A3737"/>
                </a:solidFill>
                <a:latin typeface="Verdana"/>
                <a:cs typeface="Verdana"/>
              </a:rPr>
              <a:t>entrono</a:t>
            </a:r>
            <a:r>
              <a:rPr sz="2000" spc="-50" dirty="0">
                <a:solidFill>
                  <a:srgbClr val="3A3737"/>
                </a:solidFill>
                <a:latin typeface="Verdana"/>
                <a:cs typeface="Verdana"/>
              </a:rPr>
              <a:t> </a:t>
            </a:r>
            <a:r>
              <a:rPr sz="2000" spc="-30" dirty="0">
                <a:solidFill>
                  <a:srgbClr val="3A3737"/>
                </a:solidFill>
                <a:latin typeface="Verdana"/>
                <a:cs typeface="Verdana"/>
              </a:rPr>
              <a:t>real</a:t>
            </a:r>
            <a:r>
              <a:rPr sz="2000" spc="-55" dirty="0">
                <a:solidFill>
                  <a:srgbClr val="3A3737"/>
                </a:solidFill>
                <a:latin typeface="Verdana"/>
                <a:cs typeface="Verdana"/>
              </a:rPr>
              <a:t> </a:t>
            </a:r>
            <a:r>
              <a:rPr sz="2000" spc="-20" dirty="0">
                <a:solidFill>
                  <a:srgbClr val="3A3737"/>
                </a:solidFill>
                <a:latin typeface="Verdana"/>
                <a:cs typeface="Verdana"/>
              </a:rPr>
              <a:t>tiene</a:t>
            </a:r>
            <a:r>
              <a:rPr sz="2000" spc="-55" dirty="0">
                <a:solidFill>
                  <a:srgbClr val="3A3737"/>
                </a:solidFill>
                <a:latin typeface="Verdana"/>
                <a:cs typeface="Verdana"/>
              </a:rPr>
              <a:t> </a:t>
            </a:r>
            <a:r>
              <a:rPr sz="2000" spc="25" dirty="0">
                <a:solidFill>
                  <a:srgbClr val="3A3737"/>
                </a:solidFill>
                <a:latin typeface="Verdana"/>
                <a:cs typeface="Verdana"/>
              </a:rPr>
              <a:t>una</a:t>
            </a:r>
            <a:r>
              <a:rPr sz="2000" spc="-50" dirty="0">
                <a:solidFill>
                  <a:srgbClr val="3A3737"/>
                </a:solidFill>
                <a:latin typeface="Verdana"/>
                <a:cs typeface="Verdana"/>
              </a:rPr>
              <a:t> </a:t>
            </a:r>
            <a:r>
              <a:rPr sz="2000" spc="-35" dirty="0">
                <a:solidFill>
                  <a:srgbClr val="3A3737"/>
                </a:solidFill>
                <a:latin typeface="Verdana"/>
                <a:cs typeface="Verdana"/>
              </a:rPr>
              <a:t>repercusión</a:t>
            </a:r>
            <a:r>
              <a:rPr sz="2000" spc="-40" dirty="0">
                <a:solidFill>
                  <a:srgbClr val="3A3737"/>
                </a:solidFill>
                <a:latin typeface="Verdana"/>
                <a:cs typeface="Verdana"/>
              </a:rPr>
              <a:t> </a:t>
            </a:r>
            <a:r>
              <a:rPr sz="2000" dirty="0">
                <a:solidFill>
                  <a:srgbClr val="3A3737"/>
                </a:solidFill>
                <a:latin typeface="Verdana"/>
                <a:cs typeface="Verdana"/>
              </a:rPr>
              <a:t>inmediata</a:t>
            </a:r>
            <a:r>
              <a:rPr sz="2000" spc="-50" dirty="0">
                <a:solidFill>
                  <a:srgbClr val="3A3737"/>
                </a:solidFill>
                <a:latin typeface="Verdana"/>
                <a:cs typeface="Verdana"/>
              </a:rPr>
              <a:t> </a:t>
            </a:r>
            <a:r>
              <a:rPr sz="2000" spc="35" dirty="0">
                <a:solidFill>
                  <a:srgbClr val="3A3737"/>
                </a:solidFill>
                <a:latin typeface="Verdana"/>
                <a:cs typeface="Verdana"/>
              </a:rPr>
              <a:t>en</a:t>
            </a:r>
            <a:r>
              <a:rPr sz="2000" spc="-40" dirty="0">
                <a:solidFill>
                  <a:srgbClr val="3A3737"/>
                </a:solidFill>
                <a:latin typeface="Verdana"/>
                <a:cs typeface="Verdana"/>
              </a:rPr>
              <a:t> </a:t>
            </a:r>
            <a:r>
              <a:rPr sz="2000" spc="5" dirty="0">
                <a:solidFill>
                  <a:srgbClr val="3A3737"/>
                </a:solidFill>
                <a:latin typeface="Verdana"/>
                <a:cs typeface="Verdana"/>
              </a:rPr>
              <a:t>la</a:t>
            </a:r>
            <a:r>
              <a:rPr sz="2000" spc="-60" dirty="0">
                <a:solidFill>
                  <a:srgbClr val="3A3737"/>
                </a:solidFill>
                <a:latin typeface="Verdana"/>
                <a:cs typeface="Verdana"/>
              </a:rPr>
              <a:t> </a:t>
            </a:r>
            <a:r>
              <a:rPr sz="2000" spc="55" dirty="0">
                <a:solidFill>
                  <a:srgbClr val="3A3737"/>
                </a:solidFill>
                <a:latin typeface="Verdana"/>
                <a:cs typeface="Verdana"/>
              </a:rPr>
              <a:t>escena</a:t>
            </a:r>
            <a:r>
              <a:rPr sz="2000" spc="-40" dirty="0">
                <a:solidFill>
                  <a:srgbClr val="3A3737"/>
                </a:solidFill>
                <a:latin typeface="Verdana"/>
                <a:cs typeface="Verdana"/>
              </a:rPr>
              <a:t> </a:t>
            </a:r>
            <a:r>
              <a:rPr sz="2000" spc="90" dirty="0">
                <a:solidFill>
                  <a:srgbClr val="3A3737"/>
                </a:solidFill>
                <a:latin typeface="Verdana"/>
                <a:cs typeface="Verdana"/>
              </a:rPr>
              <a:t>creada </a:t>
            </a:r>
            <a:r>
              <a:rPr sz="2000" spc="-695" dirty="0">
                <a:solidFill>
                  <a:srgbClr val="3A3737"/>
                </a:solidFill>
                <a:latin typeface="Verdana"/>
                <a:cs typeface="Verdana"/>
              </a:rPr>
              <a:t> </a:t>
            </a:r>
            <a:r>
              <a:rPr sz="2000" spc="35" dirty="0">
                <a:solidFill>
                  <a:srgbClr val="3A3737"/>
                </a:solidFill>
                <a:latin typeface="Verdana"/>
                <a:cs typeface="Verdana"/>
              </a:rPr>
              <a:t>en </a:t>
            </a:r>
            <a:r>
              <a:rPr sz="2000" spc="20" dirty="0">
                <a:solidFill>
                  <a:srgbClr val="3A3737"/>
                </a:solidFill>
                <a:latin typeface="Verdana"/>
                <a:cs typeface="Verdana"/>
              </a:rPr>
              <a:t>Realidad Aumentada, </a:t>
            </a:r>
            <a:r>
              <a:rPr sz="2000" spc="-25" dirty="0">
                <a:solidFill>
                  <a:srgbClr val="3A3737"/>
                </a:solidFill>
                <a:latin typeface="Verdana"/>
                <a:cs typeface="Verdana"/>
              </a:rPr>
              <a:t>esta </a:t>
            </a:r>
            <a:r>
              <a:rPr sz="2000" b="1" spc="-5" dirty="0">
                <a:solidFill>
                  <a:srgbClr val="3A3737"/>
                </a:solidFill>
                <a:latin typeface="Tahoma"/>
                <a:cs typeface="Tahoma"/>
              </a:rPr>
              <a:t>tecnología </a:t>
            </a:r>
            <a:r>
              <a:rPr sz="2000" b="1" spc="-45" dirty="0">
                <a:solidFill>
                  <a:srgbClr val="3A3737"/>
                </a:solidFill>
                <a:latin typeface="Tahoma"/>
                <a:cs typeface="Tahoma"/>
              </a:rPr>
              <a:t>interactúa</a:t>
            </a:r>
            <a:r>
              <a:rPr sz="2000" b="1" spc="-40" dirty="0">
                <a:solidFill>
                  <a:srgbClr val="3A3737"/>
                </a:solidFill>
                <a:latin typeface="Tahoma"/>
                <a:cs typeface="Tahoma"/>
              </a:rPr>
              <a:t> </a:t>
            </a:r>
            <a:r>
              <a:rPr sz="2000" b="1" spc="55" dirty="0">
                <a:solidFill>
                  <a:srgbClr val="3A3737"/>
                </a:solidFill>
                <a:latin typeface="Tahoma"/>
                <a:cs typeface="Tahoma"/>
              </a:rPr>
              <a:t>con </a:t>
            </a:r>
            <a:r>
              <a:rPr sz="2000" b="1" spc="-95" dirty="0">
                <a:solidFill>
                  <a:srgbClr val="3A3737"/>
                </a:solidFill>
                <a:latin typeface="Tahoma"/>
                <a:cs typeface="Tahoma"/>
              </a:rPr>
              <a:t>nosotros</a:t>
            </a:r>
            <a:r>
              <a:rPr sz="2000" b="1" spc="-90" dirty="0">
                <a:solidFill>
                  <a:srgbClr val="3A3737"/>
                </a:solidFill>
                <a:latin typeface="Tahoma"/>
                <a:cs typeface="Tahoma"/>
              </a:rPr>
              <a:t> </a:t>
            </a:r>
            <a:r>
              <a:rPr sz="2000" b="1" spc="5" dirty="0">
                <a:solidFill>
                  <a:srgbClr val="3A3737"/>
                </a:solidFill>
                <a:latin typeface="Tahoma"/>
                <a:cs typeface="Tahoma"/>
              </a:rPr>
              <a:t>en </a:t>
            </a:r>
            <a:r>
              <a:rPr sz="2000" b="1" spc="-35" dirty="0">
                <a:solidFill>
                  <a:srgbClr val="3A3737"/>
                </a:solidFill>
                <a:latin typeface="Tahoma"/>
                <a:cs typeface="Tahoma"/>
              </a:rPr>
              <a:t>tiempo</a:t>
            </a:r>
            <a:r>
              <a:rPr sz="2000" b="1" spc="515" dirty="0">
                <a:solidFill>
                  <a:srgbClr val="3A3737"/>
                </a:solidFill>
                <a:latin typeface="Tahoma"/>
                <a:cs typeface="Tahoma"/>
              </a:rPr>
              <a:t> </a:t>
            </a:r>
            <a:r>
              <a:rPr sz="2000" b="1" spc="-45" dirty="0">
                <a:solidFill>
                  <a:srgbClr val="3A3737"/>
                </a:solidFill>
                <a:latin typeface="Tahoma"/>
                <a:cs typeface="Tahoma"/>
              </a:rPr>
              <a:t>real </a:t>
            </a:r>
            <a:r>
              <a:rPr sz="2000" b="1" spc="-40" dirty="0">
                <a:solidFill>
                  <a:srgbClr val="3A3737"/>
                </a:solidFill>
                <a:latin typeface="Tahoma"/>
                <a:cs typeface="Tahoma"/>
              </a:rPr>
              <a:t> </a:t>
            </a:r>
            <a:r>
              <a:rPr sz="2000" spc="45" dirty="0">
                <a:solidFill>
                  <a:srgbClr val="3A3737"/>
                </a:solidFill>
                <a:latin typeface="Verdana"/>
                <a:cs typeface="Verdana"/>
              </a:rPr>
              <a:t>para</a:t>
            </a:r>
            <a:r>
              <a:rPr sz="2000" spc="-180" dirty="0">
                <a:solidFill>
                  <a:srgbClr val="3A3737"/>
                </a:solidFill>
                <a:latin typeface="Verdana"/>
                <a:cs typeface="Verdana"/>
              </a:rPr>
              <a:t> </a:t>
            </a:r>
            <a:r>
              <a:rPr sz="2000" spc="-25" dirty="0">
                <a:solidFill>
                  <a:srgbClr val="3A3737"/>
                </a:solidFill>
                <a:latin typeface="Verdana"/>
                <a:cs typeface="Verdana"/>
              </a:rPr>
              <a:t>conseguir</a:t>
            </a:r>
            <a:r>
              <a:rPr sz="2000" spc="-160" dirty="0">
                <a:solidFill>
                  <a:srgbClr val="3A3737"/>
                </a:solidFill>
                <a:latin typeface="Verdana"/>
                <a:cs typeface="Verdana"/>
              </a:rPr>
              <a:t> </a:t>
            </a:r>
            <a:r>
              <a:rPr sz="2000" spc="25" dirty="0">
                <a:solidFill>
                  <a:srgbClr val="3A3737"/>
                </a:solidFill>
                <a:latin typeface="Verdana"/>
                <a:cs typeface="Verdana"/>
              </a:rPr>
              <a:t>una</a:t>
            </a:r>
            <a:r>
              <a:rPr sz="2000" spc="-175" dirty="0">
                <a:solidFill>
                  <a:srgbClr val="3A3737"/>
                </a:solidFill>
                <a:latin typeface="Verdana"/>
                <a:cs typeface="Verdana"/>
              </a:rPr>
              <a:t> </a:t>
            </a:r>
            <a:r>
              <a:rPr sz="2000" spc="5" dirty="0">
                <a:solidFill>
                  <a:srgbClr val="3A3737"/>
                </a:solidFill>
                <a:latin typeface="Verdana"/>
                <a:cs typeface="Verdana"/>
              </a:rPr>
              <a:t>experiencia</a:t>
            </a:r>
            <a:r>
              <a:rPr sz="2000" spc="-170" dirty="0">
                <a:solidFill>
                  <a:srgbClr val="3A3737"/>
                </a:solidFill>
                <a:latin typeface="Verdana"/>
                <a:cs typeface="Verdana"/>
              </a:rPr>
              <a:t> </a:t>
            </a:r>
            <a:r>
              <a:rPr sz="2000" spc="-75" dirty="0">
                <a:solidFill>
                  <a:srgbClr val="3A3737"/>
                </a:solidFill>
                <a:latin typeface="Verdana"/>
                <a:cs typeface="Verdana"/>
              </a:rPr>
              <a:t>realista.</a:t>
            </a:r>
            <a:endParaRPr sz="2000" dirty="0">
              <a:latin typeface="Verdana"/>
              <a:cs typeface="Verdana"/>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5FA3A5-1260-4CA1-AA84-3351FDE88A9D}"/>
            </a:ext>
          </a:extLst>
        </p:cNvPr>
        <p:cNvGrpSpPr/>
        <p:nvPr/>
      </p:nvGrpSpPr>
      <p:grpSpPr>
        <a:xfrm>
          <a:off x="0" y="0"/>
          <a:ext cx="0" cy="0"/>
          <a:chOff x="0" y="0"/>
          <a:chExt cx="0" cy="0"/>
        </a:xfrm>
      </p:grpSpPr>
      <p:sp>
        <p:nvSpPr>
          <p:cNvPr id="6" name="object 4">
            <a:extLst>
              <a:ext uri="{FF2B5EF4-FFF2-40B4-BE49-F238E27FC236}">
                <a16:creationId xmlns:a16="http://schemas.microsoft.com/office/drawing/2014/main" id="{9852F2B4-72CC-DD67-FC95-AEAE71AF05CF}"/>
              </a:ext>
            </a:extLst>
          </p:cNvPr>
          <p:cNvSpPr txBox="1"/>
          <p:nvPr/>
        </p:nvSpPr>
        <p:spPr>
          <a:xfrm>
            <a:off x="457200" y="838200"/>
            <a:ext cx="8458200" cy="3313728"/>
          </a:xfrm>
          <a:prstGeom prst="rect">
            <a:avLst/>
          </a:prstGeom>
        </p:spPr>
        <p:txBody>
          <a:bodyPr vert="horz" wrap="square" lIns="0" tIns="12700" rIns="0" bIns="0" rtlCol="0">
            <a:spAutoFit/>
          </a:bodyPr>
          <a:lstStyle/>
          <a:p>
            <a:pPr marL="12700">
              <a:spcBef>
                <a:spcPts val="100"/>
              </a:spcBef>
            </a:pPr>
            <a:r>
              <a:rPr sz="2000" b="1" spc="-85" dirty="0">
                <a:solidFill>
                  <a:srgbClr val="3A3737"/>
                </a:solidFill>
                <a:latin typeface="Tahoma"/>
                <a:cs typeface="Tahoma"/>
              </a:rPr>
              <a:t>4.Formatos</a:t>
            </a:r>
            <a:r>
              <a:rPr sz="2000" b="1" spc="-60" dirty="0">
                <a:solidFill>
                  <a:srgbClr val="3A3737"/>
                </a:solidFill>
                <a:latin typeface="Tahoma"/>
                <a:cs typeface="Tahoma"/>
              </a:rPr>
              <a:t> </a:t>
            </a:r>
            <a:r>
              <a:rPr sz="2000" b="1" spc="75" dirty="0">
                <a:solidFill>
                  <a:srgbClr val="3A3737"/>
                </a:solidFill>
                <a:latin typeface="Tahoma"/>
                <a:cs typeface="Tahoma"/>
              </a:rPr>
              <a:t>de</a:t>
            </a:r>
            <a:r>
              <a:rPr sz="2000" b="1" spc="-45" dirty="0">
                <a:solidFill>
                  <a:srgbClr val="3A3737"/>
                </a:solidFill>
                <a:latin typeface="Tahoma"/>
                <a:cs typeface="Tahoma"/>
              </a:rPr>
              <a:t> </a:t>
            </a:r>
            <a:r>
              <a:rPr sz="2000" b="1" spc="-65" dirty="0">
                <a:solidFill>
                  <a:srgbClr val="3A3737"/>
                </a:solidFill>
                <a:latin typeface="Tahoma"/>
                <a:cs typeface="Tahoma"/>
              </a:rPr>
              <a:t>uso</a:t>
            </a:r>
            <a:r>
              <a:rPr sz="2000" b="1" spc="-30" dirty="0">
                <a:solidFill>
                  <a:srgbClr val="3A3737"/>
                </a:solidFill>
                <a:latin typeface="Tahoma"/>
                <a:cs typeface="Tahoma"/>
              </a:rPr>
              <a:t> </a:t>
            </a:r>
            <a:r>
              <a:rPr sz="2000" b="1" spc="75" dirty="0">
                <a:solidFill>
                  <a:srgbClr val="3A3737"/>
                </a:solidFill>
                <a:latin typeface="Tahoma"/>
                <a:cs typeface="Tahoma"/>
              </a:rPr>
              <a:t>de</a:t>
            </a:r>
            <a:r>
              <a:rPr sz="2000" b="1" spc="-35" dirty="0">
                <a:solidFill>
                  <a:srgbClr val="3A3737"/>
                </a:solidFill>
                <a:latin typeface="Tahoma"/>
                <a:cs typeface="Tahoma"/>
              </a:rPr>
              <a:t> </a:t>
            </a:r>
            <a:r>
              <a:rPr sz="2000" b="1" spc="-5" dirty="0">
                <a:solidFill>
                  <a:srgbClr val="3A3737"/>
                </a:solidFill>
                <a:latin typeface="Tahoma"/>
                <a:cs typeface="Tahoma"/>
              </a:rPr>
              <a:t>la</a:t>
            </a:r>
            <a:r>
              <a:rPr sz="2000" b="1" spc="-35" dirty="0">
                <a:solidFill>
                  <a:srgbClr val="3A3737"/>
                </a:solidFill>
                <a:latin typeface="Tahoma"/>
                <a:cs typeface="Tahoma"/>
              </a:rPr>
              <a:t> </a:t>
            </a:r>
            <a:r>
              <a:rPr sz="2000" b="1" spc="-15" dirty="0">
                <a:solidFill>
                  <a:srgbClr val="3A3737"/>
                </a:solidFill>
                <a:latin typeface="Tahoma"/>
                <a:cs typeface="Tahoma"/>
              </a:rPr>
              <a:t>Realidad</a:t>
            </a:r>
            <a:r>
              <a:rPr sz="2000" b="1" spc="-30" dirty="0">
                <a:solidFill>
                  <a:srgbClr val="3A3737"/>
                </a:solidFill>
                <a:latin typeface="Tahoma"/>
                <a:cs typeface="Tahoma"/>
              </a:rPr>
              <a:t> </a:t>
            </a:r>
            <a:r>
              <a:rPr sz="2000" b="1" spc="10" dirty="0">
                <a:solidFill>
                  <a:srgbClr val="3A3737"/>
                </a:solidFill>
                <a:latin typeface="Tahoma"/>
                <a:cs typeface="Tahoma"/>
              </a:rPr>
              <a:t>Aumentada</a:t>
            </a:r>
            <a:endParaRPr sz="2000" dirty="0">
              <a:latin typeface="Tahoma"/>
              <a:cs typeface="Tahoma"/>
            </a:endParaRPr>
          </a:p>
          <a:p>
            <a:pPr>
              <a:lnSpc>
                <a:spcPct val="100000"/>
              </a:lnSpc>
            </a:pPr>
            <a:endParaRPr sz="2400" dirty="0">
              <a:latin typeface="Tahoma"/>
              <a:cs typeface="Tahoma"/>
            </a:endParaRPr>
          </a:p>
          <a:p>
            <a:pPr marL="12700">
              <a:spcBef>
                <a:spcPts val="1889"/>
              </a:spcBef>
            </a:pPr>
            <a:r>
              <a:rPr sz="2000" spc="-35" dirty="0">
                <a:solidFill>
                  <a:srgbClr val="3A3737"/>
                </a:solidFill>
                <a:latin typeface="Verdana"/>
                <a:cs typeface="Verdana"/>
              </a:rPr>
              <a:t>Ha</a:t>
            </a:r>
            <a:r>
              <a:rPr sz="2000" spc="-25" dirty="0">
                <a:solidFill>
                  <a:srgbClr val="3A3737"/>
                </a:solidFill>
                <a:latin typeface="Verdana"/>
                <a:cs typeface="Verdana"/>
              </a:rPr>
              <a:t>y</a:t>
            </a:r>
            <a:r>
              <a:rPr sz="2000" spc="-170" dirty="0">
                <a:solidFill>
                  <a:srgbClr val="3A3737"/>
                </a:solidFill>
                <a:latin typeface="Verdana"/>
                <a:cs typeface="Verdana"/>
              </a:rPr>
              <a:t> </a:t>
            </a:r>
            <a:r>
              <a:rPr sz="2000" spc="70" dirty="0">
                <a:solidFill>
                  <a:srgbClr val="3A3737"/>
                </a:solidFill>
                <a:latin typeface="Verdana"/>
                <a:cs typeface="Verdana"/>
              </a:rPr>
              <a:t>cua</a:t>
            </a:r>
            <a:r>
              <a:rPr sz="2000" spc="60" dirty="0">
                <a:solidFill>
                  <a:srgbClr val="3A3737"/>
                </a:solidFill>
                <a:latin typeface="Verdana"/>
                <a:cs typeface="Verdana"/>
              </a:rPr>
              <a:t>t</a:t>
            </a:r>
            <a:r>
              <a:rPr sz="2000" spc="-80" dirty="0">
                <a:solidFill>
                  <a:srgbClr val="3A3737"/>
                </a:solidFill>
                <a:latin typeface="Verdana"/>
                <a:cs typeface="Verdana"/>
              </a:rPr>
              <a:t>ro</a:t>
            </a:r>
            <a:r>
              <a:rPr sz="2000" spc="-180" dirty="0">
                <a:solidFill>
                  <a:srgbClr val="3A3737"/>
                </a:solidFill>
                <a:latin typeface="Verdana"/>
                <a:cs typeface="Verdana"/>
              </a:rPr>
              <a:t> </a:t>
            </a:r>
            <a:r>
              <a:rPr sz="2000" spc="-100" dirty="0">
                <a:solidFill>
                  <a:srgbClr val="3A3737"/>
                </a:solidFill>
                <a:latin typeface="Verdana"/>
                <a:cs typeface="Verdana"/>
              </a:rPr>
              <a:t>t</a:t>
            </a:r>
            <a:r>
              <a:rPr sz="2000" spc="15" dirty="0">
                <a:solidFill>
                  <a:srgbClr val="3A3737"/>
                </a:solidFill>
                <a:latin typeface="Verdana"/>
                <a:cs typeface="Verdana"/>
              </a:rPr>
              <a:t>ipo</a:t>
            </a:r>
            <a:r>
              <a:rPr sz="2000" spc="-265" dirty="0">
                <a:solidFill>
                  <a:srgbClr val="3A3737"/>
                </a:solidFill>
                <a:latin typeface="Verdana"/>
                <a:cs typeface="Verdana"/>
              </a:rPr>
              <a:t>s</a:t>
            </a:r>
            <a:r>
              <a:rPr sz="2000" spc="-170" dirty="0">
                <a:solidFill>
                  <a:srgbClr val="3A3737"/>
                </a:solidFill>
                <a:latin typeface="Verdana"/>
                <a:cs typeface="Verdana"/>
              </a:rPr>
              <a:t> </a:t>
            </a:r>
            <a:r>
              <a:rPr sz="2000" spc="114" dirty="0">
                <a:solidFill>
                  <a:srgbClr val="3A3737"/>
                </a:solidFill>
                <a:latin typeface="Verdana"/>
                <a:cs typeface="Verdana"/>
              </a:rPr>
              <a:t>de</a:t>
            </a:r>
            <a:r>
              <a:rPr sz="2000" spc="-150" dirty="0">
                <a:solidFill>
                  <a:srgbClr val="3A3737"/>
                </a:solidFill>
                <a:latin typeface="Verdana"/>
                <a:cs typeface="Verdana"/>
              </a:rPr>
              <a:t> </a:t>
            </a:r>
            <a:r>
              <a:rPr sz="2000" spc="-15" dirty="0">
                <a:solidFill>
                  <a:srgbClr val="3A3737"/>
                </a:solidFill>
                <a:latin typeface="Verdana"/>
                <a:cs typeface="Verdana"/>
              </a:rPr>
              <a:t>Rea</a:t>
            </a:r>
            <a:r>
              <a:rPr sz="2000" spc="-5" dirty="0">
                <a:solidFill>
                  <a:srgbClr val="3A3737"/>
                </a:solidFill>
                <a:latin typeface="Verdana"/>
                <a:cs typeface="Verdana"/>
              </a:rPr>
              <a:t>l</a:t>
            </a:r>
            <a:r>
              <a:rPr sz="2000" spc="-15" dirty="0">
                <a:solidFill>
                  <a:srgbClr val="3A3737"/>
                </a:solidFill>
                <a:latin typeface="Verdana"/>
                <a:cs typeface="Verdana"/>
              </a:rPr>
              <a:t>i</a:t>
            </a:r>
            <a:r>
              <a:rPr sz="2000" spc="-30" dirty="0">
                <a:solidFill>
                  <a:srgbClr val="3A3737"/>
                </a:solidFill>
                <a:latin typeface="Verdana"/>
                <a:cs typeface="Verdana"/>
              </a:rPr>
              <a:t>d</a:t>
            </a:r>
            <a:r>
              <a:rPr sz="2000" spc="135" dirty="0">
                <a:solidFill>
                  <a:srgbClr val="3A3737"/>
                </a:solidFill>
                <a:latin typeface="Verdana"/>
                <a:cs typeface="Verdana"/>
              </a:rPr>
              <a:t>a</a:t>
            </a:r>
            <a:r>
              <a:rPr sz="2000" spc="150" dirty="0">
                <a:solidFill>
                  <a:srgbClr val="3A3737"/>
                </a:solidFill>
                <a:latin typeface="Verdana"/>
                <a:cs typeface="Verdana"/>
              </a:rPr>
              <a:t>d</a:t>
            </a:r>
            <a:r>
              <a:rPr sz="2000" spc="-170" dirty="0">
                <a:solidFill>
                  <a:srgbClr val="3A3737"/>
                </a:solidFill>
                <a:latin typeface="Verdana"/>
                <a:cs typeface="Verdana"/>
              </a:rPr>
              <a:t> </a:t>
            </a:r>
            <a:r>
              <a:rPr sz="2000" spc="105" dirty="0">
                <a:solidFill>
                  <a:srgbClr val="3A3737"/>
                </a:solidFill>
                <a:latin typeface="Verdana"/>
                <a:cs typeface="Verdana"/>
              </a:rPr>
              <a:t>A</a:t>
            </a:r>
            <a:r>
              <a:rPr sz="2000" spc="-45" dirty="0">
                <a:solidFill>
                  <a:srgbClr val="3A3737"/>
                </a:solidFill>
                <a:latin typeface="Verdana"/>
                <a:cs typeface="Verdana"/>
              </a:rPr>
              <a:t>u</a:t>
            </a:r>
            <a:r>
              <a:rPr sz="2000" spc="-65" dirty="0">
                <a:solidFill>
                  <a:srgbClr val="3A3737"/>
                </a:solidFill>
                <a:latin typeface="Verdana"/>
                <a:cs typeface="Verdana"/>
              </a:rPr>
              <a:t>m</a:t>
            </a:r>
            <a:r>
              <a:rPr sz="2000" spc="30" dirty="0">
                <a:solidFill>
                  <a:srgbClr val="3A3737"/>
                </a:solidFill>
                <a:latin typeface="Verdana"/>
                <a:cs typeface="Verdana"/>
              </a:rPr>
              <a:t>en</a:t>
            </a:r>
            <a:r>
              <a:rPr sz="2000" spc="20" dirty="0">
                <a:solidFill>
                  <a:srgbClr val="3A3737"/>
                </a:solidFill>
                <a:latin typeface="Verdana"/>
                <a:cs typeface="Verdana"/>
              </a:rPr>
              <a:t>t</a:t>
            </a:r>
            <a:r>
              <a:rPr sz="2000" spc="25" dirty="0">
                <a:solidFill>
                  <a:srgbClr val="3A3737"/>
                </a:solidFill>
                <a:latin typeface="Verdana"/>
                <a:cs typeface="Verdana"/>
              </a:rPr>
              <a:t>a</a:t>
            </a:r>
            <a:r>
              <a:rPr sz="2000" spc="140" dirty="0">
                <a:solidFill>
                  <a:srgbClr val="3A3737"/>
                </a:solidFill>
                <a:latin typeface="Verdana"/>
                <a:cs typeface="Verdana"/>
              </a:rPr>
              <a:t>da</a:t>
            </a:r>
            <a:r>
              <a:rPr sz="2000" spc="-355" dirty="0">
                <a:solidFill>
                  <a:srgbClr val="3A3737"/>
                </a:solidFill>
                <a:latin typeface="Verdana"/>
                <a:cs typeface="Verdana"/>
              </a:rPr>
              <a:t>:</a:t>
            </a:r>
            <a:endParaRPr sz="2000" dirty="0">
              <a:latin typeface="Verdana"/>
              <a:cs typeface="Verdana"/>
            </a:endParaRPr>
          </a:p>
          <a:p>
            <a:pPr marL="241300" indent="-228600">
              <a:spcBef>
                <a:spcPts val="960"/>
              </a:spcBef>
              <a:buAutoNum type="arabicPeriod"/>
              <a:tabLst>
                <a:tab pos="241300" algn="l"/>
              </a:tabLst>
            </a:pPr>
            <a:r>
              <a:rPr sz="2000" b="1" spc="5" dirty="0">
                <a:solidFill>
                  <a:srgbClr val="3A3737"/>
                </a:solidFill>
                <a:latin typeface="Tahoma"/>
                <a:cs typeface="Tahoma"/>
              </a:rPr>
              <a:t>Marcadores</a:t>
            </a:r>
            <a:endParaRPr sz="2000" dirty="0">
              <a:latin typeface="Tahoma"/>
              <a:cs typeface="Tahoma"/>
            </a:endParaRPr>
          </a:p>
          <a:p>
            <a:pPr marL="241300" indent="-228600">
              <a:spcBef>
                <a:spcPts val="975"/>
              </a:spcBef>
              <a:buAutoNum type="arabicPeriod"/>
              <a:tabLst>
                <a:tab pos="241300" algn="l"/>
              </a:tabLst>
            </a:pPr>
            <a:r>
              <a:rPr sz="2000" b="1" spc="25" dirty="0">
                <a:solidFill>
                  <a:srgbClr val="3A3737"/>
                </a:solidFill>
                <a:latin typeface="Tahoma"/>
                <a:cs typeface="Tahoma"/>
              </a:rPr>
              <a:t>Geolocalización</a:t>
            </a:r>
            <a:endParaRPr sz="2000" dirty="0">
              <a:latin typeface="Tahoma"/>
              <a:cs typeface="Tahoma"/>
            </a:endParaRPr>
          </a:p>
          <a:p>
            <a:pPr marL="12700" marR="283210">
              <a:lnSpc>
                <a:spcPct val="140000"/>
              </a:lnSpc>
              <a:spcBef>
                <a:spcPts val="15"/>
              </a:spcBef>
              <a:buAutoNum type="arabicPeriod"/>
              <a:tabLst>
                <a:tab pos="241300" algn="l"/>
              </a:tabLst>
            </a:pPr>
            <a:r>
              <a:rPr sz="2000" b="1" spc="5" dirty="0">
                <a:solidFill>
                  <a:srgbClr val="3A3737"/>
                </a:solidFill>
                <a:latin typeface="Tahoma"/>
                <a:cs typeface="Tahoma"/>
              </a:rPr>
              <a:t>Escaneo </a:t>
            </a:r>
            <a:r>
              <a:rPr sz="2000" b="1" dirty="0">
                <a:solidFill>
                  <a:srgbClr val="3A3737"/>
                </a:solidFill>
                <a:latin typeface="Tahoma"/>
                <a:cs typeface="Tahoma"/>
              </a:rPr>
              <a:t>realidad </a:t>
            </a:r>
            <a:r>
              <a:rPr sz="2000" b="1" spc="-65" dirty="0">
                <a:solidFill>
                  <a:srgbClr val="3A3737"/>
                </a:solidFill>
                <a:latin typeface="Tahoma"/>
                <a:cs typeface="Tahoma"/>
              </a:rPr>
              <a:t>(objetos, </a:t>
            </a:r>
            <a:r>
              <a:rPr sz="2000" b="1" spc="-20" dirty="0">
                <a:solidFill>
                  <a:srgbClr val="3A3737"/>
                </a:solidFill>
                <a:latin typeface="Tahoma"/>
                <a:cs typeface="Tahoma"/>
              </a:rPr>
              <a:t>facetracking…) </a:t>
            </a:r>
            <a:r>
              <a:rPr sz="2000" b="1" spc="-575" dirty="0">
                <a:solidFill>
                  <a:srgbClr val="3A3737"/>
                </a:solidFill>
                <a:latin typeface="Tahoma"/>
                <a:cs typeface="Tahoma"/>
              </a:rPr>
              <a:t> </a:t>
            </a:r>
            <a:r>
              <a:rPr sz="2000" b="1" spc="-80" dirty="0">
                <a:solidFill>
                  <a:srgbClr val="3A3737"/>
                </a:solidFill>
                <a:latin typeface="Tahoma"/>
                <a:cs typeface="Tahoma"/>
              </a:rPr>
              <a:t>4.SLAM.</a:t>
            </a:r>
            <a:endParaRPr sz="2000" dirty="0">
              <a:latin typeface="Tahoma"/>
              <a:cs typeface="Tahoma"/>
            </a:endParaRPr>
          </a:p>
          <a:p>
            <a:pPr marL="12700">
              <a:spcBef>
                <a:spcPts val="969"/>
              </a:spcBef>
            </a:pPr>
            <a:r>
              <a:rPr sz="2000" spc="-170" dirty="0">
                <a:solidFill>
                  <a:srgbClr val="3A3737"/>
                </a:solidFill>
                <a:latin typeface="Verdana"/>
                <a:cs typeface="Verdana"/>
              </a:rPr>
              <a:t>El</a:t>
            </a:r>
            <a:r>
              <a:rPr sz="2000" spc="254" dirty="0">
                <a:solidFill>
                  <a:srgbClr val="3A3737"/>
                </a:solidFill>
                <a:latin typeface="Verdana"/>
                <a:cs typeface="Verdana"/>
              </a:rPr>
              <a:t> </a:t>
            </a:r>
            <a:r>
              <a:rPr sz="2000" spc="-75" dirty="0">
                <a:solidFill>
                  <a:srgbClr val="3A3737"/>
                </a:solidFill>
                <a:latin typeface="Verdana"/>
                <a:cs typeface="Verdana"/>
              </a:rPr>
              <a:t>uso</a:t>
            </a:r>
            <a:r>
              <a:rPr sz="2000" spc="260" dirty="0">
                <a:solidFill>
                  <a:srgbClr val="3A3737"/>
                </a:solidFill>
                <a:latin typeface="Verdana"/>
                <a:cs typeface="Verdana"/>
              </a:rPr>
              <a:t> </a:t>
            </a:r>
            <a:r>
              <a:rPr sz="2000" spc="114" dirty="0">
                <a:solidFill>
                  <a:srgbClr val="3A3737"/>
                </a:solidFill>
                <a:latin typeface="Verdana"/>
                <a:cs typeface="Verdana"/>
              </a:rPr>
              <a:t>de</a:t>
            </a:r>
            <a:r>
              <a:rPr sz="2000" spc="260" dirty="0">
                <a:solidFill>
                  <a:srgbClr val="3A3737"/>
                </a:solidFill>
                <a:latin typeface="Verdana"/>
                <a:cs typeface="Verdana"/>
              </a:rPr>
              <a:t> </a:t>
            </a:r>
            <a:r>
              <a:rPr sz="2000" spc="-105" dirty="0">
                <a:solidFill>
                  <a:srgbClr val="3A3737"/>
                </a:solidFill>
                <a:latin typeface="Verdana"/>
                <a:cs typeface="Verdana"/>
              </a:rPr>
              <a:t>los</a:t>
            </a:r>
            <a:r>
              <a:rPr sz="2000" spc="265" dirty="0">
                <a:solidFill>
                  <a:srgbClr val="3A3737"/>
                </a:solidFill>
                <a:latin typeface="Verdana"/>
                <a:cs typeface="Verdana"/>
              </a:rPr>
              <a:t> </a:t>
            </a:r>
            <a:r>
              <a:rPr sz="2000" spc="-20" dirty="0">
                <a:solidFill>
                  <a:srgbClr val="3A3737"/>
                </a:solidFill>
                <a:latin typeface="Verdana"/>
                <a:cs typeface="Verdana"/>
              </a:rPr>
              <a:t>dos</a:t>
            </a:r>
            <a:r>
              <a:rPr sz="2000" spc="270" dirty="0">
                <a:solidFill>
                  <a:srgbClr val="3A3737"/>
                </a:solidFill>
                <a:latin typeface="Verdana"/>
                <a:cs typeface="Verdana"/>
              </a:rPr>
              <a:t> </a:t>
            </a:r>
            <a:r>
              <a:rPr sz="2000" spc="-105" dirty="0">
                <a:solidFill>
                  <a:srgbClr val="3A3737"/>
                </a:solidFill>
                <a:latin typeface="Verdana"/>
                <a:cs typeface="Verdana"/>
              </a:rPr>
              <a:t>últimos</a:t>
            </a:r>
            <a:r>
              <a:rPr sz="2000" spc="265" dirty="0">
                <a:solidFill>
                  <a:srgbClr val="3A3737"/>
                </a:solidFill>
                <a:latin typeface="Verdana"/>
                <a:cs typeface="Verdana"/>
              </a:rPr>
              <a:t> </a:t>
            </a:r>
            <a:r>
              <a:rPr sz="2000" spc="-85" dirty="0">
                <a:solidFill>
                  <a:srgbClr val="3A3737"/>
                </a:solidFill>
                <a:latin typeface="Verdana"/>
                <a:cs typeface="Verdana"/>
              </a:rPr>
              <a:t>es</a:t>
            </a:r>
            <a:r>
              <a:rPr sz="2000" spc="260" dirty="0">
                <a:solidFill>
                  <a:srgbClr val="3A3737"/>
                </a:solidFill>
                <a:latin typeface="Verdana"/>
                <a:cs typeface="Verdana"/>
              </a:rPr>
              <a:t> </a:t>
            </a:r>
            <a:r>
              <a:rPr sz="2000" spc="-25" dirty="0">
                <a:solidFill>
                  <a:srgbClr val="3A3737"/>
                </a:solidFill>
                <a:latin typeface="Verdana"/>
                <a:cs typeface="Verdana"/>
              </a:rPr>
              <a:t>lo</a:t>
            </a:r>
            <a:r>
              <a:rPr sz="2000" spc="260" dirty="0">
                <a:solidFill>
                  <a:srgbClr val="3A3737"/>
                </a:solidFill>
                <a:latin typeface="Verdana"/>
                <a:cs typeface="Verdana"/>
              </a:rPr>
              <a:t> </a:t>
            </a:r>
            <a:r>
              <a:rPr sz="2000" spc="50" dirty="0">
                <a:solidFill>
                  <a:srgbClr val="3A3737"/>
                </a:solidFill>
                <a:latin typeface="Verdana"/>
                <a:cs typeface="Verdana"/>
              </a:rPr>
              <a:t>que</a:t>
            </a:r>
            <a:r>
              <a:rPr sz="2000" spc="260" dirty="0">
                <a:solidFill>
                  <a:srgbClr val="3A3737"/>
                </a:solidFill>
                <a:latin typeface="Verdana"/>
                <a:cs typeface="Verdana"/>
              </a:rPr>
              <a:t> </a:t>
            </a:r>
            <a:r>
              <a:rPr sz="2000" spc="-40" dirty="0">
                <a:solidFill>
                  <a:srgbClr val="3A3737"/>
                </a:solidFill>
                <a:latin typeface="Verdana"/>
                <a:cs typeface="Verdana"/>
              </a:rPr>
              <a:t>llamamos</a:t>
            </a:r>
            <a:endParaRPr sz="2000" dirty="0">
              <a:latin typeface="Verdana"/>
              <a:cs typeface="Verdana"/>
            </a:endParaRPr>
          </a:p>
          <a:p>
            <a:pPr marL="12700">
              <a:spcBef>
                <a:spcPts val="170"/>
              </a:spcBef>
            </a:pPr>
            <a:r>
              <a:rPr sz="2000" spc="-15" dirty="0">
                <a:solidFill>
                  <a:srgbClr val="3A3737"/>
                </a:solidFill>
                <a:latin typeface="Verdana"/>
                <a:cs typeface="Verdana"/>
              </a:rPr>
              <a:t>Rea</a:t>
            </a:r>
            <a:r>
              <a:rPr sz="2000" spc="-5" dirty="0">
                <a:solidFill>
                  <a:srgbClr val="3A3737"/>
                </a:solidFill>
                <a:latin typeface="Verdana"/>
                <a:cs typeface="Verdana"/>
              </a:rPr>
              <a:t>l</a:t>
            </a:r>
            <a:r>
              <a:rPr sz="2000" spc="-15" dirty="0">
                <a:solidFill>
                  <a:srgbClr val="3A3737"/>
                </a:solidFill>
                <a:latin typeface="Verdana"/>
                <a:cs typeface="Verdana"/>
              </a:rPr>
              <a:t>i</a:t>
            </a:r>
            <a:r>
              <a:rPr sz="2000" spc="-30" dirty="0">
                <a:solidFill>
                  <a:srgbClr val="3A3737"/>
                </a:solidFill>
                <a:latin typeface="Verdana"/>
                <a:cs typeface="Verdana"/>
              </a:rPr>
              <a:t>d</a:t>
            </a:r>
            <a:r>
              <a:rPr sz="2000" spc="135" dirty="0">
                <a:solidFill>
                  <a:srgbClr val="3A3737"/>
                </a:solidFill>
                <a:latin typeface="Verdana"/>
                <a:cs typeface="Verdana"/>
              </a:rPr>
              <a:t>a</a:t>
            </a:r>
            <a:r>
              <a:rPr sz="2000" spc="150" dirty="0">
                <a:solidFill>
                  <a:srgbClr val="3A3737"/>
                </a:solidFill>
                <a:latin typeface="Verdana"/>
                <a:cs typeface="Verdana"/>
              </a:rPr>
              <a:t>d</a:t>
            </a:r>
            <a:r>
              <a:rPr sz="2000" spc="-170" dirty="0">
                <a:solidFill>
                  <a:srgbClr val="3A3737"/>
                </a:solidFill>
                <a:latin typeface="Verdana"/>
                <a:cs typeface="Verdana"/>
              </a:rPr>
              <a:t> </a:t>
            </a:r>
            <a:r>
              <a:rPr sz="2000" spc="5" dirty="0">
                <a:solidFill>
                  <a:srgbClr val="3A3737"/>
                </a:solidFill>
                <a:latin typeface="Verdana"/>
                <a:cs typeface="Verdana"/>
              </a:rPr>
              <a:t>M</a:t>
            </a:r>
            <a:r>
              <a:rPr sz="2000" spc="-10" dirty="0">
                <a:solidFill>
                  <a:srgbClr val="3A3737"/>
                </a:solidFill>
                <a:latin typeface="Verdana"/>
                <a:cs typeface="Verdana"/>
              </a:rPr>
              <a:t>i</a:t>
            </a:r>
            <a:r>
              <a:rPr sz="2000" spc="-200" dirty="0">
                <a:solidFill>
                  <a:srgbClr val="3A3737"/>
                </a:solidFill>
                <a:latin typeface="Verdana"/>
                <a:cs typeface="Verdana"/>
              </a:rPr>
              <a:t>x</a:t>
            </a:r>
            <a:r>
              <a:rPr sz="2000" spc="-125" dirty="0">
                <a:solidFill>
                  <a:srgbClr val="3A3737"/>
                </a:solidFill>
                <a:latin typeface="Verdana"/>
                <a:cs typeface="Verdana"/>
              </a:rPr>
              <a:t>t</a:t>
            </a:r>
            <a:r>
              <a:rPr sz="2000" spc="165" dirty="0">
                <a:solidFill>
                  <a:srgbClr val="3A3737"/>
                </a:solidFill>
                <a:latin typeface="Verdana"/>
                <a:cs typeface="Verdana"/>
              </a:rPr>
              <a:t>a</a:t>
            </a:r>
            <a:r>
              <a:rPr sz="1200" spc="-105" dirty="0">
                <a:solidFill>
                  <a:srgbClr val="3A3737"/>
                </a:solidFill>
                <a:latin typeface="Verdana"/>
                <a:cs typeface="Verdana"/>
              </a:rPr>
              <a:t>.</a:t>
            </a:r>
            <a:endParaRPr sz="1200" dirty="0">
              <a:latin typeface="Verdana"/>
              <a:cs typeface="Verdana"/>
            </a:endParaRPr>
          </a:p>
        </p:txBody>
      </p:sp>
    </p:spTree>
    <p:extLst>
      <p:ext uri="{BB962C8B-B14F-4D97-AF65-F5344CB8AC3E}">
        <p14:creationId xmlns:p14="http://schemas.microsoft.com/office/powerpoint/2010/main" val="327899112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2133600" y="3962400"/>
            <a:ext cx="5401056" cy="2650236"/>
          </a:xfrm>
          <a:prstGeom prst="rect">
            <a:avLst/>
          </a:prstGeom>
        </p:spPr>
      </p:pic>
      <p:sp>
        <p:nvSpPr>
          <p:cNvPr id="3" name="object 3"/>
          <p:cNvSpPr txBox="1">
            <a:spLocks noGrp="1"/>
          </p:cNvSpPr>
          <p:nvPr>
            <p:ph type="title"/>
          </p:nvPr>
        </p:nvSpPr>
        <p:spPr>
          <a:xfrm>
            <a:off x="838200" y="245364"/>
            <a:ext cx="6696456" cy="320601"/>
          </a:xfrm>
          <a:prstGeom prst="rect">
            <a:avLst/>
          </a:prstGeom>
        </p:spPr>
        <p:txBody>
          <a:bodyPr vert="horz" wrap="square" lIns="0" tIns="12700" rIns="0" bIns="0" rtlCol="0">
            <a:spAutoFit/>
          </a:bodyPr>
          <a:lstStyle/>
          <a:p>
            <a:pPr marL="12700">
              <a:spcBef>
                <a:spcPts val="100"/>
              </a:spcBef>
            </a:pPr>
            <a:r>
              <a:rPr spc="-85" dirty="0"/>
              <a:t>4.</a:t>
            </a:r>
            <a:r>
              <a:rPr lang="es-PE" spc="-85" dirty="0"/>
              <a:t> </a:t>
            </a:r>
            <a:r>
              <a:rPr spc="-85" dirty="0" err="1"/>
              <a:t>Formatos</a:t>
            </a:r>
            <a:r>
              <a:rPr spc="-60" dirty="0"/>
              <a:t> </a:t>
            </a:r>
            <a:r>
              <a:rPr spc="75" dirty="0"/>
              <a:t>de</a:t>
            </a:r>
            <a:r>
              <a:rPr spc="-45" dirty="0"/>
              <a:t> </a:t>
            </a:r>
            <a:r>
              <a:rPr spc="-65" dirty="0"/>
              <a:t>uso</a:t>
            </a:r>
            <a:r>
              <a:rPr spc="-35" dirty="0"/>
              <a:t> </a:t>
            </a:r>
            <a:r>
              <a:rPr spc="75" dirty="0"/>
              <a:t>de</a:t>
            </a:r>
            <a:r>
              <a:rPr spc="-30" dirty="0"/>
              <a:t> </a:t>
            </a:r>
            <a:r>
              <a:rPr spc="-5" dirty="0"/>
              <a:t>la</a:t>
            </a:r>
            <a:r>
              <a:rPr spc="-35" dirty="0"/>
              <a:t> </a:t>
            </a:r>
            <a:r>
              <a:rPr spc="-15" dirty="0"/>
              <a:t>Realidad</a:t>
            </a:r>
            <a:r>
              <a:rPr spc="-35" dirty="0"/>
              <a:t> </a:t>
            </a:r>
            <a:r>
              <a:rPr spc="10" dirty="0"/>
              <a:t>Aumentada</a:t>
            </a:r>
          </a:p>
        </p:txBody>
      </p:sp>
      <p:sp>
        <p:nvSpPr>
          <p:cNvPr id="4" name="object 4"/>
          <p:cNvSpPr txBox="1"/>
          <p:nvPr/>
        </p:nvSpPr>
        <p:spPr>
          <a:xfrm>
            <a:off x="464604" y="1066800"/>
            <a:ext cx="8214791" cy="2252091"/>
          </a:xfrm>
          <a:prstGeom prst="rect">
            <a:avLst/>
          </a:prstGeom>
        </p:spPr>
        <p:txBody>
          <a:bodyPr vert="horz" wrap="square" lIns="0" tIns="12065" rIns="0" bIns="0" rtlCol="0">
            <a:spAutoFit/>
          </a:bodyPr>
          <a:lstStyle/>
          <a:p>
            <a:pPr marL="469900">
              <a:spcBef>
                <a:spcPts val="95"/>
              </a:spcBef>
            </a:pPr>
            <a:r>
              <a:rPr sz="1400" b="1" spc="-135" dirty="0">
                <a:solidFill>
                  <a:srgbClr val="3A3737"/>
                </a:solidFill>
                <a:latin typeface="Tahoma"/>
                <a:cs typeface="Tahoma"/>
              </a:rPr>
              <a:t>1</a:t>
            </a:r>
            <a:r>
              <a:rPr sz="1400" b="1" spc="-55" dirty="0">
                <a:solidFill>
                  <a:srgbClr val="3A3737"/>
                </a:solidFill>
                <a:latin typeface="Tahoma"/>
                <a:cs typeface="Tahoma"/>
              </a:rPr>
              <a:t>.</a:t>
            </a:r>
            <a:r>
              <a:rPr sz="1400" b="1" spc="-10" dirty="0">
                <a:solidFill>
                  <a:srgbClr val="3A3737"/>
                </a:solidFill>
                <a:latin typeface="Tahoma"/>
                <a:cs typeface="Tahoma"/>
              </a:rPr>
              <a:t> </a:t>
            </a:r>
            <a:r>
              <a:rPr sz="1400" b="1" spc="50" dirty="0">
                <a:solidFill>
                  <a:srgbClr val="3A3737"/>
                </a:solidFill>
                <a:latin typeface="Tahoma"/>
                <a:cs typeface="Tahoma"/>
              </a:rPr>
              <a:t>Ma</a:t>
            </a:r>
            <a:r>
              <a:rPr sz="1400" b="1" spc="-185" dirty="0">
                <a:solidFill>
                  <a:srgbClr val="3A3737"/>
                </a:solidFill>
                <a:latin typeface="Tahoma"/>
                <a:cs typeface="Tahoma"/>
              </a:rPr>
              <a:t>r</a:t>
            </a:r>
            <a:r>
              <a:rPr sz="1400" b="1" spc="30" dirty="0">
                <a:solidFill>
                  <a:srgbClr val="3A3737"/>
                </a:solidFill>
                <a:latin typeface="Tahoma"/>
                <a:cs typeface="Tahoma"/>
              </a:rPr>
              <a:t>cador</a:t>
            </a:r>
            <a:r>
              <a:rPr sz="1400" b="1" spc="-85" dirty="0">
                <a:solidFill>
                  <a:srgbClr val="3A3737"/>
                </a:solidFill>
                <a:latin typeface="Tahoma"/>
                <a:cs typeface="Tahoma"/>
              </a:rPr>
              <a:t>es</a:t>
            </a:r>
            <a:r>
              <a:rPr sz="1400" b="1" spc="-75" dirty="0">
                <a:solidFill>
                  <a:srgbClr val="3A3737"/>
                </a:solidFill>
                <a:latin typeface="Tahoma"/>
                <a:cs typeface="Tahoma"/>
              </a:rPr>
              <a:t>/</a:t>
            </a:r>
            <a:r>
              <a:rPr sz="1400" b="1" spc="50" dirty="0">
                <a:solidFill>
                  <a:srgbClr val="3A3737"/>
                </a:solidFill>
                <a:latin typeface="Tahoma"/>
                <a:cs typeface="Tahoma"/>
              </a:rPr>
              <a:t>Ma</a:t>
            </a:r>
            <a:r>
              <a:rPr sz="1400" b="1" spc="-185" dirty="0">
                <a:solidFill>
                  <a:srgbClr val="3A3737"/>
                </a:solidFill>
                <a:latin typeface="Tahoma"/>
                <a:cs typeface="Tahoma"/>
              </a:rPr>
              <a:t>r</a:t>
            </a:r>
            <a:r>
              <a:rPr sz="1400" b="1" spc="-75" dirty="0">
                <a:solidFill>
                  <a:srgbClr val="3A3737"/>
                </a:solidFill>
                <a:latin typeface="Tahoma"/>
                <a:cs typeface="Tahoma"/>
              </a:rPr>
              <a:t>kers</a:t>
            </a:r>
            <a:endParaRPr sz="1400" dirty="0">
              <a:latin typeface="Tahoma"/>
              <a:cs typeface="Tahoma"/>
            </a:endParaRPr>
          </a:p>
          <a:p>
            <a:pPr>
              <a:spcBef>
                <a:spcPts val="35"/>
              </a:spcBef>
            </a:pPr>
            <a:endParaRPr sz="1400" dirty="0">
              <a:latin typeface="Tahoma"/>
              <a:cs typeface="Tahoma"/>
            </a:endParaRPr>
          </a:p>
          <a:p>
            <a:pPr marL="12700" marR="5080" algn="just">
              <a:lnSpc>
                <a:spcPct val="107000"/>
              </a:lnSpc>
              <a:spcBef>
                <a:spcPts val="5"/>
              </a:spcBef>
            </a:pPr>
            <a:r>
              <a:rPr sz="1400" spc="-125" dirty="0">
                <a:solidFill>
                  <a:srgbClr val="3A3737"/>
                </a:solidFill>
                <a:latin typeface="Verdana"/>
                <a:cs typeface="Verdana"/>
              </a:rPr>
              <a:t>Los </a:t>
            </a:r>
            <a:r>
              <a:rPr sz="1400" dirty="0">
                <a:solidFill>
                  <a:srgbClr val="3A3737"/>
                </a:solidFill>
                <a:latin typeface="Verdana"/>
                <a:cs typeface="Verdana"/>
              </a:rPr>
              <a:t>marcadores </a:t>
            </a:r>
            <a:r>
              <a:rPr sz="1400" spc="-75" dirty="0">
                <a:solidFill>
                  <a:srgbClr val="3A3737"/>
                </a:solidFill>
                <a:latin typeface="Verdana"/>
                <a:cs typeface="Verdana"/>
              </a:rPr>
              <a:t>son </a:t>
            </a:r>
            <a:r>
              <a:rPr sz="1400" spc="95" dirty="0">
                <a:solidFill>
                  <a:srgbClr val="3A3737"/>
                </a:solidFill>
                <a:latin typeface="Verdana"/>
                <a:cs typeface="Verdana"/>
              </a:rPr>
              <a:t>como </a:t>
            </a:r>
            <a:r>
              <a:rPr sz="1400" spc="25" dirty="0">
                <a:solidFill>
                  <a:srgbClr val="3A3737"/>
                </a:solidFill>
                <a:latin typeface="Verdana"/>
                <a:cs typeface="Verdana"/>
              </a:rPr>
              <a:t>una </a:t>
            </a:r>
            <a:r>
              <a:rPr sz="1400" spc="5" dirty="0">
                <a:solidFill>
                  <a:srgbClr val="3A3737"/>
                </a:solidFill>
                <a:latin typeface="Verdana"/>
                <a:cs typeface="Verdana"/>
              </a:rPr>
              <a:t>evolución </a:t>
            </a:r>
            <a:r>
              <a:rPr sz="1400" spc="114" dirty="0">
                <a:solidFill>
                  <a:srgbClr val="3A3737"/>
                </a:solidFill>
                <a:latin typeface="Verdana"/>
                <a:cs typeface="Verdana"/>
              </a:rPr>
              <a:t>de </a:t>
            </a:r>
            <a:r>
              <a:rPr sz="1400" spc="-105" dirty="0">
                <a:solidFill>
                  <a:srgbClr val="3A3737"/>
                </a:solidFill>
                <a:latin typeface="Verdana"/>
                <a:cs typeface="Verdana"/>
              </a:rPr>
              <a:t>los </a:t>
            </a:r>
            <a:r>
              <a:rPr sz="1400" spc="30" dirty="0">
                <a:solidFill>
                  <a:srgbClr val="3A3737"/>
                </a:solidFill>
                <a:latin typeface="Verdana"/>
                <a:cs typeface="Verdana"/>
              </a:rPr>
              <a:t>códigos </a:t>
            </a:r>
            <a:r>
              <a:rPr sz="1400" spc="-65" dirty="0">
                <a:solidFill>
                  <a:srgbClr val="3A3737"/>
                </a:solidFill>
                <a:latin typeface="Verdana"/>
                <a:cs typeface="Verdana"/>
              </a:rPr>
              <a:t>QR. </a:t>
            </a:r>
            <a:r>
              <a:rPr sz="1400" spc="114" dirty="0">
                <a:solidFill>
                  <a:srgbClr val="3A3737"/>
                </a:solidFill>
                <a:latin typeface="Verdana"/>
                <a:cs typeface="Verdana"/>
              </a:rPr>
              <a:t>A </a:t>
            </a:r>
            <a:r>
              <a:rPr sz="1400" spc="-75" dirty="0">
                <a:solidFill>
                  <a:srgbClr val="3A3737"/>
                </a:solidFill>
                <a:latin typeface="Verdana"/>
                <a:cs typeface="Verdana"/>
              </a:rPr>
              <a:t>través </a:t>
            </a:r>
            <a:r>
              <a:rPr sz="1400" spc="114" dirty="0">
                <a:solidFill>
                  <a:srgbClr val="3A3737"/>
                </a:solidFill>
                <a:latin typeface="Verdana"/>
                <a:cs typeface="Verdana"/>
              </a:rPr>
              <a:t>de </a:t>
            </a:r>
            <a:r>
              <a:rPr sz="1400" spc="15" dirty="0">
                <a:solidFill>
                  <a:srgbClr val="3A3737"/>
                </a:solidFill>
                <a:latin typeface="Verdana"/>
                <a:cs typeface="Verdana"/>
              </a:rPr>
              <a:t>la </a:t>
            </a:r>
            <a:r>
              <a:rPr sz="1400" spc="20" dirty="0">
                <a:solidFill>
                  <a:srgbClr val="3A3737"/>
                </a:solidFill>
                <a:latin typeface="Verdana"/>
                <a:cs typeface="Verdana"/>
              </a:rPr>
              <a:t> </a:t>
            </a:r>
            <a:r>
              <a:rPr sz="1400" spc="15" dirty="0">
                <a:solidFill>
                  <a:srgbClr val="3A3737"/>
                </a:solidFill>
                <a:latin typeface="Verdana"/>
                <a:cs typeface="Verdana"/>
              </a:rPr>
              <a:t>programación </a:t>
            </a:r>
            <a:r>
              <a:rPr sz="1400" spc="114" dirty="0">
                <a:solidFill>
                  <a:srgbClr val="3A3737"/>
                </a:solidFill>
                <a:latin typeface="Verdana"/>
                <a:cs typeface="Verdana"/>
              </a:rPr>
              <a:t>de </a:t>
            </a:r>
            <a:r>
              <a:rPr sz="1400" spc="25" dirty="0">
                <a:solidFill>
                  <a:srgbClr val="3A3737"/>
                </a:solidFill>
                <a:latin typeface="Verdana"/>
                <a:cs typeface="Verdana"/>
              </a:rPr>
              <a:t>una </a:t>
            </a:r>
            <a:r>
              <a:rPr sz="1400" spc="50" dirty="0">
                <a:solidFill>
                  <a:srgbClr val="3A3737"/>
                </a:solidFill>
                <a:latin typeface="Verdana"/>
                <a:cs typeface="Verdana"/>
              </a:rPr>
              <a:t>aplicación </a:t>
            </a:r>
            <a:r>
              <a:rPr sz="1400" spc="-70" dirty="0">
                <a:solidFill>
                  <a:srgbClr val="3A3737"/>
                </a:solidFill>
                <a:latin typeface="Verdana"/>
                <a:cs typeface="Verdana"/>
              </a:rPr>
              <a:t>móvil </a:t>
            </a:r>
            <a:r>
              <a:rPr sz="1400" spc="-85" dirty="0">
                <a:solidFill>
                  <a:srgbClr val="3A3737"/>
                </a:solidFill>
                <a:latin typeface="Verdana"/>
                <a:cs typeface="Verdana"/>
              </a:rPr>
              <a:t>se </a:t>
            </a:r>
            <a:r>
              <a:rPr sz="1400" spc="75" dirty="0">
                <a:solidFill>
                  <a:srgbClr val="3A3737"/>
                </a:solidFill>
                <a:latin typeface="Verdana"/>
                <a:cs typeface="Verdana"/>
              </a:rPr>
              <a:t>puede </a:t>
            </a:r>
            <a:r>
              <a:rPr sz="1400" spc="40" dirty="0">
                <a:solidFill>
                  <a:srgbClr val="3A3737"/>
                </a:solidFill>
                <a:latin typeface="Verdana"/>
                <a:cs typeface="Verdana"/>
              </a:rPr>
              <a:t>reconocer </a:t>
            </a:r>
            <a:r>
              <a:rPr sz="1400" spc="25" dirty="0">
                <a:solidFill>
                  <a:srgbClr val="3A3737"/>
                </a:solidFill>
                <a:latin typeface="Verdana"/>
                <a:cs typeface="Verdana"/>
              </a:rPr>
              <a:t>una </a:t>
            </a:r>
            <a:r>
              <a:rPr sz="1400" spc="10" dirty="0">
                <a:solidFill>
                  <a:srgbClr val="3A3737"/>
                </a:solidFill>
                <a:latin typeface="Verdana"/>
                <a:cs typeface="Verdana"/>
              </a:rPr>
              <a:t>imagen </a:t>
            </a:r>
            <a:r>
              <a:rPr sz="1400" spc="45" dirty="0">
                <a:solidFill>
                  <a:srgbClr val="3A3737"/>
                </a:solidFill>
                <a:latin typeface="Verdana"/>
                <a:cs typeface="Verdana"/>
              </a:rPr>
              <a:t>para </a:t>
            </a:r>
            <a:r>
              <a:rPr sz="1400" spc="50" dirty="0">
                <a:solidFill>
                  <a:srgbClr val="3A3737"/>
                </a:solidFill>
                <a:latin typeface="Verdana"/>
                <a:cs typeface="Verdana"/>
              </a:rPr>
              <a:t> </a:t>
            </a:r>
            <a:r>
              <a:rPr sz="1400" spc="65" dirty="0">
                <a:solidFill>
                  <a:srgbClr val="3A3737"/>
                </a:solidFill>
                <a:latin typeface="Verdana"/>
                <a:cs typeface="Verdana"/>
              </a:rPr>
              <a:t>colocar</a:t>
            </a:r>
            <a:r>
              <a:rPr sz="1400" spc="-160" dirty="0">
                <a:solidFill>
                  <a:srgbClr val="3A3737"/>
                </a:solidFill>
                <a:latin typeface="Verdana"/>
                <a:cs typeface="Verdana"/>
              </a:rPr>
              <a:t> </a:t>
            </a:r>
            <a:r>
              <a:rPr sz="1400" spc="50" dirty="0">
                <a:solidFill>
                  <a:srgbClr val="3A3737"/>
                </a:solidFill>
                <a:latin typeface="Verdana"/>
                <a:cs typeface="Verdana"/>
              </a:rPr>
              <a:t>con</a:t>
            </a:r>
            <a:r>
              <a:rPr sz="1400" spc="45" dirty="0">
                <a:solidFill>
                  <a:srgbClr val="3A3737"/>
                </a:solidFill>
                <a:latin typeface="Verdana"/>
                <a:cs typeface="Verdana"/>
              </a:rPr>
              <a:t>t</a:t>
            </a:r>
            <a:r>
              <a:rPr sz="1400" spc="30" dirty="0">
                <a:solidFill>
                  <a:srgbClr val="3A3737"/>
                </a:solidFill>
                <a:latin typeface="Verdana"/>
                <a:cs typeface="Verdana"/>
              </a:rPr>
              <a:t>en</a:t>
            </a:r>
            <a:r>
              <a:rPr sz="1400" spc="-15" dirty="0">
                <a:solidFill>
                  <a:srgbClr val="3A3737"/>
                </a:solidFill>
                <a:latin typeface="Verdana"/>
                <a:cs typeface="Verdana"/>
              </a:rPr>
              <a:t>i</a:t>
            </a:r>
            <a:r>
              <a:rPr sz="1400" spc="-30" dirty="0">
                <a:solidFill>
                  <a:srgbClr val="3A3737"/>
                </a:solidFill>
                <a:latin typeface="Verdana"/>
                <a:cs typeface="Verdana"/>
              </a:rPr>
              <a:t>d</a:t>
            </a:r>
            <a:r>
              <a:rPr sz="1400" spc="95" dirty="0">
                <a:solidFill>
                  <a:srgbClr val="3A3737"/>
                </a:solidFill>
                <a:latin typeface="Verdana"/>
                <a:cs typeface="Verdana"/>
              </a:rPr>
              <a:t>o</a:t>
            </a:r>
            <a:r>
              <a:rPr sz="1400" spc="-150" dirty="0">
                <a:solidFill>
                  <a:srgbClr val="3A3737"/>
                </a:solidFill>
                <a:latin typeface="Verdana"/>
                <a:cs typeface="Verdana"/>
              </a:rPr>
              <a:t> </a:t>
            </a:r>
            <a:r>
              <a:rPr sz="1400" spc="114" dirty="0">
                <a:solidFill>
                  <a:srgbClr val="3A3737"/>
                </a:solidFill>
                <a:latin typeface="Verdana"/>
                <a:cs typeface="Verdana"/>
              </a:rPr>
              <a:t>de</a:t>
            </a:r>
            <a:r>
              <a:rPr sz="1400" spc="-160" dirty="0">
                <a:solidFill>
                  <a:srgbClr val="3A3737"/>
                </a:solidFill>
                <a:latin typeface="Verdana"/>
                <a:cs typeface="Verdana"/>
              </a:rPr>
              <a:t> </a:t>
            </a:r>
            <a:r>
              <a:rPr sz="1400" spc="-40" dirty="0">
                <a:solidFill>
                  <a:srgbClr val="3A3737"/>
                </a:solidFill>
                <a:latin typeface="Verdana"/>
                <a:cs typeface="Verdana"/>
              </a:rPr>
              <a:t>A</a:t>
            </a:r>
            <a:r>
              <a:rPr sz="1400" spc="-30" dirty="0">
                <a:solidFill>
                  <a:srgbClr val="3A3737"/>
                </a:solidFill>
                <a:latin typeface="Verdana"/>
                <a:cs typeface="Verdana"/>
              </a:rPr>
              <a:t>R</a:t>
            </a:r>
            <a:r>
              <a:rPr sz="1400" spc="-160" dirty="0">
                <a:solidFill>
                  <a:srgbClr val="3A3737"/>
                </a:solidFill>
                <a:latin typeface="Verdana"/>
                <a:cs typeface="Verdana"/>
              </a:rPr>
              <a:t> </a:t>
            </a:r>
            <a:r>
              <a:rPr sz="1400" spc="-45" dirty="0">
                <a:solidFill>
                  <a:srgbClr val="3A3737"/>
                </a:solidFill>
                <a:latin typeface="Verdana"/>
                <a:cs typeface="Verdana"/>
              </a:rPr>
              <a:t>sobr</a:t>
            </a:r>
            <a:r>
              <a:rPr sz="1400" spc="-40" dirty="0">
                <a:solidFill>
                  <a:srgbClr val="3A3737"/>
                </a:solidFill>
                <a:latin typeface="Verdana"/>
                <a:cs typeface="Verdana"/>
              </a:rPr>
              <a:t>e</a:t>
            </a:r>
            <a:r>
              <a:rPr sz="1400" spc="-160" dirty="0">
                <a:solidFill>
                  <a:srgbClr val="3A3737"/>
                </a:solidFill>
                <a:latin typeface="Verdana"/>
                <a:cs typeface="Verdana"/>
              </a:rPr>
              <a:t> </a:t>
            </a:r>
            <a:r>
              <a:rPr sz="1400" spc="-30" dirty="0">
                <a:solidFill>
                  <a:srgbClr val="3A3737"/>
                </a:solidFill>
                <a:latin typeface="Verdana"/>
                <a:cs typeface="Verdana"/>
              </a:rPr>
              <a:t>e</a:t>
            </a:r>
            <a:r>
              <a:rPr sz="1400" spc="-5" dirty="0">
                <a:solidFill>
                  <a:srgbClr val="3A3737"/>
                </a:solidFill>
                <a:latin typeface="Verdana"/>
                <a:cs typeface="Verdana"/>
              </a:rPr>
              <a:t>l</a:t>
            </a:r>
            <a:r>
              <a:rPr sz="1400" spc="-145" dirty="0">
                <a:solidFill>
                  <a:srgbClr val="3A3737"/>
                </a:solidFill>
                <a:latin typeface="Verdana"/>
                <a:cs typeface="Verdana"/>
              </a:rPr>
              <a:t>l</a:t>
            </a:r>
            <a:r>
              <a:rPr sz="1400" spc="165" dirty="0">
                <a:solidFill>
                  <a:srgbClr val="3A3737"/>
                </a:solidFill>
                <a:latin typeface="Verdana"/>
                <a:cs typeface="Verdana"/>
              </a:rPr>
              <a:t>a</a:t>
            </a:r>
            <a:r>
              <a:rPr sz="1400" spc="-175" dirty="0">
                <a:solidFill>
                  <a:srgbClr val="3A3737"/>
                </a:solidFill>
                <a:latin typeface="Verdana"/>
                <a:cs typeface="Verdana"/>
              </a:rPr>
              <a:t>.</a:t>
            </a:r>
            <a:endParaRPr sz="1400" dirty="0">
              <a:latin typeface="Verdana"/>
              <a:cs typeface="Verdana"/>
            </a:endParaRPr>
          </a:p>
          <a:p>
            <a:pPr marL="12700" algn="just">
              <a:spcBef>
                <a:spcPts val="960"/>
              </a:spcBef>
            </a:pPr>
            <a:r>
              <a:rPr sz="1400" spc="-225" dirty="0">
                <a:solidFill>
                  <a:srgbClr val="3A3737"/>
                </a:solidFill>
                <a:latin typeface="Verdana"/>
                <a:cs typeface="Verdana"/>
              </a:rPr>
              <a:t>Es</a:t>
            </a:r>
            <a:r>
              <a:rPr sz="1400" spc="-165" dirty="0">
                <a:solidFill>
                  <a:srgbClr val="3A3737"/>
                </a:solidFill>
                <a:latin typeface="Verdana"/>
                <a:cs typeface="Verdana"/>
              </a:rPr>
              <a:t> </a:t>
            </a:r>
            <a:r>
              <a:rPr sz="1400" spc="-20" dirty="0">
                <a:solidFill>
                  <a:srgbClr val="3A3737"/>
                </a:solidFill>
                <a:latin typeface="Verdana"/>
                <a:cs typeface="Verdana"/>
              </a:rPr>
              <a:t>el</a:t>
            </a:r>
            <a:r>
              <a:rPr sz="1400" spc="-170" dirty="0">
                <a:solidFill>
                  <a:srgbClr val="3A3737"/>
                </a:solidFill>
                <a:latin typeface="Verdana"/>
                <a:cs typeface="Verdana"/>
              </a:rPr>
              <a:t> </a:t>
            </a:r>
            <a:r>
              <a:rPr sz="1400" spc="10" dirty="0">
                <a:solidFill>
                  <a:srgbClr val="3A3737"/>
                </a:solidFill>
                <a:latin typeface="Verdana"/>
                <a:cs typeface="Verdana"/>
              </a:rPr>
              <a:t>elemento</a:t>
            </a:r>
            <a:r>
              <a:rPr sz="1400" spc="-175" dirty="0">
                <a:solidFill>
                  <a:srgbClr val="3A3737"/>
                </a:solidFill>
                <a:latin typeface="Verdana"/>
                <a:cs typeface="Verdana"/>
              </a:rPr>
              <a:t> </a:t>
            </a:r>
            <a:r>
              <a:rPr sz="1400" spc="-30" dirty="0">
                <a:solidFill>
                  <a:srgbClr val="3A3737"/>
                </a:solidFill>
                <a:latin typeface="Verdana"/>
                <a:cs typeface="Verdana"/>
              </a:rPr>
              <a:t>real</a:t>
            </a:r>
            <a:r>
              <a:rPr sz="1400" spc="-165" dirty="0">
                <a:solidFill>
                  <a:srgbClr val="3A3737"/>
                </a:solidFill>
                <a:latin typeface="Verdana"/>
                <a:cs typeface="Verdana"/>
              </a:rPr>
              <a:t> </a:t>
            </a:r>
            <a:r>
              <a:rPr sz="1400" spc="-45" dirty="0">
                <a:solidFill>
                  <a:srgbClr val="3A3737"/>
                </a:solidFill>
                <a:latin typeface="Verdana"/>
                <a:cs typeface="Verdana"/>
              </a:rPr>
              <a:t>sobre</a:t>
            </a:r>
            <a:r>
              <a:rPr sz="1400" spc="-175" dirty="0">
                <a:solidFill>
                  <a:srgbClr val="3A3737"/>
                </a:solidFill>
                <a:latin typeface="Verdana"/>
                <a:cs typeface="Verdana"/>
              </a:rPr>
              <a:t> </a:t>
            </a:r>
            <a:r>
              <a:rPr sz="1400" spc="-20" dirty="0">
                <a:solidFill>
                  <a:srgbClr val="3A3737"/>
                </a:solidFill>
                <a:latin typeface="Verdana"/>
                <a:cs typeface="Verdana"/>
              </a:rPr>
              <a:t>el</a:t>
            </a:r>
            <a:r>
              <a:rPr sz="1400" spc="-160" dirty="0">
                <a:solidFill>
                  <a:srgbClr val="3A3737"/>
                </a:solidFill>
                <a:latin typeface="Verdana"/>
                <a:cs typeface="Verdana"/>
              </a:rPr>
              <a:t> </a:t>
            </a:r>
            <a:r>
              <a:rPr sz="1400" spc="55" dirty="0">
                <a:solidFill>
                  <a:srgbClr val="3A3737"/>
                </a:solidFill>
                <a:latin typeface="Verdana"/>
                <a:cs typeface="Verdana"/>
              </a:rPr>
              <a:t>que</a:t>
            </a:r>
            <a:r>
              <a:rPr sz="1400" spc="-160" dirty="0">
                <a:solidFill>
                  <a:srgbClr val="3A3737"/>
                </a:solidFill>
                <a:latin typeface="Verdana"/>
                <a:cs typeface="Verdana"/>
              </a:rPr>
              <a:t> </a:t>
            </a:r>
            <a:r>
              <a:rPr sz="1400" spc="90" dirty="0">
                <a:solidFill>
                  <a:srgbClr val="3A3737"/>
                </a:solidFill>
                <a:latin typeface="Verdana"/>
                <a:cs typeface="Verdana"/>
              </a:rPr>
              <a:t>aparece</a:t>
            </a:r>
            <a:r>
              <a:rPr sz="1400" spc="-180" dirty="0">
                <a:solidFill>
                  <a:srgbClr val="3A3737"/>
                </a:solidFill>
                <a:latin typeface="Verdana"/>
                <a:cs typeface="Verdana"/>
              </a:rPr>
              <a:t> </a:t>
            </a:r>
            <a:r>
              <a:rPr sz="1400" spc="-20" dirty="0">
                <a:solidFill>
                  <a:srgbClr val="3A3737"/>
                </a:solidFill>
                <a:latin typeface="Verdana"/>
                <a:cs typeface="Verdana"/>
              </a:rPr>
              <a:t>el</a:t>
            </a:r>
            <a:r>
              <a:rPr sz="1400" spc="-160" dirty="0">
                <a:solidFill>
                  <a:srgbClr val="3A3737"/>
                </a:solidFill>
                <a:latin typeface="Verdana"/>
                <a:cs typeface="Verdana"/>
              </a:rPr>
              <a:t> </a:t>
            </a:r>
            <a:r>
              <a:rPr sz="1400" spc="5" dirty="0">
                <a:solidFill>
                  <a:srgbClr val="3A3737"/>
                </a:solidFill>
                <a:latin typeface="Verdana"/>
                <a:cs typeface="Verdana"/>
              </a:rPr>
              <a:t>objeto</a:t>
            </a:r>
            <a:r>
              <a:rPr sz="1400" spc="-180" dirty="0">
                <a:solidFill>
                  <a:srgbClr val="3A3737"/>
                </a:solidFill>
                <a:latin typeface="Verdana"/>
                <a:cs typeface="Verdana"/>
              </a:rPr>
              <a:t> </a:t>
            </a:r>
            <a:r>
              <a:rPr sz="1400" spc="-100" dirty="0">
                <a:solidFill>
                  <a:srgbClr val="3A3737"/>
                </a:solidFill>
                <a:latin typeface="Verdana"/>
                <a:cs typeface="Verdana"/>
              </a:rPr>
              <a:t>virtual.</a:t>
            </a:r>
            <a:endParaRPr sz="1400" dirty="0">
              <a:latin typeface="Verdana"/>
              <a:cs typeface="Verdana"/>
            </a:endParaRPr>
          </a:p>
          <a:p>
            <a:pPr marL="12700" marR="5080" indent="69850" algn="just">
              <a:lnSpc>
                <a:spcPct val="107000"/>
              </a:lnSpc>
              <a:spcBef>
                <a:spcPts val="805"/>
              </a:spcBef>
            </a:pPr>
            <a:r>
              <a:rPr sz="1400" spc="-25" dirty="0">
                <a:solidFill>
                  <a:srgbClr val="3A3737"/>
                </a:solidFill>
                <a:latin typeface="Verdana"/>
                <a:cs typeface="Verdana"/>
              </a:rPr>
              <a:t>Al</a:t>
            </a:r>
            <a:r>
              <a:rPr sz="1400" spc="-20" dirty="0">
                <a:solidFill>
                  <a:srgbClr val="3A3737"/>
                </a:solidFill>
                <a:latin typeface="Verdana"/>
                <a:cs typeface="Verdana"/>
              </a:rPr>
              <a:t> principio</a:t>
            </a:r>
            <a:r>
              <a:rPr sz="1400" spc="-15" dirty="0">
                <a:solidFill>
                  <a:srgbClr val="3A3737"/>
                </a:solidFill>
                <a:latin typeface="Verdana"/>
                <a:cs typeface="Verdana"/>
              </a:rPr>
              <a:t> </a:t>
            </a:r>
            <a:r>
              <a:rPr sz="1400" spc="-10" dirty="0">
                <a:solidFill>
                  <a:srgbClr val="3A3737"/>
                </a:solidFill>
                <a:latin typeface="Verdana"/>
                <a:cs typeface="Verdana"/>
              </a:rPr>
              <a:t>eran</a:t>
            </a:r>
            <a:r>
              <a:rPr sz="1400" spc="-5" dirty="0">
                <a:solidFill>
                  <a:srgbClr val="3A3737"/>
                </a:solidFill>
                <a:latin typeface="Verdana"/>
                <a:cs typeface="Verdana"/>
              </a:rPr>
              <a:t> </a:t>
            </a:r>
            <a:r>
              <a:rPr sz="1400" spc="-120" dirty="0">
                <a:solidFill>
                  <a:srgbClr val="3A3737"/>
                </a:solidFill>
                <a:latin typeface="Verdana"/>
                <a:cs typeface="Verdana"/>
              </a:rPr>
              <a:t>similares</a:t>
            </a:r>
            <a:r>
              <a:rPr sz="1400" spc="-114" dirty="0">
                <a:solidFill>
                  <a:srgbClr val="3A3737"/>
                </a:solidFill>
                <a:latin typeface="Verdana"/>
                <a:cs typeface="Verdana"/>
              </a:rPr>
              <a:t> </a:t>
            </a:r>
            <a:r>
              <a:rPr sz="1400" spc="-50" dirty="0">
                <a:solidFill>
                  <a:srgbClr val="3A3737"/>
                </a:solidFill>
                <a:latin typeface="Verdana"/>
                <a:cs typeface="Verdana"/>
              </a:rPr>
              <a:t>visualmente</a:t>
            </a:r>
            <a:r>
              <a:rPr sz="1400" spc="-45" dirty="0">
                <a:solidFill>
                  <a:srgbClr val="3A3737"/>
                </a:solidFill>
                <a:latin typeface="Verdana"/>
                <a:cs typeface="Verdana"/>
              </a:rPr>
              <a:t> </a:t>
            </a:r>
            <a:r>
              <a:rPr sz="1400" spc="165" dirty="0">
                <a:solidFill>
                  <a:srgbClr val="3A3737"/>
                </a:solidFill>
                <a:latin typeface="Verdana"/>
                <a:cs typeface="Verdana"/>
              </a:rPr>
              <a:t>a </a:t>
            </a:r>
            <a:r>
              <a:rPr sz="1400" spc="30" dirty="0">
                <a:solidFill>
                  <a:srgbClr val="3A3737"/>
                </a:solidFill>
                <a:latin typeface="Verdana"/>
                <a:cs typeface="Verdana"/>
              </a:rPr>
              <a:t>códigos </a:t>
            </a:r>
            <a:r>
              <a:rPr sz="1400" spc="-65" dirty="0">
                <a:solidFill>
                  <a:srgbClr val="3A3737"/>
                </a:solidFill>
                <a:latin typeface="Verdana"/>
                <a:cs typeface="Verdana"/>
              </a:rPr>
              <a:t>QR,</a:t>
            </a:r>
            <a:r>
              <a:rPr sz="1400" spc="-60" dirty="0">
                <a:solidFill>
                  <a:srgbClr val="3A3737"/>
                </a:solidFill>
                <a:latin typeface="Verdana"/>
                <a:cs typeface="Verdana"/>
              </a:rPr>
              <a:t> más</a:t>
            </a:r>
            <a:r>
              <a:rPr sz="1400" spc="-55" dirty="0">
                <a:solidFill>
                  <a:srgbClr val="3A3737"/>
                </a:solidFill>
                <a:latin typeface="Verdana"/>
                <a:cs typeface="Verdana"/>
              </a:rPr>
              <a:t> </a:t>
            </a:r>
            <a:r>
              <a:rPr sz="1400" spc="5" dirty="0">
                <a:solidFill>
                  <a:srgbClr val="3A3737"/>
                </a:solidFill>
                <a:latin typeface="Verdana"/>
                <a:cs typeface="Verdana"/>
              </a:rPr>
              <a:t>tarde</a:t>
            </a:r>
            <a:r>
              <a:rPr sz="1400" spc="10" dirty="0">
                <a:solidFill>
                  <a:srgbClr val="3A3737"/>
                </a:solidFill>
                <a:latin typeface="Verdana"/>
                <a:cs typeface="Verdana"/>
              </a:rPr>
              <a:t> </a:t>
            </a:r>
            <a:r>
              <a:rPr sz="1400" spc="70" dirty="0">
                <a:solidFill>
                  <a:srgbClr val="3A3737"/>
                </a:solidFill>
                <a:latin typeface="Verdana"/>
                <a:cs typeface="Verdana"/>
              </a:rPr>
              <a:t>pudo </a:t>
            </a:r>
            <a:r>
              <a:rPr sz="1400" spc="-140" dirty="0">
                <a:solidFill>
                  <a:srgbClr val="3A3737"/>
                </a:solidFill>
                <a:latin typeface="Verdana"/>
                <a:cs typeface="Verdana"/>
              </a:rPr>
              <a:t>ser </a:t>
            </a:r>
            <a:r>
              <a:rPr sz="1400" spc="-135" dirty="0">
                <a:solidFill>
                  <a:srgbClr val="3A3737"/>
                </a:solidFill>
                <a:latin typeface="Verdana"/>
                <a:cs typeface="Verdana"/>
              </a:rPr>
              <a:t> </a:t>
            </a:r>
            <a:r>
              <a:rPr sz="1400" spc="-5" dirty="0">
                <a:solidFill>
                  <a:srgbClr val="3A3737"/>
                </a:solidFill>
                <a:latin typeface="Verdana"/>
                <a:cs typeface="Verdana"/>
              </a:rPr>
              <a:t>cualquier </a:t>
            </a:r>
            <a:r>
              <a:rPr sz="1400" spc="15" dirty="0">
                <a:solidFill>
                  <a:srgbClr val="3A3737"/>
                </a:solidFill>
                <a:latin typeface="Verdana"/>
                <a:cs typeface="Verdana"/>
              </a:rPr>
              <a:t>imagen </a:t>
            </a:r>
            <a:r>
              <a:rPr sz="1400" spc="-40" dirty="0">
                <a:solidFill>
                  <a:srgbClr val="3A3737"/>
                </a:solidFill>
                <a:latin typeface="Verdana"/>
                <a:cs typeface="Verdana"/>
              </a:rPr>
              <a:t>(logotipos </a:t>
            </a:r>
            <a:r>
              <a:rPr sz="1400" spc="114" dirty="0">
                <a:solidFill>
                  <a:srgbClr val="3A3737"/>
                </a:solidFill>
                <a:latin typeface="Verdana"/>
                <a:cs typeface="Verdana"/>
              </a:rPr>
              <a:t>de </a:t>
            </a:r>
            <a:r>
              <a:rPr sz="1400" spc="-40" dirty="0">
                <a:solidFill>
                  <a:srgbClr val="3A3737"/>
                </a:solidFill>
                <a:latin typeface="Verdana"/>
                <a:cs typeface="Verdana"/>
              </a:rPr>
              <a:t>empresa, </a:t>
            </a:r>
            <a:r>
              <a:rPr sz="1400" spc="-45" dirty="0">
                <a:solidFill>
                  <a:srgbClr val="3A3737"/>
                </a:solidFill>
                <a:latin typeface="Verdana"/>
                <a:cs typeface="Verdana"/>
              </a:rPr>
              <a:t>fotografías, </a:t>
            </a:r>
            <a:r>
              <a:rPr sz="1400" spc="-40" dirty="0">
                <a:solidFill>
                  <a:srgbClr val="3A3737"/>
                </a:solidFill>
                <a:latin typeface="Verdana"/>
                <a:cs typeface="Verdana"/>
              </a:rPr>
              <a:t>letras…) </a:t>
            </a:r>
            <a:r>
              <a:rPr sz="1400" spc="-110" dirty="0">
                <a:solidFill>
                  <a:srgbClr val="3A3737"/>
                </a:solidFill>
                <a:latin typeface="Verdana"/>
                <a:cs typeface="Verdana"/>
              </a:rPr>
              <a:t>y </a:t>
            </a:r>
            <a:r>
              <a:rPr sz="1400" spc="-80" dirty="0">
                <a:solidFill>
                  <a:srgbClr val="3A3737"/>
                </a:solidFill>
                <a:latin typeface="Verdana"/>
                <a:cs typeface="Verdana"/>
              </a:rPr>
              <a:t>se </a:t>
            </a:r>
            <a:r>
              <a:rPr sz="1400" spc="5" dirty="0">
                <a:solidFill>
                  <a:srgbClr val="3A3737"/>
                </a:solidFill>
                <a:latin typeface="Verdana"/>
                <a:cs typeface="Verdana"/>
              </a:rPr>
              <a:t>programa </a:t>
            </a:r>
            <a:r>
              <a:rPr sz="1400" dirty="0">
                <a:solidFill>
                  <a:srgbClr val="3A3737"/>
                </a:solidFill>
                <a:latin typeface="Verdana"/>
                <a:cs typeface="Verdana"/>
              </a:rPr>
              <a:t>la </a:t>
            </a:r>
            <a:r>
              <a:rPr sz="1400" spc="5" dirty="0">
                <a:solidFill>
                  <a:srgbClr val="3A3737"/>
                </a:solidFill>
                <a:latin typeface="Verdana"/>
                <a:cs typeface="Verdana"/>
              </a:rPr>
              <a:t> </a:t>
            </a:r>
            <a:r>
              <a:rPr sz="1400" spc="114" dirty="0">
                <a:solidFill>
                  <a:srgbClr val="3A3737"/>
                </a:solidFill>
                <a:latin typeface="Verdana"/>
                <a:cs typeface="Verdana"/>
              </a:rPr>
              <a:t>App</a:t>
            </a:r>
            <a:r>
              <a:rPr sz="1400" spc="-60" dirty="0">
                <a:solidFill>
                  <a:srgbClr val="3A3737"/>
                </a:solidFill>
                <a:latin typeface="Verdana"/>
                <a:cs typeface="Verdana"/>
              </a:rPr>
              <a:t> </a:t>
            </a:r>
            <a:r>
              <a:rPr sz="1400" spc="45" dirty="0">
                <a:solidFill>
                  <a:srgbClr val="3A3737"/>
                </a:solidFill>
                <a:latin typeface="Verdana"/>
                <a:cs typeface="Verdana"/>
              </a:rPr>
              <a:t>para</a:t>
            </a:r>
            <a:r>
              <a:rPr sz="1400" spc="-45" dirty="0">
                <a:solidFill>
                  <a:srgbClr val="3A3737"/>
                </a:solidFill>
                <a:latin typeface="Verdana"/>
                <a:cs typeface="Verdana"/>
              </a:rPr>
              <a:t> </a:t>
            </a:r>
            <a:r>
              <a:rPr sz="1400" spc="55" dirty="0">
                <a:solidFill>
                  <a:srgbClr val="3A3737"/>
                </a:solidFill>
                <a:latin typeface="Verdana"/>
                <a:cs typeface="Verdana"/>
              </a:rPr>
              <a:t>que</a:t>
            </a:r>
            <a:r>
              <a:rPr sz="1400" spc="-55" dirty="0">
                <a:solidFill>
                  <a:srgbClr val="3A3737"/>
                </a:solidFill>
                <a:latin typeface="Verdana"/>
                <a:cs typeface="Verdana"/>
              </a:rPr>
              <a:t> </a:t>
            </a:r>
            <a:r>
              <a:rPr sz="1400" spc="-20" dirty="0">
                <a:solidFill>
                  <a:srgbClr val="3A3737"/>
                </a:solidFill>
                <a:latin typeface="Verdana"/>
                <a:cs typeface="Verdana"/>
              </a:rPr>
              <a:t>el</a:t>
            </a:r>
            <a:r>
              <a:rPr sz="1400" spc="-35" dirty="0">
                <a:solidFill>
                  <a:srgbClr val="3A3737"/>
                </a:solidFill>
                <a:latin typeface="Verdana"/>
                <a:cs typeface="Verdana"/>
              </a:rPr>
              <a:t> </a:t>
            </a:r>
            <a:r>
              <a:rPr sz="1400" spc="-70" dirty="0">
                <a:solidFill>
                  <a:srgbClr val="3A3737"/>
                </a:solidFill>
                <a:latin typeface="Verdana"/>
                <a:cs typeface="Verdana"/>
              </a:rPr>
              <a:t>dispositivo</a:t>
            </a:r>
            <a:r>
              <a:rPr sz="1400" spc="-60" dirty="0">
                <a:solidFill>
                  <a:srgbClr val="3A3737"/>
                </a:solidFill>
                <a:latin typeface="Verdana"/>
                <a:cs typeface="Verdana"/>
              </a:rPr>
              <a:t> </a:t>
            </a:r>
            <a:r>
              <a:rPr sz="1400" spc="-90" dirty="0">
                <a:solidFill>
                  <a:srgbClr val="3A3737"/>
                </a:solidFill>
                <a:latin typeface="Verdana"/>
                <a:cs typeface="Verdana"/>
              </a:rPr>
              <a:t>móvil,</a:t>
            </a:r>
            <a:r>
              <a:rPr sz="1400" spc="-65" dirty="0">
                <a:solidFill>
                  <a:srgbClr val="3A3737"/>
                </a:solidFill>
                <a:latin typeface="Verdana"/>
                <a:cs typeface="Verdana"/>
              </a:rPr>
              <a:t> </a:t>
            </a:r>
            <a:r>
              <a:rPr sz="1400" spc="5" dirty="0">
                <a:solidFill>
                  <a:srgbClr val="3A3737"/>
                </a:solidFill>
                <a:latin typeface="Verdana"/>
                <a:cs typeface="Verdana"/>
              </a:rPr>
              <a:t>al</a:t>
            </a:r>
            <a:r>
              <a:rPr sz="1400" spc="-35" dirty="0">
                <a:solidFill>
                  <a:srgbClr val="3A3737"/>
                </a:solidFill>
                <a:latin typeface="Verdana"/>
                <a:cs typeface="Verdana"/>
              </a:rPr>
              <a:t> </a:t>
            </a:r>
            <a:r>
              <a:rPr sz="1400" spc="40" dirty="0">
                <a:solidFill>
                  <a:srgbClr val="3A3737"/>
                </a:solidFill>
                <a:latin typeface="Verdana"/>
                <a:cs typeface="Verdana"/>
              </a:rPr>
              <a:t>reconocer</a:t>
            </a:r>
            <a:r>
              <a:rPr sz="1400" spc="-40" dirty="0">
                <a:solidFill>
                  <a:srgbClr val="3A3737"/>
                </a:solidFill>
                <a:latin typeface="Verdana"/>
                <a:cs typeface="Verdana"/>
              </a:rPr>
              <a:t> </a:t>
            </a:r>
            <a:r>
              <a:rPr sz="1400" dirty="0">
                <a:solidFill>
                  <a:srgbClr val="3A3737"/>
                </a:solidFill>
                <a:latin typeface="Verdana"/>
                <a:cs typeface="Verdana"/>
              </a:rPr>
              <a:t>esa</a:t>
            </a:r>
            <a:r>
              <a:rPr sz="1400" spc="-45" dirty="0">
                <a:solidFill>
                  <a:srgbClr val="3A3737"/>
                </a:solidFill>
                <a:latin typeface="Verdana"/>
                <a:cs typeface="Verdana"/>
              </a:rPr>
              <a:t> </a:t>
            </a:r>
            <a:r>
              <a:rPr sz="1400" spc="-15" dirty="0">
                <a:solidFill>
                  <a:srgbClr val="3A3737"/>
                </a:solidFill>
                <a:latin typeface="Verdana"/>
                <a:cs typeface="Verdana"/>
              </a:rPr>
              <a:t>imagen,</a:t>
            </a:r>
            <a:r>
              <a:rPr sz="1400" spc="-55" dirty="0">
                <a:solidFill>
                  <a:srgbClr val="3A3737"/>
                </a:solidFill>
                <a:latin typeface="Verdana"/>
                <a:cs typeface="Verdana"/>
              </a:rPr>
              <a:t> </a:t>
            </a:r>
            <a:r>
              <a:rPr sz="1400" spc="50" dirty="0">
                <a:solidFill>
                  <a:srgbClr val="3A3737"/>
                </a:solidFill>
                <a:latin typeface="Verdana"/>
                <a:cs typeface="Verdana"/>
              </a:rPr>
              <a:t>cargue</a:t>
            </a:r>
            <a:r>
              <a:rPr sz="1400" spc="-45" dirty="0">
                <a:solidFill>
                  <a:srgbClr val="3A3737"/>
                </a:solidFill>
                <a:latin typeface="Verdana"/>
                <a:cs typeface="Verdana"/>
              </a:rPr>
              <a:t> </a:t>
            </a:r>
            <a:r>
              <a:rPr sz="1400" spc="-25" dirty="0">
                <a:solidFill>
                  <a:srgbClr val="3A3737"/>
                </a:solidFill>
                <a:latin typeface="Verdana"/>
                <a:cs typeface="Verdana"/>
              </a:rPr>
              <a:t>el</a:t>
            </a:r>
            <a:r>
              <a:rPr sz="1400" spc="-35" dirty="0">
                <a:solidFill>
                  <a:srgbClr val="3A3737"/>
                </a:solidFill>
                <a:latin typeface="Verdana"/>
                <a:cs typeface="Verdana"/>
              </a:rPr>
              <a:t> </a:t>
            </a:r>
            <a:r>
              <a:rPr sz="1400" dirty="0">
                <a:solidFill>
                  <a:srgbClr val="3A3737"/>
                </a:solidFill>
                <a:latin typeface="Verdana"/>
                <a:cs typeface="Verdana"/>
              </a:rPr>
              <a:t>objeto</a:t>
            </a:r>
            <a:r>
              <a:rPr sz="1400" spc="-55" dirty="0">
                <a:solidFill>
                  <a:srgbClr val="3A3737"/>
                </a:solidFill>
                <a:latin typeface="Verdana"/>
                <a:cs typeface="Verdana"/>
              </a:rPr>
              <a:t> </a:t>
            </a:r>
            <a:r>
              <a:rPr sz="1400" spc="-105" dirty="0">
                <a:solidFill>
                  <a:srgbClr val="3A3737"/>
                </a:solidFill>
                <a:latin typeface="Verdana"/>
                <a:cs typeface="Verdana"/>
              </a:rPr>
              <a:t>3D </a:t>
            </a:r>
            <a:r>
              <a:rPr sz="1400" spc="-695" dirty="0">
                <a:solidFill>
                  <a:srgbClr val="3A3737"/>
                </a:solidFill>
                <a:latin typeface="Verdana"/>
                <a:cs typeface="Verdana"/>
              </a:rPr>
              <a:t> </a:t>
            </a:r>
            <a:r>
              <a:rPr sz="1400" spc="-45" dirty="0">
                <a:solidFill>
                  <a:srgbClr val="3A3737"/>
                </a:solidFill>
                <a:latin typeface="Verdana"/>
                <a:cs typeface="Verdana"/>
              </a:rPr>
              <a:t>sobre</a:t>
            </a:r>
            <a:r>
              <a:rPr sz="1400" spc="-165" dirty="0">
                <a:solidFill>
                  <a:srgbClr val="3A3737"/>
                </a:solidFill>
                <a:latin typeface="Verdana"/>
                <a:cs typeface="Verdana"/>
              </a:rPr>
              <a:t> </a:t>
            </a:r>
            <a:r>
              <a:rPr sz="1400" spc="-35" dirty="0">
                <a:solidFill>
                  <a:srgbClr val="3A3737"/>
                </a:solidFill>
                <a:latin typeface="Verdana"/>
                <a:cs typeface="Verdana"/>
              </a:rPr>
              <a:t>ella.</a:t>
            </a:r>
            <a:endParaRPr sz="1400" dirty="0">
              <a:latin typeface="Verdana"/>
              <a:cs typeface="Verdana"/>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24000" y="304800"/>
            <a:ext cx="5684520" cy="330835"/>
          </a:xfrm>
          <a:prstGeom prst="rect">
            <a:avLst/>
          </a:prstGeom>
        </p:spPr>
        <p:txBody>
          <a:bodyPr vert="horz" wrap="square" lIns="0" tIns="12700" rIns="0" bIns="0" rtlCol="0">
            <a:spAutoFit/>
          </a:bodyPr>
          <a:lstStyle/>
          <a:p>
            <a:pPr marL="12700">
              <a:spcBef>
                <a:spcPts val="100"/>
              </a:spcBef>
            </a:pPr>
            <a:r>
              <a:rPr spc="-85" dirty="0"/>
              <a:t>4.Formatos</a:t>
            </a:r>
            <a:r>
              <a:rPr spc="-60" dirty="0"/>
              <a:t> </a:t>
            </a:r>
            <a:r>
              <a:rPr spc="75" dirty="0"/>
              <a:t>de</a:t>
            </a:r>
            <a:r>
              <a:rPr spc="-45" dirty="0"/>
              <a:t> </a:t>
            </a:r>
            <a:r>
              <a:rPr spc="-65" dirty="0"/>
              <a:t>uso</a:t>
            </a:r>
            <a:r>
              <a:rPr spc="-35" dirty="0"/>
              <a:t> </a:t>
            </a:r>
            <a:r>
              <a:rPr spc="75" dirty="0"/>
              <a:t>de</a:t>
            </a:r>
            <a:r>
              <a:rPr spc="-30" dirty="0"/>
              <a:t> </a:t>
            </a:r>
            <a:r>
              <a:rPr spc="-5" dirty="0"/>
              <a:t>la</a:t>
            </a:r>
            <a:r>
              <a:rPr spc="-35" dirty="0"/>
              <a:t> </a:t>
            </a:r>
            <a:r>
              <a:rPr spc="-15" dirty="0"/>
              <a:t>Realidad</a:t>
            </a:r>
            <a:r>
              <a:rPr spc="-35" dirty="0"/>
              <a:t> </a:t>
            </a:r>
            <a:r>
              <a:rPr spc="10" dirty="0"/>
              <a:t>Aumentada</a:t>
            </a:r>
          </a:p>
        </p:txBody>
      </p:sp>
      <p:sp>
        <p:nvSpPr>
          <p:cNvPr id="3" name="object 3"/>
          <p:cNvSpPr txBox="1"/>
          <p:nvPr/>
        </p:nvSpPr>
        <p:spPr>
          <a:xfrm>
            <a:off x="762000" y="1219200"/>
            <a:ext cx="7909356" cy="4070281"/>
          </a:xfrm>
          <a:prstGeom prst="rect">
            <a:avLst/>
          </a:prstGeom>
        </p:spPr>
        <p:txBody>
          <a:bodyPr vert="horz" wrap="square" lIns="0" tIns="12065" rIns="0" bIns="0" rtlCol="0">
            <a:spAutoFit/>
          </a:bodyPr>
          <a:lstStyle/>
          <a:p>
            <a:pPr marL="469900">
              <a:spcBef>
                <a:spcPts val="95"/>
              </a:spcBef>
            </a:pPr>
            <a:r>
              <a:rPr sz="1600" b="1" spc="-135" dirty="0">
                <a:solidFill>
                  <a:srgbClr val="3A3737"/>
                </a:solidFill>
                <a:latin typeface="Tahoma"/>
                <a:cs typeface="Tahoma"/>
              </a:rPr>
              <a:t>1</a:t>
            </a:r>
            <a:r>
              <a:rPr sz="1600" b="1" spc="-55" dirty="0">
                <a:solidFill>
                  <a:srgbClr val="3A3737"/>
                </a:solidFill>
                <a:latin typeface="Tahoma"/>
                <a:cs typeface="Tahoma"/>
              </a:rPr>
              <a:t>.</a:t>
            </a:r>
            <a:r>
              <a:rPr sz="1600" b="1" spc="-10" dirty="0">
                <a:solidFill>
                  <a:srgbClr val="3A3737"/>
                </a:solidFill>
                <a:latin typeface="Tahoma"/>
                <a:cs typeface="Tahoma"/>
              </a:rPr>
              <a:t> </a:t>
            </a:r>
            <a:r>
              <a:rPr sz="1600" b="1" spc="50" dirty="0">
                <a:solidFill>
                  <a:srgbClr val="3A3737"/>
                </a:solidFill>
                <a:latin typeface="Tahoma"/>
                <a:cs typeface="Tahoma"/>
              </a:rPr>
              <a:t>Ma</a:t>
            </a:r>
            <a:r>
              <a:rPr sz="1600" b="1" spc="-185" dirty="0">
                <a:solidFill>
                  <a:srgbClr val="3A3737"/>
                </a:solidFill>
                <a:latin typeface="Tahoma"/>
                <a:cs typeface="Tahoma"/>
              </a:rPr>
              <a:t>r</a:t>
            </a:r>
            <a:r>
              <a:rPr sz="1600" b="1" spc="30" dirty="0">
                <a:solidFill>
                  <a:srgbClr val="3A3737"/>
                </a:solidFill>
                <a:latin typeface="Tahoma"/>
                <a:cs typeface="Tahoma"/>
              </a:rPr>
              <a:t>cador</a:t>
            </a:r>
            <a:r>
              <a:rPr sz="1600" b="1" spc="-85" dirty="0">
                <a:solidFill>
                  <a:srgbClr val="3A3737"/>
                </a:solidFill>
                <a:latin typeface="Tahoma"/>
                <a:cs typeface="Tahoma"/>
              </a:rPr>
              <a:t>es</a:t>
            </a:r>
            <a:r>
              <a:rPr sz="1600" b="1" spc="-75" dirty="0">
                <a:solidFill>
                  <a:srgbClr val="3A3737"/>
                </a:solidFill>
                <a:latin typeface="Tahoma"/>
                <a:cs typeface="Tahoma"/>
              </a:rPr>
              <a:t>/</a:t>
            </a:r>
            <a:r>
              <a:rPr sz="1600" b="1" spc="50" dirty="0">
                <a:solidFill>
                  <a:srgbClr val="3A3737"/>
                </a:solidFill>
                <a:latin typeface="Tahoma"/>
                <a:cs typeface="Tahoma"/>
              </a:rPr>
              <a:t>Ma</a:t>
            </a:r>
            <a:r>
              <a:rPr sz="1600" b="1" spc="-185" dirty="0">
                <a:solidFill>
                  <a:srgbClr val="3A3737"/>
                </a:solidFill>
                <a:latin typeface="Tahoma"/>
                <a:cs typeface="Tahoma"/>
              </a:rPr>
              <a:t>r</a:t>
            </a:r>
            <a:r>
              <a:rPr sz="1600" b="1" spc="-75" dirty="0">
                <a:solidFill>
                  <a:srgbClr val="3A3737"/>
                </a:solidFill>
                <a:latin typeface="Tahoma"/>
                <a:cs typeface="Tahoma"/>
              </a:rPr>
              <a:t>kers</a:t>
            </a:r>
            <a:endParaRPr sz="1600" dirty="0">
              <a:latin typeface="Tahoma"/>
              <a:cs typeface="Tahoma"/>
            </a:endParaRPr>
          </a:p>
          <a:p>
            <a:pPr>
              <a:spcBef>
                <a:spcPts val="35"/>
              </a:spcBef>
            </a:pPr>
            <a:endParaRPr sz="2200" dirty="0">
              <a:latin typeface="Tahoma"/>
              <a:cs typeface="Tahoma"/>
            </a:endParaRPr>
          </a:p>
          <a:p>
            <a:pPr marL="12700" marR="6350" algn="just">
              <a:lnSpc>
                <a:spcPct val="107000"/>
              </a:lnSpc>
              <a:spcBef>
                <a:spcPts val="5"/>
              </a:spcBef>
            </a:pPr>
            <a:r>
              <a:rPr sz="2000" spc="-114" dirty="0">
                <a:solidFill>
                  <a:srgbClr val="3A3737"/>
                </a:solidFill>
                <a:latin typeface="Verdana"/>
                <a:cs typeface="Verdana"/>
              </a:rPr>
              <a:t>En </a:t>
            </a:r>
            <a:r>
              <a:rPr sz="2000" spc="-90" dirty="0">
                <a:solidFill>
                  <a:srgbClr val="3A3737"/>
                </a:solidFill>
                <a:latin typeface="Verdana"/>
                <a:cs typeface="Verdana"/>
              </a:rPr>
              <a:t>términos </a:t>
            </a:r>
            <a:r>
              <a:rPr sz="2000" spc="-5" dirty="0">
                <a:solidFill>
                  <a:srgbClr val="3A3737"/>
                </a:solidFill>
                <a:latin typeface="Verdana"/>
                <a:cs typeface="Verdana"/>
              </a:rPr>
              <a:t>técnicos, </a:t>
            </a:r>
            <a:r>
              <a:rPr sz="2000" spc="-20" dirty="0">
                <a:solidFill>
                  <a:srgbClr val="3A3737"/>
                </a:solidFill>
                <a:latin typeface="Verdana"/>
                <a:cs typeface="Verdana"/>
              </a:rPr>
              <a:t>el </a:t>
            </a:r>
            <a:r>
              <a:rPr sz="2000" spc="25" dirty="0">
                <a:solidFill>
                  <a:srgbClr val="3A3737"/>
                </a:solidFill>
                <a:latin typeface="Verdana"/>
                <a:cs typeface="Verdana"/>
              </a:rPr>
              <a:t>marcador </a:t>
            </a:r>
            <a:r>
              <a:rPr sz="2000" spc="140" dirty="0">
                <a:solidFill>
                  <a:srgbClr val="3A3737"/>
                </a:solidFill>
                <a:latin typeface="Verdana"/>
                <a:cs typeface="Verdana"/>
              </a:rPr>
              <a:t>da </a:t>
            </a:r>
            <a:r>
              <a:rPr sz="2000" spc="-20" dirty="0">
                <a:solidFill>
                  <a:srgbClr val="3A3737"/>
                </a:solidFill>
                <a:latin typeface="Verdana"/>
                <a:cs typeface="Verdana"/>
              </a:rPr>
              <a:t>dos </a:t>
            </a:r>
            <a:r>
              <a:rPr sz="2000" spc="-25" dirty="0">
                <a:solidFill>
                  <a:srgbClr val="3A3737"/>
                </a:solidFill>
                <a:latin typeface="Verdana"/>
                <a:cs typeface="Verdana"/>
              </a:rPr>
              <a:t>ordenes principales </a:t>
            </a:r>
            <a:r>
              <a:rPr sz="2000" spc="165" dirty="0">
                <a:solidFill>
                  <a:srgbClr val="3A3737"/>
                </a:solidFill>
                <a:latin typeface="Verdana"/>
                <a:cs typeface="Verdana"/>
              </a:rPr>
              <a:t>a </a:t>
            </a:r>
            <a:r>
              <a:rPr sz="2000" spc="25" dirty="0">
                <a:solidFill>
                  <a:srgbClr val="3A3737"/>
                </a:solidFill>
                <a:latin typeface="Verdana"/>
                <a:cs typeface="Verdana"/>
              </a:rPr>
              <a:t>una </a:t>
            </a:r>
            <a:r>
              <a:rPr sz="2000" spc="130" dirty="0">
                <a:solidFill>
                  <a:srgbClr val="3A3737"/>
                </a:solidFill>
                <a:latin typeface="Verdana"/>
                <a:cs typeface="Verdana"/>
              </a:rPr>
              <a:t>app </a:t>
            </a:r>
            <a:r>
              <a:rPr sz="2000" spc="110" dirty="0">
                <a:solidFill>
                  <a:srgbClr val="3A3737"/>
                </a:solidFill>
                <a:latin typeface="Verdana"/>
                <a:cs typeface="Verdana"/>
              </a:rPr>
              <a:t>de </a:t>
            </a:r>
            <a:r>
              <a:rPr sz="2000" spc="114" dirty="0">
                <a:solidFill>
                  <a:srgbClr val="3A3737"/>
                </a:solidFill>
                <a:latin typeface="Verdana"/>
                <a:cs typeface="Verdana"/>
              </a:rPr>
              <a:t> </a:t>
            </a:r>
            <a:r>
              <a:rPr sz="2000" spc="15" dirty="0">
                <a:solidFill>
                  <a:srgbClr val="3A3737"/>
                </a:solidFill>
                <a:latin typeface="Verdana"/>
                <a:cs typeface="Verdana"/>
              </a:rPr>
              <a:t>realidad</a:t>
            </a:r>
            <a:r>
              <a:rPr sz="2000" spc="-175" dirty="0">
                <a:solidFill>
                  <a:srgbClr val="3A3737"/>
                </a:solidFill>
                <a:latin typeface="Verdana"/>
                <a:cs typeface="Verdana"/>
              </a:rPr>
              <a:t> </a:t>
            </a:r>
            <a:r>
              <a:rPr sz="2000" spc="10" dirty="0">
                <a:solidFill>
                  <a:srgbClr val="3A3737"/>
                </a:solidFill>
                <a:latin typeface="Verdana"/>
                <a:cs typeface="Verdana"/>
              </a:rPr>
              <a:t>aumentada:</a:t>
            </a:r>
            <a:endParaRPr sz="2000" dirty="0">
              <a:latin typeface="Verdana"/>
              <a:cs typeface="Verdana"/>
            </a:endParaRPr>
          </a:p>
          <a:p>
            <a:pPr marL="241300" indent="-228600" algn="just">
              <a:spcBef>
                <a:spcPts val="960"/>
              </a:spcBef>
              <a:buAutoNum type="arabicPeriod"/>
              <a:tabLst>
                <a:tab pos="241300" algn="l"/>
              </a:tabLst>
            </a:pPr>
            <a:r>
              <a:rPr sz="2000" spc="80" dirty="0">
                <a:solidFill>
                  <a:srgbClr val="3A3737"/>
                </a:solidFill>
                <a:latin typeface="Verdana"/>
                <a:cs typeface="Verdana"/>
              </a:rPr>
              <a:t>Carga</a:t>
            </a:r>
            <a:r>
              <a:rPr sz="2000" spc="-170" dirty="0">
                <a:solidFill>
                  <a:srgbClr val="3A3737"/>
                </a:solidFill>
                <a:latin typeface="Verdana"/>
                <a:cs typeface="Verdana"/>
              </a:rPr>
              <a:t> </a:t>
            </a:r>
            <a:r>
              <a:rPr sz="2000" spc="-25" dirty="0">
                <a:solidFill>
                  <a:srgbClr val="3A3737"/>
                </a:solidFill>
                <a:latin typeface="Verdana"/>
                <a:cs typeface="Verdana"/>
              </a:rPr>
              <a:t>e</a:t>
            </a:r>
            <a:r>
              <a:rPr sz="2000" spc="-15" dirty="0">
                <a:solidFill>
                  <a:srgbClr val="3A3737"/>
                </a:solidFill>
                <a:latin typeface="Verdana"/>
                <a:cs typeface="Verdana"/>
              </a:rPr>
              <a:t>l</a:t>
            </a:r>
            <a:r>
              <a:rPr sz="2000" spc="-170" dirty="0">
                <a:solidFill>
                  <a:srgbClr val="3A3737"/>
                </a:solidFill>
                <a:latin typeface="Verdana"/>
                <a:cs typeface="Verdana"/>
              </a:rPr>
              <a:t> </a:t>
            </a:r>
            <a:r>
              <a:rPr sz="2000" spc="-15" dirty="0">
                <a:solidFill>
                  <a:srgbClr val="3A3737"/>
                </a:solidFill>
                <a:latin typeface="Verdana"/>
                <a:cs typeface="Verdana"/>
              </a:rPr>
              <a:t>obje</a:t>
            </a:r>
            <a:r>
              <a:rPr sz="2000" spc="5" dirty="0">
                <a:solidFill>
                  <a:srgbClr val="3A3737"/>
                </a:solidFill>
                <a:latin typeface="Verdana"/>
                <a:cs typeface="Verdana"/>
              </a:rPr>
              <a:t>t</a:t>
            </a:r>
            <a:r>
              <a:rPr sz="2000" spc="95" dirty="0">
                <a:solidFill>
                  <a:srgbClr val="3A3737"/>
                </a:solidFill>
                <a:latin typeface="Verdana"/>
                <a:cs typeface="Verdana"/>
              </a:rPr>
              <a:t>o</a:t>
            </a:r>
            <a:r>
              <a:rPr sz="2000" spc="-180" dirty="0">
                <a:solidFill>
                  <a:srgbClr val="3A3737"/>
                </a:solidFill>
                <a:latin typeface="Verdana"/>
                <a:cs typeface="Verdana"/>
              </a:rPr>
              <a:t> </a:t>
            </a:r>
            <a:r>
              <a:rPr sz="2000" spc="-150" dirty="0">
                <a:solidFill>
                  <a:srgbClr val="3A3737"/>
                </a:solidFill>
                <a:latin typeface="Verdana"/>
                <a:cs typeface="Verdana"/>
              </a:rPr>
              <a:t>X</a:t>
            </a:r>
            <a:endParaRPr sz="2000" dirty="0">
              <a:latin typeface="Verdana"/>
              <a:cs typeface="Verdana"/>
            </a:endParaRPr>
          </a:p>
          <a:p>
            <a:pPr marL="241300" marR="5080" indent="-228600" algn="just">
              <a:lnSpc>
                <a:spcPct val="107000"/>
              </a:lnSpc>
              <a:spcBef>
                <a:spcPts val="805"/>
              </a:spcBef>
              <a:buAutoNum type="arabicPeriod"/>
              <a:tabLst>
                <a:tab pos="241300" algn="l"/>
              </a:tabLst>
            </a:pPr>
            <a:r>
              <a:rPr sz="2000" spc="-170" dirty="0">
                <a:solidFill>
                  <a:srgbClr val="3A3737"/>
                </a:solidFill>
                <a:latin typeface="Verdana"/>
                <a:cs typeface="Verdana"/>
              </a:rPr>
              <a:t>El</a:t>
            </a:r>
            <a:r>
              <a:rPr sz="2000" spc="-165" dirty="0">
                <a:solidFill>
                  <a:srgbClr val="3A3737"/>
                </a:solidFill>
                <a:latin typeface="Verdana"/>
                <a:cs typeface="Verdana"/>
              </a:rPr>
              <a:t> </a:t>
            </a:r>
            <a:r>
              <a:rPr sz="2000" spc="25" dirty="0">
                <a:solidFill>
                  <a:srgbClr val="3A3737"/>
                </a:solidFill>
                <a:latin typeface="Verdana"/>
                <a:cs typeface="Verdana"/>
              </a:rPr>
              <a:t>marcador </a:t>
            </a:r>
            <a:r>
              <a:rPr sz="2000" spc="-10" dirty="0">
                <a:solidFill>
                  <a:srgbClr val="3A3737"/>
                </a:solidFill>
                <a:latin typeface="Verdana"/>
                <a:cs typeface="Verdana"/>
              </a:rPr>
              <a:t>supone </a:t>
            </a:r>
            <a:r>
              <a:rPr sz="2000" spc="5" dirty="0">
                <a:solidFill>
                  <a:srgbClr val="3A3737"/>
                </a:solidFill>
                <a:latin typeface="Verdana"/>
                <a:cs typeface="Verdana"/>
              </a:rPr>
              <a:t>la </a:t>
            </a:r>
            <a:r>
              <a:rPr sz="2000" spc="80" dirty="0">
                <a:solidFill>
                  <a:srgbClr val="3A3737"/>
                </a:solidFill>
                <a:latin typeface="Verdana"/>
                <a:cs typeface="Verdana"/>
              </a:rPr>
              <a:t>coordenada </a:t>
            </a:r>
            <a:r>
              <a:rPr sz="2000" spc="-175" dirty="0">
                <a:solidFill>
                  <a:srgbClr val="3A3737"/>
                </a:solidFill>
                <a:latin typeface="Verdana"/>
                <a:cs typeface="Verdana"/>
              </a:rPr>
              <a:t>0,0,0</a:t>
            </a:r>
            <a:r>
              <a:rPr sz="2000" spc="-170" dirty="0">
                <a:solidFill>
                  <a:srgbClr val="3A3737"/>
                </a:solidFill>
                <a:latin typeface="Verdana"/>
                <a:cs typeface="Verdana"/>
              </a:rPr>
              <a:t> </a:t>
            </a:r>
            <a:r>
              <a:rPr sz="2000" spc="55" dirty="0">
                <a:solidFill>
                  <a:srgbClr val="3A3737"/>
                </a:solidFill>
                <a:latin typeface="Verdana"/>
                <a:cs typeface="Verdana"/>
              </a:rPr>
              <a:t>que </a:t>
            </a:r>
            <a:r>
              <a:rPr sz="2000" spc="-20" dirty="0">
                <a:solidFill>
                  <a:srgbClr val="3A3737"/>
                </a:solidFill>
                <a:latin typeface="Verdana"/>
                <a:cs typeface="Verdana"/>
              </a:rPr>
              <a:t>tiene el el </a:t>
            </a:r>
            <a:r>
              <a:rPr sz="2000" spc="5" dirty="0">
                <a:solidFill>
                  <a:srgbClr val="3A3737"/>
                </a:solidFill>
                <a:latin typeface="Verdana"/>
                <a:cs typeface="Verdana"/>
              </a:rPr>
              <a:t>objeto </a:t>
            </a:r>
            <a:r>
              <a:rPr sz="2000" spc="-150" dirty="0">
                <a:solidFill>
                  <a:srgbClr val="3A3737"/>
                </a:solidFill>
                <a:latin typeface="Verdana"/>
                <a:cs typeface="Verdana"/>
              </a:rPr>
              <a:t>X </a:t>
            </a:r>
            <a:r>
              <a:rPr sz="2000" spc="45" dirty="0">
                <a:solidFill>
                  <a:srgbClr val="3A3737"/>
                </a:solidFill>
                <a:latin typeface="Verdana"/>
                <a:cs typeface="Verdana"/>
              </a:rPr>
              <a:t>para </a:t>
            </a:r>
            <a:r>
              <a:rPr sz="2000" spc="-140" dirty="0">
                <a:solidFill>
                  <a:srgbClr val="3A3737"/>
                </a:solidFill>
                <a:latin typeface="Verdana"/>
                <a:cs typeface="Verdana"/>
              </a:rPr>
              <a:t>ser </a:t>
            </a:r>
            <a:r>
              <a:rPr sz="2000" spc="-135" dirty="0">
                <a:solidFill>
                  <a:srgbClr val="3A3737"/>
                </a:solidFill>
                <a:latin typeface="Verdana"/>
                <a:cs typeface="Verdana"/>
              </a:rPr>
              <a:t> </a:t>
            </a:r>
            <a:r>
              <a:rPr sz="2000" spc="85" dirty="0">
                <a:solidFill>
                  <a:srgbClr val="3A3737"/>
                </a:solidFill>
                <a:latin typeface="Verdana"/>
                <a:cs typeface="Verdana"/>
              </a:rPr>
              <a:t>colocado. </a:t>
            </a:r>
            <a:r>
              <a:rPr sz="2000" spc="25" dirty="0">
                <a:solidFill>
                  <a:srgbClr val="3A3737"/>
                </a:solidFill>
                <a:latin typeface="Verdana"/>
                <a:cs typeface="Verdana"/>
              </a:rPr>
              <a:t>De </a:t>
            </a:r>
            <a:r>
              <a:rPr sz="2000" spc="-40" dirty="0">
                <a:solidFill>
                  <a:srgbClr val="3A3737"/>
                </a:solidFill>
                <a:latin typeface="Verdana"/>
                <a:cs typeface="Verdana"/>
              </a:rPr>
              <a:t>este </a:t>
            </a:r>
            <a:r>
              <a:rPr sz="2000" spc="55" dirty="0">
                <a:solidFill>
                  <a:srgbClr val="3A3737"/>
                </a:solidFill>
                <a:latin typeface="Verdana"/>
                <a:cs typeface="Verdana"/>
              </a:rPr>
              <a:t>modo </a:t>
            </a:r>
            <a:r>
              <a:rPr sz="2000" spc="10" dirty="0">
                <a:solidFill>
                  <a:srgbClr val="3A3737"/>
                </a:solidFill>
                <a:latin typeface="Verdana"/>
                <a:cs typeface="Verdana"/>
              </a:rPr>
              <a:t>la </a:t>
            </a:r>
            <a:r>
              <a:rPr sz="2000" spc="-100" dirty="0">
                <a:solidFill>
                  <a:srgbClr val="3A3737"/>
                </a:solidFill>
                <a:latin typeface="Verdana"/>
                <a:cs typeface="Verdana"/>
              </a:rPr>
              <a:t>visión </a:t>
            </a:r>
            <a:r>
              <a:rPr sz="2000" spc="-15" dirty="0">
                <a:solidFill>
                  <a:srgbClr val="3A3737"/>
                </a:solidFill>
                <a:latin typeface="Verdana"/>
                <a:cs typeface="Verdana"/>
              </a:rPr>
              <a:t>por </a:t>
            </a:r>
            <a:r>
              <a:rPr sz="2000" spc="45" dirty="0">
                <a:solidFill>
                  <a:srgbClr val="3A3737"/>
                </a:solidFill>
                <a:latin typeface="Verdana"/>
                <a:cs typeface="Verdana"/>
              </a:rPr>
              <a:t>computación </a:t>
            </a:r>
            <a:r>
              <a:rPr sz="2000" spc="50" dirty="0">
                <a:solidFill>
                  <a:srgbClr val="3A3737"/>
                </a:solidFill>
                <a:latin typeface="Verdana"/>
                <a:cs typeface="Verdana"/>
              </a:rPr>
              <a:t>que </a:t>
            </a:r>
            <a:r>
              <a:rPr sz="2000" spc="-10" dirty="0">
                <a:solidFill>
                  <a:srgbClr val="3A3737"/>
                </a:solidFill>
                <a:latin typeface="Verdana"/>
                <a:cs typeface="Verdana"/>
              </a:rPr>
              <a:t>trabaja </a:t>
            </a:r>
            <a:r>
              <a:rPr sz="2000" spc="105" dirty="0">
                <a:solidFill>
                  <a:srgbClr val="3A3737"/>
                </a:solidFill>
                <a:latin typeface="Verdana"/>
                <a:cs typeface="Verdana"/>
              </a:rPr>
              <a:t>de </a:t>
            </a:r>
            <a:r>
              <a:rPr sz="2000" dirty="0">
                <a:solidFill>
                  <a:srgbClr val="3A3737"/>
                </a:solidFill>
                <a:latin typeface="Verdana"/>
                <a:cs typeface="Verdana"/>
              </a:rPr>
              <a:t>fondo, </a:t>
            </a:r>
            <a:r>
              <a:rPr sz="2000" spc="5" dirty="0">
                <a:solidFill>
                  <a:srgbClr val="3A3737"/>
                </a:solidFill>
                <a:latin typeface="Verdana"/>
                <a:cs typeface="Verdana"/>
              </a:rPr>
              <a:t> </a:t>
            </a:r>
            <a:r>
              <a:rPr sz="2000" spc="35" dirty="0">
                <a:solidFill>
                  <a:srgbClr val="3A3737"/>
                </a:solidFill>
                <a:latin typeface="Verdana"/>
                <a:cs typeface="Verdana"/>
              </a:rPr>
              <a:t>recalcula </a:t>
            </a:r>
            <a:r>
              <a:rPr sz="2000" dirty="0">
                <a:solidFill>
                  <a:srgbClr val="3A3737"/>
                </a:solidFill>
                <a:latin typeface="Verdana"/>
                <a:cs typeface="Verdana"/>
              </a:rPr>
              <a:t>constantemente</a:t>
            </a:r>
            <a:r>
              <a:rPr sz="2000" spc="5" dirty="0">
                <a:solidFill>
                  <a:srgbClr val="3A3737"/>
                </a:solidFill>
                <a:latin typeface="Verdana"/>
                <a:cs typeface="Verdana"/>
              </a:rPr>
              <a:t> la </a:t>
            </a:r>
            <a:r>
              <a:rPr sz="2000" spc="-5" dirty="0">
                <a:solidFill>
                  <a:srgbClr val="3A3737"/>
                </a:solidFill>
                <a:latin typeface="Verdana"/>
                <a:cs typeface="Verdana"/>
              </a:rPr>
              <a:t>distancia</a:t>
            </a:r>
            <a:r>
              <a:rPr sz="2000" dirty="0">
                <a:solidFill>
                  <a:srgbClr val="3A3737"/>
                </a:solidFill>
                <a:latin typeface="Verdana"/>
                <a:cs typeface="Verdana"/>
              </a:rPr>
              <a:t> </a:t>
            </a:r>
            <a:r>
              <a:rPr sz="2000" spc="-40" dirty="0">
                <a:solidFill>
                  <a:srgbClr val="3A3737"/>
                </a:solidFill>
                <a:latin typeface="Verdana"/>
                <a:cs typeface="Verdana"/>
              </a:rPr>
              <a:t>entre</a:t>
            </a:r>
            <a:r>
              <a:rPr sz="2000" spc="-35" dirty="0">
                <a:solidFill>
                  <a:srgbClr val="3A3737"/>
                </a:solidFill>
                <a:latin typeface="Verdana"/>
                <a:cs typeface="Verdana"/>
              </a:rPr>
              <a:t> </a:t>
            </a:r>
            <a:r>
              <a:rPr sz="2000" spc="-20" dirty="0">
                <a:solidFill>
                  <a:srgbClr val="3A3737"/>
                </a:solidFill>
                <a:latin typeface="Verdana"/>
                <a:cs typeface="Verdana"/>
              </a:rPr>
              <a:t>el</a:t>
            </a:r>
            <a:r>
              <a:rPr sz="2000" spc="-15" dirty="0">
                <a:solidFill>
                  <a:srgbClr val="3A3737"/>
                </a:solidFill>
                <a:latin typeface="Verdana"/>
                <a:cs typeface="Verdana"/>
              </a:rPr>
              <a:t> </a:t>
            </a:r>
            <a:r>
              <a:rPr sz="2000" spc="-75" dirty="0">
                <a:solidFill>
                  <a:srgbClr val="3A3737"/>
                </a:solidFill>
                <a:latin typeface="Verdana"/>
                <a:cs typeface="Verdana"/>
              </a:rPr>
              <a:t>dispositivo</a:t>
            </a:r>
            <a:r>
              <a:rPr sz="2000" spc="-70" dirty="0">
                <a:solidFill>
                  <a:srgbClr val="3A3737"/>
                </a:solidFill>
                <a:latin typeface="Verdana"/>
                <a:cs typeface="Verdana"/>
              </a:rPr>
              <a:t> </a:t>
            </a:r>
            <a:r>
              <a:rPr sz="2000" spc="-110" dirty="0">
                <a:solidFill>
                  <a:srgbClr val="3A3737"/>
                </a:solidFill>
                <a:latin typeface="Verdana"/>
                <a:cs typeface="Verdana"/>
              </a:rPr>
              <a:t>y</a:t>
            </a:r>
            <a:r>
              <a:rPr sz="2000" spc="-105" dirty="0">
                <a:solidFill>
                  <a:srgbClr val="3A3737"/>
                </a:solidFill>
                <a:latin typeface="Verdana"/>
                <a:cs typeface="Verdana"/>
              </a:rPr>
              <a:t> </a:t>
            </a:r>
            <a:r>
              <a:rPr sz="2000" spc="-20" dirty="0">
                <a:solidFill>
                  <a:srgbClr val="3A3737"/>
                </a:solidFill>
                <a:latin typeface="Verdana"/>
                <a:cs typeface="Verdana"/>
              </a:rPr>
              <a:t>el</a:t>
            </a:r>
            <a:r>
              <a:rPr sz="2000" spc="-15" dirty="0">
                <a:solidFill>
                  <a:srgbClr val="3A3737"/>
                </a:solidFill>
                <a:latin typeface="Verdana"/>
                <a:cs typeface="Verdana"/>
              </a:rPr>
              <a:t> </a:t>
            </a:r>
            <a:r>
              <a:rPr sz="2000" spc="-20" dirty="0">
                <a:solidFill>
                  <a:srgbClr val="3A3737"/>
                </a:solidFill>
                <a:latin typeface="Verdana"/>
                <a:cs typeface="Verdana"/>
              </a:rPr>
              <a:t>marcador; </a:t>
            </a:r>
            <a:r>
              <a:rPr sz="2000" spc="-15" dirty="0">
                <a:solidFill>
                  <a:srgbClr val="3A3737"/>
                </a:solidFill>
                <a:latin typeface="Verdana"/>
                <a:cs typeface="Verdana"/>
              </a:rPr>
              <a:t> </a:t>
            </a:r>
            <a:r>
              <a:rPr sz="2000" spc="40" dirty="0">
                <a:solidFill>
                  <a:srgbClr val="3A3737"/>
                </a:solidFill>
                <a:latin typeface="Verdana"/>
                <a:cs typeface="Verdana"/>
              </a:rPr>
              <a:t>recalculando </a:t>
            </a:r>
            <a:r>
              <a:rPr sz="2000" spc="95" dirty="0">
                <a:solidFill>
                  <a:srgbClr val="3A3737"/>
                </a:solidFill>
                <a:latin typeface="Verdana"/>
                <a:cs typeface="Verdana"/>
              </a:rPr>
              <a:t>como </a:t>
            </a:r>
            <a:r>
              <a:rPr sz="2000" spc="-70" dirty="0">
                <a:solidFill>
                  <a:srgbClr val="3A3737"/>
                </a:solidFill>
                <a:latin typeface="Verdana"/>
                <a:cs typeface="Verdana"/>
              </a:rPr>
              <a:t>muestra</a:t>
            </a:r>
            <a:r>
              <a:rPr sz="2000" spc="-65" dirty="0">
                <a:solidFill>
                  <a:srgbClr val="3A3737"/>
                </a:solidFill>
                <a:latin typeface="Verdana"/>
                <a:cs typeface="Verdana"/>
              </a:rPr>
              <a:t> </a:t>
            </a:r>
            <a:r>
              <a:rPr sz="2000" spc="-25" dirty="0">
                <a:solidFill>
                  <a:srgbClr val="3A3737"/>
                </a:solidFill>
                <a:latin typeface="Verdana"/>
                <a:cs typeface="Verdana"/>
              </a:rPr>
              <a:t>el</a:t>
            </a:r>
            <a:r>
              <a:rPr sz="2000" spc="-20" dirty="0">
                <a:solidFill>
                  <a:srgbClr val="3A3737"/>
                </a:solidFill>
                <a:latin typeface="Verdana"/>
                <a:cs typeface="Verdana"/>
              </a:rPr>
              <a:t> </a:t>
            </a:r>
            <a:r>
              <a:rPr sz="2000" dirty="0">
                <a:solidFill>
                  <a:srgbClr val="3A3737"/>
                </a:solidFill>
                <a:latin typeface="Verdana"/>
                <a:cs typeface="Verdana"/>
              </a:rPr>
              <a:t>objeto</a:t>
            </a:r>
            <a:r>
              <a:rPr sz="2000" spc="5" dirty="0">
                <a:solidFill>
                  <a:srgbClr val="3A3737"/>
                </a:solidFill>
                <a:latin typeface="Verdana"/>
                <a:cs typeface="Verdana"/>
              </a:rPr>
              <a:t> </a:t>
            </a:r>
            <a:r>
              <a:rPr sz="2000" spc="45" dirty="0">
                <a:solidFill>
                  <a:srgbClr val="3A3737"/>
                </a:solidFill>
                <a:latin typeface="Verdana"/>
                <a:cs typeface="Verdana"/>
              </a:rPr>
              <a:t>para </a:t>
            </a:r>
            <a:r>
              <a:rPr sz="2000" spc="5" dirty="0">
                <a:solidFill>
                  <a:srgbClr val="3A3737"/>
                </a:solidFill>
                <a:latin typeface="Verdana"/>
                <a:cs typeface="Verdana"/>
              </a:rPr>
              <a:t>crear</a:t>
            </a:r>
            <a:r>
              <a:rPr sz="2000" spc="10" dirty="0">
                <a:solidFill>
                  <a:srgbClr val="3A3737"/>
                </a:solidFill>
                <a:latin typeface="Verdana"/>
                <a:cs typeface="Verdana"/>
              </a:rPr>
              <a:t> </a:t>
            </a:r>
            <a:r>
              <a:rPr sz="2000" spc="5" dirty="0">
                <a:solidFill>
                  <a:srgbClr val="3A3737"/>
                </a:solidFill>
                <a:latin typeface="Verdana"/>
                <a:cs typeface="Verdana"/>
              </a:rPr>
              <a:t>la</a:t>
            </a:r>
            <a:r>
              <a:rPr sz="2000" spc="10" dirty="0">
                <a:solidFill>
                  <a:srgbClr val="3A3737"/>
                </a:solidFill>
                <a:latin typeface="Verdana"/>
                <a:cs typeface="Verdana"/>
              </a:rPr>
              <a:t> </a:t>
            </a:r>
            <a:r>
              <a:rPr sz="2000" spc="-110" dirty="0">
                <a:solidFill>
                  <a:srgbClr val="3A3737"/>
                </a:solidFill>
                <a:latin typeface="Verdana"/>
                <a:cs typeface="Verdana"/>
              </a:rPr>
              <a:t>ilusión</a:t>
            </a:r>
            <a:r>
              <a:rPr sz="2000" spc="-105" dirty="0">
                <a:solidFill>
                  <a:srgbClr val="3A3737"/>
                </a:solidFill>
                <a:latin typeface="Verdana"/>
                <a:cs typeface="Verdana"/>
              </a:rPr>
              <a:t> </a:t>
            </a:r>
            <a:r>
              <a:rPr sz="2000" spc="114" dirty="0">
                <a:solidFill>
                  <a:srgbClr val="3A3737"/>
                </a:solidFill>
                <a:latin typeface="Verdana"/>
                <a:cs typeface="Verdana"/>
              </a:rPr>
              <a:t>de </a:t>
            </a:r>
            <a:r>
              <a:rPr sz="2000" spc="50" dirty="0">
                <a:solidFill>
                  <a:srgbClr val="3A3737"/>
                </a:solidFill>
                <a:latin typeface="Verdana"/>
                <a:cs typeface="Verdana"/>
              </a:rPr>
              <a:t>que </a:t>
            </a:r>
            <a:r>
              <a:rPr sz="2000" spc="-25" dirty="0">
                <a:solidFill>
                  <a:srgbClr val="3A3737"/>
                </a:solidFill>
                <a:latin typeface="Verdana"/>
                <a:cs typeface="Verdana"/>
              </a:rPr>
              <a:t>está </a:t>
            </a:r>
            <a:r>
              <a:rPr sz="2000" spc="-20" dirty="0">
                <a:solidFill>
                  <a:srgbClr val="3A3737"/>
                </a:solidFill>
                <a:latin typeface="Verdana"/>
                <a:cs typeface="Verdana"/>
              </a:rPr>
              <a:t> </a:t>
            </a:r>
            <a:r>
              <a:rPr sz="2000" spc="20" dirty="0">
                <a:solidFill>
                  <a:srgbClr val="3A3737"/>
                </a:solidFill>
                <a:latin typeface="Verdana"/>
                <a:cs typeface="Verdana"/>
              </a:rPr>
              <a:t>perfectamente</a:t>
            </a:r>
            <a:r>
              <a:rPr sz="2000" spc="-175" dirty="0">
                <a:solidFill>
                  <a:srgbClr val="3A3737"/>
                </a:solidFill>
                <a:latin typeface="Verdana"/>
                <a:cs typeface="Verdana"/>
              </a:rPr>
              <a:t> </a:t>
            </a:r>
            <a:r>
              <a:rPr sz="2000" spc="15" dirty="0">
                <a:solidFill>
                  <a:srgbClr val="3A3737"/>
                </a:solidFill>
                <a:latin typeface="Verdana"/>
                <a:cs typeface="Verdana"/>
              </a:rPr>
              <a:t>adherido</a:t>
            </a:r>
            <a:r>
              <a:rPr sz="2000" spc="-160" dirty="0">
                <a:solidFill>
                  <a:srgbClr val="3A3737"/>
                </a:solidFill>
                <a:latin typeface="Verdana"/>
                <a:cs typeface="Verdana"/>
              </a:rPr>
              <a:t> </a:t>
            </a:r>
            <a:r>
              <a:rPr sz="2000" spc="5" dirty="0">
                <a:solidFill>
                  <a:srgbClr val="3A3737"/>
                </a:solidFill>
                <a:latin typeface="Verdana"/>
                <a:cs typeface="Verdana"/>
              </a:rPr>
              <a:t>al</a:t>
            </a:r>
            <a:r>
              <a:rPr sz="2000" spc="-155" dirty="0">
                <a:solidFill>
                  <a:srgbClr val="3A3737"/>
                </a:solidFill>
                <a:latin typeface="Verdana"/>
                <a:cs typeface="Verdana"/>
              </a:rPr>
              <a:t> </a:t>
            </a:r>
            <a:r>
              <a:rPr sz="2000" spc="5" dirty="0">
                <a:solidFill>
                  <a:srgbClr val="3A3737"/>
                </a:solidFill>
                <a:latin typeface="Verdana"/>
                <a:cs typeface="Verdana"/>
              </a:rPr>
              <a:t>marcador.</a:t>
            </a:r>
            <a:endParaRPr sz="2000" dirty="0">
              <a:latin typeface="Verdana"/>
              <a:cs typeface="Verdana"/>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81000" y="1405820"/>
            <a:ext cx="8686800" cy="2310889"/>
          </a:xfrm>
          <a:prstGeom prst="rect">
            <a:avLst/>
          </a:prstGeom>
        </p:spPr>
        <p:txBody>
          <a:bodyPr vert="horz" wrap="square" lIns="0" tIns="12700" rIns="0" bIns="0" rtlCol="0">
            <a:spAutoFit/>
          </a:bodyPr>
          <a:lstStyle/>
          <a:p>
            <a:pPr marL="12700" marR="5080" algn="just">
              <a:lnSpc>
                <a:spcPct val="107000"/>
              </a:lnSpc>
              <a:spcBef>
                <a:spcPts val="100"/>
              </a:spcBef>
            </a:pPr>
            <a:r>
              <a:rPr sz="1600" dirty="0">
                <a:solidFill>
                  <a:srgbClr val="3A3737"/>
                </a:solidFill>
                <a:latin typeface="Verdana"/>
                <a:cs typeface="Verdana"/>
              </a:rPr>
              <a:t>En términos técnicos, el marcador da dos  ordenes principales a una app de realidad  aumentada:</a:t>
            </a:r>
            <a:endParaRPr sz="1600" dirty="0">
              <a:latin typeface="Verdana"/>
              <a:cs typeface="Verdana"/>
            </a:endParaRPr>
          </a:p>
          <a:p>
            <a:pPr marL="241300" indent="-228600" algn="just">
              <a:spcBef>
                <a:spcPts val="969"/>
              </a:spcBef>
              <a:buAutoNum type="arabicPeriod"/>
              <a:tabLst>
                <a:tab pos="241300" algn="l"/>
              </a:tabLst>
            </a:pPr>
            <a:r>
              <a:rPr sz="1600" dirty="0">
                <a:solidFill>
                  <a:srgbClr val="3A3737"/>
                </a:solidFill>
                <a:latin typeface="Verdana"/>
                <a:cs typeface="Verdana"/>
              </a:rPr>
              <a:t>Carga el objeto X</a:t>
            </a:r>
            <a:endParaRPr sz="1600" dirty="0">
              <a:latin typeface="Verdana"/>
              <a:cs typeface="Verdana"/>
            </a:endParaRPr>
          </a:p>
          <a:p>
            <a:pPr marL="241300" marR="5080" indent="-228600" algn="just">
              <a:lnSpc>
                <a:spcPct val="107000"/>
              </a:lnSpc>
              <a:spcBef>
                <a:spcPts val="805"/>
              </a:spcBef>
              <a:buAutoNum type="arabicPeriod"/>
              <a:tabLst>
                <a:tab pos="241300" algn="l"/>
              </a:tabLst>
            </a:pPr>
            <a:r>
              <a:rPr sz="1600" dirty="0">
                <a:solidFill>
                  <a:srgbClr val="3A3737"/>
                </a:solidFill>
                <a:latin typeface="Verdana"/>
                <a:cs typeface="Verdana"/>
              </a:rPr>
              <a:t>El marcador supone la coordenada 0,0,0  que tiene el el objeto X para ser  colocado. De este modo la visión por  computación que trabaja de fondo,  recalcula constantemente la distancia  entre el dispositivo y el marcador;  recalculando como muestra el objeto  para crear la ilusión de que está  perfectamente adherido al marcador.</a:t>
            </a:r>
            <a:endParaRPr sz="1600" dirty="0">
              <a:latin typeface="Verdana"/>
              <a:cs typeface="Verdana"/>
            </a:endParaRPr>
          </a:p>
        </p:txBody>
      </p:sp>
      <p:pic>
        <p:nvPicPr>
          <p:cNvPr id="3" name="object 3"/>
          <p:cNvPicPr/>
          <p:nvPr/>
        </p:nvPicPr>
        <p:blipFill>
          <a:blip r:embed="rId2" cstate="print"/>
          <a:stretch>
            <a:fillRect/>
          </a:stretch>
        </p:blipFill>
        <p:spPr>
          <a:xfrm>
            <a:off x="1524000" y="3890739"/>
            <a:ext cx="5809488" cy="2708148"/>
          </a:xfrm>
          <a:prstGeom prst="rect">
            <a:avLst/>
          </a:prstGeom>
        </p:spPr>
      </p:pic>
      <p:sp>
        <p:nvSpPr>
          <p:cNvPr id="4" name="object 4"/>
          <p:cNvSpPr txBox="1">
            <a:spLocks noGrp="1"/>
          </p:cNvSpPr>
          <p:nvPr>
            <p:ph type="title"/>
          </p:nvPr>
        </p:nvSpPr>
        <p:spPr>
          <a:xfrm>
            <a:off x="609600" y="397003"/>
            <a:ext cx="6019800" cy="320601"/>
          </a:xfrm>
          <a:prstGeom prst="rect">
            <a:avLst/>
          </a:prstGeom>
        </p:spPr>
        <p:txBody>
          <a:bodyPr vert="horz" wrap="square" lIns="0" tIns="12700" rIns="0" bIns="0" rtlCol="0">
            <a:spAutoFit/>
          </a:bodyPr>
          <a:lstStyle/>
          <a:p>
            <a:pPr marL="12700">
              <a:spcBef>
                <a:spcPts val="100"/>
              </a:spcBef>
            </a:pPr>
            <a:r>
              <a:rPr spc="-85" dirty="0"/>
              <a:t>4.Formatos</a:t>
            </a:r>
            <a:r>
              <a:rPr spc="-60" dirty="0"/>
              <a:t> </a:t>
            </a:r>
            <a:r>
              <a:rPr spc="75" dirty="0"/>
              <a:t>de</a:t>
            </a:r>
            <a:r>
              <a:rPr spc="-45" dirty="0"/>
              <a:t> </a:t>
            </a:r>
            <a:r>
              <a:rPr spc="-65" dirty="0"/>
              <a:t>uso</a:t>
            </a:r>
            <a:r>
              <a:rPr spc="-35" dirty="0"/>
              <a:t> </a:t>
            </a:r>
            <a:r>
              <a:rPr spc="75" dirty="0"/>
              <a:t>de</a:t>
            </a:r>
            <a:r>
              <a:rPr spc="-30" dirty="0"/>
              <a:t> </a:t>
            </a:r>
            <a:r>
              <a:rPr spc="-5" dirty="0"/>
              <a:t>la</a:t>
            </a:r>
            <a:r>
              <a:rPr spc="-35" dirty="0"/>
              <a:t> </a:t>
            </a:r>
            <a:r>
              <a:rPr spc="-15" dirty="0"/>
              <a:t>Realidad</a:t>
            </a:r>
            <a:r>
              <a:rPr spc="-35" dirty="0"/>
              <a:t> </a:t>
            </a:r>
            <a:r>
              <a:rPr spc="10" dirty="0"/>
              <a:t>Aumentada</a:t>
            </a:r>
          </a:p>
        </p:txBody>
      </p:sp>
      <p:sp>
        <p:nvSpPr>
          <p:cNvPr id="5" name="object 5"/>
          <p:cNvSpPr txBox="1"/>
          <p:nvPr/>
        </p:nvSpPr>
        <p:spPr>
          <a:xfrm>
            <a:off x="381000" y="973386"/>
            <a:ext cx="2326005" cy="258404"/>
          </a:xfrm>
          <a:prstGeom prst="rect">
            <a:avLst/>
          </a:prstGeom>
        </p:spPr>
        <p:txBody>
          <a:bodyPr vert="horz" wrap="square" lIns="0" tIns="12065" rIns="0" bIns="0" rtlCol="0">
            <a:spAutoFit/>
          </a:bodyPr>
          <a:lstStyle/>
          <a:p>
            <a:pPr marL="12700">
              <a:spcBef>
                <a:spcPts val="95"/>
              </a:spcBef>
            </a:pPr>
            <a:r>
              <a:rPr sz="1600" b="1" spc="-135" dirty="0">
                <a:solidFill>
                  <a:srgbClr val="3A3737"/>
                </a:solidFill>
                <a:latin typeface="Tahoma"/>
                <a:cs typeface="Tahoma"/>
              </a:rPr>
              <a:t>1</a:t>
            </a:r>
            <a:r>
              <a:rPr sz="1600" b="1" spc="-55" dirty="0">
                <a:solidFill>
                  <a:srgbClr val="3A3737"/>
                </a:solidFill>
                <a:latin typeface="Tahoma"/>
                <a:cs typeface="Tahoma"/>
              </a:rPr>
              <a:t>.</a:t>
            </a:r>
            <a:r>
              <a:rPr sz="1600" b="1" spc="-10" dirty="0">
                <a:solidFill>
                  <a:srgbClr val="3A3737"/>
                </a:solidFill>
                <a:latin typeface="Tahoma"/>
                <a:cs typeface="Tahoma"/>
              </a:rPr>
              <a:t> </a:t>
            </a:r>
            <a:r>
              <a:rPr sz="1600" b="1" spc="50" dirty="0">
                <a:solidFill>
                  <a:srgbClr val="3A3737"/>
                </a:solidFill>
                <a:latin typeface="Tahoma"/>
                <a:cs typeface="Tahoma"/>
              </a:rPr>
              <a:t>Ma</a:t>
            </a:r>
            <a:r>
              <a:rPr sz="1600" b="1" spc="-185" dirty="0">
                <a:solidFill>
                  <a:srgbClr val="3A3737"/>
                </a:solidFill>
                <a:latin typeface="Tahoma"/>
                <a:cs typeface="Tahoma"/>
              </a:rPr>
              <a:t>r</a:t>
            </a:r>
            <a:r>
              <a:rPr sz="1600" b="1" spc="30" dirty="0">
                <a:solidFill>
                  <a:srgbClr val="3A3737"/>
                </a:solidFill>
                <a:latin typeface="Tahoma"/>
                <a:cs typeface="Tahoma"/>
              </a:rPr>
              <a:t>cador</a:t>
            </a:r>
            <a:r>
              <a:rPr sz="1600" b="1" spc="-85" dirty="0">
                <a:solidFill>
                  <a:srgbClr val="3A3737"/>
                </a:solidFill>
                <a:latin typeface="Tahoma"/>
                <a:cs typeface="Tahoma"/>
              </a:rPr>
              <a:t>es</a:t>
            </a:r>
            <a:r>
              <a:rPr sz="1600" b="1" spc="-75" dirty="0">
                <a:solidFill>
                  <a:srgbClr val="3A3737"/>
                </a:solidFill>
                <a:latin typeface="Tahoma"/>
                <a:cs typeface="Tahoma"/>
              </a:rPr>
              <a:t>/</a:t>
            </a:r>
            <a:r>
              <a:rPr sz="1600" b="1" spc="50" dirty="0">
                <a:solidFill>
                  <a:srgbClr val="3A3737"/>
                </a:solidFill>
                <a:latin typeface="Tahoma"/>
                <a:cs typeface="Tahoma"/>
              </a:rPr>
              <a:t>Ma</a:t>
            </a:r>
            <a:r>
              <a:rPr sz="1600" b="1" spc="-185" dirty="0">
                <a:solidFill>
                  <a:srgbClr val="3A3737"/>
                </a:solidFill>
                <a:latin typeface="Tahoma"/>
                <a:cs typeface="Tahoma"/>
              </a:rPr>
              <a:t>r</a:t>
            </a:r>
            <a:r>
              <a:rPr sz="1600" b="1" spc="-75" dirty="0">
                <a:solidFill>
                  <a:srgbClr val="3A3737"/>
                </a:solidFill>
                <a:latin typeface="Tahoma"/>
                <a:cs typeface="Tahoma"/>
              </a:rPr>
              <a:t>kers</a:t>
            </a:r>
            <a:endParaRPr sz="1600">
              <a:latin typeface="Tahoma"/>
              <a:cs typeface="Tahoma"/>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115815" y="1078770"/>
            <a:ext cx="156845" cy="638810"/>
          </a:xfrm>
          <a:prstGeom prst="rect">
            <a:avLst/>
          </a:prstGeom>
        </p:spPr>
        <p:txBody>
          <a:bodyPr vert="horz" wrap="square" lIns="0" tIns="1905" rIns="0" bIns="0" rtlCol="0">
            <a:spAutoFit/>
          </a:bodyPr>
          <a:lstStyle/>
          <a:p>
            <a:pPr marL="57785">
              <a:spcBef>
                <a:spcPts val="15"/>
              </a:spcBef>
            </a:pPr>
            <a:r>
              <a:rPr sz="2000" spc="-265" dirty="0">
                <a:solidFill>
                  <a:srgbClr val="3A3737"/>
                </a:solidFill>
                <a:latin typeface="Verdana"/>
                <a:cs typeface="Verdana"/>
              </a:rPr>
              <a:t>s</a:t>
            </a:r>
            <a:endParaRPr sz="2000">
              <a:latin typeface="Verdana"/>
              <a:cs typeface="Verdana"/>
            </a:endParaRPr>
          </a:p>
          <a:p>
            <a:pPr>
              <a:spcBef>
                <a:spcPts val="165"/>
              </a:spcBef>
            </a:pPr>
            <a:r>
              <a:rPr sz="2000" spc="-40" dirty="0">
                <a:solidFill>
                  <a:srgbClr val="3A3737"/>
                </a:solidFill>
                <a:latin typeface="Verdana"/>
                <a:cs typeface="Verdana"/>
              </a:rPr>
              <a:t>n</a:t>
            </a:r>
            <a:endParaRPr sz="2000">
              <a:latin typeface="Verdana"/>
              <a:cs typeface="Verdana"/>
            </a:endParaRPr>
          </a:p>
        </p:txBody>
      </p:sp>
      <p:grpSp>
        <p:nvGrpSpPr>
          <p:cNvPr id="3" name="object 3"/>
          <p:cNvGrpSpPr/>
          <p:nvPr/>
        </p:nvGrpSpPr>
        <p:grpSpPr>
          <a:xfrm>
            <a:off x="2286000" y="977034"/>
            <a:ext cx="6675120" cy="5726026"/>
            <a:chOff x="3557015" y="39623"/>
            <a:chExt cx="7741920" cy="6543040"/>
          </a:xfrm>
        </p:grpSpPr>
        <p:pic>
          <p:nvPicPr>
            <p:cNvPr id="4" name="object 4"/>
            <p:cNvPicPr/>
            <p:nvPr/>
          </p:nvPicPr>
          <p:blipFill>
            <a:blip r:embed="rId2" cstate="print"/>
            <a:stretch>
              <a:fillRect/>
            </a:stretch>
          </p:blipFill>
          <p:spPr>
            <a:xfrm>
              <a:off x="3557015" y="2055875"/>
              <a:ext cx="3144012" cy="4526280"/>
            </a:xfrm>
            <a:prstGeom prst="rect">
              <a:avLst/>
            </a:prstGeom>
          </p:spPr>
        </p:pic>
        <p:pic>
          <p:nvPicPr>
            <p:cNvPr id="5" name="object 5"/>
            <p:cNvPicPr/>
            <p:nvPr/>
          </p:nvPicPr>
          <p:blipFill>
            <a:blip r:embed="rId3" cstate="print"/>
            <a:stretch>
              <a:fillRect/>
            </a:stretch>
          </p:blipFill>
          <p:spPr>
            <a:xfrm>
              <a:off x="6701027" y="39623"/>
              <a:ext cx="4597908" cy="6542532"/>
            </a:xfrm>
            <a:prstGeom prst="rect">
              <a:avLst/>
            </a:prstGeom>
          </p:spPr>
        </p:pic>
      </p:grpSp>
      <p:sp>
        <p:nvSpPr>
          <p:cNvPr id="6" name="object 6"/>
          <p:cNvSpPr txBox="1">
            <a:spLocks noGrp="1"/>
          </p:cNvSpPr>
          <p:nvPr>
            <p:ph type="ctrTitle"/>
          </p:nvPr>
        </p:nvSpPr>
        <p:spPr>
          <a:xfrm>
            <a:off x="1828800" y="180785"/>
            <a:ext cx="4263390" cy="628377"/>
          </a:xfrm>
          <a:prstGeom prst="rect">
            <a:avLst/>
          </a:prstGeom>
        </p:spPr>
        <p:txBody>
          <a:bodyPr vert="horz" wrap="square" lIns="0" tIns="12700" rIns="0" bIns="0" rtlCol="0">
            <a:spAutoFit/>
          </a:bodyPr>
          <a:lstStyle/>
          <a:p>
            <a:pPr marL="12700">
              <a:spcBef>
                <a:spcPts val="100"/>
              </a:spcBef>
            </a:pPr>
            <a:r>
              <a:rPr spc="-85" dirty="0"/>
              <a:t>4.Formatos</a:t>
            </a:r>
            <a:r>
              <a:rPr spc="-60" dirty="0"/>
              <a:t> </a:t>
            </a:r>
            <a:r>
              <a:rPr spc="75" dirty="0"/>
              <a:t>de</a:t>
            </a:r>
            <a:r>
              <a:rPr spc="-45" dirty="0"/>
              <a:t> </a:t>
            </a:r>
            <a:r>
              <a:rPr spc="-65" dirty="0"/>
              <a:t>uso</a:t>
            </a:r>
            <a:r>
              <a:rPr spc="-35" dirty="0"/>
              <a:t> </a:t>
            </a:r>
            <a:r>
              <a:rPr spc="75" dirty="0"/>
              <a:t>de</a:t>
            </a:r>
            <a:r>
              <a:rPr spc="-30" dirty="0"/>
              <a:t> </a:t>
            </a:r>
            <a:r>
              <a:rPr spc="-5" dirty="0"/>
              <a:t>la</a:t>
            </a:r>
            <a:r>
              <a:rPr spc="-35" dirty="0"/>
              <a:t> </a:t>
            </a:r>
            <a:r>
              <a:rPr spc="-15" dirty="0"/>
              <a:t>Realidad</a:t>
            </a:r>
            <a:r>
              <a:rPr spc="-35" dirty="0"/>
              <a:t> </a:t>
            </a:r>
            <a:r>
              <a:rPr spc="10" dirty="0"/>
              <a:t>Aumentada</a:t>
            </a:r>
          </a:p>
        </p:txBody>
      </p:sp>
      <p:sp>
        <p:nvSpPr>
          <p:cNvPr id="7" name="object 7"/>
          <p:cNvSpPr txBox="1"/>
          <p:nvPr/>
        </p:nvSpPr>
        <p:spPr>
          <a:xfrm>
            <a:off x="533400" y="1177516"/>
            <a:ext cx="4582415" cy="1271758"/>
          </a:xfrm>
          <a:prstGeom prst="rect">
            <a:avLst/>
          </a:prstGeom>
        </p:spPr>
        <p:txBody>
          <a:bodyPr vert="horz" wrap="square" lIns="0" tIns="12065" rIns="0" bIns="0" rtlCol="0">
            <a:spAutoFit/>
          </a:bodyPr>
          <a:lstStyle/>
          <a:p>
            <a:pPr marL="469900">
              <a:spcBef>
                <a:spcPts val="95"/>
              </a:spcBef>
            </a:pPr>
            <a:r>
              <a:rPr sz="1600" b="1" spc="-135" dirty="0">
                <a:solidFill>
                  <a:srgbClr val="3A3737"/>
                </a:solidFill>
                <a:latin typeface="Tahoma"/>
                <a:cs typeface="Tahoma"/>
              </a:rPr>
              <a:t>1</a:t>
            </a:r>
            <a:r>
              <a:rPr sz="1600" b="1" spc="-55" dirty="0">
                <a:solidFill>
                  <a:srgbClr val="3A3737"/>
                </a:solidFill>
                <a:latin typeface="Tahoma"/>
                <a:cs typeface="Tahoma"/>
              </a:rPr>
              <a:t>.</a:t>
            </a:r>
            <a:r>
              <a:rPr sz="1600" b="1" spc="-10" dirty="0">
                <a:solidFill>
                  <a:srgbClr val="3A3737"/>
                </a:solidFill>
                <a:latin typeface="Tahoma"/>
                <a:cs typeface="Tahoma"/>
              </a:rPr>
              <a:t> </a:t>
            </a:r>
            <a:r>
              <a:rPr sz="1600" b="1" spc="50" dirty="0">
                <a:solidFill>
                  <a:srgbClr val="3A3737"/>
                </a:solidFill>
                <a:latin typeface="Tahoma"/>
                <a:cs typeface="Tahoma"/>
              </a:rPr>
              <a:t>Ma</a:t>
            </a:r>
            <a:r>
              <a:rPr sz="1600" b="1" spc="-185" dirty="0">
                <a:solidFill>
                  <a:srgbClr val="3A3737"/>
                </a:solidFill>
                <a:latin typeface="Tahoma"/>
                <a:cs typeface="Tahoma"/>
              </a:rPr>
              <a:t>r</a:t>
            </a:r>
            <a:r>
              <a:rPr sz="1600" b="1" spc="30" dirty="0">
                <a:solidFill>
                  <a:srgbClr val="3A3737"/>
                </a:solidFill>
                <a:latin typeface="Tahoma"/>
                <a:cs typeface="Tahoma"/>
              </a:rPr>
              <a:t>cador</a:t>
            </a:r>
            <a:r>
              <a:rPr sz="1600" b="1" spc="-85" dirty="0">
                <a:solidFill>
                  <a:srgbClr val="3A3737"/>
                </a:solidFill>
                <a:latin typeface="Tahoma"/>
                <a:cs typeface="Tahoma"/>
              </a:rPr>
              <a:t>es</a:t>
            </a:r>
            <a:r>
              <a:rPr sz="1600" b="1" spc="-75" dirty="0">
                <a:solidFill>
                  <a:srgbClr val="3A3737"/>
                </a:solidFill>
                <a:latin typeface="Tahoma"/>
                <a:cs typeface="Tahoma"/>
              </a:rPr>
              <a:t>/</a:t>
            </a:r>
            <a:r>
              <a:rPr sz="1600" b="1" spc="50" dirty="0">
                <a:solidFill>
                  <a:srgbClr val="3A3737"/>
                </a:solidFill>
                <a:latin typeface="Tahoma"/>
                <a:cs typeface="Tahoma"/>
              </a:rPr>
              <a:t>Ma</a:t>
            </a:r>
            <a:r>
              <a:rPr sz="1600" b="1" spc="-185" dirty="0">
                <a:solidFill>
                  <a:srgbClr val="3A3737"/>
                </a:solidFill>
                <a:latin typeface="Tahoma"/>
                <a:cs typeface="Tahoma"/>
              </a:rPr>
              <a:t>r</a:t>
            </a:r>
            <a:r>
              <a:rPr sz="1600" b="1" spc="-75" dirty="0">
                <a:solidFill>
                  <a:srgbClr val="3A3737"/>
                </a:solidFill>
                <a:latin typeface="Tahoma"/>
                <a:cs typeface="Tahoma"/>
              </a:rPr>
              <a:t>kers</a:t>
            </a:r>
            <a:endParaRPr sz="1600" dirty="0">
              <a:latin typeface="Tahoma"/>
              <a:cs typeface="Tahoma"/>
            </a:endParaRPr>
          </a:p>
          <a:p>
            <a:pPr>
              <a:spcBef>
                <a:spcPts val="35"/>
              </a:spcBef>
            </a:pPr>
            <a:endParaRPr sz="1600" dirty="0">
              <a:latin typeface="Tahoma"/>
              <a:cs typeface="Tahoma"/>
            </a:endParaRPr>
          </a:p>
          <a:p>
            <a:pPr marL="12700" marR="5080" algn="just">
              <a:lnSpc>
                <a:spcPct val="107000"/>
              </a:lnSpc>
              <a:spcBef>
                <a:spcPts val="5"/>
              </a:spcBef>
            </a:pPr>
            <a:r>
              <a:rPr sz="1600" spc="-55" dirty="0">
                <a:solidFill>
                  <a:srgbClr val="3A3737"/>
                </a:solidFill>
                <a:latin typeface="Verdana"/>
                <a:cs typeface="Verdana"/>
              </a:rPr>
              <a:t>Ejemplo</a:t>
            </a:r>
            <a:r>
              <a:rPr sz="1600" spc="-50" dirty="0">
                <a:solidFill>
                  <a:srgbClr val="3A3737"/>
                </a:solidFill>
                <a:latin typeface="Verdana"/>
                <a:cs typeface="Verdana"/>
              </a:rPr>
              <a:t> </a:t>
            </a:r>
            <a:r>
              <a:rPr sz="1600" spc="25" dirty="0">
                <a:solidFill>
                  <a:srgbClr val="3A3737"/>
                </a:solidFill>
                <a:latin typeface="Verdana"/>
                <a:cs typeface="Verdana"/>
              </a:rPr>
              <a:t>marcador</a:t>
            </a:r>
            <a:r>
              <a:rPr sz="1600" spc="30" dirty="0">
                <a:solidFill>
                  <a:srgbClr val="3A3737"/>
                </a:solidFill>
                <a:latin typeface="Verdana"/>
                <a:cs typeface="Verdana"/>
              </a:rPr>
              <a:t> </a:t>
            </a:r>
            <a:r>
              <a:rPr sz="1600" spc="100" dirty="0">
                <a:solidFill>
                  <a:srgbClr val="3A3737"/>
                </a:solidFill>
                <a:latin typeface="Verdana"/>
                <a:cs typeface="Verdana"/>
              </a:rPr>
              <a:t>con </a:t>
            </a:r>
            <a:r>
              <a:rPr sz="1600" spc="-160" dirty="0">
                <a:solidFill>
                  <a:srgbClr val="3A3737"/>
                </a:solidFill>
                <a:latin typeface="Verdana"/>
                <a:cs typeface="Verdana"/>
              </a:rPr>
              <a:t>su</a:t>
            </a:r>
            <a:r>
              <a:rPr sz="1600" spc="-155" dirty="0">
                <a:solidFill>
                  <a:srgbClr val="3A3737"/>
                </a:solidFill>
                <a:latin typeface="Verdana"/>
                <a:cs typeface="Verdana"/>
              </a:rPr>
              <a:t> </a:t>
            </a:r>
            <a:r>
              <a:rPr sz="1600" spc="-100" dirty="0">
                <a:solidFill>
                  <a:srgbClr val="3A3737"/>
                </a:solidFill>
                <a:latin typeface="Verdana"/>
                <a:cs typeface="Verdana"/>
              </a:rPr>
              <a:t>análisis.</a:t>
            </a:r>
            <a:r>
              <a:rPr sz="1600" spc="-95" dirty="0">
                <a:solidFill>
                  <a:srgbClr val="3A3737"/>
                </a:solidFill>
                <a:latin typeface="Verdana"/>
                <a:cs typeface="Verdana"/>
              </a:rPr>
              <a:t> </a:t>
            </a:r>
            <a:r>
              <a:rPr sz="1600" dirty="0">
                <a:solidFill>
                  <a:srgbClr val="3A3737"/>
                </a:solidFill>
                <a:latin typeface="Verdana"/>
                <a:cs typeface="Verdana"/>
              </a:rPr>
              <a:t>Cuantos</a:t>
            </a:r>
            <a:r>
              <a:rPr sz="1600" spc="5" dirty="0">
                <a:solidFill>
                  <a:srgbClr val="3A3737"/>
                </a:solidFill>
                <a:latin typeface="Verdana"/>
                <a:cs typeface="Verdana"/>
              </a:rPr>
              <a:t> </a:t>
            </a:r>
            <a:r>
              <a:rPr sz="1600" spc="50" dirty="0">
                <a:solidFill>
                  <a:srgbClr val="3A3737"/>
                </a:solidFill>
                <a:latin typeface="Verdana"/>
                <a:cs typeface="Verdana"/>
              </a:rPr>
              <a:t>má </a:t>
            </a:r>
            <a:r>
              <a:rPr sz="1600" spc="55" dirty="0">
                <a:solidFill>
                  <a:srgbClr val="3A3737"/>
                </a:solidFill>
                <a:latin typeface="Verdana"/>
                <a:cs typeface="Verdana"/>
              </a:rPr>
              <a:t> </a:t>
            </a:r>
            <a:r>
              <a:rPr sz="1600" spc="-45" dirty="0">
                <a:solidFill>
                  <a:srgbClr val="3A3737"/>
                </a:solidFill>
                <a:latin typeface="Verdana"/>
                <a:cs typeface="Verdana"/>
              </a:rPr>
              <a:t>puntos </a:t>
            </a:r>
            <a:r>
              <a:rPr sz="1600" spc="-70" dirty="0">
                <a:solidFill>
                  <a:srgbClr val="3A3737"/>
                </a:solidFill>
                <a:latin typeface="Verdana"/>
                <a:cs typeface="Verdana"/>
              </a:rPr>
              <a:t>amarillos </a:t>
            </a:r>
            <a:r>
              <a:rPr sz="1600" spc="-80" dirty="0">
                <a:solidFill>
                  <a:srgbClr val="3A3737"/>
                </a:solidFill>
                <a:latin typeface="Verdana"/>
                <a:cs typeface="Verdana"/>
              </a:rPr>
              <a:t>mejor </a:t>
            </a:r>
            <a:r>
              <a:rPr sz="1600" spc="100" dirty="0">
                <a:solidFill>
                  <a:srgbClr val="3A3737"/>
                </a:solidFill>
                <a:latin typeface="Verdana"/>
                <a:cs typeface="Verdana"/>
              </a:rPr>
              <a:t>(cada </a:t>
            </a:r>
            <a:r>
              <a:rPr sz="1600" dirty="0">
                <a:solidFill>
                  <a:srgbClr val="3A3737"/>
                </a:solidFill>
                <a:latin typeface="Verdana"/>
                <a:cs typeface="Verdana"/>
              </a:rPr>
              <a:t>punto </a:t>
            </a:r>
            <a:r>
              <a:rPr sz="1600" spc="-45" dirty="0">
                <a:solidFill>
                  <a:srgbClr val="3A3737"/>
                </a:solidFill>
                <a:latin typeface="Verdana"/>
                <a:cs typeface="Verdana"/>
              </a:rPr>
              <a:t>amarillo </a:t>
            </a:r>
            <a:r>
              <a:rPr sz="1600" spc="-75" dirty="0">
                <a:solidFill>
                  <a:srgbClr val="3A3737"/>
                </a:solidFill>
                <a:latin typeface="Verdana"/>
                <a:cs typeface="Verdana"/>
              </a:rPr>
              <a:t>es </a:t>
            </a:r>
            <a:r>
              <a:rPr sz="1600" spc="-45" dirty="0">
                <a:solidFill>
                  <a:srgbClr val="3A3737"/>
                </a:solidFill>
                <a:latin typeface="Verdana"/>
                <a:cs typeface="Verdana"/>
              </a:rPr>
              <a:t>u </a:t>
            </a:r>
            <a:r>
              <a:rPr sz="1600" spc="-40" dirty="0">
                <a:solidFill>
                  <a:srgbClr val="3A3737"/>
                </a:solidFill>
                <a:latin typeface="Verdana"/>
                <a:cs typeface="Verdana"/>
              </a:rPr>
              <a:t> </a:t>
            </a:r>
            <a:r>
              <a:rPr sz="1600" spc="30" dirty="0">
                <a:solidFill>
                  <a:srgbClr val="3A3737"/>
                </a:solidFill>
                <a:latin typeface="Verdana"/>
                <a:cs typeface="Verdana"/>
              </a:rPr>
              <a:t>p</a:t>
            </a:r>
            <a:r>
              <a:rPr sz="1600" spc="35" dirty="0">
                <a:solidFill>
                  <a:srgbClr val="3A3737"/>
                </a:solidFill>
                <a:latin typeface="Verdana"/>
                <a:cs typeface="Verdana"/>
              </a:rPr>
              <a:t>u</a:t>
            </a:r>
            <a:r>
              <a:rPr sz="1600" spc="-95" dirty="0">
                <a:solidFill>
                  <a:srgbClr val="3A3737"/>
                </a:solidFill>
                <a:latin typeface="Verdana"/>
                <a:cs typeface="Verdana"/>
              </a:rPr>
              <a:t>n</a:t>
            </a:r>
            <a:r>
              <a:rPr sz="1600" spc="-45" dirty="0">
                <a:solidFill>
                  <a:srgbClr val="3A3737"/>
                </a:solidFill>
                <a:latin typeface="Verdana"/>
                <a:cs typeface="Verdana"/>
              </a:rPr>
              <a:t>t</a:t>
            </a:r>
            <a:r>
              <a:rPr sz="1600" spc="95" dirty="0">
                <a:solidFill>
                  <a:srgbClr val="3A3737"/>
                </a:solidFill>
                <a:latin typeface="Verdana"/>
                <a:cs typeface="Verdana"/>
              </a:rPr>
              <a:t>o</a:t>
            </a:r>
            <a:r>
              <a:rPr sz="1600" spc="-190" dirty="0">
                <a:solidFill>
                  <a:srgbClr val="3A3737"/>
                </a:solidFill>
                <a:latin typeface="Verdana"/>
                <a:cs typeface="Verdana"/>
              </a:rPr>
              <a:t> </a:t>
            </a:r>
            <a:r>
              <a:rPr sz="1600" spc="114" dirty="0">
                <a:solidFill>
                  <a:srgbClr val="3A3737"/>
                </a:solidFill>
                <a:latin typeface="Verdana"/>
                <a:cs typeface="Verdana"/>
              </a:rPr>
              <a:t>de</a:t>
            </a:r>
            <a:r>
              <a:rPr sz="1600" spc="-150" dirty="0">
                <a:solidFill>
                  <a:srgbClr val="3A3737"/>
                </a:solidFill>
                <a:latin typeface="Verdana"/>
                <a:cs typeface="Verdana"/>
              </a:rPr>
              <a:t> </a:t>
            </a:r>
            <a:r>
              <a:rPr sz="1600" spc="-100" dirty="0">
                <a:solidFill>
                  <a:srgbClr val="3A3737"/>
                </a:solidFill>
                <a:latin typeface="Verdana"/>
                <a:cs typeface="Verdana"/>
              </a:rPr>
              <a:t>t</a:t>
            </a:r>
            <a:r>
              <a:rPr sz="1600" spc="-5" dirty="0">
                <a:solidFill>
                  <a:srgbClr val="3A3737"/>
                </a:solidFill>
                <a:latin typeface="Verdana"/>
                <a:cs typeface="Verdana"/>
              </a:rPr>
              <a:t>rack</a:t>
            </a:r>
            <a:r>
              <a:rPr sz="1600" spc="-180" dirty="0">
                <a:solidFill>
                  <a:srgbClr val="3A3737"/>
                </a:solidFill>
                <a:latin typeface="Verdana"/>
                <a:cs typeface="Verdana"/>
              </a:rPr>
              <a:t>)</a:t>
            </a:r>
            <a:r>
              <a:rPr sz="1600" spc="-175" dirty="0">
                <a:solidFill>
                  <a:srgbClr val="3A3737"/>
                </a:solidFill>
                <a:latin typeface="Verdana"/>
                <a:cs typeface="Verdana"/>
              </a:rPr>
              <a:t>.</a:t>
            </a:r>
            <a:endParaRPr sz="1600" dirty="0">
              <a:latin typeface="Verdana"/>
              <a:cs typeface="Verdana"/>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981200" y="304800"/>
            <a:ext cx="4262914" cy="628377"/>
          </a:xfrm>
          <a:prstGeom prst="rect">
            <a:avLst/>
          </a:prstGeom>
        </p:spPr>
        <p:txBody>
          <a:bodyPr vert="horz" wrap="square" lIns="0" tIns="12700" rIns="0" bIns="0" rtlCol="0">
            <a:spAutoFit/>
          </a:bodyPr>
          <a:lstStyle/>
          <a:p>
            <a:pPr marL="12700">
              <a:spcBef>
                <a:spcPts val="100"/>
              </a:spcBef>
            </a:pPr>
            <a:r>
              <a:rPr spc="-85" dirty="0"/>
              <a:t>4.Formatos</a:t>
            </a:r>
            <a:r>
              <a:rPr spc="-60" dirty="0"/>
              <a:t> </a:t>
            </a:r>
            <a:r>
              <a:rPr spc="75" dirty="0"/>
              <a:t>de</a:t>
            </a:r>
            <a:r>
              <a:rPr spc="-45" dirty="0"/>
              <a:t> </a:t>
            </a:r>
            <a:r>
              <a:rPr spc="-65" dirty="0"/>
              <a:t>uso</a:t>
            </a:r>
            <a:r>
              <a:rPr spc="-35" dirty="0"/>
              <a:t> </a:t>
            </a:r>
            <a:r>
              <a:rPr spc="75" dirty="0"/>
              <a:t>de</a:t>
            </a:r>
            <a:r>
              <a:rPr spc="-30" dirty="0"/>
              <a:t> </a:t>
            </a:r>
            <a:r>
              <a:rPr spc="-5" dirty="0"/>
              <a:t>la</a:t>
            </a:r>
            <a:r>
              <a:rPr spc="-35" dirty="0"/>
              <a:t> </a:t>
            </a:r>
            <a:r>
              <a:rPr spc="-15" dirty="0"/>
              <a:t>Realidad</a:t>
            </a:r>
            <a:r>
              <a:rPr spc="-35" dirty="0"/>
              <a:t> </a:t>
            </a:r>
            <a:r>
              <a:rPr spc="10" dirty="0"/>
              <a:t>Aumentada</a:t>
            </a:r>
          </a:p>
        </p:txBody>
      </p:sp>
      <p:sp>
        <p:nvSpPr>
          <p:cNvPr id="3" name="object 3"/>
          <p:cNvSpPr txBox="1"/>
          <p:nvPr/>
        </p:nvSpPr>
        <p:spPr>
          <a:xfrm>
            <a:off x="685800" y="1219200"/>
            <a:ext cx="7933055" cy="5236755"/>
          </a:xfrm>
          <a:prstGeom prst="rect">
            <a:avLst/>
          </a:prstGeom>
        </p:spPr>
        <p:txBody>
          <a:bodyPr vert="horz" wrap="square" lIns="0" tIns="12065" rIns="0" bIns="0" rtlCol="0">
            <a:spAutoFit/>
          </a:bodyPr>
          <a:lstStyle/>
          <a:p>
            <a:pPr marL="469900">
              <a:spcBef>
                <a:spcPts val="95"/>
              </a:spcBef>
            </a:pPr>
            <a:r>
              <a:rPr sz="1600" b="1" spc="-135" dirty="0">
                <a:solidFill>
                  <a:srgbClr val="3A3737"/>
                </a:solidFill>
                <a:latin typeface="Tahoma"/>
                <a:cs typeface="Tahoma"/>
              </a:rPr>
              <a:t>1</a:t>
            </a:r>
            <a:r>
              <a:rPr sz="1600" b="1" spc="-55" dirty="0">
                <a:solidFill>
                  <a:srgbClr val="3A3737"/>
                </a:solidFill>
                <a:latin typeface="Tahoma"/>
                <a:cs typeface="Tahoma"/>
              </a:rPr>
              <a:t>.</a:t>
            </a:r>
            <a:r>
              <a:rPr sz="1600" b="1" spc="-10" dirty="0">
                <a:solidFill>
                  <a:srgbClr val="3A3737"/>
                </a:solidFill>
                <a:latin typeface="Tahoma"/>
                <a:cs typeface="Tahoma"/>
              </a:rPr>
              <a:t> </a:t>
            </a:r>
            <a:r>
              <a:rPr sz="1600" b="1" spc="50" dirty="0">
                <a:solidFill>
                  <a:srgbClr val="3A3737"/>
                </a:solidFill>
                <a:latin typeface="Tahoma"/>
                <a:cs typeface="Tahoma"/>
              </a:rPr>
              <a:t>Ma</a:t>
            </a:r>
            <a:r>
              <a:rPr sz="1600" b="1" spc="-185" dirty="0">
                <a:solidFill>
                  <a:srgbClr val="3A3737"/>
                </a:solidFill>
                <a:latin typeface="Tahoma"/>
                <a:cs typeface="Tahoma"/>
              </a:rPr>
              <a:t>r</a:t>
            </a:r>
            <a:r>
              <a:rPr sz="1600" b="1" spc="30" dirty="0">
                <a:solidFill>
                  <a:srgbClr val="3A3737"/>
                </a:solidFill>
                <a:latin typeface="Tahoma"/>
                <a:cs typeface="Tahoma"/>
              </a:rPr>
              <a:t>cador</a:t>
            </a:r>
            <a:r>
              <a:rPr sz="1600" b="1" spc="-85" dirty="0">
                <a:solidFill>
                  <a:srgbClr val="3A3737"/>
                </a:solidFill>
                <a:latin typeface="Tahoma"/>
                <a:cs typeface="Tahoma"/>
              </a:rPr>
              <a:t>es</a:t>
            </a:r>
            <a:r>
              <a:rPr sz="1600" b="1" spc="-75" dirty="0">
                <a:solidFill>
                  <a:srgbClr val="3A3737"/>
                </a:solidFill>
                <a:latin typeface="Tahoma"/>
                <a:cs typeface="Tahoma"/>
              </a:rPr>
              <a:t>/</a:t>
            </a:r>
            <a:r>
              <a:rPr sz="1600" b="1" spc="50" dirty="0">
                <a:solidFill>
                  <a:srgbClr val="3A3737"/>
                </a:solidFill>
                <a:latin typeface="Tahoma"/>
                <a:cs typeface="Tahoma"/>
              </a:rPr>
              <a:t>Ma</a:t>
            </a:r>
            <a:r>
              <a:rPr sz="1600" b="1" spc="-185" dirty="0">
                <a:solidFill>
                  <a:srgbClr val="3A3737"/>
                </a:solidFill>
                <a:latin typeface="Tahoma"/>
                <a:cs typeface="Tahoma"/>
              </a:rPr>
              <a:t>r</a:t>
            </a:r>
            <a:r>
              <a:rPr sz="1600" b="1" spc="-75" dirty="0">
                <a:solidFill>
                  <a:srgbClr val="3A3737"/>
                </a:solidFill>
                <a:latin typeface="Tahoma"/>
                <a:cs typeface="Tahoma"/>
              </a:rPr>
              <a:t>kers</a:t>
            </a:r>
            <a:endParaRPr sz="1600" dirty="0">
              <a:latin typeface="Tahoma"/>
              <a:cs typeface="Tahoma"/>
            </a:endParaRPr>
          </a:p>
          <a:p>
            <a:pPr>
              <a:spcBef>
                <a:spcPts val="35"/>
              </a:spcBef>
            </a:pPr>
            <a:endParaRPr sz="2200" dirty="0">
              <a:latin typeface="Tahoma"/>
              <a:cs typeface="Tahoma"/>
            </a:endParaRPr>
          </a:p>
          <a:p>
            <a:pPr marL="355600" marR="5080" indent="-342900" algn="just">
              <a:lnSpc>
                <a:spcPct val="107000"/>
              </a:lnSpc>
              <a:spcBef>
                <a:spcPts val="5"/>
              </a:spcBef>
              <a:buFont typeface="Arial MT"/>
              <a:buChar char="•"/>
              <a:tabLst>
                <a:tab pos="355600" algn="l"/>
              </a:tabLst>
            </a:pPr>
            <a:r>
              <a:rPr sz="2000" spc="15" dirty="0">
                <a:solidFill>
                  <a:srgbClr val="3A3737"/>
                </a:solidFill>
                <a:latin typeface="Verdana"/>
                <a:cs typeface="Verdana"/>
              </a:rPr>
              <a:t>Para </a:t>
            </a:r>
            <a:r>
              <a:rPr sz="2000" spc="10" dirty="0">
                <a:solidFill>
                  <a:srgbClr val="3A3737"/>
                </a:solidFill>
                <a:latin typeface="Verdana"/>
                <a:cs typeface="Verdana"/>
              </a:rPr>
              <a:t>la </a:t>
            </a:r>
            <a:r>
              <a:rPr sz="2000" spc="15" dirty="0">
                <a:solidFill>
                  <a:srgbClr val="3A3737"/>
                </a:solidFill>
                <a:latin typeface="Verdana"/>
                <a:cs typeface="Verdana"/>
              </a:rPr>
              <a:t>programación </a:t>
            </a:r>
            <a:r>
              <a:rPr sz="2000" spc="114" dirty="0">
                <a:solidFill>
                  <a:srgbClr val="3A3737"/>
                </a:solidFill>
                <a:latin typeface="Verdana"/>
                <a:cs typeface="Verdana"/>
              </a:rPr>
              <a:t>de </a:t>
            </a:r>
            <a:r>
              <a:rPr sz="2000" spc="15" dirty="0">
                <a:solidFill>
                  <a:srgbClr val="3A3737"/>
                </a:solidFill>
                <a:latin typeface="Verdana"/>
                <a:cs typeface="Verdana"/>
              </a:rPr>
              <a:t>reconocimiento </a:t>
            </a:r>
            <a:r>
              <a:rPr sz="2000" spc="114" dirty="0">
                <a:solidFill>
                  <a:srgbClr val="3A3737"/>
                </a:solidFill>
                <a:latin typeface="Verdana"/>
                <a:cs typeface="Verdana"/>
              </a:rPr>
              <a:t>de </a:t>
            </a:r>
            <a:r>
              <a:rPr sz="2000" spc="5" dirty="0">
                <a:solidFill>
                  <a:srgbClr val="3A3737"/>
                </a:solidFill>
                <a:latin typeface="Verdana"/>
                <a:cs typeface="Verdana"/>
              </a:rPr>
              <a:t>marcadores </a:t>
            </a:r>
            <a:r>
              <a:rPr sz="2000" spc="-80" dirty="0">
                <a:solidFill>
                  <a:srgbClr val="3A3737"/>
                </a:solidFill>
                <a:latin typeface="Verdana"/>
                <a:cs typeface="Verdana"/>
              </a:rPr>
              <a:t>se </a:t>
            </a:r>
            <a:r>
              <a:rPr sz="2000" spc="-90" dirty="0">
                <a:solidFill>
                  <a:srgbClr val="3A3737"/>
                </a:solidFill>
                <a:latin typeface="Verdana"/>
                <a:cs typeface="Verdana"/>
              </a:rPr>
              <a:t>utilizan </a:t>
            </a:r>
            <a:r>
              <a:rPr sz="2000" spc="-215" dirty="0">
                <a:solidFill>
                  <a:srgbClr val="3A3737"/>
                </a:solidFill>
                <a:latin typeface="Verdana"/>
                <a:cs typeface="Verdana"/>
              </a:rPr>
              <a:t>SDK </a:t>
            </a:r>
            <a:r>
              <a:rPr sz="2000" spc="-690" dirty="0">
                <a:solidFill>
                  <a:srgbClr val="3A3737"/>
                </a:solidFill>
                <a:latin typeface="Verdana"/>
                <a:cs typeface="Verdana"/>
              </a:rPr>
              <a:t> </a:t>
            </a:r>
            <a:r>
              <a:rPr sz="2000" spc="-165" dirty="0">
                <a:solidFill>
                  <a:srgbClr val="3A3737"/>
                </a:solidFill>
                <a:latin typeface="Verdana"/>
                <a:cs typeface="Verdana"/>
              </a:rPr>
              <a:t>(Kit</a:t>
            </a:r>
            <a:r>
              <a:rPr sz="2000" spc="-160" dirty="0">
                <a:solidFill>
                  <a:srgbClr val="3A3737"/>
                </a:solidFill>
                <a:latin typeface="Verdana"/>
                <a:cs typeface="Verdana"/>
              </a:rPr>
              <a:t> </a:t>
            </a:r>
            <a:r>
              <a:rPr sz="2000" spc="114" dirty="0">
                <a:solidFill>
                  <a:srgbClr val="3A3737"/>
                </a:solidFill>
                <a:latin typeface="Verdana"/>
                <a:cs typeface="Verdana"/>
              </a:rPr>
              <a:t>de </a:t>
            </a:r>
            <a:r>
              <a:rPr sz="2000" spc="-50" dirty="0">
                <a:solidFill>
                  <a:srgbClr val="3A3737"/>
                </a:solidFill>
                <a:latin typeface="Verdana"/>
                <a:cs typeface="Verdana"/>
              </a:rPr>
              <a:t>desarrollo </a:t>
            </a:r>
            <a:r>
              <a:rPr sz="2000" spc="114" dirty="0">
                <a:solidFill>
                  <a:srgbClr val="3A3737"/>
                </a:solidFill>
                <a:latin typeface="Verdana"/>
                <a:cs typeface="Verdana"/>
              </a:rPr>
              <a:t>de </a:t>
            </a:r>
            <a:r>
              <a:rPr sz="2000" spc="-70" dirty="0">
                <a:solidFill>
                  <a:srgbClr val="3A3737"/>
                </a:solidFill>
                <a:latin typeface="Verdana"/>
                <a:cs typeface="Verdana"/>
              </a:rPr>
              <a:t>software), </a:t>
            </a:r>
            <a:r>
              <a:rPr sz="2000" dirty="0">
                <a:solidFill>
                  <a:srgbClr val="3A3737"/>
                </a:solidFill>
                <a:latin typeface="Verdana"/>
                <a:cs typeface="Verdana"/>
              </a:rPr>
              <a:t>uno </a:t>
            </a:r>
            <a:r>
              <a:rPr sz="2000" spc="114" dirty="0">
                <a:solidFill>
                  <a:srgbClr val="3A3737"/>
                </a:solidFill>
                <a:latin typeface="Verdana"/>
                <a:cs typeface="Verdana"/>
              </a:rPr>
              <a:t>de </a:t>
            </a:r>
            <a:r>
              <a:rPr sz="2000" spc="-105" dirty="0">
                <a:solidFill>
                  <a:srgbClr val="3A3737"/>
                </a:solidFill>
                <a:latin typeface="Verdana"/>
                <a:cs typeface="Verdana"/>
              </a:rPr>
              <a:t>los </a:t>
            </a:r>
            <a:r>
              <a:rPr sz="2000" spc="-60" dirty="0">
                <a:solidFill>
                  <a:srgbClr val="3A3737"/>
                </a:solidFill>
                <a:latin typeface="Verdana"/>
                <a:cs typeface="Verdana"/>
              </a:rPr>
              <a:t>más </a:t>
            </a:r>
            <a:r>
              <a:rPr sz="2000" spc="-75" dirty="0">
                <a:solidFill>
                  <a:srgbClr val="3A3737"/>
                </a:solidFill>
                <a:latin typeface="Verdana"/>
                <a:cs typeface="Verdana"/>
              </a:rPr>
              <a:t>utilizados </a:t>
            </a:r>
            <a:r>
              <a:rPr sz="2000" spc="-110" dirty="0">
                <a:solidFill>
                  <a:srgbClr val="3A3737"/>
                </a:solidFill>
                <a:latin typeface="Verdana"/>
                <a:cs typeface="Verdana"/>
              </a:rPr>
              <a:t>y </a:t>
            </a:r>
            <a:r>
              <a:rPr sz="2000" spc="100" dirty="0">
                <a:solidFill>
                  <a:srgbClr val="3A3737"/>
                </a:solidFill>
                <a:latin typeface="Verdana"/>
                <a:cs typeface="Verdana"/>
              </a:rPr>
              <a:t>con </a:t>
            </a:r>
            <a:r>
              <a:rPr sz="2000" spc="-80" dirty="0">
                <a:solidFill>
                  <a:srgbClr val="3A3737"/>
                </a:solidFill>
                <a:latin typeface="Verdana"/>
                <a:cs typeface="Verdana"/>
              </a:rPr>
              <a:t>mejor </a:t>
            </a:r>
            <a:r>
              <a:rPr sz="2000" spc="-75" dirty="0">
                <a:solidFill>
                  <a:srgbClr val="3A3737"/>
                </a:solidFill>
                <a:latin typeface="Verdana"/>
                <a:cs typeface="Verdana"/>
              </a:rPr>
              <a:t> </a:t>
            </a:r>
            <a:r>
              <a:rPr sz="2000" spc="40" dirty="0">
                <a:solidFill>
                  <a:srgbClr val="3A3737"/>
                </a:solidFill>
                <a:latin typeface="Verdana"/>
                <a:cs typeface="Verdana"/>
              </a:rPr>
              <a:t>recon</a:t>
            </a:r>
            <a:r>
              <a:rPr sz="2000" spc="35" dirty="0">
                <a:solidFill>
                  <a:srgbClr val="3A3737"/>
                </a:solidFill>
                <a:latin typeface="Verdana"/>
                <a:cs typeface="Verdana"/>
              </a:rPr>
              <a:t>o</a:t>
            </a:r>
            <a:r>
              <a:rPr sz="2000" spc="-25" dirty="0">
                <a:solidFill>
                  <a:srgbClr val="3A3737"/>
                </a:solidFill>
                <a:latin typeface="Verdana"/>
                <a:cs typeface="Verdana"/>
              </a:rPr>
              <a:t>cimien</a:t>
            </a:r>
            <a:r>
              <a:rPr sz="2000" spc="-5" dirty="0">
                <a:solidFill>
                  <a:srgbClr val="3A3737"/>
                </a:solidFill>
                <a:latin typeface="Verdana"/>
                <a:cs typeface="Verdana"/>
              </a:rPr>
              <a:t>t</a:t>
            </a:r>
            <a:r>
              <a:rPr sz="2000" spc="95" dirty="0">
                <a:solidFill>
                  <a:srgbClr val="3A3737"/>
                </a:solidFill>
                <a:latin typeface="Verdana"/>
                <a:cs typeface="Verdana"/>
              </a:rPr>
              <a:t>o</a:t>
            </a:r>
            <a:r>
              <a:rPr sz="2000" spc="-165" dirty="0">
                <a:solidFill>
                  <a:srgbClr val="3A3737"/>
                </a:solidFill>
                <a:latin typeface="Verdana"/>
                <a:cs typeface="Verdana"/>
              </a:rPr>
              <a:t> </a:t>
            </a:r>
            <a:r>
              <a:rPr sz="2000" spc="114" dirty="0">
                <a:solidFill>
                  <a:srgbClr val="3A3737"/>
                </a:solidFill>
                <a:latin typeface="Verdana"/>
                <a:cs typeface="Verdana"/>
              </a:rPr>
              <a:t>de</a:t>
            </a:r>
            <a:r>
              <a:rPr sz="2000" spc="-160" dirty="0">
                <a:solidFill>
                  <a:srgbClr val="3A3737"/>
                </a:solidFill>
                <a:latin typeface="Verdana"/>
                <a:cs typeface="Verdana"/>
              </a:rPr>
              <a:t> </a:t>
            </a:r>
            <a:r>
              <a:rPr sz="2000" spc="70" dirty="0">
                <a:solidFill>
                  <a:srgbClr val="3A3737"/>
                </a:solidFill>
                <a:latin typeface="Verdana"/>
                <a:cs typeface="Verdana"/>
              </a:rPr>
              <a:t>marcad</a:t>
            </a:r>
            <a:r>
              <a:rPr sz="2000" spc="55" dirty="0">
                <a:solidFill>
                  <a:srgbClr val="3A3737"/>
                </a:solidFill>
                <a:latin typeface="Verdana"/>
                <a:cs typeface="Verdana"/>
              </a:rPr>
              <a:t>o</a:t>
            </a:r>
            <a:r>
              <a:rPr sz="2000" spc="-254" dirty="0">
                <a:solidFill>
                  <a:srgbClr val="3A3737"/>
                </a:solidFill>
                <a:latin typeface="Verdana"/>
                <a:cs typeface="Verdana"/>
              </a:rPr>
              <a:t>r</a:t>
            </a:r>
            <a:r>
              <a:rPr sz="2000" spc="-155" dirty="0">
                <a:solidFill>
                  <a:srgbClr val="3A3737"/>
                </a:solidFill>
                <a:latin typeface="Verdana"/>
                <a:cs typeface="Verdana"/>
              </a:rPr>
              <a:t> </a:t>
            </a:r>
            <a:r>
              <a:rPr sz="2000" spc="-80" dirty="0">
                <a:solidFill>
                  <a:srgbClr val="3A3737"/>
                </a:solidFill>
                <a:latin typeface="Verdana"/>
                <a:cs typeface="Verdana"/>
              </a:rPr>
              <a:t>e</a:t>
            </a:r>
            <a:r>
              <a:rPr sz="2000" spc="-75" dirty="0">
                <a:solidFill>
                  <a:srgbClr val="3A3737"/>
                </a:solidFill>
                <a:latin typeface="Verdana"/>
                <a:cs typeface="Verdana"/>
              </a:rPr>
              <a:t>s</a:t>
            </a:r>
            <a:r>
              <a:rPr sz="2000" spc="-165" dirty="0">
                <a:solidFill>
                  <a:srgbClr val="3A3737"/>
                </a:solidFill>
                <a:latin typeface="Verdana"/>
                <a:cs typeface="Verdana"/>
              </a:rPr>
              <a:t> </a:t>
            </a:r>
            <a:r>
              <a:rPr sz="2000" b="1" spc="-65" dirty="0">
                <a:solidFill>
                  <a:srgbClr val="3A3737"/>
                </a:solidFill>
                <a:latin typeface="Tahoma"/>
                <a:cs typeface="Tahoma"/>
              </a:rPr>
              <a:t>Vuforia</a:t>
            </a:r>
            <a:r>
              <a:rPr sz="2000" spc="-175" dirty="0">
                <a:solidFill>
                  <a:srgbClr val="3A3737"/>
                </a:solidFill>
                <a:latin typeface="Verdana"/>
                <a:cs typeface="Verdana"/>
              </a:rPr>
              <a:t>.</a:t>
            </a:r>
            <a:endParaRPr sz="2000" dirty="0">
              <a:latin typeface="Verdana"/>
              <a:cs typeface="Verdana"/>
            </a:endParaRPr>
          </a:p>
          <a:p>
            <a:pPr>
              <a:spcBef>
                <a:spcPts val="30"/>
              </a:spcBef>
              <a:buClr>
                <a:srgbClr val="3A3737"/>
              </a:buClr>
              <a:buFont typeface="Arial MT"/>
              <a:buChar char="•"/>
            </a:pPr>
            <a:endParaRPr sz="3400" dirty="0">
              <a:latin typeface="Verdana"/>
              <a:cs typeface="Verdana"/>
            </a:endParaRPr>
          </a:p>
          <a:p>
            <a:pPr marL="355600" marR="5080" indent="-342900" algn="just">
              <a:lnSpc>
                <a:spcPct val="107000"/>
              </a:lnSpc>
              <a:buFont typeface="Arial MT"/>
              <a:buChar char="•"/>
              <a:tabLst>
                <a:tab pos="355600" algn="l"/>
              </a:tabLst>
            </a:pPr>
            <a:r>
              <a:rPr sz="2000" spc="25" dirty="0">
                <a:solidFill>
                  <a:srgbClr val="3A3737"/>
                </a:solidFill>
                <a:latin typeface="Verdana"/>
                <a:cs typeface="Verdana"/>
              </a:rPr>
              <a:t>Aunque </a:t>
            </a:r>
            <a:r>
              <a:rPr sz="2000" spc="5" dirty="0">
                <a:solidFill>
                  <a:srgbClr val="3A3737"/>
                </a:solidFill>
                <a:latin typeface="Verdana"/>
                <a:cs typeface="Verdana"/>
              </a:rPr>
              <a:t>la </a:t>
            </a:r>
            <a:r>
              <a:rPr sz="2000" spc="35" dirty="0">
                <a:solidFill>
                  <a:srgbClr val="3A3737"/>
                </a:solidFill>
                <a:latin typeface="Verdana"/>
                <a:cs typeface="Verdana"/>
              </a:rPr>
              <a:t>tecnología </a:t>
            </a:r>
            <a:r>
              <a:rPr sz="2000" spc="60" dirty="0">
                <a:solidFill>
                  <a:srgbClr val="3A3737"/>
                </a:solidFill>
                <a:latin typeface="Verdana"/>
                <a:cs typeface="Verdana"/>
              </a:rPr>
              <a:t>ha </a:t>
            </a:r>
            <a:r>
              <a:rPr sz="2000" spc="15" dirty="0">
                <a:solidFill>
                  <a:srgbClr val="3A3737"/>
                </a:solidFill>
                <a:latin typeface="Verdana"/>
                <a:cs typeface="Verdana"/>
              </a:rPr>
              <a:t>ido </a:t>
            </a:r>
            <a:r>
              <a:rPr sz="2000" spc="30" dirty="0">
                <a:solidFill>
                  <a:srgbClr val="3A3737"/>
                </a:solidFill>
                <a:latin typeface="Verdana"/>
                <a:cs typeface="Verdana"/>
              </a:rPr>
              <a:t>evolucionando </a:t>
            </a:r>
            <a:r>
              <a:rPr sz="2000" spc="15" dirty="0">
                <a:solidFill>
                  <a:srgbClr val="3A3737"/>
                </a:solidFill>
                <a:latin typeface="Verdana"/>
                <a:cs typeface="Verdana"/>
              </a:rPr>
              <a:t>exponencialmente </a:t>
            </a:r>
            <a:r>
              <a:rPr sz="2000" spc="35" dirty="0">
                <a:solidFill>
                  <a:srgbClr val="3A3737"/>
                </a:solidFill>
                <a:latin typeface="Verdana"/>
                <a:cs typeface="Verdana"/>
              </a:rPr>
              <a:t>en </a:t>
            </a:r>
            <a:r>
              <a:rPr sz="2000" spc="-114" dirty="0">
                <a:solidFill>
                  <a:srgbClr val="3A3737"/>
                </a:solidFill>
                <a:latin typeface="Verdana"/>
                <a:cs typeface="Verdana"/>
              </a:rPr>
              <a:t>los </a:t>
            </a:r>
            <a:r>
              <a:rPr sz="2000" spc="-110" dirty="0">
                <a:solidFill>
                  <a:srgbClr val="3A3737"/>
                </a:solidFill>
                <a:latin typeface="Verdana"/>
                <a:cs typeface="Verdana"/>
              </a:rPr>
              <a:t> </a:t>
            </a:r>
            <a:r>
              <a:rPr sz="2000" spc="-105" dirty="0">
                <a:solidFill>
                  <a:srgbClr val="3A3737"/>
                </a:solidFill>
                <a:latin typeface="Verdana"/>
                <a:cs typeface="Verdana"/>
              </a:rPr>
              <a:t>últimos </a:t>
            </a:r>
            <a:r>
              <a:rPr sz="2000" spc="-165" dirty="0">
                <a:solidFill>
                  <a:srgbClr val="3A3737"/>
                </a:solidFill>
                <a:latin typeface="Verdana"/>
                <a:cs typeface="Verdana"/>
              </a:rPr>
              <a:t>6 </a:t>
            </a:r>
            <a:r>
              <a:rPr sz="2000" spc="-20" dirty="0">
                <a:solidFill>
                  <a:srgbClr val="3A3737"/>
                </a:solidFill>
                <a:latin typeface="Verdana"/>
                <a:cs typeface="Verdana"/>
              </a:rPr>
              <a:t>años </a:t>
            </a:r>
            <a:r>
              <a:rPr sz="2000" spc="-110" dirty="0">
                <a:solidFill>
                  <a:srgbClr val="3A3737"/>
                </a:solidFill>
                <a:latin typeface="Verdana"/>
                <a:cs typeface="Verdana"/>
              </a:rPr>
              <a:t>y </a:t>
            </a:r>
            <a:r>
              <a:rPr sz="2000" spc="-85" dirty="0">
                <a:solidFill>
                  <a:srgbClr val="3A3737"/>
                </a:solidFill>
                <a:latin typeface="Verdana"/>
                <a:cs typeface="Verdana"/>
              </a:rPr>
              <a:t>existen </a:t>
            </a:r>
            <a:r>
              <a:rPr sz="2000" spc="-75" dirty="0">
                <a:solidFill>
                  <a:srgbClr val="3A3737"/>
                </a:solidFill>
                <a:latin typeface="Verdana"/>
                <a:cs typeface="Verdana"/>
              </a:rPr>
              <a:t>otras </a:t>
            </a:r>
            <a:r>
              <a:rPr sz="2000" spc="-55" dirty="0">
                <a:solidFill>
                  <a:srgbClr val="3A3737"/>
                </a:solidFill>
                <a:latin typeface="Verdana"/>
                <a:cs typeface="Verdana"/>
              </a:rPr>
              <a:t>alternativas </a:t>
            </a:r>
            <a:r>
              <a:rPr sz="2000" spc="114" dirty="0">
                <a:solidFill>
                  <a:srgbClr val="3A3737"/>
                </a:solidFill>
                <a:latin typeface="Verdana"/>
                <a:cs typeface="Verdana"/>
              </a:rPr>
              <a:t>de </a:t>
            </a:r>
            <a:r>
              <a:rPr sz="2000" spc="-220" dirty="0">
                <a:solidFill>
                  <a:srgbClr val="3A3737"/>
                </a:solidFill>
                <a:latin typeface="Verdana"/>
                <a:cs typeface="Verdana"/>
              </a:rPr>
              <a:t>SDK </a:t>
            </a:r>
            <a:r>
              <a:rPr sz="2000" spc="95" dirty="0">
                <a:solidFill>
                  <a:srgbClr val="3A3737"/>
                </a:solidFill>
                <a:latin typeface="Verdana"/>
                <a:cs typeface="Verdana"/>
              </a:rPr>
              <a:t>o </a:t>
            </a:r>
            <a:r>
              <a:rPr sz="2000" spc="-25" dirty="0">
                <a:solidFill>
                  <a:srgbClr val="3A3737"/>
                </a:solidFill>
                <a:latin typeface="Verdana"/>
                <a:cs typeface="Verdana"/>
              </a:rPr>
              <a:t>el </a:t>
            </a:r>
            <a:r>
              <a:rPr sz="2000" spc="-80" dirty="0">
                <a:solidFill>
                  <a:srgbClr val="3A3737"/>
                </a:solidFill>
                <a:latin typeface="Verdana"/>
                <a:cs typeface="Verdana"/>
              </a:rPr>
              <a:t>uso </a:t>
            </a:r>
            <a:r>
              <a:rPr sz="2000" spc="114" dirty="0">
                <a:solidFill>
                  <a:srgbClr val="3A3737"/>
                </a:solidFill>
                <a:latin typeface="Verdana"/>
                <a:cs typeface="Verdana"/>
              </a:rPr>
              <a:t>de </a:t>
            </a:r>
            <a:r>
              <a:rPr sz="2000" spc="-25" dirty="0">
                <a:solidFill>
                  <a:srgbClr val="3A3737"/>
                </a:solidFill>
                <a:latin typeface="Verdana"/>
                <a:cs typeface="Verdana"/>
              </a:rPr>
              <a:t>plataformas </a:t>
            </a:r>
            <a:r>
              <a:rPr sz="2000" spc="-20" dirty="0">
                <a:solidFill>
                  <a:srgbClr val="3A3737"/>
                </a:solidFill>
                <a:latin typeface="Verdana"/>
                <a:cs typeface="Verdana"/>
              </a:rPr>
              <a:t> </a:t>
            </a:r>
            <a:r>
              <a:rPr sz="2000" spc="100" dirty="0">
                <a:solidFill>
                  <a:srgbClr val="3A3737"/>
                </a:solidFill>
                <a:latin typeface="Verdana"/>
                <a:cs typeface="Verdana"/>
              </a:rPr>
              <a:t>con</a:t>
            </a:r>
            <a:r>
              <a:rPr sz="2000" spc="-140" dirty="0">
                <a:solidFill>
                  <a:srgbClr val="3A3737"/>
                </a:solidFill>
                <a:latin typeface="Verdana"/>
                <a:cs typeface="Verdana"/>
              </a:rPr>
              <a:t> </a:t>
            </a:r>
            <a:r>
              <a:rPr sz="2000" spc="-155" dirty="0">
                <a:solidFill>
                  <a:srgbClr val="3A3737"/>
                </a:solidFill>
                <a:latin typeface="Verdana"/>
                <a:cs typeface="Verdana"/>
              </a:rPr>
              <a:t>su</a:t>
            </a:r>
            <a:r>
              <a:rPr sz="2000" spc="-175" dirty="0">
                <a:solidFill>
                  <a:srgbClr val="3A3737"/>
                </a:solidFill>
                <a:latin typeface="Verdana"/>
                <a:cs typeface="Verdana"/>
              </a:rPr>
              <a:t> </a:t>
            </a:r>
            <a:r>
              <a:rPr sz="2000" dirty="0">
                <a:solidFill>
                  <a:srgbClr val="3A3737"/>
                </a:solidFill>
                <a:latin typeface="Verdana"/>
                <a:cs typeface="Verdana"/>
              </a:rPr>
              <a:t>propio</a:t>
            </a:r>
            <a:r>
              <a:rPr sz="2000" spc="-160" dirty="0">
                <a:solidFill>
                  <a:srgbClr val="3A3737"/>
                </a:solidFill>
                <a:latin typeface="Verdana"/>
                <a:cs typeface="Verdana"/>
              </a:rPr>
              <a:t> </a:t>
            </a:r>
            <a:r>
              <a:rPr sz="2000" spc="15" dirty="0">
                <a:solidFill>
                  <a:srgbClr val="3A3737"/>
                </a:solidFill>
                <a:latin typeface="Verdana"/>
                <a:cs typeface="Verdana"/>
              </a:rPr>
              <a:t>reconocimiento</a:t>
            </a:r>
            <a:r>
              <a:rPr sz="2000" spc="-165" dirty="0">
                <a:solidFill>
                  <a:srgbClr val="3A3737"/>
                </a:solidFill>
                <a:latin typeface="Verdana"/>
                <a:cs typeface="Verdana"/>
              </a:rPr>
              <a:t> </a:t>
            </a:r>
            <a:r>
              <a:rPr sz="2000" spc="114" dirty="0">
                <a:solidFill>
                  <a:srgbClr val="3A3737"/>
                </a:solidFill>
                <a:latin typeface="Verdana"/>
                <a:cs typeface="Verdana"/>
              </a:rPr>
              <a:t>de</a:t>
            </a:r>
            <a:r>
              <a:rPr sz="2000" spc="-160" dirty="0">
                <a:solidFill>
                  <a:srgbClr val="3A3737"/>
                </a:solidFill>
                <a:latin typeface="Verdana"/>
                <a:cs typeface="Verdana"/>
              </a:rPr>
              <a:t> </a:t>
            </a:r>
            <a:r>
              <a:rPr sz="2000" spc="5" dirty="0">
                <a:solidFill>
                  <a:srgbClr val="3A3737"/>
                </a:solidFill>
                <a:latin typeface="Verdana"/>
                <a:cs typeface="Verdana"/>
              </a:rPr>
              <a:t>marcadores</a:t>
            </a:r>
            <a:r>
              <a:rPr sz="2000" spc="-160" dirty="0">
                <a:solidFill>
                  <a:srgbClr val="3A3737"/>
                </a:solidFill>
                <a:latin typeface="Verdana"/>
                <a:cs typeface="Verdana"/>
              </a:rPr>
              <a:t> </a:t>
            </a:r>
            <a:r>
              <a:rPr sz="2000" spc="95" dirty="0">
                <a:solidFill>
                  <a:srgbClr val="3A3737"/>
                </a:solidFill>
                <a:latin typeface="Verdana"/>
                <a:cs typeface="Verdana"/>
              </a:rPr>
              <a:t>como</a:t>
            </a:r>
            <a:r>
              <a:rPr sz="2000" spc="-155" dirty="0">
                <a:solidFill>
                  <a:srgbClr val="3A3737"/>
                </a:solidFill>
                <a:latin typeface="Verdana"/>
                <a:cs typeface="Verdana"/>
              </a:rPr>
              <a:t> </a:t>
            </a:r>
            <a:r>
              <a:rPr sz="2000" spc="-90" dirty="0">
                <a:solidFill>
                  <a:srgbClr val="3A3737"/>
                </a:solidFill>
                <a:latin typeface="Verdana"/>
                <a:cs typeface="Verdana"/>
              </a:rPr>
              <a:t>Instagram,</a:t>
            </a:r>
            <a:r>
              <a:rPr sz="2000" spc="-190" dirty="0">
                <a:solidFill>
                  <a:srgbClr val="3A3737"/>
                </a:solidFill>
                <a:latin typeface="Verdana"/>
                <a:cs typeface="Verdana"/>
              </a:rPr>
              <a:t> </a:t>
            </a:r>
            <a:r>
              <a:rPr sz="2000" spc="25" dirty="0">
                <a:solidFill>
                  <a:srgbClr val="3A3737"/>
                </a:solidFill>
                <a:latin typeface="Verdana"/>
                <a:cs typeface="Verdana"/>
              </a:rPr>
              <a:t>layar…</a:t>
            </a:r>
            <a:endParaRPr sz="2000" dirty="0">
              <a:latin typeface="Verdana"/>
              <a:cs typeface="Verdana"/>
            </a:endParaRPr>
          </a:p>
          <a:p>
            <a:pPr>
              <a:spcBef>
                <a:spcPts val="30"/>
              </a:spcBef>
              <a:buClr>
                <a:srgbClr val="3A3737"/>
              </a:buClr>
              <a:buFont typeface="Arial MT"/>
              <a:buChar char="•"/>
            </a:pPr>
            <a:endParaRPr sz="3400" dirty="0">
              <a:latin typeface="Verdana"/>
              <a:cs typeface="Verdana"/>
            </a:endParaRPr>
          </a:p>
          <a:p>
            <a:pPr marL="355600" marR="5715" indent="-342900" algn="just">
              <a:lnSpc>
                <a:spcPct val="107100"/>
              </a:lnSpc>
              <a:spcBef>
                <a:spcPts val="5"/>
              </a:spcBef>
              <a:buFont typeface="Arial MT"/>
              <a:buChar char="•"/>
              <a:tabLst>
                <a:tab pos="355600" algn="l"/>
              </a:tabLst>
            </a:pPr>
            <a:r>
              <a:rPr sz="2000" spc="-40" dirty="0">
                <a:solidFill>
                  <a:srgbClr val="3A3737"/>
                </a:solidFill>
                <a:latin typeface="Verdana"/>
                <a:cs typeface="Verdana"/>
              </a:rPr>
              <a:t>Vuforia</a:t>
            </a:r>
            <a:r>
              <a:rPr sz="2000" spc="-35" dirty="0">
                <a:solidFill>
                  <a:srgbClr val="3A3737"/>
                </a:solidFill>
                <a:latin typeface="Verdana"/>
                <a:cs typeface="Verdana"/>
              </a:rPr>
              <a:t> </a:t>
            </a:r>
            <a:r>
              <a:rPr sz="2000" spc="-50" dirty="0">
                <a:solidFill>
                  <a:srgbClr val="3A3737"/>
                </a:solidFill>
                <a:latin typeface="Verdana"/>
                <a:cs typeface="Verdana"/>
              </a:rPr>
              <a:t>sigue</a:t>
            </a:r>
            <a:r>
              <a:rPr sz="2000" spc="-45" dirty="0">
                <a:solidFill>
                  <a:srgbClr val="3A3737"/>
                </a:solidFill>
                <a:latin typeface="Verdana"/>
                <a:cs typeface="Verdana"/>
              </a:rPr>
              <a:t> </a:t>
            </a:r>
            <a:r>
              <a:rPr sz="2000" spc="-25" dirty="0">
                <a:solidFill>
                  <a:srgbClr val="3A3737"/>
                </a:solidFill>
                <a:latin typeface="Verdana"/>
                <a:cs typeface="Verdana"/>
              </a:rPr>
              <a:t>siendo</a:t>
            </a:r>
            <a:r>
              <a:rPr sz="2000" spc="-20" dirty="0">
                <a:solidFill>
                  <a:srgbClr val="3A3737"/>
                </a:solidFill>
                <a:latin typeface="Verdana"/>
                <a:cs typeface="Verdana"/>
              </a:rPr>
              <a:t> </a:t>
            </a:r>
            <a:r>
              <a:rPr sz="2000" spc="5" dirty="0">
                <a:solidFill>
                  <a:srgbClr val="3A3737"/>
                </a:solidFill>
                <a:latin typeface="Verdana"/>
                <a:cs typeface="Verdana"/>
              </a:rPr>
              <a:t>la</a:t>
            </a:r>
            <a:r>
              <a:rPr sz="2000" spc="10" dirty="0">
                <a:solidFill>
                  <a:srgbClr val="3A3737"/>
                </a:solidFill>
                <a:latin typeface="Verdana"/>
                <a:cs typeface="Verdana"/>
              </a:rPr>
              <a:t> </a:t>
            </a:r>
            <a:r>
              <a:rPr sz="2000" spc="-15" dirty="0">
                <a:solidFill>
                  <a:srgbClr val="3A3737"/>
                </a:solidFill>
                <a:latin typeface="Verdana"/>
                <a:cs typeface="Verdana"/>
              </a:rPr>
              <a:t>empresa</a:t>
            </a:r>
            <a:r>
              <a:rPr sz="2000" spc="-10" dirty="0">
                <a:solidFill>
                  <a:srgbClr val="3A3737"/>
                </a:solidFill>
                <a:latin typeface="Verdana"/>
                <a:cs typeface="Verdana"/>
              </a:rPr>
              <a:t> </a:t>
            </a:r>
            <a:r>
              <a:rPr sz="2000" spc="100" dirty="0">
                <a:solidFill>
                  <a:srgbClr val="3A3737"/>
                </a:solidFill>
                <a:latin typeface="Verdana"/>
                <a:cs typeface="Verdana"/>
              </a:rPr>
              <a:t>con </a:t>
            </a:r>
            <a:r>
              <a:rPr sz="2000" spc="-55" dirty="0">
                <a:solidFill>
                  <a:srgbClr val="3A3737"/>
                </a:solidFill>
                <a:latin typeface="Verdana"/>
                <a:cs typeface="Verdana"/>
              </a:rPr>
              <a:t>más</a:t>
            </a:r>
            <a:r>
              <a:rPr sz="2000" spc="-50" dirty="0">
                <a:solidFill>
                  <a:srgbClr val="3A3737"/>
                </a:solidFill>
                <a:latin typeface="Verdana"/>
                <a:cs typeface="Verdana"/>
              </a:rPr>
              <a:t> </a:t>
            </a:r>
            <a:r>
              <a:rPr sz="2000" spc="-75" dirty="0">
                <a:solidFill>
                  <a:srgbClr val="3A3737"/>
                </a:solidFill>
                <a:latin typeface="Verdana"/>
                <a:cs typeface="Verdana"/>
              </a:rPr>
              <a:t>desarrollos</a:t>
            </a:r>
            <a:r>
              <a:rPr sz="2000" spc="-70" dirty="0">
                <a:solidFill>
                  <a:srgbClr val="3A3737"/>
                </a:solidFill>
                <a:latin typeface="Verdana"/>
                <a:cs typeface="Verdana"/>
              </a:rPr>
              <a:t> </a:t>
            </a:r>
            <a:r>
              <a:rPr sz="2000" spc="114" dirty="0">
                <a:solidFill>
                  <a:srgbClr val="3A3737"/>
                </a:solidFill>
                <a:latin typeface="Verdana"/>
                <a:cs typeface="Verdana"/>
              </a:rPr>
              <a:t>de </a:t>
            </a:r>
            <a:r>
              <a:rPr sz="2000" spc="25" dirty="0">
                <a:solidFill>
                  <a:srgbClr val="3A3737"/>
                </a:solidFill>
                <a:latin typeface="Verdana"/>
                <a:cs typeface="Verdana"/>
              </a:rPr>
              <a:t>Realidad </a:t>
            </a:r>
            <a:r>
              <a:rPr sz="2000" spc="30" dirty="0">
                <a:solidFill>
                  <a:srgbClr val="3A3737"/>
                </a:solidFill>
                <a:latin typeface="Verdana"/>
                <a:cs typeface="Verdana"/>
              </a:rPr>
              <a:t> </a:t>
            </a:r>
            <a:r>
              <a:rPr sz="2000" spc="45" dirty="0">
                <a:solidFill>
                  <a:srgbClr val="3A3737"/>
                </a:solidFill>
                <a:latin typeface="Verdana"/>
                <a:cs typeface="Verdana"/>
              </a:rPr>
              <a:t>Aumentada </a:t>
            </a:r>
            <a:r>
              <a:rPr sz="2000" spc="114" dirty="0">
                <a:solidFill>
                  <a:srgbClr val="3A3737"/>
                </a:solidFill>
                <a:latin typeface="Verdana"/>
                <a:cs typeface="Verdana"/>
              </a:rPr>
              <a:t>de </a:t>
            </a:r>
            <a:r>
              <a:rPr sz="2000" spc="-25" dirty="0">
                <a:solidFill>
                  <a:srgbClr val="3A3737"/>
                </a:solidFill>
                <a:latin typeface="Verdana"/>
                <a:cs typeface="Verdana"/>
              </a:rPr>
              <a:t>esta </a:t>
            </a:r>
            <a:r>
              <a:rPr sz="2000" dirty="0">
                <a:solidFill>
                  <a:srgbClr val="3A3737"/>
                </a:solidFill>
                <a:latin typeface="Verdana"/>
                <a:cs typeface="Verdana"/>
              </a:rPr>
              <a:t>tipología </a:t>
            </a:r>
            <a:r>
              <a:rPr sz="2000" spc="25" dirty="0">
                <a:solidFill>
                  <a:srgbClr val="3A3737"/>
                </a:solidFill>
                <a:latin typeface="Verdana"/>
                <a:cs typeface="Verdana"/>
              </a:rPr>
              <a:t>ya </a:t>
            </a:r>
            <a:r>
              <a:rPr sz="2000" spc="55" dirty="0">
                <a:solidFill>
                  <a:srgbClr val="3A3737"/>
                </a:solidFill>
                <a:latin typeface="Verdana"/>
                <a:cs typeface="Verdana"/>
              </a:rPr>
              <a:t>que </a:t>
            </a:r>
            <a:r>
              <a:rPr sz="2000" spc="-80" dirty="0">
                <a:solidFill>
                  <a:srgbClr val="3A3737"/>
                </a:solidFill>
                <a:latin typeface="Verdana"/>
                <a:cs typeface="Verdana"/>
              </a:rPr>
              <a:t>es </a:t>
            </a:r>
            <a:r>
              <a:rPr sz="2000" spc="-15" dirty="0">
                <a:solidFill>
                  <a:srgbClr val="3A3737"/>
                </a:solidFill>
                <a:latin typeface="Verdana"/>
                <a:cs typeface="Verdana"/>
              </a:rPr>
              <a:t>el </a:t>
            </a:r>
            <a:r>
              <a:rPr sz="2000" spc="-215" dirty="0">
                <a:solidFill>
                  <a:srgbClr val="3A3737"/>
                </a:solidFill>
                <a:latin typeface="Verdana"/>
                <a:cs typeface="Verdana"/>
              </a:rPr>
              <a:t>SDK</a:t>
            </a:r>
            <a:r>
              <a:rPr sz="2000" spc="-210" dirty="0">
                <a:solidFill>
                  <a:srgbClr val="3A3737"/>
                </a:solidFill>
                <a:latin typeface="Verdana"/>
                <a:cs typeface="Verdana"/>
              </a:rPr>
              <a:t> </a:t>
            </a:r>
            <a:r>
              <a:rPr sz="2000" spc="-40" dirty="0">
                <a:solidFill>
                  <a:srgbClr val="3A3737"/>
                </a:solidFill>
                <a:latin typeface="Verdana"/>
                <a:cs typeface="Verdana"/>
              </a:rPr>
              <a:t>favorito </a:t>
            </a:r>
            <a:r>
              <a:rPr sz="2000" spc="45" dirty="0">
                <a:solidFill>
                  <a:srgbClr val="3A3737"/>
                </a:solidFill>
                <a:latin typeface="Verdana"/>
                <a:cs typeface="Verdana"/>
              </a:rPr>
              <a:t>para </a:t>
            </a:r>
            <a:r>
              <a:rPr sz="2000" spc="-15" dirty="0">
                <a:solidFill>
                  <a:srgbClr val="3A3737"/>
                </a:solidFill>
                <a:latin typeface="Verdana"/>
                <a:cs typeface="Verdana"/>
              </a:rPr>
              <a:t>muchos </a:t>
            </a:r>
            <a:r>
              <a:rPr sz="2000" spc="-10" dirty="0">
                <a:solidFill>
                  <a:srgbClr val="3A3737"/>
                </a:solidFill>
                <a:latin typeface="Verdana"/>
                <a:cs typeface="Verdana"/>
              </a:rPr>
              <a:t> </a:t>
            </a:r>
            <a:r>
              <a:rPr sz="2000" spc="-50" dirty="0">
                <a:solidFill>
                  <a:srgbClr val="3A3737"/>
                </a:solidFill>
                <a:latin typeface="Verdana"/>
                <a:cs typeface="Verdana"/>
              </a:rPr>
              <a:t>desarrolladores.</a:t>
            </a:r>
            <a:endParaRPr sz="2000" dirty="0">
              <a:latin typeface="Verdana"/>
              <a:cs typeface="Verdana"/>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371600" y="228600"/>
            <a:ext cx="5684520" cy="330835"/>
          </a:xfrm>
          <a:prstGeom prst="rect">
            <a:avLst/>
          </a:prstGeom>
        </p:spPr>
        <p:txBody>
          <a:bodyPr vert="horz" wrap="square" lIns="0" tIns="12700" rIns="0" bIns="0" rtlCol="0">
            <a:spAutoFit/>
          </a:bodyPr>
          <a:lstStyle/>
          <a:p>
            <a:pPr marL="12700">
              <a:spcBef>
                <a:spcPts val="100"/>
              </a:spcBef>
            </a:pPr>
            <a:r>
              <a:rPr spc="-85" dirty="0"/>
              <a:t>4.Formatos</a:t>
            </a:r>
            <a:r>
              <a:rPr spc="-60" dirty="0"/>
              <a:t> </a:t>
            </a:r>
            <a:r>
              <a:rPr spc="75" dirty="0"/>
              <a:t>de</a:t>
            </a:r>
            <a:r>
              <a:rPr spc="-45" dirty="0"/>
              <a:t> </a:t>
            </a:r>
            <a:r>
              <a:rPr spc="-65" dirty="0"/>
              <a:t>uso</a:t>
            </a:r>
            <a:r>
              <a:rPr spc="-35" dirty="0"/>
              <a:t> </a:t>
            </a:r>
            <a:r>
              <a:rPr spc="75" dirty="0"/>
              <a:t>de</a:t>
            </a:r>
            <a:r>
              <a:rPr spc="-30" dirty="0"/>
              <a:t> </a:t>
            </a:r>
            <a:r>
              <a:rPr spc="-5" dirty="0"/>
              <a:t>la</a:t>
            </a:r>
            <a:r>
              <a:rPr spc="-35" dirty="0"/>
              <a:t> </a:t>
            </a:r>
            <a:r>
              <a:rPr spc="-15" dirty="0"/>
              <a:t>Realidad</a:t>
            </a:r>
            <a:r>
              <a:rPr spc="-35" dirty="0"/>
              <a:t> </a:t>
            </a:r>
            <a:r>
              <a:rPr spc="10" dirty="0"/>
              <a:t>Aumentada</a:t>
            </a:r>
          </a:p>
        </p:txBody>
      </p:sp>
      <p:sp>
        <p:nvSpPr>
          <p:cNvPr id="3" name="object 3"/>
          <p:cNvSpPr txBox="1"/>
          <p:nvPr/>
        </p:nvSpPr>
        <p:spPr>
          <a:xfrm>
            <a:off x="609600" y="990600"/>
            <a:ext cx="7696200" cy="4621330"/>
          </a:xfrm>
          <a:prstGeom prst="rect">
            <a:avLst/>
          </a:prstGeom>
        </p:spPr>
        <p:txBody>
          <a:bodyPr vert="horz" wrap="square" lIns="0" tIns="12065" rIns="0" bIns="0" rtlCol="0">
            <a:spAutoFit/>
          </a:bodyPr>
          <a:lstStyle/>
          <a:p>
            <a:pPr marL="508000">
              <a:spcBef>
                <a:spcPts val="95"/>
              </a:spcBef>
            </a:pPr>
            <a:r>
              <a:rPr sz="1600" b="1" dirty="0">
                <a:solidFill>
                  <a:srgbClr val="3A3737"/>
                </a:solidFill>
                <a:latin typeface="Tahoma"/>
                <a:cs typeface="Tahoma"/>
              </a:rPr>
              <a:t>1. Marcadores/Markers</a:t>
            </a:r>
            <a:endParaRPr sz="1600" dirty="0">
              <a:latin typeface="Tahoma"/>
              <a:cs typeface="Tahoma"/>
            </a:endParaRPr>
          </a:p>
          <a:p>
            <a:pPr>
              <a:spcBef>
                <a:spcPts val="35"/>
              </a:spcBef>
            </a:pPr>
            <a:endParaRPr sz="1600" dirty="0">
              <a:latin typeface="Tahoma"/>
              <a:cs typeface="Tahoma"/>
            </a:endParaRPr>
          </a:p>
          <a:p>
            <a:pPr marL="50800" marR="43180" algn="just">
              <a:lnSpc>
                <a:spcPct val="107000"/>
              </a:lnSpc>
              <a:spcBef>
                <a:spcPts val="5"/>
              </a:spcBef>
            </a:pPr>
            <a:r>
              <a:rPr sz="1600" dirty="0">
                <a:solidFill>
                  <a:srgbClr val="3A3737"/>
                </a:solidFill>
                <a:latin typeface="Verdana"/>
                <a:cs typeface="Verdana"/>
              </a:rPr>
              <a:t>La realidad aumentada con marcador es la versión más antigua de esta tecnología ya  que hoy en dia la visión por computación ha evolucionado mucho permitiendo a los  dispositivos no necesitar de información pre-cargada para dar un eje de coordenadas  “real” a un objeto 3D.</a:t>
            </a:r>
            <a:endParaRPr sz="1600" dirty="0">
              <a:latin typeface="Verdana"/>
              <a:cs typeface="Verdana"/>
            </a:endParaRPr>
          </a:p>
          <a:p>
            <a:pPr marL="50800" marR="41910" algn="just">
              <a:lnSpc>
                <a:spcPct val="107000"/>
              </a:lnSpc>
              <a:spcBef>
                <a:spcPts val="790"/>
              </a:spcBef>
            </a:pPr>
            <a:r>
              <a:rPr sz="1600" dirty="0">
                <a:solidFill>
                  <a:srgbClr val="3A3737"/>
                </a:solidFill>
                <a:latin typeface="Verdana"/>
                <a:cs typeface="Verdana"/>
              </a:rPr>
              <a:t>Aunque se sigue utilizando ya que implica un “call to action” para el usuario y eso es  interesante para diferentes experiencias: por ej, asociar AR a packaging de producto.  Tiene una serie de hándicaps:</a:t>
            </a:r>
            <a:endParaRPr sz="1600" dirty="0">
              <a:latin typeface="Verdana"/>
              <a:cs typeface="Verdana"/>
            </a:endParaRPr>
          </a:p>
          <a:p>
            <a:pPr>
              <a:spcBef>
                <a:spcPts val="45"/>
              </a:spcBef>
            </a:pPr>
            <a:endParaRPr sz="1600" dirty="0">
              <a:latin typeface="Verdana"/>
              <a:cs typeface="Verdana"/>
            </a:endParaRPr>
          </a:p>
          <a:p>
            <a:pPr marL="279400" marR="43180" indent="-228600" algn="just">
              <a:lnSpc>
                <a:spcPct val="107100"/>
              </a:lnSpc>
              <a:buAutoNum type="arabicPeriod"/>
              <a:tabLst>
                <a:tab pos="279400" algn="l"/>
              </a:tabLst>
            </a:pPr>
            <a:r>
              <a:rPr sz="1600" b="1" dirty="0">
                <a:solidFill>
                  <a:srgbClr val="3A3737"/>
                </a:solidFill>
                <a:latin typeface="Tahoma"/>
                <a:cs typeface="Tahoma"/>
              </a:rPr>
              <a:t>Tamaño del 3D: </a:t>
            </a:r>
            <a:r>
              <a:rPr sz="1600" dirty="0">
                <a:solidFill>
                  <a:srgbClr val="3A3737"/>
                </a:solidFill>
                <a:latin typeface="Verdana"/>
                <a:cs typeface="Verdana"/>
              </a:rPr>
              <a:t>como máximo que el 3D o entorno virtual sea el doble o triple  tamaño que el del marcador, es decir que, en un marcador impreso en un A4, como  máximo podrá sacar un entorno virtual del tamaño de un A3 o A2.</a:t>
            </a:r>
            <a:endParaRPr sz="1600" dirty="0">
              <a:latin typeface="Verdana"/>
              <a:cs typeface="Verdana"/>
            </a:endParaRPr>
          </a:p>
          <a:p>
            <a:pPr marL="279400" marR="44450" indent="-228600" algn="just">
              <a:lnSpc>
                <a:spcPct val="107000"/>
              </a:lnSpc>
              <a:spcBef>
                <a:spcPts val="795"/>
              </a:spcBef>
              <a:buAutoNum type="arabicPeriod"/>
              <a:tabLst>
                <a:tab pos="279400" algn="l"/>
              </a:tabLst>
            </a:pPr>
            <a:r>
              <a:rPr sz="1600" b="1" dirty="0">
                <a:solidFill>
                  <a:srgbClr val="3A3737"/>
                </a:solidFill>
                <a:latin typeface="Tahoma"/>
                <a:cs typeface="Tahoma"/>
              </a:rPr>
              <a:t>La distancia entre el marcador y el dispositivo: </a:t>
            </a:r>
            <a:r>
              <a:rPr sz="1600" dirty="0">
                <a:solidFill>
                  <a:srgbClr val="3A3737"/>
                </a:solidFill>
                <a:latin typeface="Verdana"/>
                <a:cs typeface="Verdana"/>
              </a:rPr>
              <a:t>cada 10 cm</a:t>
            </a:r>
            <a:r>
              <a:rPr sz="1600" baseline="25641" dirty="0">
                <a:solidFill>
                  <a:srgbClr val="3A3737"/>
                </a:solidFill>
                <a:latin typeface="Verdana"/>
                <a:cs typeface="Verdana"/>
              </a:rPr>
              <a:t>2 </a:t>
            </a:r>
            <a:r>
              <a:rPr sz="1600" dirty="0">
                <a:solidFill>
                  <a:srgbClr val="3A3737"/>
                </a:solidFill>
                <a:latin typeface="Verdana"/>
                <a:cs typeface="Verdana"/>
              </a:rPr>
              <a:t>de marcador se puede  separar el dispositivo del marcador un metro aproximandamente.</a:t>
            </a:r>
            <a:endParaRPr sz="1600" dirty="0">
              <a:latin typeface="Verdana"/>
              <a:cs typeface="Verdana"/>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5093208" y="3636264"/>
            <a:ext cx="3963467" cy="2214484"/>
          </a:xfrm>
          <a:prstGeom prst="rect">
            <a:avLst/>
          </a:prstGeom>
        </p:spPr>
      </p:pic>
      <p:pic>
        <p:nvPicPr>
          <p:cNvPr id="3" name="object 3"/>
          <p:cNvPicPr/>
          <p:nvPr/>
        </p:nvPicPr>
        <p:blipFill>
          <a:blip r:embed="rId3" cstate="print"/>
          <a:stretch>
            <a:fillRect/>
          </a:stretch>
        </p:blipFill>
        <p:spPr>
          <a:xfrm>
            <a:off x="5093209" y="409955"/>
            <a:ext cx="3745992" cy="2561845"/>
          </a:xfrm>
          <a:prstGeom prst="rect">
            <a:avLst/>
          </a:prstGeom>
        </p:spPr>
      </p:pic>
      <p:sp>
        <p:nvSpPr>
          <p:cNvPr id="4" name="object 4"/>
          <p:cNvSpPr txBox="1">
            <a:spLocks noGrp="1"/>
          </p:cNvSpPr>
          <p:nvPr>
            <p:ph type="title"/>
          </p:nvPr>
        </p:nvSpPr>
        <p:spPr>
          <a:xfrm>
            <a:off x="283686" y="345008"/>
            <a:ext cx="4262914" cy="628377"/>
          </a:xfrm>
          <a:prstGeom prst="rect">
            <a:avLst/>
          </a:prstGeom>
        </p:spPr>
        <p:txBody>
          <a:bodyPr vert="horz" wrap="square" lIns="0" tIns="12700" rIns="0" bIns="0" rtlCol="0">
            <a:spAutoFit/>
          </a:bodyPr>
          <a:lstStyle/>
          <a:p>
            <a:pPr marL="12700">
              <a:spcBef>
                <a:spcPts val="100"/>
              </a:spcBef>
            </a:pPr>
            <a:r>
              <a:rPr spc="-85" dirty="0"/>
              <a:t>4.Formatos</a:t>
            </a:r>
            <a:r>
              <a:rPr spc="-60" dirty="0"/>
              <a:t> </a:t>
            </a:r>
            <a:r>
              <a:rPr spc="75" dirty="0"/>
              <a:t>de</a:t>
            </a:r>
            <a:r>
              <a:rPr spc="-45" dirty="0"/>
              <a:t> </a:t>
            </a:r>
            <a:r>
              <a:rPr spc="-65" dirty="0"/>
              <a:t>uso</a:t>
            </a:r>
            <a:r>
              <a:rPr spc="-35" dirty="0"/>
              <a:t> </a:t>
            </a:r>
            <a:r>
              <a:rPr spc="75" dirty="0"/>
              <a:t>de</a:t>
            </a:r>
            <a:r>
              <a:rPr spc="-30" dirty="0"/>
              <a:t> </a:t>
            </a:r>
            <a:r>
              <a:rPr spc="-5" dirty="0"/>
              <a:t>la</a:t>
            </a:r>
            <a:r>
              <a:rPr spc="-35" dirty="0"/>
              <a:t> </a:t>
            </a:r>
            <a:r>
              <a:rPr spc="-15" dirty="0"/>
              <a:t>Realidad</a:t>
            </a:r>
            <a:r>
              <a:rPr spc="-35" dirty="0"/>
              <a:t> </a:t>
            </a:r>
            <a:r>
              <a:rPr spc="10" dirty="0"/>
              <a:t>Aumentada</a:t>
            </a:r>
          </a:p>
        </p:txBody>
      </p:sp>
      <p:sp>
        <p:nvSpPr>
          <p:cNvPr id="5" name="object 5"/>
          <p:cNvSpPr txBox="1"/>
          <p:nvPr/>
        </p:nvSpPr>
        <p:spPr>
          <a:xfrm>
            <a:off x="600067" y="1421779"/>
            <a:ext cx="3963466" cy="4428969"/>
          </a:xfrm>
          <a:prstGeom prst="rect">
            <a:avLst/>
          </a:prstGeom>
        </p:spPr>
        <p:txBody>
          <a:bodyPr vert="horz" wrap="square" lIns="0" tIns="12065" rIns="0" bIns="0" rtlCol="0">
            <a:spAutoFit/>
          </a:bodyPr>
          <a:lstStyle/>
          <a:p>
            <a:pPr marL="469900">
              <a:spcBef>
                <a:spcPts val="95"/>
              </a:spcBef>
            </a:pPr>
            <a:r>
              <a:rPr sz="1400" b="1" dirty="0">
                <a:solidFill>
                  <a:srgbClr val="3A3737"/>
                </a:solidFill>
                <a:latin typeface="Tahoma"/>
                <a:cs typeface="Tahoma"/>
              </a:rPr>
              <a:t>2. Geolocalización</a:t>
            </a:r>
            <a:endParaRPr sz="1400" dirty="0">
              <a:latin typeface="Tahoma"/>
              <a:cs typeface="Tahoma"/>
            </a:endParaRPr>
          </a:p>
          <a:p>
            <a:pPr>
              <a:spcBef>
                <a:spcPts val="35"/>
              </a:spcBef>
            </a:pPr>
            <a:endParaRPr sz="1400" dirty="0">
              <a:latin typeface="Tahoma"/>
              <a:cs typeface="Tahoma"/>
            </a:endParaRPr>
          </a:p>
          <a:p>
            <a:pPr marL="12700" marR="5080" algn="just">
              <a:lnSpc>
                <a:spcPct val="107000"/>
              </a:lnSpc>
              <a:spcBef>
                <a:spcPts val="5"/>
              </a:spcBef>
            </a:pPr>
            <a:r>
              <a:rPr sz="1400" dirty="0">
                <a:solidFill>
                  <a:srgbClr val="3A3737"/>
                </a:solidFill>
                <a:latin typeface="Verdana"/>
                <a:cs typeface="Verdana"/>
              </a:rPr>
              <a:t>Este tipo de AR, aporta información virtual/  digital sobre el entorno físico real; pero a  diferencia del resto de realidad aumentada; lo  que activa dicha información, no es un  reconocimiento ni de marcador ni de entorno  (visión por computación) sino por  coordenadas geográficas.</a:t>
            </a:r>
            <a:endParaRPr sz="1400" dirty="0">
              <a:latin typeface="Verdana"/>
              <a:cs typeface="Verdana"/>
            </a:endParaRPr>
          </a:p>
          <a:p>
            <a:pPr>
              <a:spcBef>
                <a:spcPts val="30"/>
              </a:spcBef>
            </a:pPr>
            <a:endParaRPr sz="1400" dirty="0">
              <a:latin typeface="Verdana"/>
              <a:cs typeface="Verdana"/>
            </a:endParaRPr>
          </a:p>
          <a:p>
            <a:pPr marL="184785" marR="6350" indent="-172720" algn="just">
              <a:lnSpc>
                <a:spcPct val="107000"/>
              </a:lnSpc>
              <a:buFont typeface="Arial MT"/>
              <a:buChar char="•"/>
              <a:tabLst>
                <a:tab pos="185420" algn="l"/>
              </a:tabLst>
            </a:pPr>
            <a:r>
              <a:rPr sz="1400" dirty="0">
                <a:solidFill>
                  <a:srgbClr val="3A3737"/>
                </a:solidFill>
                <a:latin typeface="Verdana"/>
                <a:cs typeface="Verdana"/>
              </a:rPr>
              <a:t>Gracias a los sensores GPS, giróscopo,  velocímetro y brújula digital del smartphone  somos capaces de superponer elementos  virtuales sobre el entorno real.</a:t>
            </a:r>
            <a:endParaRPr sz="1400" dirty="0">
              <a:latin typeface="Verdana"/>
              <a:cs typeface="Verdana"/>
            </a:endParaRPr>
          </a:p>
          <a:p>
            <a:pPr marL="184785" marR="5080" indent="-172720" algn="just">
              <a:lnSpc>
                <a:spcPct val="107000"/>
              </a:lnSpc>
              <a:spcBef>
                <a:spcPts val="805"/>
              </a:spcBef>
              <a:buFont typeface="Arial MT"/>
              <a:buChar char="•"/>
              <a:tabLst>
                <a:tab pos="185420" algn="l"/>
              </a:tabLst>
            </a:pPr>
            <a:r>
              <a:rPr sz="1400" dirty="0">
                <a:solidFill>
                  <a:srgbClr val="3A3737"/>
                </a:solidFill>
                <a:latin typeface="Verdana"/>
                <a:cs typeface="Verdana"/>
              </a:rPr>
              <a:t>Utilizando, por un lado, las coordenadas  geográficas de esa localización, y, por otro  lado, podemos jugar con la perspectiva, la  altura o distancia…</a:t>
            </a:r>
            <a:endParaRPr sz="1400" dirty="0">
              <a:latin typeface="Verdana"/>
              <a:cs typeface="Verdana"/>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object 5"/>
          <p:cNvPicPr/>
          <p:nvPr/>
        </p:nvPicPr>
        <p:blipFill>
          <a:blip r:embed="rId2" cstate="print"/>
          <a:stretch>
            <a:fillRect/>
          </a:stretch>
        </p:blipFill>
        <p:spPr>
          <a:xfrm>
            <a:off x="1905000" y="3065921"/>
            <a:ext cx="5399532" cy="3150107"/>
          </a:xfrm>
          <a:prstGeom prst="rect">
            <a:avLst/>
          </a:prstGeom>
        </p:spPr>
      </p:pic>
      <p:sp>
        <p:nvSpPr>
          <p:cNvPr id="6" name="object 6"/>
          <p:cNvSpPr txBox="1">
            <a:spLocks noGrp="1"/>
          </p:cNvSpPr>
          <p:nvPr>
            <p:ph type="title"/>
          </p:nvPr>
        </p:nvSpPr>
        <p:spPr>
          <a:xfrm>
            <a:off x="1219200" y="295846"/>
            <a:ext cx="5684520" cy="330835"/>
          </a:xfrm>
          <a:prstGeom prst="rect">
            <a:avLst/>
          </a:prstGeom>
        </p:spPr>
        <p:txBody>
          <a:bodyPr vert="horz" wrap="square" lIns="0" tIns="12700" rIns="0" bIns="0" rtlCol="0">
            <a:spAutoFit/>
          </a:bodyPr>
          <a:lstStyle/>
          <a:p>
            <a:pPr marL="12700">
              <a:spcBef>
                <a:spcPts val="100"/>
              </a:spcBef>
            </a:pPr>
            <a:r>
              <a:rPr spc="-85" dirty="0"/>
              <a:t>4.Formatos</a:t>
            </a:r>
            <a:r>
              <a:rPr spc="-60" dirty="0"/>
              <a:t> </a:t>
            </a:r>
            <a:r>
              <a:rPr spc="75" dirty="0"/>
              <a:t>de</a:t>
            </a:r>
            <a:r>
              <a:rPr spc="-45" dirty="0"/>
              <a:t> </a:t>
            </a:r>
            <a:r>
              <a:rPr spc="-65" dirty="0"/>
              <a:t>uso</a:t>
            </a:r>
            <a:r>
              <a:rPr spc="-35" dirty="0"/>
              <a:t> </a:t>
            </a:r>
            <a:r>
              <a:rPr spc="75" dirty="0"/>
              <a:t>de</a:t>
            </a:r>
            <a:r>
              <a:rPr spc="-30" dirty="0"/>
              <a:t> </a:t>
            </a:r>
            <a:r>
              <a:rPr spc="-5" dirty="0"/>
              <a:t>la</a:t>
            </a:r>
            <a:r>
              <a:rPr spc="-35" dirty="0"/>
              <a:t> </a:t>
            </a:r>
            <a:r>
              <a:rPr spc="-15" dirty="0"/>
              <a:t>Realidad</a:t>
            </a:r>
            <a:r>
              <a:rPr spc="-35" dirty="0"/>
              <a:t> </a:t>
            </a:r>
            <a:r>
              <a:rPr spc="10" dirty="0"/>
              <a:t>Aumentada</a:t>
            </a:r>
          </a:p>
        </p:txBody>
      </p:sp>
      <p:sp>
        <p:nvSpPr>
          <p:cNvPr id="7" name="object 7"/>
          <p:cNvSpPr txBox="1"/>
          <p:nvPr/>
        </p:nvSpPr>
        <p:spPr>
          <a:xfrm>
            <a:off x="834605" y="990600"/>
            <a:ext cx="7474789" cy="1226426"/>
          </a:xfrm>
          <a:prstGeom prst="rect">
            <a:avLst/>
          </a:prstGeom>
        </p:spPr>
        <p:txBody>
          <a:bodyPr vert="horz" wrap="square" lIns="0" tIns="12065" rIns="0" bIns="0" rtlCol="0">
            <a:spAutoFit/>
          </a:bodyPr>
          <a:lstStyle/>
          <a:p>
            <a:pPr marL="469900">
              <a:spcBef>
                <a:spcPts val="95"/>
              </a:spcBef>
            </a:pPr>
            <a:r>
              <a:rPr sz="1600" b="1" spc="-135" dirty="0">
                <a:solidFill>
                  <a:srgbClr val="3A3737"/>
                </a:solidFill>
                <a:latin typeface="Tahoma"/>
                <a:cs typeface="Tahoma"/>
              </a:rPr>
              <a:t>2</a:t>
            </a:r>
            <a:r>
              <a:rPr sz="1600" b="1" spc="-55" dirty="0">
                <a:solidFill>
                  <a:srgbClr val="3A3737"/>
                </a:solidFill>
                <a:latin typeface="Tahoma"/>
                <a:cs typeface="Tahoma"/>
              </a:rPr>
              <a:t>.</a:t>
            </a:r>
            <a:r>
              <a:rPr sz="1600" b="1" spc="-10" dirty="0">
                <a:solidFill>
                  <a:srgbClr val="3A3737"/>
                </a:solidFill>
                <a:latin typeface="Tahoma"/>
                <a:cs typeface="Tahoma"/>
              </a:rPr>
              <a:t> </a:t>
            </a:r>
            <a:r>
              <a:rPr sz="1600" b="1" spc="25" dirty="0">
                <a:solidFill>
                  <a:srgbClr val="3A3737"/>
                </a:solidFill>
                <a:latin typeface="Tahoma"/>
                <a:cs typeface="Tahoma"/>
              </a:rPr>
              <a:t>Geolocalizaci</a:t>
            </a:r>
            <a:r>
              <a:rPr sz="1600" b="1" spc="-25" dirty="0">
                <a:solidFill>
                  <a:srgbClr val="3A3737"/>
                </a:solidFill>
                <a:latin typeface="Tahoma"/>
                <a:cs typeface="Tahoma"/>
              </a:rPr>
              <a:t>ón</a:t>
            </a:r>
            <a:endParaRPr sz="1600" dirty="0">
              <a:latin typeface="Tahoma"/>
              <a:cs typeface="Tahoma"/>
            </a:endParaRPr>
          </a:p>
          <a:p>
            <a:pPr>
              <a:spcBef>
                <a:spcPts val="35"/>
              </a:spcBef>
            </a:pPr>
            <a:endParaRPr sz="2200" dirty="0">
              <a:latin typeface="Tahoma"/>
              <a:cs typeface="Tahoma"/>
            </a:endParaRPr>
          </a:p>
          <a:p>
            <a:pPr marL="12700" marR="5080" algn="just">
              <a:lnSpc>
                <a:spcPct val="107000"/>
              </a:lnSpc>
              <a:spcBef>
                <a:spcPts val="5"/>
              </a:spcBef>
            </a:pPr>
            <a:r>
              <a:rPr sz="2000" spc="-170" dirty="0">
                <a:solidFill>
                  <a:srgbClr val="3A3737"/>
                </a:solidFill>
                <a:latin typeface="Verdana"/>
                <a:cs typeface="Verdana"/>
              </a:rPr>
              <a:t>El </a:t>
            </a:r>
            <a:r>
              <a:rPr sz="2000" spc="60" dirty="0">
                <a:solidFill>
                  <a:srgbClr val="3A3737"/>
                </a:solidFill>
                <a:latin typeface="Verdana"/>
                <a:cs typeface="Verdana"/>
              </a:rPr>
              <a:t>caso </a:t>
            </a:r>
            <a:r>
              <a:rPr sz="2000" spc="-55" dirty="0">
                <a:solidFill>
                  <a:srgbClr val="3A3737"/>
                </a:solidFill>
                <a:latin typeface="Verdana"/>
                <a:cs typeface="Verdana"/>
              </a:rPr>
              <a:t>más </a:t>
            </a:r>
            <a:r>
              <a:rPr sz="2000" spc="25" dirty="0">
                <a:solidFill>
                  <a:srgbClr val="3A3737"/>
                </a:solidFill>
                <a:latin typeface="Verdana"/>
                <a:cs typeface="Verdana"/>
              </a:rPr>
              <a:t>sonado </a:t>
            </a:r>
            <a:r>
              <a:rPr sz="2000" spc="114" dirty="0">
                <a:solidFill>
                  <a:srgbClr val="3A3737"/>
                </a:solidFill>
                <a:latin typeface="Verdana"/>
                <a:cs typeface="Verdana"/>
              </a:rPr>
              <a:t>de </a:t>
            </a:r>
            <a:r>
              <a:rPr sz="2000" spc="-40" dirty="0">
                <a:solidFill>
                  <a:srgbClr val="3A3737"/>
                </a:solidFill>
                <a:latin typeface="Verdana"/>
                <a:cs typeface="Verdana"/>
              </a:rPr>
              <a:t>este </a:t>
            </a:r>
            <a:r>
              <a:rPr sz="2000" spc="-15" dirty="0">
                <a:solidFill>
                  <a:srgbClr val="3A3737"/>
                </a:solidFill>
                <a:latin typeface="Verdana"/>
                <a:cs typeface="Verdana"/>
              </a:rPr>
              <a:t>tipo </a:t>
            </a:r>
            <a:r>
              <a:rPr sz="2000" spc="114" dirty="0">
                <a:solidFill>
                  <a:srgbClr val="3A3737"/>
                </a:solidFill>
                <a:latin typeface="Verdana"/>
                <a:cs typeface="Verdana"/>
              </a:rPr>
              <a:t>de </a:t>
            </a:r>
            <a:r>
              <a:rPr sz="2000" spc="20" dirty="0">
                <a:solidFill>
                  <a:srgbClr val="3A3737"/>
                </a:solidFill>
                <a:latin typeface="Verdana"/>
                <a:cs typeface="Verdana"/>
              </a:rPr>
              <a:t>Realidad </a:t>
            </a:r>
            <a:r>
              <a:rPr sz="2000" spc="-690" dirty="0">
                <a:solidFill>
                  <a:srgbClr val="3A3737"/>
                </a:solidFill>
                <a:latin typeface="Verdana"/>
                <a:cs typeface="Verdana"/>
              </a:rPr>
              <a:t> </a:t>
            </a:r>
            <a:r>
              <a:rPr sz="2000" spc="40" dirty="0">
                <a:solidFill>
                  <a:srgbClr val="3A3737"/>
                </a:solidFill>
                <a:latin typeface="Verdana"/>
                <a:cs typeface="Verdana"/>
              </a:rPr>
              <a:t>Aumentada</a:t>
            </a:r>
            <a:r>
              <a:rPr sz="2000" spc="45" dirty="0">
                <a:solidFill>
                  <a:srgbClr val="3A3737"/>
                </a:solidFill>
                <a:latin typeface="Verdana"/>
                <a:cs typeface="Verdana"/>
              </a:rPr>
              <a:t> </a:t>
            </a:r>
            <a:r>
              <a:rPr sz="2000" spc="-160" dirty="0">
                <a:solidFill>
                  <a:srgbClr val="3A3737"/>
                </a:solidFill>
                <a:latin typeface="Verdana"/>
                <a:cs typeface="Verdana"/>
              </a:rPr>
              <a:t>(y</a:t>
            </a:r>
            <a:r>
              <a:rPr sz="2000" spc="-155" dirty="0">
                <a:solidFill>
                  <a:srgbClr val="3A3737"/>
                </a:solidFill>
                <a:latin typeface="Verdana"/>
                <a:cs typeface="Verdana"/>
              </a:rPr>
              <a:t> </a:t>
            </a:r>
            <a:r>
              <a:rPr sz="2000" spc="114" dirty="0">
                <a:solidFill>
                  <a:srgbClr val="3A3737"/>
                </a:solidFill>
                <a:latin typeface="Verdana"/>
                <a:cs typeface="Verdana"/>
              </a:rPr>
              <a:t>de</a:t>
            </a:r>
            <a:r>
              <a:rPr sz="2000" spc="120" dirty="0">
                <a:solidFill>
                  <a:srgbClr val="3A3737"/>
                </a:solidFill>
                <a:latin typeface="Verdana"/>
                <a:cs typeface="Verdana"/>
              </a:rPr>
              <a:t> </a:t>
            </a:r>
            <a:r>
              <a:rPr sz="2000" spc="10" dirty="0">
                <a:solidFill>
                  <a:srgbClr val="3A3737"/>
                </a:solidFill>
                <a:latin typeface="Verdana"/>
                <a:cs typeface="Verdana"/>
              </a:rPr>
              <a:t>la</a:t>
            </a:r>
            <a:r>
              <a:rPr sz="2000" spc="15" dirty="0">
                <a:solidFill>
                  <a:srgbClr val="3A3737"/>
                </a:solidFill>
                <a:latin typeface="Verdana"/>
                <a:cs typeface="Verdana"/>
              </a:rPr>
              <a:t> </a:t>
            </a:r>
            <a:r>
              <a:rPr sz="2000" spc="10" dirty="0">
                <a:solidFill>
                  <a:srgbClr val="3A3737"/>
                </a:solidFill>
                <a:latin typeface="Verdana"/>
                <a:cs typeface="Verdana"/>
              </a:rPr>
              <a:t>propia</a:t>
            </a:r>
            <a:r>
              <a:rPr sz="2000" spc="15" dirty="0">
                <a:solidFill>
                  <a:srgbClr val="3A3737"/>
                </a:solidFill>
                <a:latin typeface="Verdana"/>
                <a:cs typeface="Verdana"/>
              </a:rPr>
              <a:t> </a:t>
            </a:r>
            <a:r>
              <a:rPr sz="2000" spc="-80" dirty="0">
                <a:solidFill>
                  <a:srgbClr val="3A3737"/>
                </a:solidFill>
                <a:latin typeface="Verdana"/>
                <a:cs typeface="Verdana"/>
              </a:rPr>
              <a:t>AR)</a:t>
            </a:r>
            <a:r>
              <a:rPr sz="2000" spc="-75" dirty="0">
                <a:solidFill>
                  <a:srgbClr val="3A3737"/>
                </a:solidFill>
                <a:latin typeface="Verdana"/>
                <a:cs typeface="Verdana"/>
              </a:rPr>
              <a:t> </a:t>
            </a:r>
            <a:r>
              <a:rPr sz="2000" spc="-5" dirty="0">
                <a:solidFill>
                  <a:srgbClr val="3A3737"/>
                </a:solidFill>
                <a:latin typeface="Verdana"/>
                <a:cs typeface="Verdana"/>
              </a:rPr>
              <a:t>fue</a:t>
            </a:r>
            <a:r>
              <a:rPr sz="2000" dirty="0">
                <a:solidFill>
                  <a:srgbClr val="3A3737"/>
                </a:solidFill>
                <a:latin typeface="Verdana"/>
                <a:cs typeface="Verdana"/>
              </a:rPr>
              <a:t> la </a:t>
            </a:r>
            <a:r>
              <a:rPr sz="2000" spc="5" dirty="0">
                <a:solidFill>
                  <a:srgbClr val="3A3737"/>
                </a:solidFill>
                <a:latin typeface="Verdana"/>
                <a:cs typeface="Verdana"/>
              </a:rPr>
              <a:t> </a:t>
            </a:r>
            <a:r>
              <a:rPr sz="2000" spc="50" dirty="0">
                <a:solidFill>
                  <a:srgbClr val="3A3737"/>
                </a:solidFill>
                <a:latin typeface="Verdana"/>
                <a:cs typeface="Verdana"/>
              </a:rPr>
              <a:t>ap</a:t>
            </a:r>
            <a:r>
              <a:rPr sz="2000" spc="30" dirty="0">
                <a:solidFill>
                  <a:srgbClr val="3A3737"/>
                </a:solidFill>
                <a:latin typeface="Verdana"/>
                <a:cs typeface="Verdana"/>
              </a:rPr>
              <a:t>l</a:t>
            </a:r>
            <a:r>
              <a:rPr sz="2000" spc="70" dirty="0">
                <a:solidFill>
                  <a:srgbClr val="3A3737"/>
                </a:solidFill>
                <a:latin typeface="Verdana"/>
                <a:cs typeface="Verdana"/>
              </a:rPr>
              <a:t>ic</a:t>
            </a:r>
            <a:r>
              <a:rPr sz="2000" spc="105" dirty="0">
                <a:solidFill>
                  <a:srgbClr val="3A3737"/>
                </a:solidFill>
                <a:latin typeface="Verdana"/>
                <a:cs typeface="Verdana"/>
              </a:rPr>
              <a:t>a</a:t>
            </a:r>
            <a:r>
              <a:rPr sz="2000" spc="55" dirty="0">
                <a:solidFill>
                  <a:srgbClr val="3A3737"/>
                </a:solidFill>
                <a:latin typeface="Verdana"/>
                <a:cs typeface="Verdana"/>
              </a:rPr>
              <a:t>ci</a:t>
            </a:r>
            <a:r>
              <a:rPr sz="2000" spc="75" dirty="0">
                <a:solidFill>
                  <a:srgbClr val="3A3737"/>
                </a:solidFill>
                <a:latin typeface="Verdana"/>
                <a:cs typeface="Verdana"/>
              </a:rPr>
              <a:t>ó</a:t>
            </a:r>
            <a:r>
              <a:rPr sz="2000" spc="-45" dirty="0">
                <a:solidFill>
                  <a:srgbClr val="3A3737"/>
                </a:solidFill>
                <a:latin typeface="Verdana"/>
                <a:cs typeface="Verdana"/>
              </a:rPr>
              <a:t>n</a:t>
            </a:r>
            <a:r>
              <a:rPr sz="2000" spc="-145" dirty="0">
                <a:solidFill>
                  <a:srgbClr val="3A3737"/>
                </a:solidFill>
                <a:latin typeface="Verdana"/>
                <a:cs typeface="Verdana"/>
              </a:rPr>
              <a:t> </a:t>
            </a:r>
            <a:r>
              <a:rPr sz="2000" spc="-15" dirty="0">
                <a:solidFill>
                  <a:srgbClr val="3A3737"/>
                </a:solidFill>
                <a:latin typeface="Verdana"/>
                <a:cs typeface="Verdana"/>
              </a:rPr>
              <a:t>mó</a:t>
            </a:r>
            <a:r>
              <a:rPr sz="2000" dirty="0">
                <a:solidFill>
                  <a:srgbClr val="3A3737"/>
                </a:solidFill>
                <a:latin typeface="Verdana"/>
                <a:cs typeface="Verdana"/>
              </a:rPr>
              <a:t>v</a:t>
            </a:r>
            <a:r>
              <a:rPr sz="2000" spc="-155" dirty="0">
                <a:solidFill>
                  <a:srgbClr val="3A3737"/>
                </a:solidFill>
                <a:latin typeface="Verdana"/>
                <a:cs typeface="Verdana"/>
              </a:rPr>
              <a:t>i</a:t>
            </a:r>
            <a:r>
              <a:rPr sz="2000" spc="-150" dirty="0">
                <a:solidFill>
                  <a:srgbClr val="3A3737"/>
                </a:solidFill>
                <a:latin typeface="Verdana"/>
                <a:cs typeface="Verdana"/>
              </a:rPr>
              <a:t>l</a:t>
            </a:r>
            <a:r>
              <a:rPr sz="2000" spc="-185" dirty="0">
                <a:solidFill>
                  <a:srgbClr val="3A3737"/>
                </a:solidFill>
                <a:latin typeface="Verdana"/>
                <a:cs typeface="Verdana"/>
              </a:rPr>
              <a:t> </a:t>
            </a:r>
            <a:r>
              <a:rPr sz="2000" spc="-10" dirty="0">
                <a:solidFill>
                  <a:srgbClr val="3A3737"/>
                </a:solidFill>
                <a:latin typeface="Verdana"/>
                <a:cs typeface="Verdana"/>
              </a:rPr>
              <a:t>Poké</a:t>
            </a:r>
            <a:r>
              <a:rPr sz="2000" spc="-15" dirty="0">
                <a:solidFill>
                  <a:srgbClr val="3A3737"/>
                </a:solidFill>
                <a:latin typeface="Verdana"/>
                <a:cs typeface="Verdana"/>
              </a:rPr>
              <a:t>m</a:t>
            </a:r>
            <a:r>
              <a:rPr sz="2000" spc="25" dirty="0">
                <a:solidFill>
                  <a:srgbClr val="3A3737"/>
                </a:solidFill>
                <a:latin typeface="Verdana"/>
                <a:cs typeface="Verdana"/>
              </a:rPr>
              <a:t>on</a:t>
            </a:r>
            <a:r>
              <a:rPr sz="2000" spc="-165" dirty="0">
                <a:solidFill>
                  <a:srgbClr val="3A3737"/>
                </a:solidFill>
                <a:latin typeface="Verdana"/>
                <a:cs typeface="Verdana"/>
              </a:rPr>
              <a:t> </a:t>
            </a:r>
            <a:r>
              <a:rPr sz="2000" spc="165" dirty="0">
                <a:solidFill>
                  <a:srgbClr val="3A3737"/>
                </a:solidFill>
                <a:latin typeface="Verdana"/>
                <a:cs typeface="Verdana"/>
              </a:rPr>
              <a:t>G</a:t>
            </a:r>
            <a:r>
              <a:rPr sz="2000" spc="120" dirty="0">
                <a:solidFill>
                  <a:srgbClr val="3A3737"/>
                </a:solidFill>
                <a:latin typeface="Verdana"/>
                <a:cs typeface="Verdana"/>
              </a:rPr>
              <a:t>o</a:t>
            </a:r>
            <a:r>
              <a:rPr sz="2000" spc="-175" dirty="0">
                <a:solidFill>
                  <a:srgbClr val="3A3737"/>
                </a:solidFill>
                <a:latin typeface="Verdana"/>
                <a:cs typeface="Verdana"/>
              </a:rPr>
              <a:t>.</a:t>
            </a:r>
            <a:endParaRPr sz="2000" dirty="0">
              <a:latin typeface="Verdana"/>
              <a:cs typeface="Verdana"/>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6096000" y="495300"/>
            <a:ext cx="2712338" cy="5867400"/>
          </a:xfrm>
          <a:prstGeom prst="rect">
            <a:avLst/>
          </a:prstGeom>
        </p:spPr>
      </p:pic>
      <p:sp>
        <p:nvSpPr>
          <p:cNvPr id="3" name="object 3"/>
          <p:cNvSpPr txBox="1">
            <a:spLocks noGrp="1"/>
          </p:cNvSpPr>
          <p:nvPr>
            <p:ph type="title"/>
          </p:nvPr>
        </p:nvSpPr>
        <p:spPr>
          <a:xfrm>
            <a:off x="609600" y="486833"/>
            <a:ext cx="4262914" cy="628377"/>
          </a:xfrm>
          <a:prstGeom prst="rect">
            <a:avLst/>
          </a:prstGeom>
        </p:spPr>
        <p:txBody>
          <a:bodyPr vert="horz" wrap="square" lIns="0" tIns="12700" rIns="0" bIns="0" rtlCol="0">
            <a:spAutoFit/>
          </a:bodyPr>
          <a:lstStyle/>
          <a:p>
            <a:pPr marL="12700">
              <a:spcBef>
                <a:spcPts val="100"/>
              </a:spcBef>
            </a:pPr>
            <a:r>
              <a:rPr spc="-85" dirty="0"/>
              <a:t>4.Formatos</a:t>
            </a:r>
            <a:r>
              <a:rPr spc="-60" dirty="0"/>
              <a:t> </a:t>
            </a:r>
            <a:r>
              <a:rPr spc="75" dirty="0"/>
              <a:t>de</a:t>
            </a:r>
            <a:r>
              <a:rPr spc="-45" dirty="0"/>
              <a:t> </a:t>
            </a:r>
            <a:r>
              <a:rPr spc="-65" dirty="0"/>
              <a:t>uso</a:t>
            </a:r>
            <a:r>
              <a:rPr spc="-35" dirty="0"/>
              <a:t> </a:t>
            </a:r>
            <a:r>
              <a:rPr spc="75" dirty="0"/>
              <a:t>de</a:t>
            </a:r>
            <a:r>
              <a:rPr spc="-30" dirty="0"/>
              <a:t> </a:t>
            </a:r>
            <a:r>
              <a:rPr spc="-5" dirty="0"/>
              <a:t>la</a:t>
            </a:r>
            <a:r>
              <a:rPr spc="-35" dirty="0"/>
              <a:t> </a:t>
            </a:r>
            <a:r>
              <a:rPr spc="-15" dirty="0"/>
              <a:t>Realidad</a:t>
            </a:r>
            <a:r>
              <a:rPr spc="-35" dirty="0"/>
              <a:t> </a:t>
            </a:r>
            <a:r>
              <a:rPr spc="10" dirty="0"/>
              <a:t>Aumentada</a:t>
            </a:r>
          </a:p>
        </p:txBody>
      </p:sp>
      <p:sp>
        <p:nvSpPr>
          <p:cNvPr id="4" name="object 4"/>
          <p:cNvSpPr txBox="1"/>
          <p:nvPr/>
        </p:nvSpPr>
        <p:spPr>
          <a:xfrm>
            <a:off x="228600" y="1726835"/>
            <a:ext cx="5307761" cy="3404330"/>
          </a:xfrm>
          <a:prstGeom prst="rect">
            <a:avLst/>
          </a:prstGeom>
        </p:spPr>
        <p:txBody>
          <a:bodyPr vert="horz" wrap="square" lIns="0" tIns="12065" rIns="0" bIns="0" rtlCol="0">
            <a:spAutoFit/>
          </a:bodyPr>
          <a:lstStyle/>
          <a:p>
            <a:pPr marL="469900">
              <a:spcBef>
                <a:spcPts val="95"/>
              </a:spcBef>
            </a:pPr>
            <a:r>
              <a:rPr sz="1400" b="1" spc="-135" dirty="0">
                <a:solidFill>
                  <a:srgbClr val="3A3737"/>
                </a:solidFill>
                <a:latin typeface="Tahoma"/>
                <a:cs typeface="Tahoma"/>
              </a:rPr>
              <a:t>3</a:t>
            </a:r>
            <a:r>
              <a:rPr sz="1400" b="1" spc="-55" dirty="0">
                <a:solidFill>
                  <a:srgbClr val="3A3737"/>
                </a:solidFill>
                <a:latin typeface="Tahoma"/>
                <a:cs typeface="Tahoma"/>
              </a:rPr>
              <a:t>.</a:t>
            </a:r>
            <a:r>
              <a:rPr sz="1400" b="1" spc="-5" dirty="0">
                <a:solidFill>
                  <a:srgbClr val="3A3737"/>
                </a:solidFill>
                <a:latin typeface="Tahoma"/>
                <a:cs typeface="Tahoma"/>
              </a:rPr>
              <a:t> </a:t>
            </a:r>
            <a:r>
              <a:rPr sz="1400" b="1" spc="-35" dirty="0">
                <a:solidFill>
                  <a:srgbClr val="3A3737"/>
                </a:solidFill>
                <a:latin typeface="Tahoma"/>
                <a:cs typeface="Tahoma"/>
              </a:rPr>
              <a:t>Facet</a:t>
            </a:r>
            <a:r>
              <a:rPr sz="1400" b="1" spc="-25" dirty="0">
                <a:solidFill>
                  <a:srgbClr val="3A3737"/>
                </a:solidFill>
                <a:latin typeface="Tahoma"/>
                <a:cs typeface="Tahoma"/>
              </a:rPr>
              <a:t>r</a:t>
            </a:r>
            <a:r>
              <a:rPr sz="1400" b="1" spc="10" dirty="0">
                <a:solidFill>
                  <a:srgbClr val="3A3737"/>
                </a:solidFill>
                <a:latin typeface="Tahoma"/>
                <a:cs typeface="Tahoma"/>
              </a:rPr>
              <a:t>acking</a:t>
            </a:r>
            <a:endParaRPr sz="1400" dirty="0">
              <a:latin typeface="Tahoma"/>
              <a:cs typeface="Tahoma"/>
            </a:endParaRPr>
          </a:p>
          <a:p>
            <a:pPr>
              <a:spcBef>
                <a:spcPts val="35"/>
              </a:spcBef>
            </a:pPr>
            <a:endParaRPr sz="1400" dirty="0">
              <a:latin typeface="Tahoma"/>
              <a:cs typeface="Tahoma"/>
            </a:endParaRPr>
          </a:p>
          <a:p>
            <a:pPr marL="184785" marR="5080" indent="-172720" algn="just">
              <a:lnSpc>
                <a:spcPct val="107000"/>
              </a:lnSpc>
              <a:spcBef>
                <a:spcPts val="5"/>
              </a:spcBef>
              <a:buFont typeface="Arial MT"/>
              <a:buChar char="•"/>
              <a:tabLst>
                <a:tab pos="185420" algn="l"/>
              </a:tabLst>
            </a:pPr>
            <a:r>
              <a:rPr sz="1400" spc="-15" dirty="0">
                <a:solidFill>
                  <a:srgbClr val="3A3737"/>
                </a:solidFill>
                <a:latin typeface="Verdana"/>
                <a:cs typeface="Verdana"/>
              </a:rPr>
              <a:t>La </a:t>
            </a:r>
            <a:r>
              <a:rPr sz="1400" spc="20" dirty="0">
                <a:solidFill>
                  <a:srgbClr val="3A3737"/>
                </a:solidFill>
                <a:latin typeface="Verdana"/>
                <a:cs typeface="Verdana"/>
              </a:rPr>
              <a:t>Realidad </a:t>
            </a:r>
            <a:r>
              <a:rPr sz="1400" spc="40" dirty="0">
                <a:solidFill>
                  <a:srgbClr val="3A3737"/>
                </a:solidFill>
                <a:latin typeface="Verdana"/>
                <a:cs typeface="Verdana"/>
              </a:rPr>
              <a:t>Aumentada </a:t>
            </a:r>
            <a:r>
              <a:rPr sz="1400" spc="165" dirty="0">
                <a:solidFill>
                  <a:srgbClr val="3A3737"/>
                </a:solidFill>
                <a:latin typeface="Verdana"/>
                <a:cs typeface="Verdana"/>
              </a:rPr>
              <a:t>a </a:t>
            </a:r>
            <a:r>
              <a:rPr sz="1400" spc="-75" dirty="0">
                <a:solidFill>
                  <a:srgbClr val="3A3737"/>
                </a:solidFill>
                <a:latin typeface="Verdana"/>
                <a:cs typeface="Verdana"/>
              </a:rPr>
              <a:t>través</a:t>
            </a:r>
            <a:r>
              <a:rPr sz="1400" spc="-70" dirty="0">
                <a:solidFill>
                  <a:srgbClr val="3A3737"/>
                </a:solidFill>
                <a:latin typeface="Verdana"/>
                <a:cs typeface="Verdana"/>
              </a:rPr>
              <a:t> </a:t>
            </a:r>
            <a:r>
              <a:rPr sz="1400" spc="114" dirty="0">
                <a:solidFill>
                  <a:srgbClr val="3A3737"/>
                </a:solidFill>
                <a:latin typeface="Verdana"/>
                <a:cs typeface="Verdana"/>
              </a:rPr>
              <a:t>de </a:t>
            </a:r>
            <a:r>
              <a:rPr sz="1400" spc="60" dirty="0">
                <a:solidFill>
                  <a:srgbClr val="3A3737"/>
                </a:solidFill>
                <a:latin typeface="Verdana"/>
                <a:cs typeface="Verdana"/>
              </a:rPr>
              <a:t>escaneo </a:t>
            </a:r>
            <a:r>
              <a:rPr sz="1400" spc="110" dirty="0">
                <a:solidFill>
                  <a:srgbClr val="3A3737"/>
                </a:solidFill>
                <a:latin typeface="Verdana"/>
                <a:cs typeface="Verdana"/>
              </a:rPr>
              <a:t>de </a:t>
            </a:r>
            <a:r>
              <a:rPr sz="1400" spc="114" dirty="0">
                <a:solidFill>
                  <a:srgbClr val="3A3737"/>
                </a:solidFill>
                <a:latin typeface="Verdana"/>
                <a:cs typeface="Verdana"/>
              </a:rPr>
              <a:t> </a:t>
            </a:r>
            <a:r>
              <a:rPr sz="1400" spc="15" dirty="0">
                <a:solidFill>
                  <a:srgbClr val="3A3737"/>
                </a:solidFill>
                <a:latin typeface="Verdana"/>
                <a:cs typeface="Verdana"/>
              </a:rPr>
              <a:t>realidad</a:t>
            </a:r>
            <a:r>
              <a:rPr sz="1400" spc="20" dirty="0">
                <a:solidFill>
                  <a:srgbClr val="3A3737"/>
                </a:solidFill>
                <a:latin typeface="Verdana"/>
                <a:cs typeface="Verdana"/>
              </a:rPr>
              <a:t> </a:t>
            </a:r>
            <a:r>
              <a:rPr sz="1400" spc="-45" dirty="0">
                <a:solidFill>
                  <a:srgbClr val="3A3737"/>
                </a:solidFill>
                <a:latin typeface="Verdana"/>
                <a:cs typeface="Verdana"/>
              </a:rPr>
              <a:t>consiste</a:t>
            </a:r>
            <a:r>
              <a:rPr sz="1400" spc="-40" dirty="0">
                <a:solidFill>
                  <a:srgbClr val="3A3737"/>
                </a:solidFill>
                <a:latin typeface="Verdana"/>
                <a:cs typeface="Verdana"/>
              </a:rPr>
              <a:t> </a:t>
            </a:r>
            <a:r>
              <a:rPr sz="1400" spc="35" dirty="0">
                <a:solidFill>
                  <a:srgbClr val="3A3737"/>
                </a:solidFill>
                <a:latin typeface="Verdana"/>
                <a:cs typeface="Verdana"/>
              </a:rPr>
              <a:t>en</a:t>
            </a:r>
            <a:r>
              <a:rPr sz="1400" spc="775" dirty="0">
                <a:solidFill>
                  <a:srgbClr val="3A3737"/>
                </a:solidFill>
                <a:latin typeface="Verdana"/>
                <a:cs typeface="Verdana"/>
              </a:rPr>
              <a:t> </a:t>
            </a:r>
            <a:r>
              <a:rPr sz="1400" spc="10" dirty="0">
                <a:solidFill>
                  <a:srgbClr val="3A3737"/>
                </a:solidFill>
                <a:latin typeface="Verdana"/>
                <a:cs typeface="Verdana"/>
              </a:rPr>
              <a:t>mediante</a:t>
            </a:r>
            <a:r>
              <a:rPr sz="1400" spc="725" dirty="0">
                <a:solidFill>
                  <a:srgbClr val="3A3737"/>
                </a:solidFill>
                <a:latin typeface="Verdana"/>
                <a:cs typeface="Verdana"/>
              </a:rPr>
              <a:t> </a:t>
            </a:r>
            <a:r>
              <a:rPr sz="1400" spc="10" dirty="0">
                <a:solidFill>
                  <a:srgbClr val="3A3737"/>
                </a:solidFill>
                <a:latin typeface="Verdana"/>
                <a:cs typeface="Verdana"/>
              </a:rPr>
              <a:t>la</a:t>
            </a:r>
            <a:r>
              <a:rPr sz="1400" spc="725" dirty="0">
                <a:solidFill>
                  <a:srgbClr val="3A3737"/>
                </a:solidFill>
                <a:latin typeface="Verdana"/>
                <a:cs typeface="Verdana"/>
              </a:rPr>
              <a:t> </a:t>
            </a:r>
            <a:r>
              <a:rPr sz="1400" spc="-105" dirty="0">
                <a:solidFill>
                  <a:srgbClr val="3A3737"/>
                </a:solidFill>
                <a:latin typeface="Verdana"/>
                <a:cs typeface="Verdana"/>
              </a:rPr>
              <a:t>visión</a:t>
            </a:r>
            <a:r>
              <a:rPr sz="1400" spc="-100" dirty="0">
                <a:solidFill>
                  <a:srgbClr val="3A3737"/>
                </a:solidFill>
                <a:latin typeface="Verdana"/>
                <a:cs typeface="Verdana"/>
              </a:rPr>
              <a:t> </a:t>
            </a:r>
            <a:r>
              <a:rPr sz="1400" spc="-20" dirty="0">
                <a:solidFill>
                  <a:srgbClr val="3A3737"/>
                </a:solidFill>
                <a:latin typeface="Verdana"/>
                <a:cs typeface="Verdana"/>
              </a:rPr>
              <a:t>por </a:t>
            </a:r>
            <a:r>
              <a:rPr sz="1400" spc="-15" dirty="0">
                <a:solidFill>
                  <a:srgbClr val="3A3737"/>
                </a:solidFill>
                <a:latin typeface="Verdana"/>
                <a:cs typeface="Verdana"/>
              </a:rPr>
              <a:t> </a:t>
            </a:r>
            <a:r>
              <a:rPr sz="1400" spc="30" dirty="0">
                <a:solidFill>
                  <a:srgbClr val="3A3737"/>
                </a:solidFill>
                <a:latin typeface="Verdana"/>
                <a:cs typeface="Verdana"/>
              </a:rPr>
              <a:t>computación, </a:t>
            </a:r>
            <a:r>
              <a:rPr sz="1400" spc="-50" dirty="0">
                <a:solidFill>
                  <a:srgbClr val="3A3737"/>
                </a:solidFill>
                <a:latin typeface="Verdana"/>
                <a:cs typeface="Verdana"/>
              </a:rPr>
              <a:t>interpreta</a:t>
            </a:r>
            <a:r>
              <a:rPr sz="1400" spc="-45" dirty="0">
                <a:solidFill>
                  <a:srgbClr val="3A3737"/>
                </a:solidFill>
                <a:latin typeface="Verdana"/>
                <a:cs typeface="Verdana"/>
              </a:rPr>
              <a:t> </a:t>
            </a:r>
            <a:r>
              <a:rPr sz="1400" spc="-5" dirty="0">
                <a:solidFill>
                  <a:srgbClr val="3A3737"/>
                </a:solidFill>
                <a:latin typeface="Verdana"/>
                <a:cs typeface="Verdana"/>
              </a:rPr>
              <a:t>referencia </a:t>
            </a:r>
            <a:r>
              <a:rPr sz="1400" spc="-45" dirty="0">
                <a:solidFill>
                  <a:srgbClr val="3A3737"/>
                </a:solidFill>
                <a:latin typeface="Verdana"/>
                <a:cs typeface="Verdana"/>
              </a:rPr>
              <a:t>física</a:t>
            </a:r>
            <a:r>
              <a:rPr sz="1400" spc="-40" dirty="0">
                <a:solidFill>
                  <a:srgbClr val="3A3737"/>
                </a:solidFill>
                <a:latin typeface="Verdana"/>
                <a:cs typeface="Verdana"/>
              </a:rPr>
              <a:t> </a:t>
            </a:r>
            <a:r>
              <a:rPr sz="1400" spc="55" dirty="0">
                <a:solidFill>
                  <a:srgbClr val="3A3737"/>
                </a:solidFill>
                <a:latin typeface="Verdana"/>
                <a:cs typeface="Verdana"/>
              </a:rPr>
              <a:t>concreta </a:t>
            </a:r>
            <a:r>
              <a:rPr sz="1400" spc="60" dirty="0">
                <a:solidFill>
                  <a:srgbClr val="3A3737"/>
                </a:solidFill>
                <a:latin typeface="Verdana"/>
                <a:cs typeface="Verdana"/>
              </a:rPr>
              <a:t> </a:t>
            </a:r>
            <a:r>
              <a:rPr sz="1400" spc="-15" dirty="0">
                <a:solidFill>
                  <a:srgbClr val="3A3737"/>
                </a:solidFill>
                <a:latin typeface="Verdana"/>
                <a:cs typeface="Verdana"/>
              </a:rPr>
              <a:t>previamente</a:t>
            </a:r>
            <a:r>
              <a:rPr sz="1400" spc="675" dirty="0">
                <a:solidFill>
                  <a:srgbClr val="3A3737"/>
                </a:solidFill>
                <a:latin typeface="Verdana"/>
                <a:cs typeface="Verdana"/>
              </a:rPr>
              <a:t> </a:t>
            </a:r>
            <a:r>
              <a:rPr sz="1400" spc="30" dirty="0">
                <a:solidFill>
                  <a:srgbClr val="3A3737"/>
                </a:solidFill>
                <a:latin typeface="Verdana"/>
                <a:cs typeface="Verdana"/>
              </a:rPr>
              <a:t>establecida</a:t>
            </a:r>
            <a:r>
              <a:rPr sz="1400" spc="35" dirty="0">
                <a:solidFill>
                  <a:srgbClr val="3A3737"/>
                </a:solidFill>
                <a:latin typeface="Verdana"/>
                <a:cs typeface="Verdana"/>
              </a:rPr>
              <a:t> </a:t>
            </a:r>
            <a:r>
              <a:rPr sz="1400" spc="-95" dirty="0">
                <a:solidFill>
                  <a:srgbClr val="3A3737"/>
                </a:solidFill>
                <a:latin typeface="Verdana"/>
                <a:cs typeface="Verdana"/>
              </a:rPr>
              <a:t>(rasgos</a:t>
            </a:r>
            <a:r>
              <a:rPr sz="1400" spc="-90" dirty="0">
                <a:solidFill>
                  <a:srgbClr val="3A3737"/>
                </a:solidFill>
                <a:latin typeface="Verdana"/>
                <a:cs typeface="Verdana"/>
              </a:rPr>
              <a:t> </a:t>
            </a:r>
            <a:r>
              <a:rPr sz="1400" spc="-20" dirty="0">
                <a:solidFill>
                  <a:srgbClr val="3A3737"/>
                </a:solidFill>
                <a:latin typeface="Verdana"/>
                <a:cs typeface="Verdana"/>
              </a:rPr>
              <a:t>faciales,</a:t>
            </a:r>
            <a:r>
              <a:rPr sz="1400" spc="-15" dirty="0">
                <a:solidFill>
                  <a:srgbClr val="3A3737"/>
                </a:solidFill>
                <a:latin typeface="Verdana"/>
                <a:cs typeface="Verdana"/>
              </a:rPr>
              <a:t> </a:t>
            </a:r>
            <a:r>
              <a:rPr sz="1400" spc="20" dirty="0">
                <a:solidFill>
                  <a:srgbClr val="3A3737"/>
                </a:solidFill>
                <a:latin typeface="Verdana"/>
                <a:cs typeface="Verdana"/>
              </a:rPr>
              <a:t>una </a:t>
            </a:r>
            <a:r>
              <a:rPr sz="1400" spc="25" dirty="0">
                <a:solidFill>
                  <a:srgbClr val="3A3737"/>
                </a:solidFill>
                <a:latin typeface="Verdana"/>
                <a:cs typeface="Verdana"/>
              </a:rPr>
              <a:t> </a:t>
            </a:r>
            <a:r>
              <a:rPr sz="1400" spc="-30" dirty="0">
                <a:solidFill>
                  <a:srgbClr val="3A3737"/>
                </a:solidFill>
                <a:latin typeface="Verdana"/>
                <a:cs typeface="Verdana"/>
              </a:rPr>
              <a:t>morfología, </a:t>
            </a:r>
            <a:r>
              <a:rPr sz="1400" spc="-45" dirty="0">
                <a:solidFill>
                  <a:srgbClr val="3A3737"/>
                </a:solidFill>
                <a:latin typeface="Verdana"/>
                <a:cs typeface="Verdana"/>
              </a:rPr>
              <a:t>un </a:t>
            </a:r>
            <a:r>
              <a:rPr sz="1400" spc="25" dirty="0">
                <a:solidFill>
                  <a:srgbClr val="3A3737"/>
                </a:solidFill>
                <a:latin typeface="Verdana"/>
                <a:cs typeface="Verdana"/>
              </a:rPr>
              <a:t>objeto…) </a:t>
            </a:r>
            <a:r>
              <a:rPr sz="1400" spc="45" dirty="0">
                <a:solidFill>
                  <a:srgbClr val="3A3737"/>
                </a:solidFill>
                <a:latin typeface="Verdana"/>
                <a:cs typeface="Verdana"/>
              </a:rPr>
              <a:t>para </a:t>
            </a:r>
            <a:r>
              <a:rPr sz="1400" dirty="0">
                <a:solidFill>
                  <a:srgbClr val="3A3737"/>
                </a:solidFill>
                <a:latin typeface="Verdana"/>
                <a:cs typeface="Verdana"/>
              </a:rPr>
              <a:t>crear </a:t>
            </a:r>
            <a:r>
              <a:rPr sz="1400" spc="-20" dirty="0">
                <a:solidFill>
                  <a:srgbClr val="3A3737"/>
                </a:solidFill>
                <a:latin typeface="Verdana"/>
                <a:cs typeface="Verdana"/>
              </a:rPr>
              <a:t>el entorno </a:t>
            </a:r>
            <a:r>
              <a:rPr sz="1400" spc="-95" dirty="0">
                <a:solidFill>
                  <a:srgbClr val="3A3737"/>
                </a:solidFill>
                <a:latin typeface="Verdana"/>
                <a:cs typeface="Verdana"/>
              </a:rPr>
              <a:t>virtual </a:t>
            </a:r>
            <a:r>
              <a:rPr sz="1400" spc="-690" dirty="0">
                <a:solidFill>
                  <a:srgbClr val="3A3737"/>
                </a:solidFill>
                <a:latin typeface="Verdana"/>
                <a:cs typeface="Verdana"/>
              </a:rPr>
              <a:t> </a:t>
            </a:r>
            <a:r>
              <a:rPr sz="1400" spc="45" dirty="0">
                <a:solidFill>
                  <a:srgbClr val="3A3737"/>
                </a:solidFill>
                <a:latin typeface="Verdana"/>
                <a:cs typeface="Verdana"/>
              </a:rPr>
              <a:t>encima</a:t>
            </a:r>
            <a:r>
              <a:rPr sz="1400" spc="-170" dirty="0">
                <a:solidFill>
                  <a:srgbClr val="3A3737"/>
                </a:solidFill>
                <a:latin typeface="Verdana"/>
                <a:cs typeface="Verdana"/>
              </a:rPr>
              <a:t> </a:t>
            </a:r>
            <a:r>
              <a:rPr sz="1400" spc="114" dirty="0">
                <a:solidFill>
                  <a:srgbClr val="3A3737"/>
                </a:solidFill>
                <a:latin typeface="Verdana"/>
                <a:cs typeface="Verdana"/>
              </a:rPr>
              <a:t>de</a:t>
            </a:r>
            <a:r>
              <a:rPr sz="1400" spc="-155" dirty="0">
                <a:solidFill>
                  <a:srgbClr val="3A3737"/>
                </a:solidFill>
                <a:latin typeface="Verdana"/>
                <a:cs typeface="Verdana"/>
              </a:rPr>
              <a:t> </a:t>
            </a:r>
            <a:r>
              <a:rPr sz="1400" spc="-85" dirty="0">
                <a:solidFill>
                  <a:srgbClr val="3A3737"/>
                </a:solidFill>
                <a:latin typeface="Verdana"/>
                <a:cs typeface="Verdana"/>
              </a:rPr>
              <a:t>ellos.</a:t>
            </a:r>
            <a:endParaRPr sz="1400" dirty="0">
              <a:latin typeface="Verdana"/>
              <a:cs typeface="Verdana"/>
            </a:endParaRPr>
          </a:p>
          <a:p>
            <a:pPr>
              <a:spcBef>
                <a:spcPts val="30"/>
              </a:spcBef>
              <a:buClr>
                <a:srgbClr val="3A3737"/>
              </a:buClr>
              <a:buFont typeface="Arial MT"/>
              <a:buChar char="•"/>
            </a:pPr>
            <a:endParaRPr sz="1400" dirty="0">
              <a:latin typeface="Verdana"/>
              <a:cs typeface="Verdana"/>
            </a:endParaRPr>
          </a:p>
          <a:p>
            <a:pPr marL="184785" marR="5080" indent="-172720" algn="just">
              <a:lnSpc>
                <a:spcPct val="107000"/>
              </a:lnSpc>
              <a:buFont typeface="Arial MT"/>
              <a:buChar char="•"/>
              <a:tabLst>
                <a:tab pos="185420" algn="l"/>
              </a:tabLst>
            </a:pPr>
            <a:r>
              <a:rPr sz="1400" spc="10" dirty="0">
                <a:solidFill>
                  <a:srgbClr val="3A3737"/>
                </a:solidFill>
                <a:latin typeface="Verdana"/>
                <a:cs typeface="Verdana"/>
              </a:rPr>
              <a:t>Gracias </a:t>
            </a:r>
            <a:r>
              <a:rPr sz="1400" spc="165" dirty="0">
                <a:solidFill>
                  <a:srgbClr val="3A3737"/>
                </a:solidFill>
                <a:latin typeface="Verdana"/>
                <a:cs typeface="Verdana"/>
              </a:rPr>
              <a:t>a </a:t>
            </a:r>
            <a:r>
              <a:rPr sz="1400" spc="-30" dirty="0">
                <a:solidFill>
                  <a:srgbClr val="3A3737"/>
                </a:solidFill>
                <a:latin typeface="Verdana"/>
                <a:cs typeface="Verdana"/>
              </a:rPr>
              <a:t>esta </a:t>
            </a:r>
            <a:r>
              <a:rPr sz="1400" spc="35" dirty="0">
                <a:solidFill>
                  <a:srgbClr val="3A3737"/>
                </a:solidFill>
                <a:latin typeface="Verdana"/>
                <a:cs typeface="Verdana"/>
              </a:rPr>
              <a:t>tecnología </a:t>
            </a:r>
            <a:r>
              <a:rPr sz="1400" spc="-45" dirty="0">
                <a:solidFill>
                  <a:srgbClr val="3A3737"/>
                </a:solidFill>
                <a:latin typeface="Verdana"/>
                <a:cs typeface="Verdana"/>
              </a:rPr>
              <a:t>-una </a:t>
            </a:r>
            <a:r>
              <a:rPr sz="1400" spc="5" dirty="0">
                <a:solidFill>
                  <a:srgbClr val="3A3737"/>
                </a:solidFill>
                <a:latin typeface="Verdana"/>
                <a:cs typeface="Verdana"/>
              </a:rPr>
              <a:t>botella </a:t>
            </a:r>
            <a:r>
              <a:rPr sz="1400" spc="114" dirty="0">
                <a:solidFill>
                  <a:srgbClr val="3A3737"/>
                </a:solidFill>
                <a:latin typeface="Verdana"/>
                <a:cs typeface="Verdana"/>
              </a:rPr>
              <a:t>de </a:t>
            </a:r>
            <a:r>
              <a:rPr sz="1400" spc="-70" dirty="0">
                <a:solidFill>
                  <a:srgbClr val="3A3737"/>
                </a:solidFill>
                <a:latin typeface="Verdana"/>
                <a:cs typeface="Verdana"/>
              </a:rPr>
              <a:t>vino, </a:t>
            </a:r>
            <a:r>
              <a:rPr sz="1400" spc="-45" dirty="0">
                <a:solidFill>
                  <a:srgbClr val="3A3737"/>
                </a:solidFill>
                <a:latin typeface="Verdana"/>
                <a:cs typeface="Verdana"/>
              </a:rPr>
              <a:t>un </a:t>
            </a:r>
            <a:r>
              <a:rPr sz="1400" spc="-40" dirty="0">
                <a:solidFill>
                  <a:srgbClr val="3A3737"/>
                </a:solidFill>
                <a:latin typeface="Verdana"/>
                <a:cs typeface="Verdana"/>
              </a:rPr>
              <a:t> </a:t>
            </a:r>
            <a:r>
              <a:rPr sz="1400" spc="-90" dirty="0">
                <a:solidFill>
                  <a:srgbClr val="3A3737"/>
                </a:solidFill>
                <a:latin typeface="Verdana"/>
                <a:cs typeface="Verdana"/>
              </a:rPr>
              <a:t>o</a:t>
            </a:r>
            <a:r>
              <a:rPr sz="1400" spc="-75" dirty="0">
                <a:solidFill>
                  <a:srgbClr val="3A3737"/>
                </a:solidFill>
                <a:latin typeface="Verdana"/>
                <a:cs typeface="Verdana"/>
              </a:rPr>
              <a:t>r</a:t>
            </a:r>
            <a:r>
              <a:rPr sz="1400" spc="90" dirty="0">
                <a:solidFill>
                  <a:srgbClr val="3A3737"/>
                </a:solidFill>
                <a:latin typeface="Verdana"/>
                <a:cs typeface="Verdana"/>
              </a:rPr>
              <a:t>denad</a:t>
            </a:r>
            <a:r>
              <a:rPr sz="1400" spc="85" dirty="0">
                <a:solidFill>
                  <a:srgbClr val="3A3737"/>
                </a:solidFill>
                <a:latin typeface="Verdana"/>
                <a:cs typeface="Verdana"/>
              </a:rPr>
              <a:t>o</a:t>
            </a:r>
            <a:r>
              <a:rPr sz="1400" spc="-250" dirty="0">
                <a:solidFill>
                  <a:srgbClr val="3A3737"/>
                </a:solidFill>
                <a:latin typeface="Verdana"/>
                <a:cs typeface="Verdana"/>
              </a:rPr>
              <a:t>r</a:t>
            </a:r>
            <a:r>
              <a:rPr sz="1400" spc="-175" dirty="0">
                <a:solidFill>
                  <a:srgbClr val="3A3737"/>
                </a:solidFill>
                <a:latin typeface="Verdana"/>
                <a:cs typeface="Verdana"/>
              </a:rPr>
              <a:t>,</a:t>
            </a:r>
            <a:r>
              <a:rPr sz="1400" spc="-55" dirty="0">
                <a:solidFill>
                  <a:srgbClr val="3A3737"/>
                </a:solidFill>
                <a:latin typeface="Verdana"/>
                <a:cs typeface="Verdana"/>
              </a:rPr>
              <a:t> </a:t>
            </a:r>
            <a:r>
              <a:rPr sz="1400" spc="-45" dirty="0">
                <a:solidFill>
                  <a:srgbClr val="3A3737"/>
                </a:solidFill>
                <a:latin typeface="Verdana"/>
                <a:cs typeface="Verdana"/>
              </a:rPr>
              <a:t>u</a:t>
            </a:r>
            <a:r>
              <a:rPr sz="1400" spc="-50" dirty="0">
                <a:solidFill>
                  <a:srgbClr val="3A3737"/>
                </a:solidFill>
                <a:latin typeface="Verdana"/>
                <a:cs typeface="Verdana"/>
              </a:rPr>
              <a:t>n</a:t>
            </a:r>
            <a:r>
              <a:rPr sz="1400" spc="-55" dirty="0">
                <a:solidFill>
                  <a:srgbClr val="3A3737"/>
                </a:solidFill>
                <a:latin typeface="Verdana"/>
                <a:cs typeface="Verdana"/>
              </a:rPr>
              <a:t> </a:t>
            </a:r>
            <a:r>
              <a:rPr sz="1400" spc="-145" dirty="0">
                <a:solidFill>
                  <a:srgbClr val="3A3737"/>
                </a:solidFill>
                <a:latin typeface="Verdana"/>
                <a:cs typeface="Verdana"/>
              </a:rPr>
              <a:t>l</a:t>
            </a:r>
            <a:r>
              <a:rPr sz="1400" spc="-100" dirty="0">
                <a:solidFill>
                  <a:srgbClr val="3A3737"/>
                </a:solidFill>
                <a:latin typeface="Verdana"/>
                <a:cs typeface="Verdana"/>
              </a:rPr>
              <a:t>ibr</a:t>
            </a:r>
            <a:r>
              <a:rPr sz="1400" spc="-40" dirty="0">
                <a:solidFill>
                  <a:srgbClr val="3A3737"/>
                </a:solidFill>
                <a:latin typeface="Verdana"/>
                <a:cs typeface="Verdana"/>
              </a:rPr>
              <a:t>o,</a:t>
            </a:r>
            <a:r>
              <a:rPr sz="1400" spc="-90" dirty="0">
                <a:solidFill>
                  <a:srgbClr val="3A3737"/>
                </a:solidFill>
                <a:latin typeface="Verdana"/>
                <a:cs typeface="Verdana"/>
              </a:rPr>
              <a:t> </a:t>
            </a:r>
            <a:r>
              <a:rPr sz="1400" spc="-50" dirty="0">
                <a:solidFill>
                  <a:srgbClr val="3A3737"/>
                </a:solidFill>
                <a:latin typeface="Verdana"/>
                <a:cs typeface="Verdana"/>
              </a:rPr>
              <a:t>u</a:t>
            </a:r>
            <a:r>
              <a:rPr sz="1400" spc="-45" dirty="0">
                <a:solidFill>
                  <a:srgbClr val="3A3737"/>
                </a:solidFill>
                <a:latin typeface="Verdana"/>
                <a:cs typeface="Verdana"/>
              </a:rPr>
              <a:t>n</a:t>
            </a:r>
            <a:r>
              <a:rPr sz="1400" spc="165" dirty="0">
                <a:solidFill>
                  <a:srgbClr val="3A3737"/>
                </a:solidFill>
                <a:latin typeface="Verdana"/>
                <a:cs typeface="Verdana"/>
              </a:rPr>
              <a:t>a</a:t>
            </a:r>
            <a:r>
              <a:rPr sz="1400" spc="-55" dirty="0">
                <a:solidFill>
                  <a:srgbClr val="3A3737"/>
                </a:solidFill>
                <a:latin typeface="Verdana"/>
                <a:cs typeface="Verdana"/>
              </a:rPr>
              <a:t> </a:t>
            </a:r>
            <a:r>
              <a:rPr sz="1400" spc="-15" dirty="0">
                <a:solidFill>
                  <a:srgbClr val="3A3737"/>
                </a:solidFill>
                <a:latin typeface="Verdana"/>
                <a:cs typeface="Verdana"/>
              </a:rPr>
              <a:t>mesa</a:t>
            </a:r>
            <a:r>
              <a:rPr sz="1400" spc="-254" dirty="0">
                <a:solidFill>
                  <a:srgbClr val="3A3737"/>
                </a:solidFill>
                <a:latin typeface="Verdana"/>
                <a:cs typeface="Verdana"/>
              </a:rPr>
              <a:t>-</a:t>
            </a:r>
            <a:r>
              <a:rPr sz="1400" spc="-175" dirty="0">
                <a:solidFill>
                  <a:srgbClr val="3A3737"/>
                </a:solidFill>
                <a:latin typeface="Verdana"/>
                <a:cs typeface="Verdana"/>
              </a:rPr>
              <a:t>,</a:t>
            </a:r>
            <a:r>
              <a:rPr sz="1400" spc="-85" dirty="0">
                <a:solidFill>
                  <a:srgbClr val="3A3737"/>
                </a:solidFill>
                <a:latin typeface="Verdana"/>
                <a:cs typeface="Verdana"/>
              </a:rPr>
              <a:t> </a:t>
            </a:r>
            <a:r>
              <a:rPr sz="1400" spc="30" dirty="0">
                <a:solidFill>
                  <a:srgbClr val="3A3737"/>
                </a:solidFill>
                <a:latin typeface="Verdana"/>
                <a:cs typeface="Verdana"/>
              </a:rPr>
              <a:t>p</a:t>
            </a:r>
            <a:r>
              <a:rPr sz="1400" spc="35" dirty="0">
                <a:solidFill>
                  <a:srgbClr val="3A3737"/>
                </a:solidFill>
                <a:latin typeface="Verdana"/>
                <a:cs typeface="Verdana"/>
              </a:rPr>
              <a:t>u</a:t>
            </a:r>
            <a:r>
              <a:rPr sz="1400" spc="100" dirty="0">
                <a:solidFill>
                  <a:srgbClr val="3A3737"/>
                </a:solidFill>
                <a:latin typeface="Verdana"/>
                <a:cs typeface="Verdana"/>
              </a:rPr>
              <a:t>e</a:t>
            </a:r>
            <a:r>
              <a:rPr sz="1400" spc="114" dirty="0">
                <a:solidFill>
                  <a:srgbClr val="3A3737"/>
                </a:solidFill>
                <a:latin typeface="Verdana"/>
                <a:cs typeface="Verdana"/>
              </a:rPr>
              <a:t>de</a:t>
            </a:r>
            <a:r>
              <a:rPr sz="1400" spc="-55" dirty="0">
                <a:solidFill>
                  <a:srgbClr val="3A3737"/>
                </a:solidFill>
                <a:latin typeface="Verdana"/>
                <a:cs typeface="Verdana"/>
              </a:rPr>
              <a:t> </a:t>
            </a:r>
            <a:r>
              <a:rPr sz="1400" spc="55" dirty="0">
                <a:solidFill>
                  <a:srgbClr val="3A3737"/>
                </a:solidFill>
                <a:latin typeface="Verdana"/>
                <a:cs typeface="Verdana"/>
              </a:rPr>
              <a:t>con</a:t>
            </a:r>
            <a:r>
              <a:rPr sz="1400" spc="65" dirty="0">
                <a:solidFill>
                  <a:srgbClr val="3A3737"/>
                </a:solidFill>
                <a:latin typeface="Verdana"/>
                <a:cs typeface="Verdana"/>
              </a:rPr>
              <a:t>v</a:t>
            </a:r>
            <a:r>
              <a:rPr sz="1400" spc="-85" dirty="0">
                <a:solidFill>
                  <a:srgbClr val="3A3737"/>
                </a:solidFill>
                <a:latin typeface="Verdana"/>
                <a:cs typeface="Verdana"/>
              </a:rPr>
              <a:t>e</a:t>
            </a:r>
            <a:r>
              <a:rPr sz="1400" spc="-70" dirty="0">
                <a:solidFill>
                  <a:srgbClr val="3A3737"/>
                </a:solidFill>
                <a:latin typeface="Verdana"/>
                <a:cs typeface="Verdana"/>
              </a:rPr>
              <a:t>r</a:t>
            </a:r>
            <a:r>
              <a:rPr sz="1400" spc="-100" dirty="0">
                <a:solidFill>
                  <a:srgbClr val="3A3737"/>
                </a:solidFill>
                <a:latin typeface="Verdana"/>
                <a:cs typeface="Verdana"/>
              </a:rPr>
              <a:t>t</a:t>
            </a:r>
            <a:r>
              <a:rPr sz="1400" spc="-165" dirty="0">
                <a:solidFill>
                  <a:srgbClr val="3A3737"/>
                </a:solidFill>
                <a:latin typeface="Verdana"/>
                <a:cs typeface="Verdana"/>
              </a:rPr>
              <a:t>i</a:t>
            </a:r>
            <a:r>
              <a:rPr sz="1400" spc="-270" dirty="0">
                <a:solidFill>
                  <a:srgbClr val="3A3737"/>
                </a:solidFill>
                <a:latin typeface="Verdana"/>
                <a:cs typeface="Verdana"/>
              </a:rPr>
              <a:t>r</a:t>
            </a:r>
            <a:r>
              <a:rPr sz="1400" spc="-80" dirty="0">
                <a:solidFill>
                  <a:srgbClr val="3A3737"/>
                </a:solidFill>
                <a:latin typeface="Verdana"/>
                <a:cs typeface="Verdana"/>
              </a:rPr>
              <a:t>s</a:t>
            </a:r>
            <a:r>
              <a:rPr sz="1400" spc="-85" dirty="0">
                <a:solidFill>
                  <a:srgbClr val="3A3737"/>
                </a:solidFill>
                <a:latin typeface="Verdana"/>
                <a:cs typeface="Verdana"/>
              </a:rPr>
              <a:t>e</a:t>
            </a:r>
            <a:r>
              <a:rPr sz="1400" spc="-40" dirty="0">
                <a:solidFill>
                  <a:srgbClr val="3A3737"/>
                </a:solidFill>
                <a:latin typeface="Verdana"/>
                <a:cs typeface="Verdana"/>
              </a:rPr>
              <a:t> </a:t>
            </a:r>
            <a:r>
              <a:rPr sz="1400" spc="15" dirty="0">
                <a:solidFill>
                  <a:srgbClr val="3A3737"/>
                </a:solidFill>
                <a:latin typeface="Verdana"/>
                <a:cs typeface="Verdana"/>
              </a:rPr>
              <a:t>en  </a:t>
            </a:r>
            <a:r>
              <a:rPr sz="1400" spc="-20" dirty="0">
                <a:solidFill>
                  <a:srgbClr val="3A3737"/>
                </a:solidFill>
                <a:latin typeface="Verdana"/>
                <a:cs typeface="Verdana"/>
              </a:rPr>
              <a:t>el</a:t>
            </a:r>
            <a:r>
              <a:rPr sz="1400" spc="-15" dirty="0">
                <a:solidFill>
                  <a:srgbClr val="3A3737"/>
                </a:solidFill>
                <a:latin typeface="Verdana"/>
                <a:cs typeface="Verdana"/>
              </a:rPr>
              <a:t> </a:t>
            </a:r>
            <a:r>
              <a:rPr sz="1400" dirty="0">
                <a:solidFill>
                  <a:srgbClr val="3A3737"/>
                </a:solidFill>
                <a:latin typeface="Verdana"/>
                <a:cs typeface="Verdana"/>
              </a:rPr>
              <a:t>escenario</a:t>
            </a:r>
            <a:r>
              <a:rPr sz="1400" spc="5" dirty="0">
                <a:solidFill>
                  <a:srgbClr val="3A3737"/>
                </a:solidFill>
                <a:latin typeface="Verdana"/>
                <a:cs typeface="Verdana"/>
              </a:rPr>
              <a:t> </a:t>
            </a:r>
            <a:r>
              <a:rPr sz="1400" spc="25" dirty="0">
                <a:solidFill>
                  <a:srgbClr val="3A3737"/>
                </a:solidFill>
                <a:latin typeface="Verdana"/>
                <a:cs typeface="Verdana"/>
              </a:rPr>
              <a:t>perfecto</a:t>
            </a:r>
            <a:r>
              <a:rPr sz="1400" spc="30" dirty="0">
                <a:solidFill>
                  <a:srgbClr val="3A3737"/>
                </a:solidFill>
                <a:latin typeface="Verdana"/>
                <a:cs typeface="Verdana"/>
              </a:rPr>
              <a:t> </a:t>
            </a:r>
            <a:r>
              <a:rPr sz="1400" spc="45" dirty="0">
                <a:solidFill>
                  <a:srgbClr val="3A3737"/>
                </a:solidFill>
                <a:latin typeface="Verdana"/>
                <a:cs typeface="Verdana"/>
              </a:rPr>
              <a:t>para</a:t>
            </a:r>
            <a:r>
              <a:rPr sz="1400" spc="50" dirty="0">
                <a:solidFill>
                  <a:srgbClr val="3A3737"/>
                </a:solidFill>
                <a:latin typeface="Verdana"/>
                <a:cs typeface="Verdana"/>
              </a:rPr>
              <a:t> </a:t>
            </a:r>
            <a:r>
              <a:rPr sz="1400" spc="10" dirty="0">
                <a:solidFill>
                  <a:srgbClr val="3A3737"/>
                </a:solidFill>
                <a:latin typeface="Verdana"/>
                <a:cs typeface="Verdana"/>
              </a:rPr>
              <a:t>la</a:t>
            </a:r>
            <a:r>
              <a:rPr sz="1400" spc="15" dirty="0">
                <a:solidFill>
                  <a:srgbClr val="3A3737"/>
                </a:solidFill>
                <a:latin typeface="Verdana"/>
                <a:cs typeface="Verdana"/>
              </a:rPr>
              <a:t> </a:t>
            </a:r>
            <a:r>
              <a:rPr sz="1400" spc="-35" dirty="0">
                <a:solidFill>
                  <a:srgbClr val="3A3737"/>
                </a:solidFill>
                <a:latin typeface="Verdana"/>
                <a:cs typeface="Verdana"/>
              </a:rPr>
              <a:t>disposición</a:t>
            </a:r>
            <a:r>
              <a:rPr sz="1400" spc="-30" dirty="0">
                <a:solidFill>
                  <a:srgbClr val="3A3737"/>
                </a:solidFill>
                <a:latin typeface="Verdana"/>
                <a:cs typeface="Verdana"/>
              </a:rPr>
              <a:t> </a:t>
            </a:r>
            <a:r>
              <a:rPr sz="1400" spc="114" dirty="0">
                <a:solidFill>
                  <a:srgbClr val="3A3737"/>
                </a:solidFill>
                <a:latin typeface="Verdana"/>
                <a:cs typeface="Verdana"/>
              </a:rPr>
              <a:t>de </a:t>
            </a:r>
            <a:r>
              <a:rPr sz="1400" spc="-105" dirty="0">
                <a:solidFill>
                  <a:srgbClr val="3A3737"/>
                </a:solidFill>
                <a:latin typeface="Verdana"/>
                <a:cs typeface="Verdana"/>
              </a:rPr>
              <a:t>los </a:t>
            </a:r>
            <a:r>
              <a:rPr sz="1400" spc="-100" dirty="0">
                <a:solidFill>
                  <a:srgbClr val="3A3737"/>
                </a:solidFill>
                <a:latin typeface="Verdana"/>
                <a:cs typeface="Verdana"/>
              </a:rPr>
              <a:t> </a:t>
            </a:r>
            <a:r>
              <a:rPr sz="1400" spc="-25" dirty="0">
                <a:solidFill>
                  <a:srgbClr val="3A3737"/>
                </a:solidFill>
                <a:latin typeface="Verdana"/>
                <a:cs typeface="Verdana"/>
              </a:rPr>
              <a:t>elementos </a:t>
            </a:r>
            <a:r>
              <a:rPr sz="1400" spc="114" dirty="0">
                <a:solidFill>
                  <a:srgbClr val="3A3737"/>
                </a:solidFill>
                <a:latin typeface="Verdana"/>
                <a:cs typeface="Verdana"/>
              </a:rPr>
              <a:t>de </a:t>
            </a:r>
            <a:r>
              <a:rPr sz="1400" spc="-85" dirty="0">
                <a:solidFill>
                  <a:srgbClr val="3A3737"/>
                </a:solidFill>
                <a:latin typeface="Verdana"/>
                <a:cs typeface="Verdana"/>
              </a:rPr>
              <a:t>AR. </a:t>
            </a:r>
            <a:r>
              <a:rPr sz="1400" spc="-95" dirty="0">
                <a:solidFill>
                  <a:srgbClr val="3A3737"/>
                </a:solidFill>
                <a:latin typeface="Verdana"/>
                <a:cs typeface="Verdana"/>
              </a:rPr>
              <a:t>Incluso, </a:t>
            </a:r>
            <a:r>
              <a:rPr sz="1400" spc="-110" dirty="0">
                <a:solidFill>
                  <a:srgbClr val="3A3737"/>
                </a:solidFill>
                <a:latin typeface="Verdana"/>
                <a:cs typeface="Verdana"/>
              </a:rPr>
              <a:t>los </a:t>
            </a:r>
            <a:r>
              <a:rPr sz="1400" dirty="0">
                <a:solidFill>
                  <a:srgbClr val="3A3737"/>
                </a:solidFill>
                <a:latin typeface="Verdana"/>
                <a:cs typeface="Verdana"/>
              </a:rPr>
              <a:t>probadores </a:t>
            </a:r>
            <a:r>
              <a:rPr sz="1400" spc="-90" dirty="0">
                <a:solidFill>
                  <a:srgbClr val="3A3737"/>
                </a:solidFill>
                <a:latin typeface="Verdana"/>
                <a:cs typeface="Verdana"/>
              </a:rPr>
              <a:t>virtuales </a:t>
            </a:r>
            <a:r>
              <a:rPr sz="1400" spc="110" dirty="0">
                <a:solidFill>
                  <a:srgbClr val="3A3737"/>
                </a:solidFill>
                <a:latin typeface="Verdana"/>
                <a:cs typeface="Verdana"/>
              </a:rPr>
              <a:t>de </a:t>
            </a:r>
            <a:r>
              <a:rPr sz="1400" spc="-690" dirty="0">
                <a:solidFill>
                  <a:srgbClr val="3A3737"/>
                </a:solidFill>
                <a:latin typeface="Verdana"/>
                <a:cs typeface="Verdana"/>
              </a:rPr>
              <a:t> </a:t>
            </a:r>
            <a:r>
              <a:rPr sz="1400" spc="-20" dirty="0">
                <a:solidFill>
                  <a:srgbClr val="3A3737"/>
                </a:solidFill>
                <a:latin typeface="Verdana"/>
                <a:cs typeface="Verdana"/>
              </a:rPr>
              <a:t>gafas,</a:t>
            </a:r>
            <a:r>
              <a:rPr sz="1400" spc="-15" dirty="0">
                <a:solidFill>
                  <a:srgbClr val="3A3737"/>
                </a:solidFill>
                <a:latin typeface="Verdana"/>
                <a:cs typeface="Verdana"/>
              </a:rPr>
              <a:t> </a:t>
            </a:r>
            <a:r>
              <a:rPr sz="1400" spc="-45" dirty="0">
                <a:solidFill>
                  <a:srgbClr val="3A3737"/>
                </a:solidFill>
                <a:latin typeface="Verdana"/>
                <a:cs typeface="Verdana"/>
              </a:rPr>
              <a:t>maquillaje,</a:t>
            </a:r>
            <a:r>
              <a:rPr sz="1400" spc="-40" dirty="0">
                <a:solidFill>
                  <a:srgbClr val="3A3737"/>
                </a:solidFill>
                <a:latin typeface="Verdana"/>
                <a:cs typeface="Verdana"/>
              </a:rPr>
              <a:t> </a:t>
            </a:r>
            <a:r>
              <a:rPr sz="1400" spc="25" dirty="0">
                <a:solidFill>
                  <a:srgbClr val="3A3737"/>
                </a:solidFill>
                <a:latin typeface="Verdana"/>
                <a:cs typeface="Verdana"/>
              </a:rPr>
              <a:t>pendientes…</a:t>
            </a:r>
            <a:r>
              <a:rPr sz="1400" spc="30" dirty="0">
                <a:solidFill>
                  <a:srgbClr val="3A3737"/>
                </a:solidFill>
                <a:latin typeface="Verdana"/>
                <a:cs typeface="Verdana"/>
              </a:rPr>
              <a:t> </a:t>
            </a:r>
            <a:r>
              <a:rPr sz="1400" spc="-110" dirty="0">
                <a:solidFill>
                  <a:srgbClr val="3A3737"/>
                </a:solidFill>
                <a:latin typeface="Verdana"/>
                <a:cs typeface="Verdana"/>
              </a:rPr>
              <a:t>Son</a:t>
            </a:r>
            <a:r>
              <a:rPr sz="1400" spc="-105" dirty="0">
                <a:solidFill>
                  <a:srgbClr val="3A3737"/>
                </a:solidFill>
                <a:latin typeface="Verdana"/>
                <a:cs typeface="Verdana"/>
              </a:rPr>
              <a:t> </a:t>
            </a:r>
            <a:r>
              <a:rPr sz="1400" spc="25" dirty="0">
                <a:solidFill>
                  <a:srgbClr val="3A3737"/>
                </a:solidFill>
                <a:latin typeface="Verdana"/>
                <a:cs typeface="Verdana"/>
              </a:rPr>
              <a:t>una</a:t>
            </a:r>
            <a:r>
              <a:rPr sz="1400" spc="30" dirty="0">
                <a:solidFill>
                  <a:srgbClr val="3A3737"/>
                </a:solidFill>
                <a:latin typeface="Verdana"/>
                <a:cs typeface="Verdana"/>
              </a:rPr>
              <a:t> </a:t>
            </a:r>
            <a:r>
              <a:rPr sz="1400" spc="15" dirty="0">
                <a:solidFill>
                  <a:srgbClr val="3A3737"/>
                </a:solidFill>
                <a:latin typeface="Verdana"/>
                <a:cs typeface="Verdana"/>
              </a:rPr>
              <a:t>realidad </a:t>
            </a:r>
            <a:r>
              <a:rPr sz="1400" spc="20" dirty="0">
                <a:solidFill>
                  <a:srgbClr val="3A3737"/>
                </a:solidFill>
                <a:latin typeface="Verdana"/>
                <a:cs typeface="Verdana"/>
              </a:rPr>
              <a:t> </a:t>
            </a:r>
            <a:r>
              <a:rPr sz="1400" spc="-90" dirty="0">
                <a:solidFill>
                  <a:srgbClr val="3A3737"/>
                </a:solidFill>
                <a:latin typeface="Verdana"/>
                <a:cs typeface="Verdana"/>
              </a:rPr>
              <a:t>g</a:t>
            </a:r>
            <a:r>
              <a:rPr sz="1400" spc="-75" dirty="0">
                <a:solidFill>
                  <a:srgbClr val="3A3737"/>
                </a:solidFill>
                <a:latin typeface="Verdana"/>
                <a:cs typeface="Verdana"/>
              </a:rPr>
              <a:t>r</a:t>
            </a:r>
            <a:r>
              <a:rPr sz="1400" spc="105" dirty="0">
                <a:solidFill>
                  <a:srgbClr val="3A3737"/>
                </a:solidFill>
                <a:latin typeface="Verdana"/>
                <a:cs typeface="Verdana"/>
              </a:rPr>
              <a:t>ac</a:t>
            </a:r>
            <a:r>
              <a:rPr sz="1400" spc="40" dirty="0">
                <a:solidFill>
                  <a:srgbClr val="3A3737"/>
                </a:solidFill>
                <a:latin typeface="Verdana"/>
                <a:cs typeface="Verdana"/>
              </a:rPr>
              <a:t>i</a:t>
            </a:r>
            <a:r>
              <a:rPr sz="1400" spc="-60" dirty="0">
                <a:solidFill>
                  <a:srgbClr val="3A3737"/>
                </a:solidFill>
                <a:latin typeface="Verdana"/>
                <a:cs typeface="Verdana"/>
              </a:rPr>
              <a:t>a</a:t>
            </a:r>
            <a:r>
              <a:rPr sz="1400" spc="-45" dirty="0">
                <a:solidFill>
                  <a:srgbClr val="3A3737"/>
                </a:solidFill>
                <a:latin typeface="Verdana"/>
                <a:cs typeface="Verdana"/>
              </a:rPr>
              <a:t>s</a:t>
            </a:r>
            <a:r>
              <a:rPr sz="1400" spc="-150" dirty="0">
                <a:solidFill>
                  <a:srgbClr val="3A3737"/>
                </a:solidFill>
                <a:latin typeface="Verdana"/>
                <a:cs typeface="Verdana"/>
              </a:rPr>
              <a:t> </a:t>
            </a:r>
            <a:r>
              <a:rPr sz="1400" spc="5" dirty="0">
                <a:solidFill>
                  <a:srgbClr val="3A3737"/>
                </a:solidFill>
                <a:latin typeface="Verdana"/>
                <a:cs typeface="Verdana"/>
              </a:rPr>
              <a:t>al</a:t>
            </a:r>
            <a:r>
              <a:rPr sz="1400" spc="-170" dirty="0">
                <a:solidFill>
                  <a:srgbClr val="3A3737"/>
                </a:solidFill>
                <a:latin typeface="Verdana"/>
                <a:cs typeface="Verdana"/>
              </a:rPr>
              <a:t> </a:t>
            </a:r>
            <a:r>
              <a:rPr sz="1400" spc="-175" dirty="0">
                <a:solidFill>
                  <a:srgbClr val="3A3737"/>
                </a:solidFill>
                <a:latin typeface="Verdana"/>
                <a:cs typeface="Verdana"/>
              </a:rPr>
              <a:t>u</a:t>
            </a:r>
            <a:r>
              <a:rPr sz="1400" spc="-140" dirty="0">
                <a:solidFill>
                  <a:srgbClr val="3A3737"/>
                </a:solidFill>
                <a:latin typeface="Verdana"/>
                <a:cs typeface="Verdana"/>
              </a:rPr>
              <a:t>s</a:t>
            </a:r>
            <a:r>
              <a:rPr sz="1400" spc="95" dirty="0">
                <a:solidFill>
                  <a:srgbClr val="3A3737"/>
                </a:solidFill>
                <a:latin typeface="Verdana"/>
                <a:cs typeface="Verdana"/>
              </a:rPr>
              <a:t>o</a:t>
            </a:r>
            <a:r>
              <a:rPr sz="1400" spc="-170" dirty="0">
                <a:solidFill>
                  <a:srgbClr val="3A3737"/>
                </a:solidFill>
                <a:latin typeface="Verdana"/>
                <a:cs typeface="Verdana"/>
              </a:rPr>
              <a:t> </a:t>
            </a:r>
            <a:r>
              <a:rPr sz="1400" spc="114" dirty="0">
                <a:solidFill>
                  <a:srgbClr val="3A3737"/>
                </a:solidFill>
                <a:latin typeface="Verdana"/>
                <a:cs typeface="Verdana"/>
              </a:rPr>
              <a:t>de</a:t>
            </a:r>
            <a:r>
              <a:rPr sz="1400" spc="-150" dirty="0">
                <a:solidFill>
                  <a:srgbClr val="3A3737"/>
                </a:solidFill>
                <a:latin typeface="Verdana"/>
                <a:cs typeface="Verdana"/>
              </a:rPr>
              <a:t> </a:t>
            </a:r>
            <a:r>
              <a:rPr sz="1400" spc="-85" dirty="0">
                <a:solidFill>
                  <a:srgbClr val="3A3737"/>
                </a:solidFill>
                <a:latin typeface="Verdana"/>
                <a:cs typeface="Verdana"/>
              </a:rPr>
              <a:t>e</a:t>
            </a:r>
            <a:r>
              <a:rPr sz="1400" spc="-70" dirty="0">
                <a:solidFill>
                  <a:srgbClr val="3A3737"/>
                </a:solidFill>
                <a:latin typeface="Verdana"/>
                <a:cs typeface="Verdana"/>
              </a:rPr>
              <a:t>s</a:t>
            </a:r>
            <a:r>
              <a:rPr sz="1400" spc="-100" dirty="0">
                <a:solidFill>
                  <a:srgbClr val="3A3737"/>
                </a:solidFill>
                <a:latin typeface="Verdana"/>
                <a:cs typeface="Verdana"/>
              </a:rPr>
              <a:t>t</a:t>
            </a:r>
            <a:r>
              <a:rPr sz="1400" spc="165" dirty="0">
                <a:solidFill>
                  <a:srgbClr val="3A3737"/>
                </a:solidFill>
                <a:latin typeface="Verdana"/>
                <a:cs typeface="Verdana"/>
              </a:rPr>
              <a:t>a</a:t>
            </a:r>
            <a:r>
              <a:rPr sz="1400" spc="-185" dirty="0">
                <a:solidFill>
                  <a:srgbClr val="3A3737"/>
                </a:solidFill>
                <a:latin typeface="Verdana"/>
                <a:cs typeface="Verdana"/>
              </a:rPr>
              <a:t> </a:t>
            </a:r>
            <a:r>
              <a:rPr sz="1400" spc="-15" dirty="0">
                <a:solidFill>
                  <a:srgbClr val="3A3737"/>
                </a:solidFill>
                <a:latin typeface="Verdana"/>
                <a:cs typeface="Verdana"/>
              </a:rPr>
              <a:t>Rea</a:t>
            </a:r>
            <a:r>
              <a:rPr sz="1400" spc="-5" dirty="0">
                <a:solidFill>
                  <a:srgbClr val="3A3737"/>
                </a:solidFill>
                <a:latin typeface="Verdana"/>
                <a:cs typeface="Verdana"/>
              </a:rPr>
              <a:t>l</a:t>
            </a:r>
            <a:r>
              <a:rPr sz="1400" spc="-15" dirty="0">
                <a:solidFill>
                  <a:srgbClr val="3A3737"/>
                </a:solidFill>
                <a:latin typeface="Verdana"/>
                <a:cs typeface="Verdana"/>
              </a:rPr>
              <a:t>i</a:t>
            </a:r>
            <a:r>
              <a:rPr sz="1400" spc="-30" dirty="0">
                <a:solidFill>
                  <a:srgbClr val="3A3737"/>
                </a:solidFill>
                <a:latin typeface="Verdana"/>
                <a:cs typeface="Verdana"/>
              </a:rPr>
              <a:t>d</a:t>
            </a:r>
            <a:r>
              <a:rPr sz="1400" spc="135" dirty="0">
                <a:solidFill>
                  <a:srgbClr val="3A3737"/>
                </a:solidFill>
                <a:latin typeface="Verdana"/>
                <a:cs typeface="Verdana"/>
              </a:rPr>
              <a:t>a</a:t>
            </a:r>
            <a:r>
              <a:rPr sz="1400" spc="150" dirty="0">
                <a:solidFill>
                  <a:srgbClr val="3A3737"/>
                </a:solidFill>
                <a:latin typeface="Verdana"/>
                <a:cs typeface="Verdana"/>
              </a:rPr>
              <a:t>d</a:t>
            </a:r>
            <a:r>
              <a:rPr sz="1400" spc="-170" dirty="0">
                <a:solidFill>
                  <a:srgbClr val="3A3737"/>
                </a:solidFill>
                <a:latin typeface="Verdana"/>
                <a:cs typeface="Verdana"/>
              </a:rPr>
              <a:t> </a:t>
            </a:r>
            <a:r>
              <a:rPr sz="1400" spc="105" dirty="0">
                <a:solidFill>
                  <a:srgbClr val="3A3737"/>
                </a:solidFill>
                <a:latin typeface="Verdana"/>
                <a:cs typeface="Verdana"/>
              </a:rPr>
              <a:t>A</a:t>
            </a:r>
            <a:r>
              <a:rPr sz="1400" spc="-45" dirty="0">
                <a:solidFill>
                  <a:srgbClr val="3A3737"/>
                </a:solidFill>
                <a:latin typeface="Verdana"/>
                <a:cs typeface="Verdana"/>
              </a:rPr>
              <a:t>u</a:t>
            </a:r>
            <a:r>
              <a:rPr sz="1400" spc="-65" dirty="0">
                <a:solidFill>
                  <a:srgbClr val="3A3737"/>
                </a:solidFill>
                <a:latin typeface="Verdana"/>
                <a:cs typeface="Verdana"/>
              </a:rPr>
              <a:t>m</a:t>
            </a:r>
            <a:r>
              <a:rPr sz="1400" spc="30" dirty="0">
                <a:solidFill>
                  <a:srgbClr val="3A3737"/>
                </a:solidFill>
                <a:latin typeface="Verdana"/>
                <a:cs typeface="Verdana"/>
              </a:rPr>
              <a:t>en</a:t>
            </a:r>
            <a:r>
              <a:rPr sz="1400" spc="20" dirty="0">
                <a:solidFill>
                  <a:srgbClr val="3A3737"/>
                </a:solidFill>
                <a:latin typeface="Verdana"/>
                <a:cs typeface="Verdana"/>
              </a:rPr>
              <a:t>t</a:t>
            </a:r>
            <a:r>
              <a:rPr sz="1400" spc="25" dirty="0">
                <a:solidFill>
                  <a:srgbClr val="3A3737"/>
                </a:solidFill>
                <a:latin typeface="Verdana"/>
                <a:cs typeface="Verdana"/>
              </a:rPr>
              <a:t>a</a:t>
            </a:r>
            <a:r>
              <a:rPr sz="1400" spc="140" dirty="0">
                <a:solidFill>
                  <a:srgbClr val="3A3737"/>
                </a:solidFill>
                <a:latin typeface="Verdana"/>
                <a:cs typeface="Verdana"/>
              </a:rPr>
              <a:t>da</a:t>
            </a:r>
            <a:r>
              <a:rPr sz="1400" spc="-175" dirty="0">
                <a:solidFill>
                  <a:srgbClr val="3A3737"/>
                </a:solidFill>
                <a:latin typeface="Verdana"/>
                <a:cs typeface="Verdana"/>
              </a:rPr>
              <a:t>.</a:t>
            </a:r>
            <a:endParaRPr sz="1400" dirty="0">
              <a:latin typeface="Verdana"/>
              <a:cs typeface="Verdana"/>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481940" y="2819400"/>
            <a:ext cx="8180120" cy="3762568"/>
          </a:xfrm>
          <a:prstGeom prst="rect">
            <a:avLst/>
          </a:prstGeom>
        </p:spPr>
        <p:txBody>
          <a:bodyPr vert="horz" wrap="square" lIns="0" tIns="12700" rIns="0" bIns="0" rtlCol="0">
            <a:spAutoFit/>
          </a:bodyPr>
          <a:lstStyle/>
          <a:p>
            <a:pPr marL="469900">
              <a:spcBef>
                <a:spcPts val="95"/>
              </a:spcBef>
            </a:pPr>
            <a:r>
              <a:rPr lang="es-PE" sz="1600" b="1" dirty="0">
                <a:solidFill>
                  <a:srgbClr val="3A3737"/>
                </a:solidFill>
                <a:latin typeface="Tahoma"/>
                <a:cs typeface="Tahoma"/>
              </a:rPr>
              <a:t>4. SLAM (</a:t>
            </a:r>
            <a:r>
              <a:rPr lang="es-PE" sz="1600" b="1" dirty="0" err="1">
                <a:solidFill>
                  <a:srgbClr val="3A3737"/>
                </a:solidFill>
                <a:latin typeface="Tahoma"/>
                <a:cs typeface="Tahoma"/>
              </a:rPr>
              <a:t>Simultaneous</a:t>
            </a:r>
            <a:r>
              <a:rPr lang="es-PE" sz="1600" b="1" dirty="0">
                <a:solidFill>
                  <a:srgbClr val="3A3737"/>
                </a:solidFill>
                <a:latin typeface="Tahoma"/>
                <a:cs typeface="Tahoma"/>
              </a:rPr>
              <a:t> </a:t>
            </a:r>
            <a:r>
              <a:rPr lang="es-PE" sz="1600" b="1" dirty="0" err="1">
                <a:solidFill>
                  <a:srgbClr val="3A3737"/>
                </a:solidFill>
                <a:latin typeface="Tahoma"/>
                <a:cs typeface="Tahoma"/>
              </a:rPr>
              <a:t>Localization</a:t>
            </a:r>
            <a:r>
              <a:rPr lang="es-PE" sz="1600" b="1" dirty="0">
                <a:solidFill>
                  <a:srgbClr val="3A3737"/>
                </a:solidFill>
                <a:latin typeface="Tahoma"/>
                <a:cs typeface="Tahoma"/>
              </a:rPr>
              <a:t> and </a:t>
            </a:r>
            <a:r>
              <a:rPr lang="es-PE" sz="1600" b="1" dirty="0" err="1">
                <a:solidFill>
                  <a:srgbClr val="3A3737"/>
                </a:solidFill>
                <a:latin typeface="Tahoma"/>
                <a:cs typeface="Tahoma"/>
              </a:rPr>
              <a:t>Mapping</a:t>
            </a:r>
            <a:r>
              <a:rPr lang="es-PE" sz="1600" b="1" dirty="0">
                <a:solidFill>
                  <a:srgbClr val="3A3737"/>
                </a:solidFill>
                <a:latin typeface="Tahoma"/>
                <a:cs typeface="Tahoma"/>
              </a:rPr>
              <a:t>)</a:t>
            </a:r>
            <a:endParaRPr lang="es-PE" sz="1600" dirty="0">
              <a:latin typeface="Tahoma"/>
              <a:cs typeface="Tahoma"/>
            </a:endParaRPr>
          </a:p>
          <a:p>
            <a:pPr>
              <a:spcBef>
                <a:spcPts val="25"/>
              </a:spcBef>
            </a:pPr>
            <a:endParaRPr lang="es-PE" sz="1600" dirty="0">
              <a:latin typeface="Tahoma"/>
              <a:cs typeface="Tahoma"/>
            </a:endParaRPr>
          </a:p>
          <a:p>
            <a:pPr marL="184785" indent="-172720">
              <a:buFont typeface="Arial MT"/>
              <a:buChar char="•"/>
              <a:tabLst>
                <a:tab pos="185420" algn="l"/>
                <a:tab pos="856615" algn="l"/>
                <a:tab pos="2030730" algn="l"/>
                <a:tab pos="3551554" algn="l"/>
                <a:tab pos="4930775" algn="l"/>
              </a:tabLst>
            </a:pPr>
            <a:r>
              <a:rPr lang="es-PE" sz="1600" dirty="0">
                <a:solidFill>
                  <a:srgbClr val="3A3737"/>
                </a:solidFill>
                <a:latin typeface="Verdana"/>
                <a:cs typeface="Verdana"/>
              </a:rPr>
              <a:t>Nos	permite	reconocer	cualquier	espacio donde</a:t>
            </a:r>
            <a:r>
              <a:rPr lang="es-PE" sz="1600" dirty="0">
                <a:latin typeface="Verdana"/>
                <a:cs typeface="Verdana"/>
              </a:rPr>
              <a:t> </a:t>
            </a:r>
            <a:r>
              <a:rPr sz="1600" dirty="0" err="1">
                <a:solidFill>
                  <a:srgbClr val="3A3737"/>
                </a:solidFill>
                <a:latin typeface="Verdana"/>
                <a:cs typeface="Verdana"/>
              </a:rPr>
              <a:t>estemos</a:t>
            </a:r>
            <a:r>
              <a:rPr lang="es-PE" sz="1600" dirty="0">
                <a:solidFill>
                  <a:srgbClr val="3A3737"/>
                </a:solidFill>
                <a:latin typeface="Verdana"/>
                <a:cs typeface="Verdana"/>
              </a:rPr>
              <a:t> </a:t>
            </a:r>
            <a:r>
              <a:rPr sz="1600" dirty="0" err="1">
                <a:solidFill>
                  <a:srgbClr val="3A3737"/>
                </a:solidFill>
                <a:latin typeface="Verdana"/>
                <a:cs typeface="Verdana"/>
              </a:rPr>
              <a:t>situados</a:t>
            </a:r>
            <a:r>
              <a:rPr sz="1600" dirty="0">
                <a:solidFill>
                  <a:srgbClr val="3A3737"/>
                </a:solidFill>
                <a:latin typeface="Verdana"/>
                <a:cs typeface="Verdana"/>
              </a:rPr>
              <a:t> a través de únicamente el  smartphone. Esta tecnología es capaz de procesar  cada imagen que sale desde la cámara del móvil en  tiempo real para memorizar las posiciones de los  elementos físicos del entorno: paredes, techos, suelo,  muebles, etc.</a:t>
            </a:r>
            <a:endParaRPr sz="1600" dirty="0">
              <a:latin typeface="Verdana"/>
              <a:cs typeface="Verdana"/>
            </a:endParaRPr>
          </a:p>
          <a:p>
            <a:pPr marL="184785" marR="6985" indent="-172720" algn="just">
              <a:lnSpc>
                <a:spcPct val="107000"/>
              </a:lnSpc>
              <a:spcBef>
                <a:spcPts val="790"/>
              </a:spcBef>
              <a:buFont typeface="Arial MT"/>
              <a:buChar char="•"/>
              <a:tabLst>
                <a:tab pos="185420" algn="l"/>
              </a:tabLst>
            </a:pPr>
            <a:r>
              <a:rPr sz="1600" dirty="0">
                <a:solidFill>
                  <a:srgbClr val="3A3737"/>
                </a:solidFill>
                <a:latin typeface="Verdana"/>
                <a:cs typeface="Verdana"/>
              </a:rPr>
              <a:t>Al hacer un escaneo del espacio, con toda esa  información se generan unos mapas tridimensionalES  que permiten colocar el entorno virtual generado en  AR.</a:t>
            </a:r>
            <a:endParaRPr sz="1600" dirty="0">
              <a:latin typeface="Verdana"/>
              <a:cs typeface="Verdana"/>
            </a:endParaRPr>
          </a:p>
          <a:p>
            <a:pPr marL="184785" marR="6350" indent="-172720" algn="just">
              <a:lnSpc>
                <a:spcPct val="107000"/>
              </a:lnSpc>
              <a:spcBef>
                <a:spcPts val="810"/>
              </a:spcBef>
              <a:buFont typeface="Arial MT"/>
              <a:buChar char="•"/>
              <a:tabLst>
                <a:tab pos="185420" algn="l"/>
              </a:tabLst>
            </a:pPr>
            <a:r>
              <a:rPr sz="1600" dirty="0">
                <a:solidFill>
                  <a:srgbClr val="3A3737"/>
                </a:solidFill>
                <a:latin typeface="Verdana"/>
                <a:cs typeface="Verdana"/>
              </a:rPr>
              <a:t>Gracias a esta tecnología -una botella de vino, un  ordenador, un libro, una mesa-, puede convertirse en  el escenario perfecto para la disposición de los  elementos de AR. Incluso, los probadores virtuales de  ga</a:t>
            </a:r>
            <a:r>
              <a:rPr sz="1600" strike="sngStrike" dirty="0">
                <a:solidFill>
                  <a:srgbClr val="3A3737"/>
                </a:solidFill>
                <a:latin typeface="Verdana"/>
                <a:cs typeface="Verdana"/>
              </a:rPr>
              <a:t>fas,</a:t>
            </a:r>
            <a:r>
              <a:rPr sz="1600" dirty="0">
                <a:solidFill>
                  <a:srgbClr val="3A3737"/>
                </a:solidFill>
                <a:latin typeface="Verdana"/>
                <a:cs typeface="Verdana"/>
              </a:rPr>
              <a:t> maquillaje, pendientes… Son una realidad  gracias al uso de esta Realidad Aumentada.</a:t>
            </a:r>
            <a:endParaRPr sz="1600" dirty="0">
              <a:latin typeface="Verdana"/>
              <a:cs typeface="Verdana"/>
            </a:endParaRPr>
          </a:p>
        </p:txBody>
      </p:sp>
      <p:pic>
        <p:nvPicPr>
          <p:cNvPr id="4" name="object 4"/>
          <p:cNvPicPr/>
          <p:nvPr/>
        </p:nvPicPr>
        <p:blipFill>
          <a:blip r:embed="rId2" cstate="print"/>
          <a:stretch>
            <a:fillRect/>
          </a:stretch>
        </p:blipFill>
        <p:spPr>
          <a:xfrm>
            <a:off x="4952999" y="163407"/>
            <a:ext cx="3972187" cy="1817793"/>
          </a:xfrm>
          <a:prstGeom prst="rect">
            <a:avLst/>
          </a:prstGeom>
        </p:spPr>
      </p:pic>
      <p:sp>
        <p:nvSpPr>
          <p:cNvPr id="5" name="object 5"/>
          <p:cNvSpPr txBox="1">
            <a:spLocks noGrp="1"/>
          </p:cNvSpPr>
          <p:nvPr>
            <p:ph type="title"/>
          </p:nvPr>
        </p:nvSpPr>
        <p:spPr>
          <a:xfrm>
            <a:off x="259723" y="838200"/>
            <a:ext cx="4320744" cy="628377"/>
          </a:xfrm>
          <a:prstGeom prst="rect">
            <a:avLst/>
          </a:prstGeom>
        </p:spPr>
        <p:txBody>
          <a:bodyPr vert="horz" wrap="square" lIns="0" tIns="12700" rIns="0" bIns="0" rtlCol="0">
            <a:spAutoFit/>
          </a:bodyPr>
          <a:lstStyle/>
          <a:p>
            <a:pPr marL="12700">
              <a:spcBef>
                <a:spcPts val="100"/>
              </a:spcBef>
            </a:pPr>
            <a:r>
              <a:rPr spc="-85" dirty="0"/>
              <a:t>4.Formatos</a:t>
            </a:r>
            <a:r>
              <a:rPr spc="-60" dirty="0"/>
              <a:t> </a:t>
            </a:r>
            <a:r>
              <a:rPr spc="75" dirty="0"/>
              <a:t>de</a:t>
            </a:r>
            <a:r>
              <a:rPr spc="-45" dirty="0"/>
              <a:t> </a:t>
            </a:r>
            <a:r>
              <a:rPr spc="-65" dirty="0"/>
              <a:t>uso</a:t>
            </a:r>
            <a:r>
              <a:rPr spc="-35" dirty="0"/>
              <a:t> </a:t>
            </a:r>
            <a:r>
              <a:rPr spc="75" dirty="0"/>
              <a:t>de</a:t>
            </a:r>
            <a:r>
              <a:rPr spc="-30" dirty="0"/>
              <a:t> </a:t>
            </a:r>
            <a:r>
              <a:rPr spc="-5" dirty="0"/>
              <a:t>la</a:t>
            </a:r>
            <a:r>
              <a:rPr spc="-35" dirty="0"/>
              <a:t> </a:t>
            </a:r>
            <a:r>
              <a:rPr spc="-15" dirty="0"/>
              <a:t>Realidad</a:t>
            </a:r>
            <a:r>
              <a:rPr spc="-35" dirty="0"/>
              <a:t> </a:t>
            </a:r>
            <a:r>
              <a:rPr spc="10" dirty="0"/>
              <a:t>Aumentada</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54864" y="2151888"/>
            <a:ext cx="8700516" cy="4183380"/>
          </a:xfrm>
          <a:prstGeom prst="rect">
            <a:avLst/>
          </a:prstGeom>
        </p:spPr>
      </p:pic>
      <p:sp>
        <p:nvSpPr>
          <p:cNvPr id="4" name="object 4"/>
          <p:cNvSpPr txBox="1"/>
          <p:nvPr/>
        </p:nvSpPr>
        <p:spPr>
          <a:xfrm>
            <a:off x="1600200" y="531199"/>
            <a:ext cx="5667375" cy="1449070"/>
          </a:xfrm>
          <a:prstGeom prst="rect">
            <a:avLst/>
          </a:prstGeom>
        </p:spPr>
        <p:txBody>
          <a:bodyPr vert="horz" wrap="square" lIns="0" tIns="12065" rIns="0" bIns="0" rtlCol="0">
            <a:spAutoFit/>
          </a:bodyPr>
          <a:lstStyle/>
          <a:p>
            <a:pPr marL="469900">
              <a:spcBef>
                <a:spcPts val="95"/>
              </a:spcBef>
            </a:pPr>
            <a:r>
              <a:rPr sz="1600" b="1" spc="-95" dirty="0">
                <a:solidFill>
                  <a:srgbClr val="3A3737"/>
                </a:solidFill>
                <a:latin typeface="Tahoma"/>
                <a:cs typeface="Tahoma"/>
              </a:rPr>
              <a:t>4.</a:t>
            </a:r>
            <a:r>
              <a:rPr sz="1600" b="1" spc="-15" dirty="0">
                <a:solidFill>
                  <a:srgbClr val="3A3737"/>
                </a:solidFill>
                <a:latin typeface="Tahoma"/>
                <a:cs typeface="Tahoma"/>
              </a:rPr>
              <a:t> </a:t>
            </a:r>
            <a:r>
              <a:rPr sz="1600" b="1" spc="-80" dirty="0">
                <a:solidFill>
                  <a:srgbClr val="3A3737"/>
                </a:solidFill>
                <a:latin typeface="Tahoma"/>
                <a:cs typeface="Tahoma"/>
              </a:rPr>
              <a:t>SLAM</a:t>
            </a:r>
            <a:r>
              <a:rPr sz="1600" b="1" spc="-15" dirty="0">
                <a:solidFill>
                  <a:srgbClr val="3A3737"/>
                </a:solidFill>
                <a:latin typeface="Tahoma"/>
                <a:cs typeface="Tahoma"/>
              </a:rPr>
              <a:t> </a:t>
            </a:r>
            <a:r>
              <a:rPr sz="1600" b="1" spc="-65" dirty="0">
                <a:solidFill>
                  <a:srgbClr val="3A3737"/>
                </a:solidFill>
                <a:latin typeface="Tahoma"/>
                <a:cs typeface="Tahoma"/>
              </a:rPr>
              <a:t>(Simultaneous</a:t>
            </a:r>
            <a:r>
              <a:rPr sz="1600" b="1" spc="20" dirty="0">
                <a:solidFill>
                  <a:srgbClr val="3A3737"/>
                </a:solidFill>
                <a:latin typeface="Tahoma"/>
                <a:cs typeface="Tahoma"/>
              </a:rPr>
              <a:t> </a:t>
            </a:r>
            <a:r>
              <a:rPr sz="1600" b="1" spc="-45" dirty="0">
                <a:solidFill>
                  <a:srgbClr val="3A3737"/>
                </a:solidFill>
                <a:latin typeface="Tahoma"/>
                <a:cs typeface="Tahoma"/>
              </a:rPr>
              <a:t>Localization</a:t>
            </a:r>
            <a:r>
              <a:rPr sz="1600" b="1" spc="30" dirty="0">
                <a:solidFill>
                  <a:srgbClr val="3A3737"/>
                </a:solidFill>
                <a:latin typeface="Tahoma"/>
                <a:cs typeface="Tahoma"/>
              </a:rPr>
              <a:t> </a:t>
            </a:r>
            <a:r>
              <a:rPr sz="1600" b="1" spc="25" dirty="0">
                <a:solidFill>
                  <a:srgbClr val="3A3737"/>
                </a:solidFill>
                <a:latin typeface="Tahoma"/>
                <a:cs typeface="Tahoma"/>
              </a:rPr>
              <a:t>and</a:t>
            </a:r>
            <a:r>
              <a:rPr sz="1600" b="1" spc="-15" dirty="0">
                <a:solidFill>
                  <a:srgbClr val="3A3737"/>
                </a:solidFill>
                <a:latin typeface="Tahoma"/>
                <a:cs typeface="Tahoma"/>
              </a:rPr>
              <a:t> </a:t>
            </a:r>
            <a:r>
              <a:rPr sz="1600" b="1" spc="-10" dirty="0">
                <a:solidFill>
                  <a:srgbClr val="3A3737"/>
                </a:solidFill>
                <a:latin typeface="Tahoma"/>
                <a:cs typeface="Tahoma"/>
              </a:rPr>
              <a:t>Mapping)</a:t>
            </a:r>
            <a:endParaRPr sz="1600" dirty="0">
              <a:latin typeface="Tahoma"/>
              <a:cs typeface="Tahoma"/>
            </a:endParaRPr>
          </a:p>
          <a:p>
            <a:pPr>
              <a:spcBef>
                <a:spcPts val="30"/>
              </a:spcBef>
            </a:pPr>
            <a:endParaRPr sz="2300" dirty="0">
              <a:latin typeface="Tahoma"/>
              <a:cs typeface="Tahoma"/>
            </a:endParaRPr>
          </a:p>
          <a:p>
            <a:pPr marL="12700" marR="5080">
              <a:spcBef>
                <a:spcPts val="5"/>
              </a:spcBef>
            </a:pPr>
            <a:r>
              <a:rPr spc="-20" dirty="0">
                <a:solidFill>
                  <a:srgbClr val="3A3737"/>
                </a:solidFill>
                <a:latin typeface="Calibri"/>
                <a:cs typeface="Calibri"/>
              </a:rPr>
              <a:t>Ikea</a:t>
            </a:r>
            <a:r>
              <a:rPr dirty="0">
                <a:solidFill>
                  <a:srgbClr val="3A3737"/>
                </a:solidFill>
                <a:latin typeface="Calibri"/>
                <a:cs typeface="Calibri"/>
              </a:rPr>
              <a:t> </a:t>
            </a:r>
            <a:r>
              <a:rPr spc="-5" dirty="0">
                <a:solidFill>
                  <a:srgbClr val="3A3737"/>
                </a:solidFill>
                <a:latin typeface="Calibri"/>
                <a:cs typeface="Calibri"/>
              </a:rPr>
              <a:t>Place</a:t>
            </a:r>
            <a:r>
              <a:rPr spc="10" dirty="0">
                <a:solidFill>
                  <a:srgbClr val="3A3737"/>
                </a:solidFill>
                <a:latin typeface="Calibri"/>
                <a:cs typeface="Calibri"/>
              </a:rPr>
              <a:t> </a:t>
            </a:r>
            <a:r>
              <a:rPr dirty="0">
                <a:solidFill>
                  <a:srgbClr val="3A3737"/>
                </a:solidFill>
                <a:latin typeface="Calibri"/>
                <a:cs typeface="Calibri"/>
              </a:rPr>
              <a:t>es </a:t>
            </a:r>
            <a:r>
              <a:rPr spc="-15" dirty="0">
                <a:solidFill>
                  <a:srgbClr val="3A3737"/>
                </a:solidFill>
                <a:latin typeface="Calibri"/>
                <a:cs typeface="Calibri"/>
              </a:rPr>
              <a:t>otro</a:t>
            </a:r>
            <a:r>
              <a:rPr spc="-5" dirty="0">
                <a:solidFill>
                  <a:srgbClr val="3A3737"/>
                </a:solidFill>
                <a:latin typeface="Calibri"/>
                <a:cs typeface="Calibri"/>
              </a:rPr>
              <a:t> </a:t>
            </a:r>
            <a:r>
              <a:rPr dirty="0">
                <a:solidFill>
                  <a:srgbClr val="3A3737"/>
                </a:solidFill>
                <a:latin typeface="Calibri"/>
                <a:cs typeface="Calibri"/>
              </a:rPr>
              <a:t>ejemplo</a:t>
            </a:r>
            <a:r>
              <a:rPr spc="-10" dirty="0">
                <a:solidFill>
                  <a:srgbClr val="3A3737"/>
                </a:solidFill>
                <a:latin typeface="Calibri"/>
                <a:cs typeface="Calibri"/>
              </a:rPr>
              <a:t> </a:t>
            </a:r>
            <a:r>
              <a:rPr spc="-5" dirty="0">
                <a:solidFill>
                  <a:srgbClr val="3A3737"/>
                </a:solidFill>
                <a:latin typeface="Calibri"/>
                <a:cs typeface="Calibri"/>
              </a:rPr>
              <a:t>de</a:t>
            </a:r>
            <a:r>
              <a:rPr spc="15" dirty="0">
                <a:solidFill>
                  <a:srgbClr val="3A3737"/>
                </a:solidFill>
                <a:latin typeface="Calibri"/>
                <a:cs typeface="Calibri"/>
              </a:rPr>
              <a:t> </a:t>
            </a:r>
            <a:r>
              <a:rPr spc="-5" dirty="0">
                <a:solidFill>
                  <a:srgbClr val="3A3737"/>
                </a:solidFill>
                <a:latin typeface="Calibri"/>
                <a:cs typeface="Calibri"/>
              </a:rPr>
              <a:t>uso de SLAM</a:t>
            </a:r>
            <a:r>
              <a:rPr spc="10" dirty="0">
                <a:solidFill>
                  <a:srgbClr val="3A3737"/>
                </a:solidFill>
                <a:latin typeface="Calibri"/>
                <a:cs typeface="Calibri"/>
              </a:rPr>
              <a:t> </a:t>
            </a:r>
            <a:r>
              <a:rPr spc="-5" dirty="0">
                <a:solidFill>
                  <a:srgbClr val="3A3737"/>
                </a:solidFill>
                <a:latin typeface="Calibri"/>
                <a:cs typeface="Calibri"/>
              </a:rPr>
              <a:t>que permite</a:t>
            </a:r>
            <a:r>
              <a:rPr spc="25" dirty="0">
                <a:solidFill>
                  <a:srgbClr val="3A3737"/>
                </a:solidFill>
                <a:latin typeface="Calibri"/>
                <a:cs typeface="Calibri"/>
              </a:rPr>
              <a:t> </a:t>
            </a:r>
            <a:r>
              <a:rPr dirty="0">
                <a:solidFill>
                  <a:srgbClr val="3A3737"/>
                </a:solidFill>
                <a:latin typeface="Calibri"/>
                <a:cs typeface="Calibri"/>
              </a:rPr>
              <a:t>a</a:t>
            </a:r>
            <a:r>
              <a:rPr spc="-5" dirty="0">
                <a:solidFill>
                  <a:srgbClr val="3A3737"/>
                </a:solidFill>
                <a:latin typeface="Calibri"/>
                <a:cs typeface="Calibri"/>
              </a:rPr>
              <a:t> </a:t>
            </a:r>
            <a:r>
              <a:rPr dirty="0">
                <a:solidFill>
                  <a:srgbClr val="3A3737"/>
                </a:solidFill>
                <a:latin typeface="Calibri"/>
                <a:cs typeface="Calibri"/>
              </a:rPr>
              <a:t>los </a:t>
            </a:r>
            <a:r>
              <a:rPr spc="-395" dirty="0">
                <a:solidFill>
                  <a:srgbClr val="3A3737"/>
                </a:solidFill>
                <a:latin typeface="Calibri"/>
                <a:cs typeface="Calibri"/>
              </a:rPr>
              <a:t> </a:t>
            </a:r>
            <a:r>
              <a:rPr spc="-10" dirty="0">
                <a:solidFill>
                  <a:srgbClr val="3A3737"/>
                </a:solidFill>
                <a:latin typeface="Calibri"/>
                <a:cs typeface="Calibri"/>
              </a:rPr>
              <a:t>consumidores</a:t>
            </a:r>
            <a:r>
              <a:rPr dirty="0">
                <a:solidFill>
                  <a:srgbClr val="3A3737"/>
                </a:solidFill>
                <a:latin typeface="Calibri"/>
                <a:cs typeface="Calibri"/>
              </a:rPr>
              <a:t> </a:t>
            </a:r>
            <a:r>
              <a:rPr spc="-5" dirty="0">
                <a:solidFill>
                  <a:srgbClr val="3A3737"/>
                </a:solidFill>
                <a:latin typeface="Calibri"/>
                <a:cs typeface="Calibri"/>
              </a:rPr>
              <a:t>visualizar</a:t>
            </a:r>
            <a:r>
              <a:rPr spc="5" dirty="0">
                <a:solidFill>
                  <a:srgbClr val="3A3737"/>
                </a:solidFill>
                <a:latin typeface="Calibri"/>
                <a:cs typeface="Calibri"/>
              </a:rPr>
              <a:t> </a:t>
            </a:r>
            <a:r>
              <a:rPr spc="-10" dirty="0">
                <a:solidFill>
                  <a:srgbClr val="3A3737"/>
                </a:solidFill>
                <a:latin typeface="Calibri"/>
                <a:cs typeface="Calibri"/>
              </a:rPr>
              <a:t>como</a:t>
            </a:r>
            <a:r>
              <a:rPr spc="5" dirty="0">
                <a:solidFill>
                  <a:srgbClr val="3A3737"/>
                </a:solidFill>
                <a:latin typeface="Calibri"/>
                <a:cs typeface="Calibri"/>
              </a:rPr>
              <a:t> </a:t>
            </a:r>
            <a:r>
              <a:rPr dirty="0">
                <a:solidFill>
                  <a:srgbClr val="3A3737"/>
                </a:solidFill>
                <a:latin typeface="Calibri"/>
                <a:cs typeface="Calibri"/>
              </a:rPr>
              <a:t>puede</a:t>
            </a:r>
            <a:r>
              <a:rPr spc="10" dirty="0">
                <a:solidFill>
                  <a:srgbClr val="3A3737"/>
                </a:solidFill>
                <a:latin typeface="Calibri"/>
                <a:cs typeface="Calibri"/>
              </a:rPr>
              <a:t> </a:t>
            </a:r>
            <a:r>
              <a:rPr dirty="0">
                <a:solidFill>
                  <a:srgbClr val="3A3737"/>
                </a:solidFill>
                <a:latin typeface="Calibri"/>
                <a:cs typeface="Calibri"/>
              </a:rPr>
              <a:t>quedar</a:t>
            </a:r>
            <a:r>
              <a:rPr spc="-5" dirty="0">
                <a:solidFill>
                  <a:srgbClr val="3A3737"/>
                </a:solidFill>
                <a:latin typeface="Calibri"/>
                <a:cs typeface="Calibri"/>
              </a:rPr>
              <a:t> su casa </a:t>
            </a:r>
            <a:r>
              <a:rPr spc="-10" dirty="0">
                <a:solidFill>
                  <a:srgbClr val="3A3737"/>
                </a:solidFill>
                <a:latin typeface="Calibri"/>
                <a:cs typeface="Calibri"/>
              </a:rPr>
              <a:t>con</a:t>
            </a:r>
            <a:r>
              <a:rPr spc="5" dirty="0">
                <a:solidFill>
                  <a:srgbClr val="3A3737"/>
                </a:solidFill>
                <a:latin typeface="Calibri"/>
                <a:cs typeface="Calibri"/>
              </a:rPr>
              <a:t> </a:t>
            </a:r>
            <a:r>
              <a:rPr spc="-5" dirty="0">
                <a:solidFill>
                  <a:srgbClr val="3A3737"/>
                </a:solidFill>
                <a:latin typeface="Calibri"/>
                <a:cs typeface="Calibri"/>
              </a:rPr>
              <a:t>los </a:t>
            </a:r>
            <a:r>
              <a:rPr dirty="0">
                <a:solidFill>
                  <a:srgbClr val="3A3737"/>
                </a:solidFill>
                <a:latin typeface="Calibri"/>
                <a:cs typeface="Calibri"/>
              </a:rPr>
              <a:t> </a:t>
            </a:r>
            <a:r>
              <a:rPr spc="-10" dirty="0">
                <a:solidFill>
                  <a:srgbClr val="3A3737"/>
                </a:solidFill>
                <a:latin typeface="Calibri"/>
                <a:cs typeface="Calibri"/>
              </a:rPr>
              <a:t>productos </a:t>
            </a:r>
            <a:r>
              <a:rPr dirty="0">
                <a:solidFill>
                  <a:srgbClr val="3A3737"/>
                </a:solidFill>
                <a:latin typeface="Calibri"/>
                <a:cs typeface="Calibri"/>
              </a:rPr>
              <a:t>de</a:t>
            </a:r>
            <a:r>
              <a:rPr spc="15" dirty="0">
                <a:solidFill>
                  <a:srgbClr val="3A3737"/>
                </a:solidFill>
                <a:latin typeface="Calibri"/>
                <a:cs typeface="Calibri"/>
              </a:rPr>
              <a:t> </a:t>
            </a:r>
            <a:r>
              <a:rPr spc="-10" dirty="0">
                <a:solidFill>
                  <a:srgbClr val="3A3737"/>
                </a:solidFill>
                <a:latin typeface="Calibri"/>
                <a:cs typeface="Calibri"/>
              </a:rPr>
              <a:t>IKEA</a:t>
            </a:r>
            <a:r>
              <a:rPr dirty="0">
                <a:solidFill>
                  <a:srgbClr val="3A3737"/>
                </a:solidFill>
                <a:latin typeface="Calibri"/>
                <a:cs typeface="Calibri"/>
              </a:rPr>
              <a:t> en</a:t>
            </a:r>
            <a:r>
              <a:rPr spc="-5" dirty="0">
                <a:solidFill>
                  <a:srgbClr val="3A3737"/>
                </a:solidFill>
                <a:latin typeface="Calibri"/>
                <a:cs typeface="Calibri"/>
              </a:rPr>
              <a:t> escala </a:t>
            </a:r>
            <a:r>
              <a:rPr dirty="0">
                <a:solidFill>
                  <a:srgbClr val="3A3737"/>
                </a:solidFill>
                <a:latin typeface="Calibri"/>
                <a:cs typeface="Calibri"/>
              </a:rPr>
              <a:t>1:1.</a:t>
            </a:r>
            <a:endParaRPr dirty="0">
              <a:latin typeface="Calibri"/>
              <a:cs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2400350" y="4038599"/>
            <a:ext cx="4838650" cy="2513837"/>
          </a:xfrm>
          <a:prstGeom prst="rect">
            <a:avLst/>
          </a:prstGeom>
        </p:spPr>
      </p:pic>
      <p:sp>
        <p:nvSpPr>
          <p:cNvPr id="4" name="object 4"/>
          <p:cNvSpPr txBox="1"/>
          <p:nvPr/>
        </p:nvSpPr>
        <p:spPr>
          <a:xfrm>
            <a:off x="381000" y="469128"/>
            <a:ext cx="8382000" cy="3097643"/>
          </a:xfrm>
          <a:prstGeom prst="rect">
            <a:avLst/>
          </a:prstGeom>
        </p:spPr>
        <p:txBody>
          <a:bodyPr vert="horz" wrap="square" lIns="0" tIns="12065" rIns="0" bIns="0" rtlCol="0">
            <a:spAutoFit/>
          </a:bodyPr>
          <a:lstStyle/>
          <a:p>
            <a:pPr marL="469900">
              <a:spcBef>
                <a:spcPts val="95"/>
              </a:spcBef>
            </a:pPr>
            <a:r>
              <a:rPr sz="1600" b="1" spc="-95" dirty="0">
                <a:solidFill>
                  <a:srgbClr val="3A3737"/>
                </a:solidFill>
                <a:latin typeface="Tahoma"/>
                <a:cs typeface="Tahoma"/>
              </a:rPr>
              <a:t>4.</a:t>
            </a:r>
            <a:r>
              <a:rPr sz="1600" b="1" spc="-15" dirty="0">
                <a:solidFill>
                  <a:srgbClr val="3A3737"/>
                </a:solidFill>
                <a:latin typeface="Tahoma"/>
                <a:cs typeface="Tahoma"/>
              </a:rPr>
              <a:t> </a:t>
            </a:r>
            <a:r>
              <a:rPr sz="1600" b="1" spc="-80" dirty="0">
                <a:solidFill>
                  <a:srgbClr val="3A3737"/>
                </a:solidFill>
                <a:latin typeface="Tahoma"/>
                <a:cs typeface="Tahoma"/>
              </a:rPr>
              <a:t>SLAM</a:t>
            </a:r>
            <a:r>
              <a:rPr sz="1600" b="1" spc="-15" dirty="0">
                <a:solidFill>
                  <a:srgbClr val="3A3737"/>
                </a:solidFill>
                <a:latin typeface="Tahoma"/>
                <a:cs typeface="Tahoma"/>
              </a:rPr>
              <a:t> </a:t>
            </a:r>
            <a:r>
              <a:rPr sz="1600" b="1" spc="-65" dirty="0">
                <a:solidFill>
                  <a:srgbClr val="3A3737"/>
                </a:solidFill>
                <a:latin typeface="Tahoma"/>
                <a:cs typeface="Tahoma"/>
              </a:rPr>
              <a:t>(Simultaneous</a:t>
            </a:r>
            <a:r>
              <a:rPr sz="1600" b="1" spc="20" dirty="0">
                <a:solidFill>
                  <a:srgbClr val="3A3737"/>
                </a:solidFill>
                <a:latin typeface="Tahoma"/>
                <a:cs typeface="Tahoma"/>
              </a:rPr>
              <a:t> </a:t>
            </a:r>
            <a:r>
              <a:rPr sz="1600" b="1" spc="-45" dirty="0">
                <a:solidFill>
                  <a:srgbClr val="3A3737"/>
                </a:solidFill>
                <a:latin typeface="Tahoma"/>
                <a:cs typeface="Tahoma"/>
              </a:rPr>
              <a:t>Localization</a:t>
            </a:r>
            <a:r>
              <a:rPr sz="1600" b="1" spc="30" dirty="0">
                <a:solidFill>
                  <a:srgbClr val="3A3737"/>
                </a:solidFill>
                <a:latin typeface="Tahoma"/>
                <a:cs typeface="Tahoma"/>
              </a:rPr>
              <a:t> </a:t>
            </a:r>
            <a:r>
              <a:rPr sz="1600" b="1" spc="25" dirty="0">
                <a:solidFill>
                  <a:srgbClr val="3A3737"/>
                </a:solidFill>
                <a:latin typeface="Tahoma"/>
                <a:cs typeface="Tahoma"/>
              </a:rPr>
              <a:t>and</a:t>
            </a:r>
            <a:r>
              <a:rPr sz="1600" b="1" spc="-15" dirty="0">
                <a:solidFill>
                  <a:srgbClr val="3A3737"/>
                </a:solidFill>
                <a:latin typeface="Tahoma"/>
                <a:cs typeface="Tahoma"/>
              </a:rPr>
              <a:t> </a:t>
            </a:r>
            <a:r>
              <a:rPr sz="1600" b="1" spc="-10" dirty="0">
                <a:solidFill>
                  <a:srgbClr val="3A3737"/>
                </a:solidFill>
                <a:latin typeface="Tahoma"/>
                <a:cs typeface="Tahoma"/>
              </a:rPr>
              <a:t>Mapping)</a:t>
            </a:r>
            <a:endParaRPr sz="1600" dirty="0">
              <a:latin typeface="Tahoma"/>
              <a:cs typeface="Tahoma"/>
            </a:endParaRPr>
          </a:p>
          <a:p>
            <a:pPr>
              <a:spcBef>
                <a:spcPts val="30"/>
              </a:spcBef>
            </a:pPr>
            <a:endParaRPr sz="2300" dirty="0">
              <a:latin typeface="Tahoma"/>
              <a:cs typeface="Tahoma"/>
            </a:endParaRPr>
          </a:p>
          <a:p>
            <a:pPr marL="299085" marR="228600" indent="-287020">
              <a:spcBef>
                <a:spcPts val="5"/>
              </a:spcBef>
              <a:buFont typeface="Arial MT"/>
              <a:buChar char="•"/>
              <a:tabLst>
                <a:tab pos="299085" algn="l"/>
                <a:tab pos="299720" algn="l"/>
              </a:tabLst>
            </a:pPr>
            <a:r>
              <a:rPr spc="-5" dirty="0">
                <a:solidFill>
                  <a:srgbClr val="3A3737"/>
                </a:solidFill>
                <a:latin typeface="Calibri"/>
                <a:cs typeface="Calibri"/>
              </a:rPr>
              <a:t>Desde</a:t>
            </a:r>
            <a:r>
              <a:rPr spc="15" dirty="0">
                <a:solidFill>
                  <a:srgbClr val="3A3737"/>
                </a:solidFill>
                <a:latin typeface="Calibri"/>
                <a:cs typeface="Calibri"/>
              </a:rPr>
              <a:t> </a:t>
            </a:r>
            <a:r>
              <a:rPr dirty="0">
                <a:solidFill>
                  <a:srgbClr val="3A3737"/>
                </a:solidFill>
                <a:latin typeface="Calibri"/>
                <a:cs typeface="Calibri"/>
              </a:rPr>
              <a:t>el año</a:t>
            </a:r>
            <a:r>
              <a:rPr spc="10" dirty="0">
                <a:solidFill>
                  <a:srgbClr val="3A3737"/>
                </a:solidFill>
                <a:latin typeface="Calibri"/>
                <a:cs typeface="Calibri"/>
              </a:rPr>
              <a:t> </a:t>
            </a:r>
            <a:r>
              <a:rPr dirty="0">
                <a:solidFill>
                  <a:srgbClr val="3A3737"/>
                </a:solidFill>
                <a:latin typeface="Calibri"/>
                <a:cs typeface="Calibri"/>
              </a:rPr>
              <a:t>2019,</a:t>
            </a:r>
            <a:r>
              <a:rPr spc="5" dirty="0">
                <a:solidFill>
                  <a:srgbClr val="3A3737"/>
                </a:solidFill>
                <a:latin typeface="Calibri"/>
                <a:cs typeface="Calibri"/>
              </a:rPr>
              <a:t> </a:t>
            </a:r>
            <a:r>
              <a:rPr spc="-5" dirty="0">
                <a:solidFill>
                  <a:srgbClr val="3A3737"/>
                </a:solidFill>
                <a:latin typeface="Calibri"/>
                <a:cs typeface="Calibri"/>
              </a:rPr>
              <a:t>la</a:t>
            </a:r>
            <a:r>
              <a:rPr spc="10" dirty="0">
                <a:solidFill>
                  <a:srgbClr val="3A3737"/>
                </a:solidFill>
                <a:latin typeface="Calibri"/>
                <a:cs typeface="Calibri"/>
              </a:rPr>
              <a:t> </a:t>
            </a:r>
            <a:r>
              <a:rPr spc="-10" dirty="0">
                <a:solidFill>
                  <a:srgbClr val="3A3737"/>
                </a:solidFill>
                <a:latin typeface="Calibri"/>
                <a:cs typeface="Calibri"/>
              </a:rPr>
              <a:t>Realidad</a:t>
            </a:r>
            <a:r>
              <a:rPr spc="15" dirty="0">
                <a:solidFill>
                  <a:srgbClr val="3A3737"/>
                </a:solidFill>
                <a:latin typeface="Calibri"/>
                <a:cs typeface="Calibri"/>
              </a:rPr>
              <a:t> </a:t>
            </a:r>
            <a:r>
              <a:rPr spc="-5" dirty="0">
                <a:solidFill>
                  <a:srgbClr val="3A3737"/>
                </a:solidFill>
                <a:latin typeface="Calibri"/>
                <a:cs typeface="Calibri"/>
              </a:rPr>
              <a:t>Aumentada</a:t>
            </a:r>
            <a:r>
              <a:rPr spc="10" dirty="0">
                <a:solidFill>
                  <a:srgbClr val="3A3737"/>
                </a:solidFill>
                <a:latin typeface="Calibri"/>
                <a:cs typeface="Calibri"/>
              </a:rPr>
              <a:t> </a:t>
            </a:r>
            <a:r>
              <a:rPr spc="-25" dirty="0">
                <a:solidFill>
                  <a:srgbClr val="3A3737"/>
                </a:solidFill>
                <a:latin typeface="Calibri"/>
                <a:cs typeface="Calibri"/>
              </a:rPr>
              <a:t>Web</a:t>
            </a:r>
            <a:r>
              <a:rPr spc="5" dirty="0">
                <a:solidFill>
                  <a:srgbClr val="3A3737"/>
                </a:solidFill>
                <a:latin typeface="Calibri"/>
                <a:cs typeface="Calibri"/>
              </a:rPr>
              <a:t> </a:t>
            </a:r>
            <a:r>
              <a:rPr dirty="0">
                <a:solidFill>
                  <a:srgbClr val="3A3737"/>
                </a:solidFill>
                <a:latin typeface="Calibri"/>
                <a:cs typeface="Calibri"/>
              </a:rPr>
              <a:t>es</a:t>
            </a:r>
            <a:r>
              <a:rPr spc="5" dirty="0">
                <a:solidFill>
                  <a:srgbClr val="3A3737"/>
                </a:solidFill>
                <a:latin typeface="Calibri"/>
                <a:cs typeface="Calibri"/>
              </a:rPr>
              <a:t> </a:t>
            </a:r>
            <a:r>
              <a:rPr dirty="0">
                <a:solidFill>
                  <a:srgbClr val="3A3737"/>
                </a:solidFill>
                <a:latin typeface="Calibri"/>
                <a:cs typeface="Calibri"/>
              </a:rPr>
              <a:t>viable</a:t>
            </a:r>
            <a:r>
              <a:rPr spc="10" dirty="0">
                <a:solidFill>
                  <a:srgbClr val="3A3737"/>
                </a:solidFill>
                <a:latin typeface="Calibri"/>
                <a:cs typeface="Calibri"/>
              </a:rPr>
              <a:t> </a:t>
            </a:r>
            <a:r>
              <a:rPr spc="-10" dirty="0">
                <a:solidFill>
                  <a:srgbClr val="3A3737"/>
                </a:solidFill>
                <a:latin typeface="Calibri"/>
                <a:cs typeface="Calibri"/>
              </a:rPr>
              <a:t>gracias</a:t>
            </a:r>
            <a:r>
              <a:rPr spc="5" dirty="0">
                <a:solidFill>
                  <a:srgbClr val="3A3737"/>
                </a:solidFill>
                <a:latin typeface="Calibri"/>
                <a:cs typeface="Calibri"/>
              </a:rPr>
              <a:t> </a:t>
            </a:r>
            <a:r>
              <a:rPr dirty="0">
                <a:solidFill>
                  <a:srgbClr val="3A3737"/>
                </a:solidFill>
                <a:latin typeface="Calibri"/>
                <a:cs typeface="Calibri"/>
              </a:rPr>
              <a:t>al</a:t>
            </a:r>
            <a:r>
              <a:rPr spc="5" dirty="0">
                <a:solidFill>
                  <a:srgbClr val="3A3737"/>
                </a:solidFill>
                <a:latin typeface="Calibri"/>
                <a:cs typeface="Calibri"/>
              </a:rPr>
              <a:t> </a:t>
            </a:r>
            <a:r>
              <a:rPr spc="-5" dirty="0">
                <a:solidFill>
                  <a:srgbClr val="3A3737"/>
                </a:solidFill>
                <a:latin typeface="Calibri"/>
                <a:cs typeface="Calibri"/>
              </a:rPr>
              <a:t>uso de</a:t>
            </a:r>
            <a:r>
              <a:rPr spc="40" dirty="0">
                <a:solidFill>
                  <a:srgbClr val="3A3737"/>
                </a:solidFill>
                <a:latin typeface="Calibri"/>
                <a:cs typeface="Calibri"/>
              </a:rPr>
              <a:t> </a:t>
            </a:r>
            <a:r>
              <a:rPr spc="-5" dirty="0">
                <a:solidFill>
                  <a:srgbClr val="3A3737"/>
                </a:solidFill>
                <a:latin typeface="Calibri"/>
                <a:cs typeface="Calibri"/>
              </a:rPr>
              <a:t>ARKit</a:t>
            </a:r>
            <a:r>
              <a:rPr spc="5" dirty="0">
                <a:solidFill>
                  <a:srgbClr val="3A3737"/>
                </a:solidFill>
                <a:latin typeface="Calibri"/>
                <a:cs typeface="Calibri"/>
              </a:rPr>
              <a:t> </a:t>
            </a:r>
            <a:r>
              <a:rPr dirty="0">
                <a:solidFill>
                  <a:srgbClr val="3A3737"/>
                </a:solidFill>
                <a:latin typeface="Calibri"/>
                <a:cs typeface="Calibri"/>
              </a:rPr>
              <a:t>y </a:t>
            </a:r>
            <a:r>
              <a:rPr spc="-10" dirty="0">
                <a:solidFill>
                  <a:srgbClr val="3A3737"/>
                </a:solidFill>
                <a:latin typeface="Calibri"/>
                <a:cs typeface="Calibri"/>
              </a:rPr>
              <a:t>ARCore.</a:t>
            </a:r>
            <a:r>
              <a:rPr spc="-5" dirty="0">
                <a:solidFill>
                  <a:srgbClr val="3A3737"/>
                </a:solidFill>
                <a:latin typeface="Calibri"/>
                <a:cs typeface="Calibri"/>
              </a:rPr>
              <a:t> </a:t>
            </a:r>
            <a:r>
              <a:rPr dirty="0">
                <a:solidFill>
                  <a:srgbClr val="3A3737"/>
                </a:solidFill>
                <a:latin typeface="Calibri"/>
                <a:cs typeface="Calibri"/>
              </a:rPr>
              <a:t>Al </a:t>
            </a:r>
            <a:r>
              <a:rPr spc="-390" dirty="0">
                <a:solidFill>
                  <a:srgbClr val="3A3737"/>
                </a:solidFill>
                <a:latin typeface="Calibri"/>
                <a:cs typeface="Calibri"/>
              </a:rPr>
              <a:t> </a:t>
            </a:r>
            <a:r>
              <a:rPr spc="-5" dirty="0">
                <a:solidFill>
                  <a:srgbClr val="3A3737"/>
                </a:solidFill>
                <a:latin typeface="Calibri"/>
                <a:cs typeface="Calibri"/>
              </a:rPr>
              <a:t>usar </a:t>
            </a:r>
            <a:r>
              <a:rPr spc="-15" dirty="0">
                <a:solidFill>
                  <a:srgbClr val="3A3737"/>
                </a:solidFill>
                <a:latin typeface="Calibri"/>
                <a:cs typeface="Calibri"/>
              </a:rPr>
              <a:t>esta</a:t>
            </a:r>
            <a:r>
              <a:rPr spc="-5" dirty="0">
                <a:solidFill>
                  <a:srgbClr val="3A3737"/>
                </a:solidFill>
                <a:latin typeface="Calibri"/>
                <a:cs typeface="Calibri"/>
              </a:rPr>
              <a:t> tecnología</a:t>
            </a:r>
            <a:r>
              <a:rPr spc="25" dirty="0">
                <a:solidFill>
                  <a:srgbClr val="3A3737"/>
                </a:solidFill>
                <a:latin typeface="Calibri"/>
                <a:cs typeface="Calibri"/>
              </a:rPr>
              <a:t> </a:t>
            </a:r>
            <a:r>
              <a:rPr spc="-5" dirty="0">
                <a:solidFill>
                  <a:srgbClr val="3A3737"/>
                </a:solidFill>
                <a:latin typeface="Calibri"/>
                <a:cs typeface="Calibri"/>
              </a:rPr>
              <a:t>se</a:t>
            </a:r>
            <a:r>
              <a:rPr spc="5" dirty="0">
                <a:solidFill>
                  <a:srgbClr val="3A3737"/>
                </a:solidFill>
                <a:latin typeface="Calibri"/>
                <a:cs typeface="Calibri"/>
              </a:rPr>
              <a:t> </a:t>
            </a:r>
            <a:r>
              <a:rPr dirty="0">
                <a:solidFill>
                  <a:srgbClr val="3A3737"/>
                </a:solidFill>
                <a:latin typeface="Calibri"/>
                <a:cs typeface="Calibri"/>
              </a:rPr>
              <a:t>puede</a:t>
            </a:r>
            <a:r>
              <a:rPr spc="15" dirty="0">
                <a:solidFill>
                  <a:srgbClr val="3A3737"/>
                </a:solidFill>
                <a:latin typeface="Calibri"/>
                <a:cs typeface="Calibri"/>
              </a:rPr>
              <a:t> </a:t>
            </a:r>
            <a:r>
              <a:rPr spc="-5" dirty="0">
                <a:solidFill>
                  <a:srgbClr val="3A3737"/>
                </a:solidFill>
                <a:latin typeface="Calibri"/>
                <a:cs typeface="Calibri"/>
              </a:rPr>
              <a:t>hacer</a:t>
            </a:r>
            <a:r>
              <a:rPr spc="10" dirty="0">
                <a:solidFill>
                  <a:srgbClr val="3A3737"/>
                </a:solidFill>
                <a:latin typeface="Calibri"/>
                <a:cs typeface="Calibri"/>
              </a:rPr>
              <a:t> </a:t>
            </a:r>
            <a:r>
              <a:rPr spc="-5" dirty="0">
                <a:solidFill>
                  <a:srgbClr val="3A3737"/>
                </a:solidFill>
                <a:latin typeface="Calibri"/>
                <a:cs typeface="Calibri"/>
              </a:rPr>
              <a:t>uso de</a:t>
            </a:r>
            <a:r>
              <a:rPr spc="5" dirty="0">
                <a:solidFill>
                  <a:srgbClr val="3A3737"/>
                </a:solidFill>
                <a:latin typeface="Calibri"/>
                <a:cs typeface="Calibri"/>
              </a:rPr>
              <a:t> </a:t>
            </a:r>
            <a:r>
              <a:rPr spc="-10" dirty="0">
                <a:solidFill>
                  <a:srgbClr val="3A3737"/>
                </a:solidFill>
                <a:latin typeface="Calibri"/>
                <a:cs typeface="Calibri"/>
              </a:rPr>
              <a:t>Realidad</a:t>
            </a:r>
            <a:r>
              <a:rPr spc="25" dirty="0">
                <a:solidFill>
                  <a:srgbClr val="3A3737"/>
                </a:solidFill>
                <a:latin typeface="Calibri"/>
                <a:cs typeface="Calibri"/>
              </a:rPr>
              <a:t> </a:t>
            </a:r>
            <a:r>
              <a:rPr spc="-5" dirty="0">
                <a:solidFill>
                  <a:srgbClr val="3A3737"/>
                </a:solidFill>
                <a:latin typeface="Calibri"/>
                <a:cs typeface="Calibri"/>
              </a:rPr>
              <a:t>Aumentada, SLAM,</a:t>
            </a:r>
            <a:r>
              <a:rPr spc="10" dirty="0">
                <a:solidFill>
                  <a:srgbClr val="3A3737"/>
                </a:solidFill>
                <a:latin typeface="Calibri"/>
                <a:cs typeface="Calibri"/>
              </a:rPr>
              <a:t> </a:t>
            </a:r>
            <a:r>
              <a:rPr spc="-5" dirty="0">
                <a:solidFill>
                  <a:srgbClr val="3A3737"/>
                </a:solidFill>
                <a:latin typeface="Calibri"/>
                <a:cs typeface="Calibri"/>
              </a:rPr>
              <a:t>sin necesidad</a:t>
            </a:r>
            <a:r>
              <a:rPr spc="20" dirty="0">
                <a:solidFill>
                  <a:srgbClr val="3A3737"/>
                </a:solidFill>
                <a:latin typeface="Calibri"/>
                <a:cs typeface="Calibri"/>
              </a:rPr>
              <a:t> </a:t>
            </a:r>
            <a:r>
              <a:rPr spc="-5" dirty="0">
                <a:solidFill>
                  <a:srgbClr val="3A3737"/>
                </a:solidFill>
                <a:latin typeface="Calibri"/>
                <a:cs typeface="Calibri"/>
              </a:rPr>
              <a:t>de </a:t>
            </a:r>
            <a:r>
              <a:rPr dirty="0">
                <a:solidFill>
                  <a:srgbClr val="3A3737"/>
                </a:solidFill>
                <a:latin typeface="Calibri"/>
                <a:cs typeface="Calibri"/>
              </a:rPr>
              <a:t> </a:t>
            </a:r>
            <a:r>
              <a:rPr spc="-10" dirty="0">
                <a:solidFill>
                  <a:srgbClr val="3A3737"/>
                </a:solidFill>
                <a:latin typeface="Calibri"/>
                <a:cs typeface="Calibri"/>
              </a:rPr>
              <a:t>descargar</a:t>
            </a:r>
            <a:r>
              <a:rPr spc="-5" dirty="0">
                <a:solidFill>
                  <a:srgbClr val="3A3737"/>
                </a:solidFill>
                <a:latin typeface="Calibri"/>
                <a:cs typeface="Calibri"/>
              </a:rPr>
              <a:t> ninguna</a:t>
            </a:r>
            <a:r>
              <a:rPr spc="10" dirty="0">
                <a:solidFill>
                  <a:srgbClr val="3A3737"/>
                </a:solidFill>
                <a:latin typeface="Calibri"/>
                <a:cs typeface="Calibri"/>
              </a:rPr>
              <a:t> </a:t>
            </a:r>
            <a:r>
              <a:rPr spc="-5" dirty="0">
                <a:solidFill>
                  <a:srgbClr val="3A3737"/>
                </a:solidFill>
                <a:latin typeface="Calibri"/>
                <a:cs typeface="Calibri"/>
              </a:rPr>
              <a:t>aplicación,</a:t>
            </a:r>
            <a:r>
              <a:rPr spc="30" dirty="0">
                <a:solidFill>
                  <a:srgbClr val="3A3737"/>
                </a:solidFill>
                <a:latin typeface="Calibri"/>
                <a:cs typeface="Calibri"/>
              </a:rPr>
              <a:t> </a:t>
            </a:r>
            <a:r>
              <a:rPr spc="-10" dirty="0">
                <a:solidFill>
                  <a:srgbClr val="3A3737"/>
                </a:solidFill>
                <a:latin typeface="Calibri"/>
                <a:cs typeface="Calibri"/>
              </a:rPr>
              <a:t>únicamente</a:t>
            </a:r>
            <a:r>
              <a:rPr spc="25" dirty="0">
                <a:solidFill>
                  <a:srgbClr val="3A3737"/>
                </a:solidFill>
                <a:latin typeface="Calibri"/>
                <a:cs typeface="Calibri"/>
              </a:rPr>
              <a:t> </a:t>
            </a:r>
            <a:r>
              <a:rPr dirty="0">
                <a:solidFill>
                  <a:srgbClr val="3A3737"/>
                </a:solidFill>
                <a:latin typeface="Calibri"/>
                <a:cs typeface="Calibri"/>
              </a:rPr>
              <a:t>abriendo</a:t>
            </a:r>
            <a:r>
              <a:rPr spc="10" dirty="0">
                <a:solidFill>
                  <a:srgbClr val="3A3737"/>
                </a:solidFill>
                <a:latin typeface="Calibri"/>
                <a:cs typeface="Calibri"/>
              </a:rPr>
              <a:t> </a:t>
            </a:r>
            <a:r>
              <a:rPr dirty="0">
                <a:solidFill>
                  <a:srgbClr val="3A3737"/>
                </a:solidFill>
                <a:latin typeface="Calibri"/>
                <a:cs typeface="Calibri"/>
              </a:rPr>
              <a:t>el</a:t>
            </a:r>
            <a:r>
              <a:rPr spc="10" dirty="0">
                <a:solidFill>
                  <a:srgbClr val="3A3737"/>
                </a:solidFill>
                <a:latin typeface="Calibri"/>
                <a:cs typeface="Calibri"/>
              </a:rPr>
              <a:t> </a:t>
            </a:r>
            <a:r>
              <a:rPr spc="-10" dirty="0">
                <a:solidFill>
                  <a:srgbClr val="3A3737"/>
                </a:solidFill>
                <a:latin typeface="Calibri"/>
                <a:cs typeface="Calibri"/>
              </a:rPr>
              <a:t>navegador</a:t>
            </a:r>
            <a:r>
              <a:rPr spc="-15" dirty="0">
                <a:solidFill>
                  <a:srgbClr val="3A3737"/>
                </a:solidFill>
                <a:latin typeface="Calibri"/>
                <a:cs typeface="Calibri"/>
              </a:rPr>
              <a:t> </a:t>
            </a:r>
            <a:r>
              <a:rPr spc="-5" dirty="0">
                <a:solidFill>
                  <a:srgbClr val="3A3737"/>
                </a:solidFill>
                <a:latin typeface="Calibri"/>
                <a:cs typeface="Calibri"/>
              </a:rPr>
              <a:t>del</a:t>
            </a:r>
            <a:r>
              <a:rPr spc="45" dirty="0">
                <a:solidFill>
                  <a:srgbClr val="3A3737"/>
                </a:solidFill>
                <a:latin typeface="Calibri"/>
                <a:cs typeface="Calibri"/>
              </a:rPr>
              <a:t> </a:t>
            </a:r>
            <a:r>
              <a:rPr spc="-5" dirty="0">
                <a:solidFill>
                  <a:srgbClr val="3A3737"/>
                </a:solidFill>
                <a:latin typeface="Calibri"/>
                <a:cs typeface="Calibri"/>
              </a:rPr>
              <a:t>smartphone</a:t>
            </a:r>
            <a:r>
              <a:rPr spc="10" dirty="0">
                <a:solidFill>
                  <a:srgbClr val="3A3737"/>
                </a:solidFill>
                <a:latin typeface="Calibri"/>
                <a:cs typeface="Calibri"/>
              </a:rPr>
              <a:t> </a:t>
            </a:r>
            <a:r>
              <a:rPr spc="-5" dirty="0">
                <a:solidFill>
                  <a:srgbClr val="3A3737"/>
                </a:solidFill>
                <a:latin typeface="Calibri"/>
                <a:cs typeface="Calibri"/>
              </a:rPr>
              <a:t>se</a:t>
            </a:r>
            <a:r>
              <a:rPr spc="5" dirty="0">
                <a:solidFill>
                  <a:srgbClr val="3A3737"/>
                </a:solidFill>
                <a:latin typeface="Calibri"/>
                <a:cs typeface="Calibri"/>
              </a:rPr>
              <a:t> </a:t>
            </a:r>
            <a:r>
              <a:rPr dirty="0">
                <a:solidFill>
                  <a:srgbClr val="3A3737"/>
                </a:solidFill>
                <a:latin typeface="Calibri"/>
                <a:cs typeface="Calibri"/>
              </a:rPr>
              <a:t>puede </a:t>
            </a:r>
            <a:r>
              <a:rPr spc="5" dirty="0">
                <a:solidFill>
                  <a:srgbClr val="3A3737"/>
                </a:solidFill>
                <a:latin typeface="Calibri"/>
                <a:cs typeface="Calibri"/>
              </a:rPr>
              <a:t> </a:t>
            </a:r>
            <a:r>
              <a:rPr spc="-10" dirty="0">
                <a:solidFill>
                  <a:srgbClr val="3A3737"/>
                </a:solidFill>
                <a:latin typeface="Calibri"/>
                <a:cs typeface="Calibri"/>
              </a:rPr>
              <a:t>disfrutar</a:t>
            </a:r>
            <a:r>
              <a:rPr spc="-5" dirty="0">
                <a:solidFill>
                  <a:srgbClr val="3A3737"/>
                </a:solidFill>
                <a:latin typeface="Calibri"/>
                <a:cs typeface="Calibri"/>
              </a:rPr>
              <a:t> de</a:t>
            </a:r>
            <a:r>
              <a:rPr spc="10" dirty="0">
                <a:solidFill>
                  <a:srgbClr val="3A3737"/>
                </a:solidFill>
                <a:latin typeface="Calibri"/>
                <a:cs typeface="Calibri"/>
              </a:rPr>
              <a:t> </a:t>
            </a:r>
            <a:r>
              <a:rPr spc="-5" dirty="0">
                <a:solidFill>
                  <a:srgbClr val="3A3737"/>
                </a:solidFill>
                <a:latin typeface="Calibri"/>
                <a:cs typeface="Calibri"/>
              </a:rPr>
              <a:t>la visualización</a:t>
            </a:r>
            <a:r>
              <a:rPr spc="25" dirty="0">
                <a:solidFill>
                  <a:srgbClr val="3A3737"/>
                </a:solidFill>
                <a:latin typeface="Calibri"/>
                <a:cs typeface="Calibri"/>
              </a:rPr>
              <a:t> </a:t>
            </a:r>
            <a:r>
              <a:rPr spc="-5" dirty="0">
                <a:solidFill>
                  <a:srgbClr val="3A3737"/>
                </a:solidFill>
                <a:latin typeface="Calibri"/>
                <a:cs typeface="Calibri"/>
              </a:rPr>
              <a:t>de</a:t>
            </a:r>
            <a:r>
              <a:rPr dirty="0">
                <a:solidFill>
                  <a:srgbClr val="3A3737"/>
                </a:solidFill>
                <a:latin typeface="Calibri"/>
                <a:cs typeface="Calibri"/>
              </a:rPr>
              <a:t> </a:t>
            </a:r>
            <a:r>
              <a:rPr spc="-5" dirty="0">
                <a:solidFill>
                  <a:srgbClr val="3A3737"/>
                </a:solidFill>
                <a:latin typeface="Calibri"/>
                <a:cs typeface="Calibri"/>
              </a:rPr>
              <a:t>los</a:t>
            </a:r>
            <a:r>
              <a:rPr spc="15" dirty="0">
                <a:solidFill>
                  <a:srgbClr val="3A3737"/>
                </a:solidFill>
                <a:latin typeface="Calibri"/>
                <a:cs typeface="Calibri"/>
              </a:rPr>
              <a:t> </a:t>
            </a:r>
            <a:r>
              <a:rPr spc="-10" dirty="0">
                <a:solidFill>
                  <a:srgbClr val="3A3737"/>
                </a:solidFill>
                <a:latin typeface="Calibri"/>
                <a:cs typeface="Calibri"/>
              </a:rPr>
              <a:t>productos</a:t>
            </a:r>
            <a:r>
              <a:rPr spc="-5" dirty="0">
                <a:solidFill>
                  <a:srgbClr val="3A3737"/>
                </a:solidFill>
                <a:latin typeface="Calibri"/>
                <a:cs typeface="Calibri"/>
              </a:rPr>
              <a:t> </a:t>
            </a:r>
            <a:r>
              <a:rPr dirty="0">
                <a:solidFill>
                  <a:srgbClr val="3A3737"/>
                </a:solidFill>
                <a:latin typeface="Calibri"/>
                <a:cs typeface="Calibri"/>
              </a:rPr>
              <a:t>o</a:t>
            </a:r>
            <a:r>
              <a:rPr spc="5" dirty="0">
                <a:solidFill>
                  <a:srgbClr val="3A3737"/>
                </a:solidFill>
                <a:latin typeface="Calibri"/>
                <a:cs typeface="Calibri"/>
              </a:rPr>
              <a:t> </a:t>
            </a:r>
            <a:r>
              <a:rPr spc="-5" dirty="0">
                <a:solidFill>
                  <a:srgbClr val="3A3737"/>
                </a:solidFill>
                <a:latin typeface="Calibri"/>
                <a:cs typeface="Calibri"/>
              </a:rPr>
              <a:t>modelos</a:t>
            </a:r>
            <a:r>
              <a:rPr spc="10" dirty="0">
                <a:solidFill>
                  <a:srgbClr val="3A3737"/>
                </a:solidFill>
                <a:latin typeface="Calibri"/>
                <a:cs typeface="Calibri"/>
              </a:rPr>
              <a:t> </a:t>
            </a:r>
            <a:r>
              <a:rPr dirty="0">
                <a:solidFill>
                  <a:srgbClr val="3A3737"/>
                </a:solidFill>
                <a:latin typeface="Calibri"/>
                <a:cs typeface="Calibri"/>
              </a:rPr>
              <a:t>3D</a:t>
            </a:r>
            <a:r>
              <a:rPr spc="5" dirty="0">
                <a:solidFill>
                  <a:srgbClr val="3A3737"/>
                </a:solidFill>
                <a:latin typeface="Calibri"/>
                <a:cs typeface="Calibri"/>
              </a:rPr>
              <a:t> </a:t>
            </a:r>
            <a:r>
              <a:rPr spc="-5" dirty="0">
                <a:solidFill>
                  <a:srgbClr val="3A3737"/>
                </a:solidFill>
                <a:latin typeface="Calibri"/>
                <a:cs typeface="Calibri"/>
              </a:rPr>
              <a:t>de</a:t>
            </a:r>
            <a:r>
              <a:rPr spc="15" dirty="0">
                <a:solidFill>
                  <a:srgbClr val="3A3737"/>
                </a:solidFill>
                <a:latin typeface="Calibri"/>
                <a:cs typeface="Calibri"/>
              </a:rPr>
              <a:t> </a:t>
            </a:r>
            <a:r>
              <a:rPr spc="-5" dirty="0">
                <a:solidFill>
                  <a:srgbClr val="3A3737"/>
                </a:solidFill>
                <a:latin typeface="Calibri"/>
                <a:cs typeface="Calibri"/>
              </a:rPr>
              <a:t>una</a:t>
            </a:r>
            <a:r>
              <a:rPr dirty="0">
                <a:solidFill>
                  <a:srgbClr val="3A3737"/>
                </a:solidFill>
                <a:latin typeface="Calibri"/>
                <a:cs typeface="Calibri"/>
              </a:rPr>
              <a:t> </a:t>
            </a:r>
            <a:r>
              <a:rPr spc="-10" dirty="0">
                <a:solidFill>
                  <a:srgbClr val="3A3737"/>
                </a:solidFill>
                <a:latin typeface="Calibri"/>
                <a:cs typeface="Calibri"/>
              </a:rPr>
              <a:t>compañía.</a:t>
            </a:r>
            <a:endParaRPr dirty="0">
              <a:latin typeface="Calibri"/>
              <a:cs typeface="Calibri"/>
            </a:endParaRPr>
          </a:p>
          <a:p>
            <a:pPr>
              <a:spcBef>
                <a:spcPts val="25"/>
              </a:spcBef>
              <a:buClr>
                <a:srgbClr val="3A3737"/>
              </a:buClr>
              <a:buFont typeface="Arial MT"/>
              <a:buChar char="•"/>
            </a:pPr>
            <a:endParaRPr sz="1750" dirty="0">
              <a:latin typeface="Calibri"/>
              <a:cs typeface="Calibri"/>
            </a:endParaRPr>
          </a:p>
          <a:p>
            <a:pPr marL="299085" marR="5080" indent="-287020">
              <a:buFont typeface="Arial MT"/>
              <a:buChar char="•"/>
              <a:tabLst>
                <a:tab pos="299085" algn="l"/>
                <a:tab pos="299720" algn="l"/>
              </a:tabLst>
            </a:pPr>
            <a:r>
              <a:rPr spc="-15" dirty="0">
                <a:solidFill>
                  <a:srgbClr val="3A3737"/>
                </a:solidFill>
                <a:latin typeface="Calibri"/>
                <a:cs typeface="Calibri"/>
              </a:rPr>
              <a:t>Esta</a:t>
            </a:r>
            <a:r>
              <a:rPr spc="-5" dirty="0">
                <a:solidFill>
                  <a:srgbClr val="3A3737"/>
                </a:solidFill>
                <a:latin typeface="Calibri"/>
                <a:cs typeface="Calibri"/>
              </a:rPr>
              <a:t> tecnología</a:t>
            </a:r>
            <a:r>
              <a:rPr spc="25" dirty="0">
                <a:solidFill>
                  <a:srgbClr val="3A3737"/>
                </a:solidFill>
                <a:latin typeface="Calibri"/>
                <a:cs typeface="Calibri"/>
              </a:rPr>
              <a:t> </a:t>
            </a:r>
            <a:r>
              <a:rPr spc="-5" dirty="0">
                <a:solidFill>
                  <a:srgbClr val="3A3737"/>
                </a:solidFill>
                <a:latin typeface="Calibri"/>
                <a:cs typeface="Calibri"/>
              </a:rPr>
              <a:t>se</a:t>
            </a:r>
            <a:r>
              <a:rPr spc="5" dirty="0">
                <a:solidFill>
                  <a:srgbClr val="3A3737"/>
                </a:solidFill>
                <a:latin typeface="Calibri"/>
                <a:cs typeface="Calibri"/>
              </a:rPr>
              <a:t> </a:t>
            </a:r>
            <a:r>
              <a:rPr spc="-5" dirty="0">
                <a:solidFill>
                  <a:srgbClr val="3A3737"/>
                </a:solidFill>
                <a:latin typeface="Calibri"/>
                <a:cs typeface="Calibri"/>
              </a:rPr>
              <a:t>divide</a:t>
            </a:r>
            <a:r>
              <a:rPr spc="15" dirty="0">
                <a:solidFill>
                  <a:srgbClr val="3A3737"/>
                </a:solidFill>
                <a:latin typeface="Calibri"/>
                <a:cs typeface="Calibri"/>
              </a:rPr>
              <a:t> </a:t>
            </a:r>
            <a:r>
              <a:rPr dirty="0">
                <a:solidFill>
                  <a:srgbClr val="3A3737"/>
                </a:solidFill>
                <a:latin typeface="Calibri"/>
                <a:cs typeface="Calibri"/>
              </a:rPr>
              <a:t>en</a:t>
            </a:r>
            <a:r>
              <a:rPr spc="15" dirty="0">
                <a:solidFill>
                  <a:srgbClr val="3A3737"/>
                </a:solidFill>
                <a:latin typeface="Calibri"/>
                <a:cs typeface="Calibri"/>
              </a:rPr>
              <a:t> </a:t>
            </a:r>
            <a:r>
              <a:rPr spc="-5" dirty="0">
                <a:solidFill>
                  <a:srgbClr val="3A3737"/>
                </a:solidFill>
                <a:latin typeface="Calibri"/>
                <a:cs typeface="Calibri"/>
              </a:rPr>
              <a:t>dos</a:t>
            </a:r>
            <a:r>
              <a:rPr spc="5" dirty="0">
                <a:solidFill>
                  <a:srgbClr val="3A3737"/>
                </a:solidFill>
                <a:latin typeface="Calibri"/>
                <a:cs typeface="Calibri"/>
              </a:rPr>
              <a:t> </a:t>
            </a:r>
            <a:r>
              <a:rPr spc="-5" dirty="0">
                <a:solidFill>
                  <a:srgbClr val="3A3737"/>
                </a:solidFill>
                <a:latin typeface="Calibri"/>
                <a:cs typeface="Calibri"/>
              </a:rPr>
              <a:t>partes:</a:t>
            </a:r>
            <a:r>
              <a:rPr spc="45" dirty="0">
                <a:solidFill>
                  <a:srgbClr val="3A3737"/>
                </a:solidFill>
                <a:latin typeface="Calibri"/>
                <a:cs typeface="Calibri"/>
              </a:rPr>
              <a:t> </a:t>
            </a:r>
            <a:r>
              <a:rPr b="1" spc="-10" dirty="0">
                <a:solidFill>
                  <a:srgbClr val="3A3737"/>
                </a:solidFill>
                <a:latin typeface="Calibri"/>
                <a:cs typeface="Calibri"/>
              </a:rPr>
              <a:t>visualizador</a:t>
            </a:r>
            <a:r>
              <a:rPr b="1" spc="-30" dirty="0">
                <a:solidFill>
                  <a:srgbClr val="3A3737"/>
                </a:solidFill>
                <a:latin typeface="Calibri"/>
                <a:cs typeface="Calibri"/>
              </a:rPr>
              <a:t> </a:t>
            </a:r>
            <a:r>
              <a:rPr b="1" spc="-5" dirty="0">
                <a:solidFill>
                  <a:srgbClr val="3A3737"/>
                </a:solidFill>
                <a:latin typeface="Calibri"/>
                <a:cs typeface="Calibri"/>
              </a:rPr>
              <a:t>web</a:t>
            </a:r>
            <a:r>
              <a:rPr b="1" spc="-10" dirty="0">
                <a:solidFill>
                  <a:srgbClr val="3A3737"/>
                </a:solidFill>
                <a:latin typeface="Calibri"/>
                <a:cs typeface="Calibri"/>
              </a:rPr>
              <a:t> </a:t>
            </a:r>
            <a:r>
              <a:rPr spc="-10" dirty="0">
                <a:solidFill>
                  <a:srgbClr val="3A3737"/>
                </a:solidFill>
                <a:latin typeface="Calibri"/>
                <a:cs typeface="Calibri"/>
              </a:rPr>
              <a:t>(compatible</a:t>
            </a:r>
            <a:r>
              <a:rPr spc="20" dirty="0">
                <a:solidFill>
                  <a:srgbClr val="3A3737"/>
                </a:solidFill>
                <a:latin typeface="Calibri"/>
                <a:cs typeface="Calibri"/>
              </a:rPr>
              <a:t> </a:t>
            </a:r>
            <a:r>
              <a:rPr spc="-5" dirty="0">
                <a:solidFill>
                  <a:srgbClr val="3A3737"/>
                </a:solidFill>
                <a:latin typeface="Calibri"/>
                <a:cs typeface="Calibri"/>
              </a:rPr>
              <a:t>también</a:t>
            </a:r>
            <a:r>
              <a:rPr spc="10" dirty="0">
                <a:solidFill>
                  <a:srgbClr val="3A3737"/>
                </a:solidFill>
                <a:latin typeface="Calibri"/>
                <a:cs typeface="Calibri"/>
              </a:rPr>
              <a:t> </a:t>
            </a:r>
            <a:r>
              <a:rPr spc="-10" dirty="0">
                <a:solidFill>
                  <a:srgbClr val="3A3737"/>
                </a:solidFill>
                <a:latin typeface="Calibri"/>
                <a:cs typeface="Calibri"/>
              </a:rPr>
              <a:t>con</a:t>
            </a:r>
            <a:r>
              <a:rPr spc="15" dirty="0">
                <a:solidFill>
                  <a:srgbClr val="3A3737"/>
                </a:solidFill>
                <a:latin typeface="Calibri"/>
                <a:cs typeface="Calibri"/>
              </a:rPr>
              <a:t> </a:t>
            </a:r>
            <a:r>
              <a:rPr spc="-10" dirty="0">
                <a:solidFill>
                  <a:srgbClr val="3A3737"/>
                </a:solidFill>
                <a:latin typeface="Calibri"/>
                <a:cs typeface="Calibri"/>
              </a:rPr>
              <a:t>entorno </a:t>
            </a:r>
            <a:r>
              <a:rPr spc="-5" dirty="0">
                <a:solidFill>
                  <a:srgbClr val="3A3737"/>
                </a:solidFill>
                <a:latin typeface="Calibri"/>
                <a:cs typeface="Calibri"/>
              </a:rPr>
              <a:t> </a:t>
            </a:r>
            <a:r>
              <a:rPr spc="-10" dirty="0">
                <a:solidFill>
                  <a:srgbClr val="3A3737"/>
                </a:solidFill>
                <a:latin typeface="Calibri"/>
                <a:cs typeface="Calibri"/>
              </a:rPr>
              <a:t>Desktop)</a:t>
            </a:r>
            <a:r>
              <a:rPr spc="5" dirty="0">
                <a:solidFill>
                  <a:srgbClr val="3A3737"/>
                </a:solidFill>
                <a:latin typeface="Calibri"/>
                <a:cs typeface="Calibri"/>
              </a:rPr>
              <a:t> </a:t>
            </a:r>
            <a:r>
              <a:rPr dirty="0">
                <a:solidFill>
                  <a:srgbClr val="3A3737"/>
                </a:solidFill>
                <a:latin typeface="Calibri"/>
                <a:cs typeface="Calibri"/>
              </a:rPr>
              <a:t>y</a:t>
            </a:r>
            <a:r>
              <a:rPr spc="5" dirty="0">
                <a:solidFill>
                  <a:srgbClr val="3A3737"/>
                </a:solidFill>
                <a:latin typeface="Calibri"/>
                <a:cs typeface="Calibri"/>
              </a:rPr>
              <a:t> </a:t>
            </a:r>
            <a:r>
              <a:rPr spc="-10" dirty="0">
                <a:solidFill>
                  <a:srgbClr val="3A3737"/>
                </a:solidFill>
                <a:latin typeface="Calibri"/>
                <a:cs typeface="Calibri"/>
              </a:rPr>
              <a:t>posteriormente</a:t>
            </a:r>
            <a:r>
              <a:rPr spc="30" dirty="0">
                <a:solidFill>
                  <a:srgbClr val="3A3737"/>
                </a:solidFill>
                <a:latin typeface="Calibri"/>
                <a:cs typeface="Calibri"/>
              </a:rPr>
              <a:t> </a:t>
            </a:r>
            <a:r>
              <a:rPr spc="-5" dirty="0">
                <a:solidFill>
                  <a:srgbClr val="3A3737"/>
                </a:solidFill>
                <a:latin typeface="Calibri"/>
                <a:cs typeface="Calibri"/>
              </a:rPr>
              <a:t>su ejecución</a:t>
            </a:r>
            <a:r>
              <a:rPr spc="25" dirty="0">
                <a:solidFill>
                  <a:srgbClr val="3A3737"/>
                </a:solidFill>
                <a:latin typeface="Calibri"/>
                <a:cs typeface="Calibri"/>
              </a:rPr>
              <a:t> </a:t>
            </a:r>
            <a:r>
              <a:rPr dirty="0">
                <a:solidFill>
                  <a:srgbClr val="3A3737"/>
                </a:solidFill>
                <a:latin typeface="Calibri"/>
                <a:cs typeface="Calibri"/>
              </a:rPr>
              <a:t>en</a:t>
            </a:r>
            <a:r>
              <a:rPr spc="40" dirty="0">
                <a:solidFill>
                  <a:srgbClr val="3A3737"/>
                </a:solidFill>
                <a:latin typeface="Calibri"/>
                <a:cs typeface="Calibri"/>
              </a:rPr>
              <a:t> </a:t>
            </a:r>
            <a:r>
              <a:rPr b="1" spc="-5" dirty="0">
                <a:solidFill>
                  <a:srgbClr val="3A3737"/>
                </a:solidFill>
                <a:latin typeface="Calibri"/>
                <a:cs typeface="Calibri"/>
              </a:rPr>
              <a:t>Realidad </a:t>
            </a:r>
            <a:r>
              <a:rPr b="1" spc="-10" dirty="0">
                <a:solidFill>
                  <a:srgbClr val="3A3737"/>
                </a:solidFill>
                <a:latin typeface="Calibri"/>
                <a:cs typeface="Calibri"/>
              </a:rPr>
              <a:t>Aumentada</a:t>
            </a:r>
            <a:r>
              <a:rPr b="1" spc="-30" dirty="0">
                <a:solidFill>
                  <a:srgbClr val="3A3737"/>
                </a:solidFill>
                <a:latin typeface="Calibri"/>
                <a:cs typeface="Calibri"/>
              </a:rPr>
              <a:t> </a:t>
            </a:r>
            <a:r>
              <a:rPr spc="-15" dirty="0">
                <a:solidFill>
                  <a:srgbClr val="3A3737"/>
                </a:solidFill>
                <a:latin typeface="Calibri"/>
                <a:cs typeface="Calibri"/>
              </a:rPr>
              <a:t>para</a:t>
            </a:r>
            <a:r>
              <a:rPr spc="15" dirty="0">
                <a:solidFill>
                  <a:srgbClr val="3A3737"/>
                </a:solidFill>
                <a:latin typeface="Calibri"/>
                <a:cs typeface="Calibri"/>
              </a:rPr>
              <a:t> </a:t>
            </a:r>
            <a:r>
              <a:rPr spc="-5" dirty="0">
                <a:solidFill>
                  <a:srgbClr val="3A3737"/>
                </a:solidFill>
                <a:latin typeface="Calibri"/>
                <a:cs typeface="Calibri"/>
              </a:rPr>
              <a:t>visualizar</a:t>
            </a:r>
            <a:r>
              <a:rPr dirty="0">
                <a:solidFill>
                  <a:srgbClr val="3A3737"/>
                </a:solidFill>
                <a:latin typeface="Calibri"/>
                <a:cs typeface="Calibri"/>
              </a:rPr>
              <a:t> </a:t>
            </a:r>
            <a:r>
              <a:rPr spc="-5" dirty="0">
                <a:solidFill>
                  <a:srgbClr val="3A3737"/>
                </a:solidFill>
                <a:latin typeface="Calibri"/>
                <a:cs typeface="Calibri"/>
              </a:rPr>
              <a:t>los</a:t>
            </a:r>
            <a:r>
              <a:rPr dirty="0">
                <a:solidFill>
                  <a:srgbClr val="3A3737"/>
                </a:solidFill>
                <a:latin typeface="Calibri"/>
                <a:cs typeface="Calibri"/>
              </a:rPr>
              <a:t> </a:t>
            </a:r>
            <a:r>
              <a:rPr spc="-5" dirty="0">
                <a:solidFill>
                  <a:srgbClr val="3A3737"/>
                </a:solidFill>
                <a:latin typeface="Calibri"/>
                <a:cs typeface="Calibri"/>
              </a:rPr>
              <a:t>modelos</a:t>
            </a:r>
            <a:r>
              <a:rPr spc="15" dirty="0">
                <a:solidFill>
                  <a:srgbClr val="3A3737"/>
                </a:solidFill>
                <a:latin typeface="Calibri"/>
                <a:cs typeface="Calibri"/>
              </a:rPr>
              <a:t> </a:t>
            </a:r>
            <a:r>
              <a:rPr dirty="0">
                <a:solidFill>
                  <a:srgbClr val="3A3737"/>
                </a:solidFill>
                <a:latin typeface="Calibri"/>
                <a:cs typeface="Calibri"/>
              </a:rPr>
              <a:t>3D </a:t>
            </a:r>
            <a:r>
              <a:rPr spc="-390" dirty="0">
                <a:solidFill>
                  <a:srgbClr val="3A3737"/>
                </a:solidFill>
                <a:latin typeface="Calibri"/>
                <a:cs typeface="Calibri"/>
              </a:rPr>
              <a:t> </a:t>
            </a:r>
            <a:r>
              <a:rPr spc="-5" dirty="0">
                <a:solidFill>
                  <a:srgbClr val="3A3737"/>
                </a:solidFill>
                <a:latin typeface="Calibri"/>
                <a:cs typeface="Calibri"/>
              </a:rPr>
              <a:t>(dispositivos</a:t>
            </a:r>
            <a:r>
              <a:rPr spc="-10" dirty="0">
                <a:solidFill>
                  <a:srgbClr val="3A3737"/>
                </a:solidFill>
                <a:latin typeface="Calibri"/>
                <a:cs typeface="Calibri"/>
              </a:rPr>
              <a:t> compatibles</a:t>
            </a:r>
            <a:r>
              <a:rPr spc="10" dirty="0">
                <a:solidFill>
                  <a:srgbClr val="3A3737"/>
                </a:solidFill>
                <a:latin typeface="Calibri"/>
                <a:cs typeface="Calibri"/>
              </a:rPr>
              <a:t> </a:t>
            </a:r>
            <a:r>
              <a:rPr spc="-10" dirty="0">
                <a:solidFill>
                  <a:srgbClr val="3A3737"/>
                </a:solidFill>
                <a:latin typeface="Calibri"/>
                <a:cs typeface="Calibri"/>
              </a:rPr>
              <a:t>con</a:t>
            </a:r>
            <a:r>
              <a:rPr spc="30" dirty="0">
                <a:solidFill>
                  <a:srgbClr val="3A3737"/>
                </a:solidFill>
                <a:latin typeface="Calibri"/>
                <a:cs typeface="Calibri"/>
              </a:rPr>
              <a:t> </a:t>
            </a:r>
            <a:r>
              <a:rPr spc="-5" dirty="0">
                <a:solidFill>
                  <a:srgbClr val="3A3737"/>
                </a:solidFill>
                <a:latin typeface="Calibri"/>
                <a:cs typeface="Calibri"/>
              </a:rPr>
              <a:t>ARKit </a:t>
            </a:r>
            <a:r>
              <a:rPr dirty="0">
                <a:solidFill>
                  <a:srgbClr val="3A3737"/>
                </a:solidFill>
                <a:latin typeface="Calibri"/>
                <a:cs typeface="Calibri"/>
              </a:rPr>
              <a:t>y</a:t>
            </a:r>
            <a:r>
              <a:rPr spc="15" dirty="0">
                <a:solidFill>
                  <a:srgbClr val="3A3737"/>
                </a:solidFill>
                <a:latin typeface="Calibri"/>
                <a:cs typeface="Calibri"/>
              </a:rPr>
              <a:t> </a:t>
            </a:r>
            <a:r>
              <a:rPr spc="-10" dirty="0">
                <a:solidFill>
                  <a:srgbClr val="3A3737"/>
                </a:solidFill>
                <a:latin typeface="Calibri"/>
                <a:cs typeface="Calibri"/>
              </a:rPr>
              <a:t>ARCore).</a:t>
            </a:r>
            <a:endParaRPr dirty="0">
              <a:latin typeface="Calibri"/>
              <a:cs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4400" y="381000"/>
            <a:ext cx="5684520" cy="330835"/>
          </a:xfrm>
          <a:prstGeom prst="rect">
            <a:avLst/>
          </a:prstGeom>
        </p:spPr>
        <p:txBody>
          <a:bodyPr vert="horz" wrap="square" lIns="0" tIns="12700" rIns="0" bIns="0" rtlCol="0">
            <a:spAutoFit/>
          </a:bodyPr>
          <a:lstStyle/>
          <a:p>
            <a:pPr marL="12700">
              <a:spcBef>
                <a:spcPts val="100"/>
              </a:spcBef>
            </a:pPr>
            <a:r>
              <a:rPr spc="-85" dirty="0"/>
              <a:t>4.Formatos</a:t>
            </a:r>
            <a:r>
              <a:rPr spc="-60" dirty="0"/>
              <a:t> </a:t>
            </a:r>
            <a:r>
              <a:rPr spc="75" dirty="0"/>
              <a:t>de</a:t>
            </a:r>
            <a:r>
              <a:rPr spc="-45" dirty="0"/>
              <a:t> </a:t>
            </a:r>
            <a:r>
              <a:rPr spc="-65" dirty="0"/>
              <a:t>uso</a:t>
            </a:r>
            <a:r>
              <a:rPr spc="-35" dirty="0"/>
              <a:t> </a:t>
            </a:r>
            <a:r>
              <a:rPr spc="75" dirty="0"/>
              <a:t>de</a:t>
            </a:r>
            <a:r>
              <a:rPr spc="-30" dirty="0"/>
              <a:t> </a:t>
            </a:r>
            <a:r>
              <a:rPr spc="-5" dirty="0"/>
              <a:t>la</a:t>
            </a:r>
            <a:r>
              <a:rPr spc="-35" dirty="0"/>
              <a:t> </a:t>
            </a:r>
            <a:r>
              <a:rPr spc="-15" dirty="0"/>
              <a:t>Realidad</a:t>
            </a:r>
            <a:r>
              <a:rPr spc="-35" dirty="0"/>
              <a:t> </a:t>
            </a:r>
            <a:r>
              <a:rPr spc="10" dirty="0"/>
              <a:t>Aumentada</a:t>
            </a:r>
          </a:p>
        </p:txBody>
      </p:sp>
      <p:sp>
        <p:nvSpPr>
          <p:cNvPr id="3" name="object 3"/>
          <p:cNvSpPr txBox="1"/>
          <p:nvPr/>
        </p:nvSpPr>
        <p:spPr>
          <a:xfrm>
            <a:off x="990600" y="1524000"/>
            <a:ext cx="6980555" cy="3643629"/>
          </a:xfrm>
          <a:prstGeom prst="rect">
            <a:avLst/>
          </a:prstGeom>
        </p:spPr>
        <p:txBody>
          <a:bodyPr vert="horz" wrap="square" lIns="0" tIns="12065" rIns="0" bIns="0" rtlCol="0">
            <a:spAutoFit/>
          </a:bodyPr>
          <a:lstStyle/>
          <a:p>
            <a:pPr marL="469900">
              <a:spcBef>
                <a:spcPts val="95"/>
              </a:spcBef>
            </a:pPr>
            <a:r>
              <a:rPr sz="1600" b="1" spc="-135" dirty="0">
                <a:solidFill>
                  <a:srgbClr val="3A3737"/>
                </a:solidFill>
                <a:latin typeface="Tahoma"/>
                <a:cs typeface="Tahoma"/>
              </a:rPr>
              <a:t>5</a:t>
            </a:r>
            <a:r>
              <a:rPr sz="1600" b="1" spc="-55" dirty="0">
                <a:solidFill>
                  <a:srgbClr val="3A3737"/>
                </a:solidFill>
                <a:latin typeface="Tahoma"/>
                <a:cs typeface="Tahoma"/>
              </a:rPr>
              <a:t>.</a:t>
            </a:r>
            <a:r>
              <a:rPr sz="1600" b="1" spc="-10" dirty="0">
                <a:solidFill>
                  <a:srgbClr val="3A3737"/>
                </a:solidFill>
                <a:latin typeface="Tahoma"/>
                <a:cs typeface="Tahoma"/>
              </a:rPr>
              <a:t> </a:t>
            </a:r>
            <a:r>
              <a:rPr sz="1600" b="1" spc="80" dirty="0">
                <a:solidFill>
                  <a:srgbClr val="3A3737"/>
                </a:solidFill>
                <a:latin typeface="Tahoma"/>
                <a:cs typeface="Tahoma"/>
              </a:rPr>
              <a:t>A</a:t>
            </a:r>
            <a:r>
              <a:rPr sz="1600" b="1" spc="-240" dirty="0">
                <a:solidFill>
                  <a:srgbClr val="3A3737"/>
                </a:solidFill>
                <a:latin typeface="Tahoma"/>
                <a:cs typeface="Tahoma"/>
              </a:rPr>
              <a:t>R</a:t>
            </a:r>
            <a:r>
              <a:rPr sz="1600" b="1" spc="-5" dirty="0">
                <a:solidFill>
                  <a:srgbClr val="3A3737"/>
                </a:solidFill>
                <a:latin typeface="Tahoma"/>
                <a:cs typeface="Tahoma"/>
              </a:rPr>
              <a:t> </a:t>
            </a:r>
            <a:r>
              <a:rPr sz="1600" b="1" spc="-35" dirty="0">
                <a:solidFill>
                  <a:srgbClr val="3A3737"/>
                </a:solidFill>
                <a:latin typeface="Tahoma"/>
                <a:cs typeface="Tahoma"/>
              </a:rPr>
              <a:t>Web</a:t>
            </a:r>
            <a:endParaRPr sz="1600" dirty="0">
              <a:latin typeface="Tahoma"/>
              <a:cs typeface="Tahoma"/>
            </a:endParaRPr>
          </a:p>
          <a:p>
            <a:pPr>
              <a:spcBef>
                <a:spcPts val="30"/>
              </a:spcBef>
            </a:pPr>
            <a:endParaRPr sz="2300" dirty="0">
              <a:latin typeface="Tahoma"/>
              <a:cs typeface="Tahoma"/>
            </a:endParaRPr>
          </a:p>
          <a:p>
            <a:pPr marL="299085" marR="19685" indent="-287020">
              <a:spcBef>
                <a:spcPts val="5"/>
              </a:spcBef>
              <a:buFont typeface="Arial MT"/>
              <a:buChar char="•"/>
              <a:tabLst>
                <a:tab pos="299085" algn="l"/>
                <a:tab pos="299720" algn="l"/>
              </a:tabLst>
            </a:pPr>
            <a:r>
              <a:rPr spc="-5" dirty="0">
                <a:solidFill>
                  <a:srgbClr val="3A3737"/>
                </a:solidFill>
                <a:latin typeface="Calibri"/>
                <a:cs typeface="Calibri"/>
              </a:rPr>
              <a:t>El</a:t>
            </a:r>
            <a:r>
              <a:rPr dirty="0">
                <a:solidFill>
                  <a:srgbClr val="3A3737"/>
                </a:solidFill>
                <a:latin typeface="Calibri"/>
                <a:cs typeface="Calibri"/>
              </a:rPr>
              <a:t> </a:t>
            </a:r>
            <a:r>
              <a:rPr spc="-5" dirty="0">
                <a:solidFill>
                  <a:srgbClr val="3A3737"/>
                </a:solidFill>
                <a:latin typeface="Calibri"/>
                <a:cs typeface="Calibri"/>
              </a:rPr>
              <a:t>lado</a:t>
            </a:r>
            <a:r>
              <a:rPr spc="15" dirty="0">
                <a:solidFill>
                  <a:srgbClr val="3A3737"/>
                </a:solidFill>
                <a:latin typeface="Calibri"/>
                <a:cs typeface="Calibri"/>
              </a:rPr>
              <a:t> </a:t>
            </a:r>
            <a:r>
              <a:rPr spc="-15" dirty="0">
                <a:solidFill>
                  <a:srgbClr val="3A3737"/>
                </a:solidFill>
                <a:latin typeface="Calibri"/>
                <a:cs typeface="Calibri"/>
              </a:rPr>
              <a:t>negativo,</a:t>
            </a:r>
            <a:r>
              <a:rPr spc="-5" dirty="0">
                <a:solidFill>
                  <a:srgbClr val="3A3737"/>
                </a:solidFill>
                <a:latin typeface="Calibri"/>
                <a:cs typeface="Calibri"/>
              </a:rPr>
              <a:t> </a:t>
            </a:r>
            <a:r>
              <a:rPr dirty="0">
                <a:solidFill>
                  <a:srgbClr val="3A3737"/>
                </a:solidFill>
                <a:latin typeface="Calibri"/>
                <a:cs typeface="Calibri"/>
              </a:rPr>
              <a:t>a</a:t>
            </a:r>
            <a:r>
              <a:rPr spc="10" dirty="0">
                <a:solidFill>
                  <a:srgbClr val="3A3737"/>
                </a:solidFill>
                <a:latin typeface="Calibri"/>
                <a:cs typeface="Calibri"/>
              </a:rPr>
              <a:t> </a:t>
            </a:r>
            <a:r>
              <a:rPr spc="-10" dirty="0">
                <a:solidFill>
                  <a:srgbClr val="3A3737"/>
                </a:solidFill>
                <a:latin typeface="Calibri"/>
                <a:cs typeface="Calibri"/>
              </a:rPr>
              <a:t>diferencia</a:t>
            </a:r>
            <a:r>
              <a:rPr spc="25" dirty="0">
                <a:solidFill>
                  <a:srgbClr val="3A3737"/>
                </a:solidFill>
                <a:latin typeface="Calibri"/>
                <a:cs typeface="Calibri"/>
              </a:rPr>
              <a:t> </a:t>
            </a:r>
            <a:r>
              <a:rPr spc="-5" dirty="0">
                <a:solidFill>
                  <a:srgbClr val="3A3737"/>
                </a:solidFill>
                <a:latin typeface="Calibri"/>
                <a:cs typeface="Calibri"/>
              </a:rPr>
              <a:t>de</a:t>
            </a:r>
            <a:r>
              <a:rPr dirty="0">
                <a:solidFill>
                  <a:srgbClr val="3A3737"/>
                </a:solidFill>
                <a:latin typeface="Calibri"/>
                <a:cs typeface="Calibri"/>
              </a:rPr>
              <a:t> </a:t>
            </a:r>
            <a:r>
              <a:rPr spc="-5" dirty="0">
                <a:solidFill>
                  <a:srgbClr val="3A3737"/>
                </a:solidFill>
                <a:latin typeface="Calibri"/>
                <a:cs typeface="Calibri"/>
              </a:rPr>
              <a:t>una</a:t>
            </a:r>
            <a:r>
              <a:rPr spc="10" dirty="0">
                <a:solidFill>
                  <a:srgbClr val="3A3737"/>
                </a:solidFill>
                <a:latin typeface="Calibri"/>
                <a:cs typeface="Calibri"/>
              </a:rPr>
              <a:t> </a:t>
            </a:r>
            <a:r>
              <a:rPr spc="-60" dirty="0">
                <a:solidFill>
                  <a:srgbClr val="3A3737"/>
                </a:solidFill>
                <a:latin typeface="Calibri"/>
                <a:cs typeface="Calibri"/>
              </a:rPr>
              <a:t>APP,</a:t>
            </a:r>
            <a:r>
              <a:rPr spc="5" dirty="0">
                <a:solidFill>
                  <a:srgbClr val="3A3737"/>
                </a:solidFill>
                <a:latin typeface="Calibri"/>
                <a:cs typeface="Calibri"/>
              </a:rPr>
              <a:t> </a:t>
            </a:r>
            <a:r>
              <a:rPr dirty="0">
                <a:solidFill>
                  <a:srgbClr val="3A3737"/>
                </a:solidFill>
                <a:latin typeface="Calibri"/>
                <a:cs typeface="Calibri"/>
              </a:rPr>
              <a:t>es</a:t>
            </a:r>
            <a:r>
              <a:rPr spc="-5" dirty="0">
                <a:solidFill>
                  <a:srgbClr val="3A3737"/>
                </a:solidFill>
                <a:latin typeface="Calibri"/>
                <a:cs typeface="Calibri"/>
              </a:rPr>
              <a:t> que</a:t>
            </a:r>
            <a:r>
              <a:rPr spc="15" dirty="0">
                <a:solidFill>
                  <a:srgbClr val="3A3737"/>
                </a:solidFill>
                <a:latin typeface="Calibri"/>
                <a:cs typeface="Calibri"/>
              </a:rPr>
              <a:t> </a:t>
            </a:r>
            <a:r>
              <a:rPr spc="-15" dirty="0">
                <a:solidFill>
                  <a:srgbClr val="3A3737"/>
                </a:solidFill>
                <a:latin typeface="Calibri"/>
                <a:cs typeface="Calibri"/>
              </a:rPr>
              <a:t>esta</a:t>
            </a:r>
            <a:r>
              <a:rPr spc="-5" dirty="0">
                <a:solidFill>
                  <a:srgbClr val="3A3737"/>
                </a:solidFill>
                <a:latin typeface="Calibri"/>
                <a:cs typeface="Calibri"/>
              </a:rPr>
              <a:t> tecnología</a:t>
            </a:r>
            <a:r>
              <a:rPr spc="30" dirty="0">
                <a:solidFill>
                  <a:srgbClr val="3A3737"/>
                </a:solidFill>
                <a:latin typeface="Calibri"/>
                <a:cs typeface="Calibri"/>
              </a:rPr>
              <a:t> </a:t>
            </a:r>
            <a:r>
              <a:rPr spc="-10" dirty="0">
                <a:solidFill>
                  <a:srgbClr val="3A3737"/>
                </a:solidFill>
                <a:latin typeface="Calibri"/>
                <a:cs typeface="Calibri"/>
              </a:rPr>
              <a:t>todavía </a:t>
            </a:r>
            <a:r>
              <a:rPr spc="-390" dirty="0">
                <a:solidFill>
                  <a:srgbClr val="3A3737"/>
                </a:solidFill>
                <a:latin typeface="Calibri"/>
                <a:cs typeface="Calibri"/>
              </a:rPr>
              <a:t> </a:t>
            </a:r>
            <a:r>
              <a:rPr spc="-5" dirty="0">
                <a:solidFill>
                  <a:srgbClr val="3A3737"/>
                </a:solidFill>
                <a:latin typeface="Calibri"/>
                <a:cs typeface="Calibri"/>
              </a:rPr>
              <a:t>no</a:t>
            </a:r>
            <a:r>
              <a:rPr spc="5" dirty="0">
                <a:solidFill>
                  <a:srgbClr val="3A3737"/>
                </a:solidFill>
                <a:latin typeface="Calibri"/>
                <a:cs typeface="Calibri"/>
              </a:rPr>
              <a:t> </a:t>
            </a:r>
            <a:r>
              <a:rPr spc="-10" dirty="0">
                <a:solidFill>
                  <a:srgbClr val="3A3737"/>
                </a:solidFill>
                <a:latin typeface="Calibri"/>
                <a:cs typeface="Calibri"/>
              </a:rPr>
              <a:t>permite</a:t>
            </a:r>
            <a:r>
              <a:rPr spc="15" dirty="0">
                <a:solidFill>
                  <a:srgbClr val="3A3737"/>
                </a:solidFill>
                <a:latin typeface="Calibri"/>
                <a:cs typeface="Calibri"/>
              </a:rPr>
              <a:t> </a:t>
            </a:r>
            <a:r>
              <a:rPr spc="-10" dirty="0">
                <a:solidFill>
                  <a:srgbClr val="3A3737"/>
                </a:solidFill>
                <a:latin typeface="Calibri"/>
                <a:cs typeface="Calibri"/>
              </a:rPr>
              <a:t>realizar</a:t>
            </a:r>
            <a:r>
              <a:rPr spc="5" dirty="0">
                <a:solidFill>
                  <a:srgbClr val="3A3737"/>
                </a:solidFill>
                <a:latin typeface="Calibri"/>
                <a:cs typeface="Calibri"/>
              </a:rPr>
              <a:t> </a:t>
            </a:r>
            <a:r>
              <a:rPr spc="-10" dirty="0">
                <a:solidFill>
                  <a:srgbClr val="3A3737"/>
                </a:solidFill>
                <a:latin typeface="Calibri"/>
                <a:cs typeface="Calibri"/>
              </a:rPr>
              <a:t>programaciones</a:t>
            </a:r>
            <a:r>
              <a:rPr dirty="0">
                <a:solidFill>
                  <a:srgbClr val="3A3737"/>
                </a:solidFill>
                <a:latin typeface="Calibri"/>
                <a:cs typeface="Calibri"/>
              </a:rPr>
              <a:t> más</a:t>
            </a:r>
            <a:r>
              <a:rPr spc="5" dirty="0">
                <a:solidFill>
                  <a:srgbClr val="3A3737"/>
                </a:solidFill>
                <a:latin typeface="Calibri"/>
                <a:cs typeface="Calibri"/>
              </a:rPr>
              <a:t> </a:t>
            </a:r>
            <a:r>
              <a:rPr spc="-5" dirty="0">
                <a:solidFill>
                  <a:srgbClr val="3A3737"/>
                </a:solidFill>
                <a:latin typeface="Calibri"/>
                <a:cs typeface="Calibri"/>
              </a:rPr>
              <a:t>allá </a:t>
            </a:r>
            <a:r>
              <a:rPr dirty="0">
                <a:solidFill>
                  <a:srgbClr val="3A3737"/>
                </a:solidFill>
                <a:latin typeface="Calibri"/>
                <a:cs typeface="Calibri"/>
              </a:rPr>
              <a:t>de</a:t>
            </a:r>
            <a:r>
              <a:rPr spc="15" dirty="0">
                <a:solidFill>
                  <a:srgbClr val="3A3737"/>
                </a:solidFill>
                <a:latin typeface="Calibri"/>
                <a:cs typeface="Calibri"/>
              </a:rPr>
              <a:t> </a:t>
            </a:r>
            <a:r>
              <a:rPr spc="-5" dirty="0">
                <a:solidFill>
                  <a:srgbClr val="3A3737"/>
                </a:solidFill>
                <a:latin typeface="Calibri"/>
                <a:cs typeface="Calibri"/>
              </a:rPr>
              <a:t>la</a:t>
            </a:r>
            <a:r>
              <a:rPr spc="10" dirty="0">
                <a:solidFill>
                  <a:srgbClr val="3A3737"/>
                </a:solidFill>
                <a:latin typeface="Calibri"/>
                <a:cs typeface="Calibri"/>
              </a:rPr>
              <a:t> </a:t>
            </a:r>
            <a:r>
              <a:rPr spc="-5" dirty="0">
                <a:solidFill>
                  <a:srgbClr val="3A3737"/>
                </a:solidFill>
                <a:latin typeface="Calibri"/>
                <a:cs typeface="Calibri"/>
              </a:rPr>
              <a:t>visualización</a:t>
            </a:r>
            <a:r>
              <a:rPr spc="10" dirty="0">
                <a:solidFill>
                  <a:srgbClr val="3A3737"/>
                </a:solidFill>
                <a:latin typeface="Calibri"/>
                <a:cs typeface="Calibri"/>
              </a:rPr>
              <a:t> </a:t>
            </a:r>
            <a:r>
              <a:rPr dirty="0">
                <a:solidFill>
                  <a:srgbClr val="3A3737"/>
                </a:solidFill>
                <a:latin typeface="Calibri"/>
                <a:cs typeface="Calibri"/>
              </a:rPr>
              <a:t>o </a:t>
            </a:r>
            <a:r>
              <a:rPr spc="5" dirty="0">
                <a:solidFill>
                  <a:srgbClr val="3A3737"/>
                </a:solidFill>
                <a:latin typeface="Calibri"/>
                <a:cs typeface="Calibri"/>
              </a:rPr>
              <a:t> </a:t>
            </a:r>
            <a:r>
              <a:rPr spc="-5" dirty="0">
                <a:solidFill>
                  <a:srgbClr val="3A3737"/>
                </a:solidFill>
                <a:latin typeface="Calibri"/>
                <a:cs typeface="Calibri"/>
              </a:rPr>
              <a:t>pequeñas</a:t>
            </a:r>
            <a:r>
              <a:rPr dirty="0">
                <a:solidFill>
                  <a:srgbClr val="3A3737"/>
                </a:solidFill>
                <a:latin typeface="Calibri"/>
                <a:cs typeface="Calibri"/>
              </a:rPr>
              <a:t> </a:t>
            </a:r>
            <a:r>
              <a:rPr spc="-5" dirty="0">
                <a:solidFill>
                  <a:srgbClr val="3A3737"/>
                </a:solidFill>
                <a:latin typeface="Calibri"/>
                <a:cs typeface="Calibri"/>
              </a:rPr>
              <a:t>animaciones.</a:t>
            </a:r>
            <a:r>
              <a:rPr spc="15" dirty="0">
                <a:solidFill>
                  <a:srgbClr val="3A3737"/>
                </a:solidFill>
                <a:latin typeface="Calibri"/>
                <a:cs typeface="Calibri"/>
              </a:rPr>
              <a:t> </a:t>
            </a:r>
            <a:r>
              <a:rPr dirty="0">
                <a:solidFill>
                  <a:srgbClr val="3A3737"/>
                </a:solidFill>
                <a:latin typeface="Calibri"/>
                <a:cs typeface="Calibri"/>
              </a:rPr>
              <a:t>Además,</a:t>
            </a:r>
            <a:r>
              <a:rPr spc="-15" dirty="0">
                <a:solidFill>
                  <a:srgbClr val="3A3737"/>
                </a:solidFill>
                <a:latin typeface="Calibri"/>
                <a:cs typeface="Calibri"/>
              </a:rPr>
              <a:t> </a:t>
            </a:r>
            <a:r>
              <a:rPr dirty="0">
                <a:solidFill>
                  <a:srgbClr val="3A3737"/>
                </a:solidFill>
                <a:latin typeface="Calibri"/>
                <a:cs typeface="Calibri"/>
              </a:rPr>
              <a:t>al</a:t>
            </a:r>
            <a:r>
              <a:rPr spc="5" dirty="0">
                <a:solidFill>
                  <a:srgbClr val="3A3737"/>
                </a:solidFill>
                <a:latin typeface="Calibri"/>
                <a:cs typeface="Calibri"/>
              </a:rPr>
              <a:t> </a:t>
            </a:r>
            <a:r>
              <a:rPr dirty="0">
                <a:solidFill>
                  <a:srgbClr val="3A3737"/>
                </a:solidFill>
                <a:latin typeface="Calibri"/>
                <a:cs typeface="Calibri"/>
              </a:rPr>
              <a:t>ser</a:t>
            </a:r>
            <a:r>
              <a:rPr spc="5" dirty="0">
                <a:solidFill>
                  <a:srgbClr val="3A3737"/>
                </a:solidFill>
                <a:latin typeface="Calibri"/>
                <a:cs typeface="Calibri"/>
              </a:rPr>
              <a:t> </a:t>
            </a:r>
            <a:r>
              <a:rPr spc="-10" dirty="0">
                <a:solidFill>
                  <a:srgbClr val="3A3737"/>
                </a:solidFill>
                <a:latin typeface="Calibri"/>
                <a:cs typeface="Calibri"/>
              </a:rPr>
              <a:t>todo</a:t>
            </a:r>
            <a:r>
              <a:rPr spc="-5" dirty="0">
                <a:solidFill>
                  <a:srgbClr val="3A3737"/>
                </a:solidFill>
                <a:latin typeface="Calibri"/>
                <a:cs typeface="Calibri"/>
              </a:rPr>
              <a:t> online,</a:t>
            </a:r>
            <a:r>
              <a:rPr spc="20" dirty="0">
                <a:solidFill>
                  <a:srgbClr val="3A3737"/>
                </a:solidFill>
                <a:latin typeface="Calibri"/>
                <a:cs typeface="Calibri"/>
              </a:rPr>
              <a:t> </a:t>
            </a:r>
            <a:r>
              <a:rPr spc="-5" dirty="0">
                <a:solidFill>
                  <a:srgbClr val="3A3737"/>
                </a:solidFill>
                <a:latin typeface="Calibri"/>
                <a:cs typeface="Calibri"/>
              </a:rPr>
              <a:t>la</a:t>
            </a:r>
            <a:r>
              <a:rPr spc="10" dirty="0">
                <a:solidFill>
                  <a:srgbClr val="3A3737"/>
                </a:solidFill>
                <a:latin typeface="Calibri"/>
                <a:cs typeface="Calibri"/>
              </a:rPr>
              <a:t> </a:t>
            </a:r>
            <a:r>
              <a:rPr spc="-10" dirty="0">
                <a:solidFill>
                  <a:srgbClr val="3A3737"/>
                </a:solidFill>
                <a:latin typeface="Calibri"/>
                <a:cs typeface="Calibri"/>
              </a:rPr>
              <a:t>calidad</a:t>
            </a:r>
            <a:r>
              <a:rPr spc="20" dirty="0">
                <a:solidFill>
                  <a:srgbClr val="3A3737"/>
                </a:solidFill>
                <a:latin typeface="Calibri"/>
                <a:cs typeface="Calibri"/>
              </a:rPr>
              <a:t> </a:t>
            </a:r>
            <a:r>
              <a:rPr spc="-5" dirty="0">
                <a:solidFill>
                  <a:srgbClr val="3A3737"/>
                </a:solidFill>
                <a:latin typeface="Calibri"/>
                <a:cs typeface="Calibri"/>
              </a:rPr>
              <a:t>del</a:t>
            </a:r>
            <a:r>
              <a:rPr spc="5" dirty="0">
                <a:solidFill>
                  <a:srgbClr val="3A3737"/>
                </a:solidFill>
                <a:latin typeface="Calibri"/>
                <a:cs typeface="Calibri"/>
              </a:rPr>
              <a:t> </a:t>
            </a:r>
            <a:r>
              <a:rPr dirty="0">
                <a:solidFill>
                  <a:srgbClr val="3A3737"/>
                </a:solidFill>
                <a:latin typeface="Calibri"/>
                <a:cs typeface="Calibri"/>
              </a:rPr>
              <a:t>3D </a:t>
            </a:r>
            <a:r>
              <a:rPr spc="5" dirty="0">
                <a:solidFill>
                  <a:srgbClr val="3A3737"/>
                </a:solidFill>
                <a:latin typeface="Calibri"/>
                <a:cs typeface="Calibri"/>
              </a:rPr>
              <a:t> </a:t>
            </a:r>
            <a:r>
              <a:rPr dirty="0">
                <a:solidFill>
                  <a:srgbClr val="3A3737"/>
                </a:solidFill>
                <a:latin typeface="Calibri"/>
                <a:cs typeface="Calibri"/>
              </a:rPr>
              <a:t>suele</a:t>
            </a:r>
            <a:r>
              <a:rPr spc="-5" dirty="0">
                <a:solidFill>
                  <a:srgbClr val="3A3737"/>
                </a:solidFill>
                <a:latin typeface="Calibri"/>
                <a:cs typeface="Calibri"/>
              </a:rPr>
              <a:t> </a:t>
            </a:r>
            <a:r>
              <a:rPr dirty="0">
                <a:solidFill>
                  <a:srgbClr val="3A3737"/>
                </a:solidFill>
                <a:latin typeface="Calibri"/>
                <a:cs typeface="Calibri"/>
              </a:rPr>
              <a:t>ser </a:t>
            </a:r>
            <a:r>
              <a:rPr spc="-5" dirty="0">
                <a:solidFill>
                  <a:srgbClr val="3A3737"/>
                </a:solidFill>
                <a:latin typeface="Calibri"/>
                <a:cs typeface="Calibri"/>
              </a:rPr>
              <a:t>algo</a:t>
            </a:r>
            <a:r>
              <a:rPr spc="5" dirty="0">
                <a:solidFill>
                  <a:srgbClr val="3A3737"/>
                </a:solidFill>
                <a:latin typeface="Calibri"/>
                <a:cs typeface="Calibri"/>
              </a:rPr>
              <a:t> </a:t>
            </a:r>
            <a:r>
              <a:rPr dirty="0">
                <a:solidFill>
                  <a:srgbClr val="3A3737"/>
                </a:solidFill>
                <a:latin typeface="Calibri"/>
                <a:cs typeface="Calibri"/>
              </a:rPr>
              <a:t>menor</a:t>
            </a:r>
            <a:r>
              <a:rPr spc="-5" dirty="0">
                <a:solidFill>
                  <a:srgbClr val="3A3737"/>
                </a:solidFill>
                <a:latin typeface="Calibri"/>
                <a:cs typeface="Calibri"/>
              </a:rPr>
              <a:t> que</a:t>
            </a:r>
            <a:r>
              <a:rPr spc="10" dirty="0">
                <a:solidFill>
                  <a:srgbClr val="3A3737"/>
                </a:solidFill>
                <a:latin typeface="Calibri"/>
                <a:cs typeface="Calibri"/>
              </a:rPr>
              <a:t> </a:t>
            </a:r>
            <a:r>
              <a:rPr dirty="0">
                <a:solidFill>
                  <a:srgbClr val="3A3737"/>
                </a:solidFill>
                <a:latin typeface="Calibri"/>
                <a:cs typeface="Calibri"/>
              </a:rPr>
              <a:t>en </a:t>
            </a:r>
            <a:r>
              <a:rPr spc="-5" dirty="0">
                <a:solidFill>
                  <a:srgbClr val="3A3737"/>
                </a:solidFill>
                <a:latin typeface="Calibri"/>
                <a:cs typeface="Calibri"/>
              </a:rPr>
              <a:t>un</a:t>
            </a:r>
            <a:r>
              <a:rPr spc="15" dirty="0">
                <a:solidFill>
                  <a:srgbClr val="3A3737"/>
                </a:solidFill>
                <a:latin typeface="Calibri"/>
                <a:cs typeface="Calibri"/>
              </a:rPr>
              <a:t> </a:t>
            </a:r>
            <a:r>
              <a:rPr spc="-5" dirty="0">
                <a:solidFill>
                  <a:srgbClr val="3A3737"/>
                </a:solidFill>
                <a:latin typeface="Calibri"/>
                <a:cs typeface="Calibri"/>
              </a:rPr>
              <a:t>entorno </a:t>
            </a:r>
            <a:r>
              <a:rPr spc="-10" dirty="0">
                <a:solidFill>
                  <a:srgbClr val="3A3737"/>
                </a:solidFill>
                <a:latin typeface="Calibri"/>
                <a:cs typeface="Calibri"/>
              </a:rPr>
              <a:t>offline</a:t>
            </a:r>
            <a:r>
              <a:rPr spc="15" dirty="0">
                <a:solidFill>
                  <a:srgbClr val="3A3737"/>
                </a:solidFill>
                <a:latin typeface="Calibri"/>
                <a:cs typeface="Calibri"/>
              </a:rPr>
              <a:t> </a:t>
            </a:r>
            <a:r>
              <a:rPr spc="-10" dirty="0">
                <a:solidFill>
                  <a:srgbClr val="3A3737"/>
                </a:solidFill>
                <a:latin typeface="Calibri"/>
                <a:cs typeface="Calibri"/>
              </a:rPr>
              <a:t>(APP).</a:t>
            </a:r>
            <a:endParaRPr dirty="0">
              <a:latin typeface="Calibri"/>
              <a:cs typeface="Calibri"/>
            </a:endParaRPr>
          </a:p>
          <a:p>
            <a:pPr>
              <a:spcBef>
                <a:spcPts val="25"/>
              </a:spcBef>
              <a:buClr>
                <a:srgbClr val="3A3737"/>
              </a:buClr>
              <a:buFont typeface="Arial MT"/>
              <a:buChar char="•"/>
            </a:pPr>
            <a:endParaRPr sz="1750" dirty="0">
              <a:latin typeface="Calibri"/>
              <a:cs typeface="Calibri"/>
            </a:endParaRPr>
          </a:p>
          <a:p>
            <a:pPr marL="299085" marR="5080" indent="-287020">
              <a:buFont typeface="Arial MT"/>
              <a:buChar char="•"/>
              <a:tabLst>
                <a:tab pos="299085" algn="l"/>
                <a:tab pos="299720" algn="l"/>
              </a:tabLst>
            </a:pPr>
            <a:r>
              <a:rPr spc="-5" dirty="0">
                <a:solidFill>
                  <a:srgbClr val="3A3737"/>
                </a:solidFill>
                <a:latin typeface="Calibri"/>
                <a:cs typeface="Calibri"/>
              </a:rPr>
              <a:t>Es</a:t>
            </a:r>
            <a:r>
              <a:rPr spc="5" dirty="0">
                <a:solidFill>
                  <a:srgbClr val="3A3737"/>
                </a:solidFill>
                <a:latin typeface="Calibri"/>
                <a:cs typeface="Calibri"/>
              </a:rPr>
              <a:t> </a:t>
            </a:r>
            <a:r>
              <a:rPr dirty="0">
                <a:solidFill>
                  <a:srgbClr val="3A3737"/>
                </a:solidFill>
                <a:latin typeface="Calibri"/>
                <a:cs typeface="Calibri"/>
              </a:rPr>
              <a:t>muy</a:t>
            </a:r>
            <a:r>
              <a:rPr spc="10" dirty="0">
                <a:solidFill>
                  <a:srgbClr val="3A3737"/>
                </a:solidFill>
                <a:latin typeface="Calibri"/>
                <a:cs typeface="Calibri"/>
              </a:rPr>
              <a:t> </a:t>
            </a:r>
            <a:r>
              <a:rPr spc="-10" dirty="0">
                <a:solidFill>
                  <a:srgbClr val="3A3737"/>
                </a:solidFill>
                <a:latin typeface="Calibri"/>
                <a:cs typeface="Calibri"/>
              </a:rPr>
              <a:t>probable</a:t>
            </a:r>
            <a:r>
              <a:rPr spc="25" dirty="0">
                <a:solidFill>
                  <a:srgbClr val="3A3737"/>
                </a:solidFill>
                <a:latin typeface="Calibri"/>
                <a:cs typeface="Calibri"/>
              </a:rPr>
              <a:t> </a:t>
            </a:r>
            <a:r>
              <a:rPr spc="-5" dirty="0">
                <a:solidFill>
                  <a:srgbClr val="3A3737"/>
                </a:solidFill>
                <a:latin typeface="Calibri"/>
                <a:cs typeface="Calibri"/>
              </a:rPr>
              <a:t>que</a:t>
            </a:r>
            <a:r>
              <a:rPr spc="10" dirty="0">
                <a:solidFill>
                  <a:srgbClr val="3A3737"/>
                </a:solidFill>
                <a:latin typeface="Calibri"/>
                <a:cs typeface="Calibri"/>
              </a:rPr>
              <a:t> </a:t>
            </a:r>
            <a:r>
              <a:rPr spc="-10" dirty="0">
                <a:solidFill>
                  <a:srgbClr val="3A3737"/>
                </a:solidFill>
                <a:latin typeface="Calibri"/>
                <a:cs typeface="Calibri"/>
              </a:rPr>
              <a:t>estos</a:t>
            </a:r>
            <a:r>
              <a:rPr dirty="0">
                <a:solidFill>
                  <a:srgbClr val="3A3737"/>
                </a:solidFill>
                <a:latin typeface="Calibri"/>
                <a:cs typeface="Calibri"/>
              </a:rPr>
              <a:t> </a:t>
            </a:r>
            <a:r>
              <a:rPr spc="-10" dirty="0">
                <a:solidFill>
                  <a:srgbClr val="3A3737"/>
                </a:solidFill>
                <a:latin typeface="Calibri"/>
                <a:cs typeface="Calibri"/>
              </a:rPr>
              <a:t>hándicaps</a:t>
            </a:r>
            <a:r>
              <a:rPr spc="25" dirty="0">
                <a:solidFill>
                  <a:srgbClr val="3A3737"/>
                </a:solidFill>
                <a:latin typeface="Calibri"/>
                <a:cs typeface="Calibri"/>
              </a:rPr>
              <a:t> </a:t>
            </a:r>
            <a:r>
              <a:rPr spc="-10" dirty="0">
                <a:solidFill>
                  <a:srgbClr val="3A3737"/>
                </a:solidFill>
                <a:latin typeface="Calibri"/>
                <a:cs typeface="Calibri"/>
              </a:rPr>
              <a:t>con</a:t>
            </a:r>
            <a:r>
              <a:rPr spc="20" dirty="0">
                <a:solidFill>
                  <a:srgbClr val="3A3737"/>
                </a:solidFill>
                <a:latin typeface="Calibri"/>
                <a:cs typeface="Calibri"/>
              </a:rPr>
              <a:t> </a:t>
            </a:r>
            <a:r>
              <a:rPr dirty="0">
                <a:solidFill>
                  <a:srgbClr val="3A3737"/>
                </a:solidFill>
                <a:latin typeface="Calibri"/>
                <a:cs typeface="Calibri"/>
              </a:rPr>
              <a:t>el</a:t>
            </a:r>
            <a:r>
              <a:rPr spc="25" dirty="0">
                <a:solidFill>
                  <a:srgbClr val="3A3737"/>
                </a:solidFill>
                <a:latin typeface="Calibri"/>
                <a:cs typeface="Calibri"/>
              </a:rPr>
              <a:t> </a:t>
            </a:r>
            <a:r>
              <a:rPr spc="-5" dirty="0">
                <a:solidFill>
                  <a:srgbClr val="3A3737"/>
                </a:solidFill>
                <a:latin typeface="Calibri"/>
                <a:cs typeface="Calibri"/>
              </a:rPr>
              <a:t>tiempo</a:t>
            </a:r>
            <a:r>
              <a:rPr spc="15" dirty="0">
                <a:solidFill>
                  <a:srgbClr val="3A3737"/>
                </a:solidFill>
                <a:latin typeface="Calibri"/>
                <a:cs typeface="Calibri"/>
              </a:rPr>
              <a:t> </a:t>
            </a:r>
            <a:r>
              <a:rPr spc="-5" dirty="0">
                <a:solidFill>
                  <a:srgbClr val="3A3737"/>
                </a:solidFill>
                <a:latin typeface="Calibri"/>
                <a:cs typeface="Calibri"/>
              </a:rPr>
              <a:t>se</a:t>
            </a:r>
            <a:r>
              <a:rPr spc="15" dirty="0">
                <a:solidFill>
                  <a:srgbClr val="3A3737"/>
                </a:solidFill>
                <a:latin typeface="Calibri"/>
                <a:cs typeface="Calibri"/>
              </a:rPr>
              <a:t> </a:t>
            </a:r>
            <a:r>
              <a:rPr spc="-20" dirty="0">
                <a:solidFill>
                  <a:srgbClr val="3A3737"/>
                </a:solidFill>
                <a:latin typeface="Calibri"/>
                <a:cs typeface="Calibri"/>
              </a:rPr>
              <a:t>vayan </a:t>
            </a:r>
            <a:r>
              <a:rPr spc="-15" dirty="0">
                <a:solidFill>
                  <a:srgbClr val="3A3737"/>
                </a:solidFill>
                <a:latin typeface="Calibri"/>
                <a:cs typeface="Calibri"/>
              </a:rPr>
              <a:t> </a:t>
            </a:r>
            <a:r>
              <a:rPr spc="-10" dirty="0">
                <a:solidFill>
                  <a:srgbClr val="3A3737"/>
                </a:solidFill>
                <a:latin typeface="Calibri"/>
                <a:cs typeface="Calibri"/>
              </a:rPr>
              <a:t>subsanado,</a:t>
            </a:r>
            <a:r>
              <a:rPr spc="5" dirty="0">
                <a:solidFill>
                  <a:srgbClr val="3A3737"/>
                </a:solidFill>
                <a:latin typeface="Calibri"/>
                <a:cs typeface="Calibri"/>
              </a:rPr>
              <a:t> </a:t>
            </a:r>
            <a:r>
              <a:rPr spc="-15" dirty="0">
                <a:solidFill>
                  <a:srgbClr val="3A3737"/>
                </a:solidFill>
                <a:latin typeface="Calibri"/>
                <a:cs typeface="Calibri"/>
              </a:rPr>
              <a:t>ya</a:t>
            </a:r>
            <a:r>
              <a:rPr spc="-5" dirty="0">
                <a:solidFill>
                  <a:srgbClr val="3A3737"/>
                </a:solidFill>
                <a:latin typeface="Calibri"/>
                <a:cs typeface="Calibri"/>
              </a:rPr>
              <a:t> que</a:t>
            </a:r>
            <a:r>
              <a:rPr spc="15" dirty="0">
                <a:solidFill>
                  <a:srgbClr val="3A3737"/>
                </a:solidFill>
                <a:latin typeface="Calibri"/>
                <a:cs typeface="Calibri"/>
              </a:rPr>
              <a:t> </a:t>
            </a:r>
            <a:r>
              <a:rPr spc="-10" dirty="0">
                <a:solidFill>
                  <a:srgbClr val="3A3737"/>
                </a:solidFill>
                <a:latin typeface="Calibri"/>
                <a:cs typeface="Calibri"/>
              </a:rPr>
              <a:t>con</a:t>
            </a:r>
            <a:r>
              <a:rPr spc="15" dirty="0">
                <a:solidFill>
                  <a:srgbClr val="3A3737"/>
                </a:solidFill>
                <a:latin typeface="Calibri"/>
                <a:cs typeface="Calibri"/>
              </a:rPr>
              <a:t> </a:t>
            </a:r>
            <a:r>
              <a:rPr spc="-5" dirty="0">
                <a:solidFill>
                  <a:srgbClr val="3A3737"/>
                </a:solidFill>
                <a:latin typeface="Calibri"/>
                <a:cs typeface="Calibri"/>
              </a:rPr>
              <a:t>la</a:t>
            </a:r>
            <a:r>
              <a:rPr spc="15" dirty="0">
                <a:solidFill>
                  <a:srgbClr val="3A3737"/>
                </a:solidFill>
                <a:latin typeface="Calibri"/>
                <a:cs typeface="Calibri"/>
              </a:rPr>
              <a:t> </a:t>
            </a:r>
            <a:r>
              <a:rPr spc="-10" dirty="0">
                <a:solidFill>
                  <a:srgbClr val="3A3737"/>
                </a:solidFill>
                <a:latin typeface="Calibri"/>
                <a:cs typeface="Calibri"/>
              </a:rPr>
              <a:t>evolución</a:t>
            </a:r>
            <a:r>
              <a:rPr spc="20" dirty="0">
                <a:solidFill>
                  <a:srgbClr val="3A3737"/>
                </a:solidFill>
                <a:latin typeface="Calibri"/>
                <a:cs typeface="Calibri"/>
              </a:rPr>
              <a:t> </a:t>
            </a:r>
            <a:r>
              <a:rPr spc="-5" dirty="0">
                <a:solidFill>
                  <a:srgbClr val="3A3737"/>
                </a:solidFill>
                <a:latin typeface="Calibri"/>
                <a:cs typeface="Calibri"/>
              </a:rPr>
              <a:t>del</a:t>
            </a:r>
            <a:r>
              <a:rPr spc="10" dirty="0">
                <a:solidFill>
                  <a:srgbClr val="3A3737"/>
                </a:solidFill>
                <a:latin typeface="Calibri"/>
                <a:cs typeface="Calibri"/>
              </a:rPr>
              <a:t> </a:t>
            </a:r>
            <a:r>
              <a:rPr dirty="0">
                <a:solidFill>
                  <a:srgbClr val="3A3737"/>
                </a:solidFill>
                <a:latin typeface="Calibri"/>
                <a:cs typeface="Calibri"/>
              </a:rPr>
              <a:t>5G y</a:t>
            </a:r>
            <a:r>
              <a:rPr spc="45" dirty="0">
                <a:solidFill>
                  <a:srgbClr val="3A3737"/>
                </a:solidFill>
                <a:latin typeface="Calibri"/>
                <a:cs typeface="Calibri"/>
              </a:rPr>
              <a:t> </a:t>
            </a:r>
            <a:r>
              <a:rPr spc="-5" dirty="0">
                <a:solidFill>
                  <a:srgbClr val="3A3737"/>
                </a:solidFill>
                <a:latin typeface="Calibri"/>
                <a:cs typeface="Calibri"/>
              </a:rPr>
              <a:t>smartphones</a:t>
            </a:r>
            <a:r>
              <a:rPr spc="5" dirty="0">
                <a:solidFill>
                  <a:srgbClr val="3A3737"/>
                </a:solidFill>
                <a:latin typeface="Calibri"/>
                <a:cs typeface="Calibri"/>
              </a:rPr>
              <a:t> </a:t>
            </a:r>
            <a:r>
              <a:rPr dirty="0">
                <a:solidFill>
                  <a:srgbClr val="3A3737"/>
                </a:solidFill>
                <a:latin typeface="Calibri"/>
                <a:cs typeface="Calibri"/>
              </a:rPr>
              <a:t>más</a:t>
            </a:r>
            <a:r>
              <a:rPr spc="5" dirty="0">
                <a:solidFill>
                  <a:srgbClr val="3A3737"/>
                </a:solidFill>
                <a:latin typeface="Calibri"/>
                <a:cs typeface="Calibri"/>
              </a:rPr>
              <a:t> </a:t>
            </a:r>
            <a:r>
              <a:rPr spc="-10" dirty="0">
                <a:solidFill>
                  <a:srgbClr val="3A3737"/>
                </a:solidFill>
                <a:latin typeface="Calibri"/>
                <a:cs typeface="Calibri"/>
              </a:rPr>
              <a:t>potentes </a:t>
            </a:r>
            <a:r>
              <a:rPr spc="-390" dirty="0">
                <a:solidFill>
                  <a:srgbClr val="3A3737"/>
                </a:solidFill>
                <a:latin typeface="Calibri"/>
                <a:cs typeface="Calibri"/>
              </a:rPr>
              <a:t> </a:t>
            </a:r>
            <a:r>
              <a:rPr spc="-5" dirty="0">
                <a:solidFill>
                  <a:srgbClr val="3A3737"/>
                </a:solidFill>
                <a:latin typeface="Calibri"/>
                <a:cs typeface="Calibri"/>
              </a:rPr>
              <a:t>se</a:t>
            </a:r>
            <a:r>
              <a:rPr dirty="0">
                <a:solidFill>
                  <a:srgbClr val="3A3737"/>
                </a:solidFill>
                <a:latin typeface="Calibri"/>
                <a:cs typeface="Calibri"/>
              </a:rPr>
              <a:t> </a:t>
            </a:r>
            <a:r>
              <a:rPr spc="-10" dirty="0">
                <a:solidFill>
                  <a:srgbClr val="3A3737"/>
                </a:solidFill>
                <a:latin typeface="Calibri"/>
                <a:cs typeface="Calibri"/>
              </a:rPr>
              <a:t>podrá</a:t>
            </a:r>
            <a:r>
              <a:rPr spc="-5" dirty="0">
                <a:solidFill>
                  <a:srgbClr val="3A3737"/>
                </a:solidFill>
                <a:latin typeface="Calibri"/>
                <a:cs typeface="Calibri"/>
              </a:rPr>
              <a:t> conseguir</a:t>
            </a:r>
            <a:r>
              <a:rPr dirty="0">
                <a:solidFill>
                  <a:srgbClr val="3A3737"/>
                </a:solidFill>
                <a:latin typeface="Calibri"/>
                <a:cs typeface="Calibri"/>
              </a:rPr>
              <a:t> </a:t>
            </a:r>
            <a:r>
              <a:rPr spc="-5" dirty="0">
                <a:solidFill>
                  <a:srgbClr val="3A3737"/>
                </a:solidFill>
                <a:latin typeface="Calibri"/>
                <a:cs typeface="Calibri"/>
              </a:rPr>
              <a:t>una</a:t>
            </a:r>
            <a:r>
              <a:rPr spc="5" dirty="0">
                <a:solidFill>
                  <a:srgbClr val="3A3737"/>
                </a:solidFill>
                <a:latin typeface="Calibri"/>
                <a:cs typeface="Calibri"/>
              </a:rPr>
              <a:t> </a:t>
            </a:r>
            <a:r>
              <a:rPr spc="-5" dirty="0">
                <a:solidFill>
                  <a:srgbClr val="3A3737"/>
                </a:solidFill>
                <a:latin typeface="Calibri"/>
                <a:cs typeface="Calibri"/>
              </a:rPr>
              <a:t>experiencia</a:t>
            </a:r>
            <a:r>
              <a:rPr spc="10" dirty="0">
                <a:solidFill>
                  <a:srgbClr val="3A3737"/>
                </a:solidFill>
                <a:latin typeface="Calibri"/>
                <a:cs typeface="Calibri"/>
              </a:rPr>
              <a:t> </a:t>
            </a:r>
            <a:r>
              <a:rPr spc="-5" dirty="0">
                <a:solidFill>
                  <a:srgbClr val="3A3737"/>
                </a:solidFill>
                <a:latin typeface="Calibri"/>
                <a:cs typeface="Calibri"/>
              </a:rPr>
              <a:t>Online</a:t>
            </a:r>
            <a:r>
              <a:rPr spc="25" dirty="0">
                <a:solidFill>
                  <a:srgbClr val="3A3737"/>
                </a:solidFill>
                <a:latin typeface="Calibri"/>
                <a:cs typeface="Calibri"/>
              </a:rPr>
              <a:t> </a:t>
            </a:r>
            <a:r>
              <a:rPr spc="-5" dirty="0">
                <a:solidFill>
                  <a:srgbClr val="3A3737"/>
                </a:solidFill>
                <a:latin typeface="Calibri"/>
                <a:cs typeface="Calibri"/>
              </a:rPr>
              <a:t>de </a:t>
            </a:r>
            <a:r>
              <a:rPr dirty="0">
                <a:solidFill>
                  <a:srgbClr val="3A3737"/>
                </a:solidFill>
                <a:latin typeface="Calibri"/>
                <a:cs typeface="Calibri"/>
              </a:rPr>
              <a:t>la</a:t>
            </a:r>
            <a:r>
              <a:rPr spc="10" dirty="0">
                <a:solidFill>
                  <a:srgbClr val="3A3737"/>
                </a:solidFill>
                <a:latin typeface="Calibri"/>
                <a:cs typeface="Calibri"/>
              </a:rPr>
              <a:t> </a:t>
            </a:r>
            <a:r>
              <a:rPr dirty="0">
                <a:solidFill>
                  <a:srgbClr val="3A3737"/>
                </a:solidFill>
                <a:latin typeface="Calibri"/>
                <a:cs typeface="Calibri"/>
              </a:rPr>
              <a:t>misma</a:t>
            </a:r>
            <a:r>
              <a:rPr spc="-10" dirty="0">
                <a:solidFill>
                  <a:srgbClr val="3A3737"/>
                </a:solidFill>
                <a:latin typeface="Calibri"/>
                <a:cs typeface="Calibri"/>
              </a:rPr>
              <a:t> calidad</a:t>
            </a:r>
            <a:r>
              <a:rPr spc="20" dirty="0">
                <a:solidFill>
                  <a:srgbClr val="3A3737"/>
                </a:solidFill>
                <a:latin typeface="Calibri"/>
                <a:cs typeface="Calibri"/>
              </a:rPr>
              <a:t> </a:t>
            </a:r>
            <a:r>
              <a:rPr spc="-5" dirty="0">
                <a:solidFill>
                  <a:srgbClr val="3A3737"/>
                </a:solidFill>
                <a:latin typeface="Calibri"/>
                <a:cs typeface="Calibri"/>
              </a:rPr>
              <a:t>que</a:t>
            </a:r>
            <a:r>
              <a:rPr dirty="0">
                <a:solidFill>
                  <a:srgbClr val="3A3737"/>
                </a:solidFill>
                <a:latin typeface="Calibri"/>
                <a:cs typeface="Calibri"/>
              </a:rPr>
              <a:t> la </a:t>
            </a:r>
            <a:r>
              <a:rPr spc="5" dirty="0">
                <a:solidFill>
                  <a:srgbClr val="3A3737"/>
                </a:solidFill>
                <a:latin typeface="Calibri"/>
                <a:cs typeface="Calibri"/>
              </a:rPr>
              <a:t> </a:t>
            </a:r>
            <a:r>
              <a:rPr spc="-10" dirty="0">
                <a:solidFill>
                  <a:srgbClr val="3A3737"/>
                </a:solidFill>
                <a:latin typeface="Calibri"/>
                <a:cs typeface="Calibri"/>
              </a:rPr>
              <a:t>Offline.</a:t>
            </a:r>
            <a:r>
              <a:rPr dirty="0">
                <a:solidFill>
                  <a:srgbClr val="3A3737"/>
                </a:solidFill>
                <a:latin typeface="Calibri"/>
                <a:cs typeface="Calibri"/>
              </a:rPr>
              <a:t> </a:t>
            </a:r>
            <a:r>
              <a:rPr spc="-10" dirty="0">
                <a:solidFill>
                  <a:srgbClr val="3A3737"/>
                </a:solidFill>
                <a:latin typeface="Calibri"/>
                <a:cs typeface="Calibri"/>
              </a:rPr>
              <a:t>Probablemente</a:t>
            </a:r>
            <a:r>
              <a:rPr spc="15" dirty="0">
                <a:solidFill>
                  <a:srgbClr val="3A3737"/>
                </a:solidFill>
                <a:latin typeface="Calibri"/>
                <a:cs typeface="Calibri"/>
              </a:rPr>
              <a:t> </a:t>
            </a:r>
            <a:r>
              <a:rPr spc="-15" dirty="0">
                <a:solidFill>
                  <a:srgbClr val="3A3737"/>
                </a:solidFill>
                <a:latin typeface="Calibri"/>
                <a:cs typeface="Calibri"/>
              </a:rPr>
              <a:t>este</a:t>
            </a:r>
            <a:r>
              <a:rPr dirty="0">
                <a:solidFill>
                  <a:srgbClr val="3A3737"/>
                </a:solidFill>
                <a:latin typeface="Calibri"/>
                <a:cs typeface="Calibri"/>
              </a:rPr>
              <a:t> sea</a:t>
            </a:r>
            <a:r>
              <a:rPr spc="5" dirty="0">
                <a:solidFill>
                  <a:srgbClr val="3A3737"/>
                </a:solidFill>
                <a:latin typeface="Calibri"/>
                <a:cs typeface="Calibri"/>
              </a:rPr>
              <a:t> </a:t>
            </a:r>
            <a:r>
              <a:rPr dirty="0">
                <a:solidFill>
                  <a:srgbClr val="3A3737"/>
                </a:solidFill>
                <a:latin typeface="Calibri"/>
                <a:cs typeface="Calibri"/>
              </a:rPr>
              <a:t>el </a:t>
            </a:r>
            <a:r>
              <a:rPr spc="-5" dirty="0">
                <a:solidFill>
                  <a:srgbClr val="3A3737"/>
                </a:solidFill>
                <a:latin typeface="Calibri"/>
                <a:cs typeface="Calibri"/>
              </a:rPr>
              <a:t>canal</a:t>
            </a:r>
            <a:r>
              <a:rPr spc="10" dirty="0">
                <a:solidFill>
                  <a:srgbClr val="3A3737"/>
                </a:solidFill>
                <a:latin typeface="Calibri"/>
                <a:cs typeface="Calibri"/>
              </a:rPr>
              <a:t> </a:t>
            </a:r>
            <a:r>
              <a:rPr spc="-5" dirty="0">
                <a:solidFill>
                  <a:srgbClr val="3A3737"/>
                </a:solidFill>
                <a:latin typeface="Calibri"/>
                <a:cs typeface="Calibri"/>
              </a:rPr>
              <a:t>que</a:t>
            </a:r>
            <a:r>
              <a:rPr dirty="0">
                <a:solidFill>
                  <a:srgbClr val="3A3737"/>
                </a:solidFill>
                <a:latin typeface="Calibri"/>
                <a:cs typeface="Calibri"/>
              </a:rPr>
              <a:t> </a:t>
            </a:r>
            <a:r>
              <a:rPr spc="-5" dirty="0">
                <a:solidFill>
                  <a:srgbClr val="3A3737"/>
                </a:solidFill>
                <a:latin typeface="Calibri"/>
                <a:cs typeface="Calibri"/>
              </a:rPr>
              <a:t>acabe</a:t>
            </a:r>
            <a:r>
              <a:rPr spc="20" dirty="0">
                <a:solidFill>
                  <a:srgbClr val="3A3737"/>
                </a:solidFill>
                <a:latin typeface="Calibri"/>
                <a:cs typeface="Calibri"/>
              </a:rPr>
              <a:t> </a:t>
            </a:r>
            <a:r>
              <a:rPr spc="-10" dirty="0">
                <a:solidFill>
                  <a:srgbClr val="3A3737"/>
                </a:solidFill>
                <a:latin typeface="Calibri"/>
                <a:cs typeface="Calibri"/>
              </a:rPr>
              <a:t>democratizando</a:t>
            </a:r>
            <a:r>
              <a:rPr spc="10" dirty="0">
                <a:solidFill>
                  <a:srgbClr val="3A3737"/>
                </a:solidFill>
                <a:latin typeface="Calibri"/>
                <a:cs typeface="Calibri"/>
              </a:rPr>
              <a:t> </a:t>
            </a:r>
            <a:r>
              <a:rPr spc="-5" dirty="0">
                <a:solidFill>
                  <a:srgbClr val="3A3737"/>
                </a:solidFill>
                <a:latin typeface="Calibri"/>
                <a:cs typeface="Calibri"/>
              </a:rPr>
              <a:t>la </a:t>
            </a:r>
            <a:r>
              <a:rPr dirty="0">
                <a:solidFill>
                  <a:srgbClr val="3A3737"/>
                </a:solidFill>
                <a:latin typeface="Calibri"/>
                <a:cs typeface="Calibri"/>
              </a:rPr>
              <a:t> </a:t>
            </a:r>
            <a:r>
              <a:rPr spc="-10" dirty="0">
                <a:solidFill>
                  <a:srgbClr val="3A3737"/>
                </a:solidFill>
                <a:latin typeface="Calibri"/>
                <a:cs typeface="Calibri"/>
              </a:rPr>
              <a:t>Realidad</a:t>
            </a:r>
            <a:r>
              <a:rPr spc="20" dirty="0">
                <a:solidFill>
                  <a:srgbClr val="3A3737"/>
                </a:solidFill>
                <a:latin typeface="Calibri"/>
                <a:cs typeface="Calibri"/>
              </a:rPr>
              <a:t> </a:t>
            </a:r>
            <a:r>
              <a:rPr spc="-5" dirty="0">
                <a:solidFill>
                  <a:srgbClr val="3A3737"/>
                </a:solidFill>
                <a:latin typeface="Calibri"/>
                <a:cs typeface="Calibri"/>
              </a:rPr>
              <a:t>Aumentada</a:t>
            </a:r>
            <a:r>
              <a:rPr spc="5" dirty="0">
                <a:solidFill>
                  <a:srgbClr val="3A3737"/>
                </a:solidFill>
                <a:latin typeface="Calibri"/>
                <a:cs typeface="Calibri"/>
              </a:rPr>
              <a:t> </a:t>
            </a:r>
            <a:r>
              <a:rPr dirty="0">
                <a:solidFill>
                  <a:srgbClr val="3A3737"/>
                </a:solidFill>
                <a:latin typeface="Calibri"/>
                <a:cs typeface="Calibri"/>
              </a:rPr>
              <a:t>en</a:t>
            </a:r>
            <a:r>
              <a:rPr spc="5" dirty="0">
                <a:solidFill>
                  <a:srgbClr val="3A3737"/>
                </a:solidFill>
                <a:latin typeface="Calibri"/>
                <a:cs typeface="Calibri"/>
              </a:rPr>
              <a:t> </a:t>
            </a:r>
            <a:r>
              <a:rPr dirty="0">
                <a:solidFill>
                  <a:srgbClr val="3A3737"/>
                </a:solidFill>
                <a:latin typeface="Calibri"/>
                <a:cs typeface="Calibri"/>
              </a:rPr>
              <a:t>las </a:t>
            </a:r>
            <a:r>
              <a:rPr spc="-5" dirty="0">
                <a:solidFill>
                  <a:srgbClr val="3A3737"/>
                </a:solidFill>
                <a:latin typeface="Calibri"/>
                <a:cs typeface="Calibri"/>
              </a:rPr>
              <a:t>empresas,</a:t>
            </a:r>
            <a:r>
              <a:rPr spc="-10" dirty="0">
                <a:solidFill>
                  <a:srgbClr val="3A3737"/>
                </a:solidFill>
                <a:latin typeface="Calibri"/>
                <a:cs typeface="Calibri"/>
              </a:rPr>
              <a:t> </a:t>
            </a:r>
            <a:r>
              <a:rPr spc="-5" dirty="0">
                <a:solidFill>
                  <a:srgbClr val="3A3737"/>
                </a:solidFill>
                <a:latin typeface="Calibri"/>
                <a:cs typeface="Calibri"/>
              </a:rPr>
              <a:t>una tecnología</a:t>
            </a:r>
            <a:r>
              <a:rPr spc="20" dirty="0">
                <a:solidFill>
                  <a:srgbClr val="3A3737"/>
                </a:solidFill>
                <a:latin typeface="Calibri"/>
                <a:cs typeface="Calibri"/>
              </a:rPr>
              <a:t> </a:t>
            </a:r>
            <a:r>
              <a:rPr spc="-10" dirty="0">
                <a:solidFill>
                  <a:srgbClr val="3A3737"/>
                </a:solidFill>
                <a:latin typeface="Calibri"/>
                <a:cs typeface="Calibri"/>
              </a:rPr>
              <a:t>con</a:t>
            </a:r>
            <a:r>
              <a:rPr spc="10" dirty="0">
                <a:solidFill>
                  <a:srgbClr val="3A3737"/>
                </a:solidFill>
                <a:latin typeface="Calibri"/>
                <a:cs typeface="Calibri"/>
              </a:rPr>
              <a:t> </a:t>
            </a:r>
            <a:r>
              <a:rPr dirty="0">
                <a:solidFill>
                  <a:srgbClr val="3A3737"/>
                </a:solidFill>
                <a:latin typeface="Calibri"/>
                <a:cs typeface="Calibri"/>
              </a:rPr>
              <a:t>mucho </a:t>
            </a:r>
            <a:r>
              <a:rPr spc="5" dirty="0">
                <a:solidFill>
                  <a:srgbClr val="3A3737"/>
                </a:solidFill>
                <a:latin typeface="Calibri"/>
                <a:cs typeface="Calibri"/>
              </a:rPr>
              <a:t> </a:t>
            </a:r>
            <a:r>
              <a:rPr spc="-10" dirty="0">
                <a:solidFill>
                  <a:srgbClr val="3A3737"/>
                </a:solidFill>
                <a:latin typeface="Calibri"/>
                <a:cs typeface="Calibri"/>
              </a:rPr>
              <a:t>potencial</a:t>
            </a:r>
            <a:r>
              <a:rPr spc="10" dirty="0">
                <a:solidFill>
                  <a:srgbClr val="3A3737"/>
                </a:solidFill>
                <a:latin typeface="Calibri"/>
                <a:cs typeface="Calibri"/>
              </a:rPr>
              <a:t> </a:t>
            </a:r>
            <a:r>
              <a:rPr spc="-15" dirty="0">
                <a:solidFill>
                  <a:srgbClr val="3A3737"/>
                </a:solidFill>
                <a:latin typeface="Calibri"/>
                <a:cs typeface="Calibri"/>
              </a:rPr>
              <a:t>para</a:t>
            </a:r>
            <a:r>
              <a:rPr spc="10" dirty="0">
                <a:solidFill>
                  <a:srgbClr val="3A3737"/>
                </a:solidFill>
                <a:latin typeface="Calibri"/>
                <a:cs typeface="Calibri"/>
              </a:rPr>
              <a:t> </a:t>
            </a:r>
            <a:r>
              <a:rPr spc="-5" dirty="0">
                <a:solidFill>
                  <a:srgbClr val="3A3737"/>
                </a:solidFill>
                <a:latin typeface="Calibri"/>
                <a:cs typeface="Calibri"/>
              </a:rPr>
              <a:t>una e-commerce.</a:t>
            </a:r>
            <a:endParaRPr dirty="0">
              <a:latin typeface="Calibri"/>
              <a:cs typeface="Calibri"/>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381000" y="307848"/>
            <a:ext cx="8763000" cy="3920945"/>
          </a:xfrm>
          <a:prstGeom prst="rect">
            <a:avLst/>
          </a:prstGeom>
        </p:spPr>
        <p:txBody>
          <a:bodyPr vert="horz" wrap="square" lIns="0" tIns="12065" rIns="0" bIns="0" rtlCol="0">
            <a:spAutoFit/>
          </a:bodyPr>
          <a:lstStyle/>
          <a:p>
            <a:pPr marL="469900">
              <a:spcBef>
                <a:spcPts val="95"/>
              </a:spcBef>
            </a:pPr>
            <a:r>
              <a:rPr sz="1600" b="1" spc="-135" dirty="0">
                <a:solidFill>
                  <a:srgbClr val="3A3737"/>
                </a:solidFill>
                <a:latin typeface="Tahoma"/>
                <a:cs typeface="Tahoma"/>
              </a:rPr>
              <a:t>6</a:t>
            </a:r>
            <a:r>
              <a:rPr sz="1600" b="1" spc="-55" dirty="0">
                <a:solidFill>
                  <a:srgbClr val="3A3737"/>
                </a:solidFill>
                <a:latin typeface="Tahoma"/>
                <a:cs typeface="Tahoma"/>
              </a:rPr>
              <a:t>.</a:t>
            </a:r>
            <a:r>
              <a:rPr sz="1600" b="1" spc="-5" dirty="0">
                <a:solidFill>
                  <a:srgbClr val="3A3737"/>
                </a:solidFill>
                <a:latin typeface="Tahoma"/>
                <a:cs typeface="Tahoma"/>
              </a:rPr>
              <a:t> </a:t>
            </a:r>
            <a:r>
              <a:rPr sz="1600" b="1" spc="-30" dirty="0">
                <a:solidFill>
                  <a:srgbClr val="3A3737"/>
                </a:solidFill>
                <a:latin typeface="Tahoma"/>
                <a:cs typeface="Tahoma"/>
              </a:rPr>
              <a:t>Mu</a:t>
            </a:r>
            <a:r>
              <a:rPr sz="1600" b="1" spc="-75" dirty="0">
                <a:solidFill>
                  <a:srgbClr val="3A3737"/>
                </a:solidFill>
                <a:latin typeface="Tahoma"/>
                <a:cs typeface="Tahoma"/>
              </a:rPr>
              <a:t>lti</a:t>
            </a:r>
            <a:r>
              <a:rPr sz="1600" b="1" spc="-125" dirty="0">
                <a:solidFill>
                  <a:srgbClr val="3A3737"/>
                </a:solidFill>
                <a:latin typeface="Tahoma"/>
                <a:cs typeface="Tahoma"/>
              </a:rPr>
              <a:t>p</a:t>
            </a:r>
            <a:r>
              <a:rPr sz="1600" b="1" spc="-25" dirty="0">
                <a:solidFill>
                  <a:srgbClr val="3A3737"/>
                </a:solidFill>
                <a:latin typeface="Tahoma"/>
                <a:cs typeface="Tahoma"/>
              </a:rPr>
              <a:t>layer</a:t>
            </a:r>
            <a:endParaRPr sz="1600" dirty="0">
              <a:latin typeface="Tahoma"/>
              <a:cs typeface="Tahoma"/>
            </a:endParaRPr>
          </a:p>
          <a:p>
            <a:pPr>
              <a:spcBef>
                <a:spcPts val="30"/>
              </a:spcBef>
            </a:pPr>
            <a:endParaRPr sz="2300" dirty="0">
              <a:latin typeface="Tahoma"/>
              <a:cs typeface="Tahoma"/>
            </a:endParaRPr>
          </a:p>
          <a:p>
            <a:pPr marL="299085" marR="5080" indent="-287020">
              <a:spcBef>
                <a:spcPts val="5"/>
              </a:spcBef>
              <a:buFont typeface="Arial MT"/>
              <a:buChar char="•"/>
              <a:tabLst>
                <a:tab pos="299085" algn="l"/>
                <a:tab pos="299720" algn="l"/>
              </a:tabLst>
            </a:pPr>
            <a:r>
              <a:rPr spc="-5" dirty="0">
                <a:solidFill>
                  <a:srgbClr val="3A3737"/>
                </a:solidFill>
                <a:latin typeface="Calibri"/>
                <a:cs typeface="Calibri"/>
              </a:rPr>
              <a:t>Desde</a:t>
            </a:r>
            <a:r>
              <a:rPr spc="5" dirty="0">
                <a:solidFill>
                  <a:srgbClr val="3A3737"/>
                </a:solidFill>
                <a:latin typeface="Calibri"/>
                <a:cs typeface="Calibri"/>
              </a:rPr>
              <a:t> </a:t>
            </a:r>
            <a:r>
              <a:rPr dirty="0">
                <a:solidFill>
                  <a:srgbClr val="3A3737"/>
                </a:solidFill>
                <a:latin typeface="Calibri"/>
                <a:cs typeface="Calibri"/>
              </a:rPr>
              <a:t>el</a:t>
            </a:r>
            <a:r>
              <a:rPr spc="-5" dirty="0">
                <a:solidFill>
                  <a:srgbClr val="3A3737"/>
                </a:solidFill>
                <a:latin typeface="Calibri"/>
                <a:cs typeface="Calibri"/>
              </a:rPr>
              <a:t> </a:t>
            </a:r>
            <a:r>
              <a:rPr dirty="0">
                <a:solidFill>
                  <a:srgbClr val="3A3737"/>
                </a:solidFill>
                <a:latin typeface="Calibri"/>
                <a:cs typeface="Calibri"/>
              </a:rPr>
              <a:t>año</a:t>
            </a:r>
            <a:r>
              <a:rPr spc="5" dirty="0">
                <a:solidFill>
                  <a:srgbClr val="3A3737"/>
                </a:solidFill>
                <a:latin typeface="Calibri"/>
                <a:cs typeface="Calibri"/>
              </a:rPr>
              <a:t> </a:t>
            </a:r>
            <a:r>
              <a:rPr dirty="0">
                <a:solidFill>
                  <a:srgbClr val="3A3737"/>
                </a:solidFill>
                <a:latin typeface="Calibri"/>
                <a:cs typeface="Calibri"/>
              </a:rPr>
              <a:t>2018</a:t>
            </a:r>
            <a:r>
              <a:rPr spc="-5" dirty="0">
                <a:solidFill>
                  <a:srgbClr val="3A3737"/>
                </a:solidFill>
                <a:latin typeface="Calibri"/>
                <a:cs typeface="Calibri"/>
              </a:rPr>
              <a:t> se</a:t>
            </a:r>
            <a:r>
              <a:rPr dirty="0">
                <a:solidFill>
                  <a:srgbClr val="3A3737"/>
                </a:solidFill>
                <a:latin typeface="Calibri"/>
                <a:cs typeface="Calibri"/>
              </a:rPr>
              <a:t> pueden</a:t>
            </a:r>
            <a:r>
              <a:rPr spc="5" dirty="0">
                <a:solidFill>
                  <a:srgbClr val="3A3737"/>
                </a:solidFill>
                <a:latin typeface="Calibri"/>
                <a:cs typeface="Calibri"/>
              </a:rPr>
              <a:t> </a:t>
            </a:r>
            <a:r>
              <a:rPr spc="-10" dirty="0">
                <a:solidFill>
                  <a:srgbClr val="3A3737"/>
                </a:solidFill>
                <a:latin typeface="Calibri"/>
                <a:cs typeface="Calibri"/>
              </a:rPr>
              <a:t>crear</a:t>
            </a:r>
            <a:r>
              <a:rPr spc="5" dirty="0">
                <a:solidFill>
                  <a:srgbClr val="3A3737"/>
                </a:solidFill>
                <a:latin typeface="Calibri"/>
                <a:cs typeface="Calibri"/>
              </a:rPr>
              <a:t> </a:t>
            </a:r>
            <a:r>
              <a:rPr spc="-5" dirty="0">
                <a:solidFill>
                  <a:srgbClr val="3A3737"/>
                </a:solidFill>
                <a:latin typeface="Calibri"/>
                <a:cs typeface="Calibri"/>
              </a:rPr>
              <a:t>soluciones</a:t>
            </a:r>
            <a:r>
              <a:rPr spc="30" dirty="0">
                <a:solidFill>
                  <a:srgbClr val="3A3737"/>
                </a:solidFill>
                <a:latin typeface="Calibri"/>
                <a:cs typeface="Calibri"/>
              </a:rPr>
              <a:t> </a:t>
            </a:r>
            <a:r>
              <a:rPr spc="-10" dirty="0">
                <a:solidFill>
                  <a:srgbClr val="3A3737"/>
                </a:solidFill>
                <a:latin typeface="Calibri"/>
                <a:cs typeface="Calibri"/>
              </a:rPr>
              <a:t>multiplayer </a:t>
            </a:r>
            <a:r>
              <a:rPr spc="-390" dirty="0">
                <a:solidFill>
                  <a:srgbClr val="3A3737"/>
                </a:solidFill>
                <a:latin typeface="Calibri"/>
                <a:cs typeface="Calibri"/>
              </a:rPr>
              <a:t> </a:t>
            </a:r>
            <a:r>
              <a:rPr spc="-5" dirty="0">
                <a:solidFill>
                  <a:srgbClr val="3A3737"/>
                </a:solidFill>
                <a:latin typeface="Calibri"/>
                <a:cs typeface="Calibri"/>
              </a:rPr>
              <a:t>de</a:t>
            </a:r>
            <a:r>
              <a:rPr spc="15" dirty="0">
                <a:solidFill>
                  <a:srgbClr val="3A3737"/>
                </a:solidFill>
                <a:latin typeface="Calibri"/>
                <a:cs typeface="Calibri"/>
              </a:rPr>
              <a:t> </a:t>
            </a:r>
            <a:r>
              <a:rPr spc="-10" dirty="0">
                <a:solidFill>
                  <a:srgbClr val="3A3737"/>
                </a:solidFill>
                <a:latin typeface="Calibri"/>
                <a:cs typeface="Calibri"/>
              </a:rPr>
              <a:t>Realidad</a:t>
            </a:r>
            <a:r>
              <a:rPr spc="15" dirty="0">
                <a:solidFill>
                  <a:srgbClr val="3A3737"/>
                </a:solidFill>
                <a:latin typeface="Calibri"/>
                <a:cs typeface="Calibri"/>
              </a:rPr>
              <a:t> </a:t>
            </a:r>
            <a:r>
              <a:rPr spc="-5" dirty="0">
                <a:solidFill>
                  <a:srgbClr val="3A3737"/>
                </a:solidFill>
                <a:latin typeface="Calibri"/>
                <a:cs typeface="Calibri"/>
              </a:rPr>
              <a:t>Aumentada</a:t>
            </a:r>
            <a:r>
              <a:rPr spc="5" dirty="0">
                <a:solidFill>
                  <a:srgbClr val="3A3737"/>
                </a:solidFill>
                <a:latin typeface="Calibri"/>
                <a:cs typeface="Calibri"/>
              </a:rPr>
              <a:t> </a:t>
            </a:r>
            <a:r>
              <a:rPr spc="-10" dirty="0">
                <a:solidFill>
                  <a:srgbClr val="3A3737"/>
                </a:solidFill>
                <a:latin typeface="Calibri"/>
                <a:cs typeface="Calibri"/>
              </a:rPr>
              <a:t>gracias</a:t>
            </a:r>
            <a:r>
              <a:rPr dirty="0">
                <a:solidFill>
                  <a:srgbClr val="3A3737"/>
                </a:solidFill>
                <a:latin typeface="Calibri"/>
                <a:cs typeface="Calibri"/>
              </a:rPr>
              <a:t> al</a:t>
            </a:r>
            <a:r>
              <a:rPr spc="5" dirty="0">
                <a:solidFill>
                  <a:srgbClr val="3A3737"/>
                </a:solidFill>
                <a:latin typeface="Calibri"/>
                <a:cs typeface="Calibri"/>
              </a:rPr>
              <a:t> </a:t>
            </a:r>
            <a:r>
              <a:rPr spc="-5" dirty="0">
                <a:solidFill>
                  <a:srgbClr val="3A3737"/>
                </a:solidFill>
                <a:latin typeface="Calibri"/>
                <a:cs typeface="Calibri"/>
              </a:rPr>
              <a:t>uso de</a:t>
            </a:r>
            <a:r>
              <a:rPr dirty="0">
                <a:solidFill>
                  <a:srgbClr val="3A3737"/>
                </a:solidFill>
                <a:latin typeface="Calibri"/>
                <a:cs typeface="Calibri"/>
              </a:rPr>
              <a:t> </a:t>
            </a:r>
            <a:r>
              <a:rPr spc="-5" dirty="0">
                <a:solidFill>
                  <a:srgbClr val="3A3737"/>
                </a:solidFill>
                <a:latin typeface="Calibri"/>
                <a:cs typeface="Calibri"/>
              </a:rPr>
              <a:t>los</a:t>
            </a:r>
            <a:r>
              <a:rPr spc="35" dirty="0">
                <a:solidFill>
                  <a:srgbClr val="3A3737"/>
                </a:solidFill>
                <a:latin typeface="Calibri"/>
                <a:cs typeface="Calibri"/>
              </a:rPr>
              <a:t> </a:t>
            </a:r>
            <a:r>
              <a:rPr i="1" spc="-10" dirty="0">
                <a:solidFill>
                  <a:srgbClr val="3A3737"/>
                </a:solidFill>
                <a:latin typeface="Calibri"/>
                <a:cs typeface="Calibri"/>
              </a:rPr>
              <a:t>Cloud </a:t>
            </a:r>
            <a:r>
              <a:rPr i="1" spc="-5" dirty="0">
                <a:solidFill>
                  <a:srgbClr val="3A3737"/>
                </a:solidFill>
                <a:latin typeface="Calibri"/>
                <a:cs typeface="Calibri"/>
              </a:rPr>
              <a:t> Anchors </a:t>
            </a:r>
            <a:r>
              <a:rPr spc="-10" dirty="0">
                <a:solidFill>
                  <a:srgbClr val="3A3737"/>
                </a:solidFill>
                <a:latin typeface="Calibri"/>
                <a:cs typeface="Calibri"/>
              </a:rPr>
              <a:t>(puntos</a:t>
            </a:r>
            <a:r>
              <a:rPr spc="-5" dirty="0">
                <a:solidFill>
                  <a:srgbClr val="3A3737"/>
                </a:solidFill>
                <a:latin typeface="Calibri"/>
                <a:cs typeface="Calibri"/>
              </a:rPr>
              <a:t> compartidos</a:t>
            </a:r>
            <a:r>
              <a:rPr spc="10" dirty="0">
                <a:solidFill>
                  <a:srgbClr val="3A3737"/>
                </a:solidFill>
                <a:latin typeface="Calibri"/>
                <a:cs typeface="Calibri"/>
              </a:rPr>
              <a:t> </a:t>
            </a:r>
            <a:r>
              <a:rPr spc="-5" dirty="0">
                <a:solidFill>
                  <a:srgbClr val="3A3737"/>
                </a:solidFill>
                <a:latin typeface="Calibri"/>
                <a:cs typeface="Calibri"/>
              </a:rPr>
              <a:t>de</a:t>
            </a:r>
            <a:r>
              <a:rPr spc="15" dirty="0">
                <a:solidFill>
                  <a:srgbClr val="3A3737"/>
                </a:solidFill>
                <a:latin typeface="Calibri"/>
                <a:cs typeface="Calibri"/>
              </a:rPr>
              <a:t> </a:t>
            </a:r>
            <a:r>
              <a:rPr spc="-10" dirty="0">
                <a:solidFill>
                  <a:srgbClr val="3A3737"/>
                </a:solidFill>
                <a:latin typeface="Calibri"/>
                <a:cs typeface="Calibri"/>
              </a:rPr>
              <a:t>datos </a:t>
            </a:r>
            <a:r>
              <a:rPr dirty="0">
                <a:solidFill>
                  <a:srgbClr val="3A3737"/>
                </a:solidFill>
                <a:latin typeface="Calibri"/>
                <a:cs typeface="Calibri"/>
              </a:rPr>
              <a:t>en la</a:t>
            </a:r>
            <a:r>
              <a:rPr spc="10" dirty="0">
                <a:solidFill>
                  <a:srgbClr val="3A3737"/>
                </a:solidFill>
                <a:latin typeface="Calibri"/>
                <a:cs typeface="Calibri"/>
              </a:rPr>
              <a:t> </a:t>
            </a:r>
            <a:r>
              <a:rPr spc="-5" dirty="0">
                <a:solidFill>
                  <a:srgbClr val="3A3737"/>
                </a:solidFill>
                <a:latin typeface="Calibri"/>
                <a:cs typeface="Calibri"/>
              </a:rPr>
              <a:t>nube</a:t>
            </a:r>
            <a:r>
              <a:rPr spc="15" dirty="0">
                <a:solidFill>
                  <a:srgbClr val="3A3737"/>
                </a:solidFill>
                <a:latin typeface="Calibri"/>
                <a:cs typeface="Calibri"/>
              </a:rPr>
              <a:t> </a:t>
            </a:r>
            <a:r>
              <a:rPr dirty="0">
                <a:solidFill>
                  <a:srgbClr val="3A3737"/>
                </a:solidFill>
                <a:latin typeface="Calibri"/>
                <a:cs typeface="Calibri"/>
              </a:rPr>
              <a:t>y</a:t>
            </a:r>
            <a:r>
              <a:rPr spc="-5" dirty="0">
                <a:solidFill>
                  <a:srgbClr val="3A3737"/>
                </a:solidFill>
                <a:latin typeface="Calibri"/>
                <a:cs typeface="Calibri"/>
              </a:rPr>
              <a:t> </a:t>
            </a:r>
            <a:r>
              <a:rPr dirty="0">
                <a:solidFill>
                  <a:srgbClr val="3A3737"/>
                </a:solidFill>
                <a:latin typeface="Calibri"/>
                <a:cs typeface="Calibri"/>
              </a:rPr>
              <a:t>a</a:t>
            </a:r>
            <a:r>
              <a:rPr spc="-5" dirty="0">
                <a:solidFill>
                  <a:srgbClr val="3A3737"/>
                </a:solidFill>
                <a:latin typeface="Calibri"/>
                <a:cs typeface="Calibri"/>
              </a:rPr>
              <a:t> </a:t>
            </a:r>
            <a:r>
              <a:rPr dirty="0">
                <a:solidFill>
                  <a:srgbClr val="3A3737"/>
                </a:solidFill>
                <a:latin typeface="Calibri"/>
                <a:cs typeface="Calibri"/>
              </a:rPr>
              <a:t>los </a:t>
            </a:r>
            <a:r>
              <a:rPr spc="5" dirty="0">
                <a:solidFill>
                  <a:srgbClr val="3A3737"/>
                </a:solidFill>
                <a:latin typeface="Calibri"/>
                <a:cs typeface="Calibri"/>
              </a:rPr>
              <a:t> </a:t>
            </a:r>
            <a:r>
              <a:rPr spc="-5" dirty="0">
                <a:solidFill>
                  <a:srgbClr val="3A3737"/>
                </a:solidFill>
                <a:latin typeface="Calibri"/>
                <a:cs typeface="Calibri"/>
              </a:rPr>
              <a:t>que</a:t>
            </a:r>
            <a:r>
              <a:rPr spc="10" dirty="0">
                <a:solidFill>
                  <a:srgbClr val="3A3737"/>
                </a:solidFill>
                <a:latin typeface="Calibri"/>
                <a:cs typeface="Calibri"/>
              </a:rPr>
              <a:t> </a:t>
            </a:r>
            <a:r>
              <a:rPr dirty="0">
                <a:solidFill>
                  <a:srgbClr val="3A3737"/>
                </a:solidFill>
                <a:latin typeface="Calibri"/>
                <a:cs typeface="Calibri"/>
              </a:rPr>
              <a:t>pueden</a:t>
            </a:r>
            <a:r>
              <a:rPr spc="15" dirty="0">
                <a:solidFill>
                  <a:srgbClr val="3A3737"/>
                </a:solidFill>
                <a:latin typeface="Calibri"/>
                <a:cs typeface="Calibri"/>
              </a:rPr>
              <a:t> </a:t>
            </a:r>
            <a:r>
              <a:rPr spc="-5" dirty="0">
                <a:solidFill>
                  <a:srgbClr val="3A3737"/>
                </a:solidFill>
                <a:latin typeface="Calibri"/>
                <a:cs typeface="Calibri"/>
              </a:rPr>
              <a:t>acceder</a:t>
            </a:r>
            <a:r>
              <a:rPr spc="10" dirty="0">
                <a:solidFill>
                  <a:srgbClr val="3A3737"/>
                </a:solidFill>
                <a:latin typeface="Calibri"/>
                <a:cs typeface="Calibri"/>
              </a:rPr>
              <a:t> </a:t>
            </a:r>
            <a:r>
              <a:rPr spc="-5" dirty="0">
                <a:solidFill>
                  <a:srgbClr val="3A3737"/>
                </a:solidFill>
                <a:latin typeface="Calibri"/>
                <a:cs typeface="Calibri"/>
              </a:rPr>
              <a:t>múltiples</a:t>
            </a:r>
            <a:r>
              <a:rPr spc="5" dirty="0">
                <a:solidFill>
                  <a:srgbClr val="3A3737"/>
                </a:solidFill>
                <a:latin typeface="Calibri"/>
                <a:cs typeface="Calibri"/>
              </a:rPr>
              <a:t> </a:t>
            </a:r>
            <a:r>
              <a:rPr spc="-5" dirty="0">
                <a:solidFill>
                  <a:srgbClr val="3A3737"/>
                </a:solidFill>
                <a:latin typeface="Calibri"/>
                <a:cs typeface="Calibri"/>
              </a:rPr>
              <a:t>dispositivos).</a:t>
            </a:r>
            <a:endParaRPr dirty="0">
              <a:latin typeface="Calibri"/>
              <a:cs typeface="Calibri"/>
            </a:endParaRPr>
          </a:p>
          <a:p>
            <a:pPr>
              <a:spcBef>
                <a:spcPts val="25"/>
              </a:spcBef>
              <a:buClr>
                <a:srgbClr val="3A3737"/>
              </a:buClr>
              <a:buFont typeface="Arial MT"/>
              <a:buChar char="•"/>
            </a:pPr>
            <a:endParaRPr sz="1750" dirty="0">
              <a:latin typeface="Calibri"/>
              <a:cs typeface="Calibri"/>
            </a:endParaRPr>
          </a:p>
          <a:p>
            <a:pPr marL="299085" marR="50165" indent="-287020">
              <a:buFont typeface="Arial MT"/>
              <a:buChar char="•"/>
              <a:tabLst>
                <a:tab pos="299085" algn="l"/>
                <a:tab pos="299720" algn="l"/>
              </a:tabLst>
            </a:pPr>
            <a:r>
              <a:rPr spc="-15" dirty="0">
                <a:solidFill>
                  <a:srgbClr val="3A3737"/>
                </a:solidFill>
                <a:latin typeface="Calibri"/>
                <a:cs typeface="Calibri"/>
              </a:rPr>
              <a:t>Esta </a:t>
            </a:r>
            <a:r>
              <a:rPr spc="-5" dirty="0">
                <a:solidFill>
                  <a:srgbClr val="3A3737"/>
                </a:solidFill>
                <a:latin typeface="Calibri"/>
                <a:cs typeface="Calibri"/>
              </a:rPr>
              <a:t>tecnología</a:t>
            </a:r>
            <a:r>
              <a:rPr spc="15" dirty="0">
                <a:solidFill>
                  <a:srgbClr val="3A3737"/>
                </a:solidFill>
                <a:latin typeface="Calibri"/>
                <a:cs typeface="Calibri"/>
              </a:rPr>
              <a:t> </a:t>
            </a:r>
            <a:r>
              <a:rPr spc="-5" dirty="0">
                <a:solidFill>
                  <a:srgbClr val="3A3737"/>
                </a:solidFill>
                <a:latin typeface="Calibri"/>
                <a:cs typeface="Calibri"/>
              </a:rPr>
              <a:t>nos </a:t>
            </a:r>
            <a:r>
              <a:rPr spc="-10" dirty="0">
                <a:solidFill>
                  <a:srgbClr val="3A3737"/>
                </a:solidFill>
                <a:latin typeface="Calibri"/>
                <a:cs typeface="Calibri"/>
              </a:rPr>
              <a:t>permite</a:t>
            </a:r>
            <a:r>
              <a:rPr spc="5" dirty="0">
                <a:solidFill>
                  <a:srgbClr val="3A3737"/>
                </a:solidFill>
                <a:latin typeface="Calibri"/>
                <a:cs typeface="Calibri"/>
              </a:rPr>
              <a:t> </a:t>
            </a:r>
            <a:r>
              <a:rPr spc="-10" dirty="0">
                <a:solidFill>
                  <a:srgbClr val="3A3737"/>
                </a:solidFill>
                <a:latin typeface="Calibri"/>
                <a:cs typeface="Calibri"/>
              </a:rPr>
              <a:t>conectar</a:t>
            </a:r>
            <a:r>
              <a:rPr spc="15" dirty="0">
                <a:solidFill>
                  <a:srgbClr val="3A3737"/>
                </a:solidFill>
                <a:latin typeface="Calibri"/>
                <a:cs typeface="Calibri"/>
              </a:rPr>
              <a:t> </a:t>
            </a:r>
            <a:r>
              <a:rPr dirty="0">
                <a:solidFill>
                  <a:srgbClr val="3A3737"/>
                </a:solidFill>
                <a:latin typeface="Calibri"/>
                <a:cs typeface="Calibri"/>
              </a:rPr>
              <a:t>2</a:t>
            </a:r>
            <a:r>
              <a:rPr spc="5" dirty="0">
                <a:solidFill>
                  <a:srgbClr val="3A3737"/>
                </a:solidFill>
                <a:latin typeface="Calibri"/>
                <a:cs typeface="Calibri"/>
              </a:rPr>
              <a:t> </a:t>
            </a:r>
            <a:r>
              <a:rPr dirty="0">
                <a:solidFill>
                  <a:srgbClr val="3A3737"/>
                </a:solidFill>
                <a:latin typeface="Calibri"/>
                <a:cs typeface="Calibri"/>
              </a:rPr>
              <a:t>o</a:t>
            </a:r>
            <a:r>
              <a:rPr spc="-10" dirty="0">
                <a:solidFill>
                  <a:srgbClr val="3A3737"/>
                </a:solidFill>
                <a:latin typeface="Calibri"/>
                <a:cs typeface="Calibri"/>
              </a:rPr>
              <a:t> </a:t>
            </a:r>
            <a:r>
              <a:rPr dirty="0">
                <a:solidFill>
                  <a:srgbClr val="3A3737"/>
                </a:solidFill>
                <a:latin typeface="Calibri"/>
                <a:cs typeface="Calibri"/>
              </a:rPr>
              <a:t>más</a:t>
            </a:r>
            <a:r>
              <a:rPr spc="-15" dirty="0">
                <a:solidFill>
                  <a:srgbClr val="3A3737"/>
                </a:solidFill>
                <a:latin typeface="Calibri"/>
                <a:cs typeface="Calibri"/>
              </a:rPr>
              <a:t> </a:t>
            </a:r>
            <a:r>
              <a:rPr spc="-5" dirty="0">
                <a:solidFill>
                  <a:srgbClr val="3A3737"/>
                </a:solidFill>
                <a:latin typeface="Calibri"/>
                <a:cs typeface="Calibri"/>
              </a:rPr>
              <a:t>dispositivos </a:t>
            </a:r>
            <a:r>
              <a:rPr spc="-390" dirty="0">
                <a:solidFill>
                  <a:srgbClr val="3A3737"/>
                </a:solidFill>
                <a:latin typeface="Calibri"/>
                <a:cs typeface="Calibri"/>
              </a:rPr>
              <a:t> </a:t>
            </a:r>
            <a:r>
              <a:rPr dirty="0">
                <a:solidFill>
                  <a:srgbClr val="3A3737"/>
                </a:solidFill>
                <a:latin typeface="Calibri"/>
                <a:cs typeface="Calibri"/>
              </a:rPr>
              <a:t>en</a:t>
            </a:r>
            <a:r>
              <a:rPr spc="5" dirty="0">
                <a:solidFill>
                  <a:srgbClr val="3A3737"/>
                </a:solidFill>
                <a:latin typeface="Calibri"/>
                <a:cs typeface="Calibri"/>
              </a:rPr>
              <a:t> </a:t>
            </a:r>
            <a:r>
              <a:rPr spc="-5" dirty="0">
                <a:solidFill>
                  <a:srgbClr val="3A3737"/>
                </a:solidFill>
                <a:latin typeface="Calibri"/>
                <a:cs typeface="Calibri"/>
              </a:rPr>
              <a:t>un</a:t>
            </a:r>
            <a:r>
              <a:rPr spc="-10" dirty="0">
                <a:solidFill>
                  <a:srgbClr val="3A3737"/>
                </a:solidFill>
                <a:latin typeface="Calibri"/>
                <a:cs typeface="Calibri"/>
              </a:rPr>
              <a:t> </a:t>
            </a:r>
            <a:r>
              <a:rPr dirty="0">
                <a:solidFill>
                  <a:srgbClr val="3A3737"/>
                </a:solidFill>
                <a:latin typeface="Calibri"/>
                <a:cs typeface="Calibri"/>
              </a:rPr>
              <a:t>mismo</a:t>
            </a:r>
            <a:r>
              <a:rPr spc="-5" dirty="0">
                <a:solidFill>
                  <a:srgbClr val="3A3737"/>
                </a:solidFill>
                <a:latin typeface="Calibri"/>
                <a:cs typeface="Calibri"/>
              </a:rPr>
              <a:t> entorno</a:t>
            </a:r>
            <a:r>
              <a:rPr spc="-15" dirty="0">
                <a:solidFill>
                  <a:srgbClr val="3A3737"/>
                </a:solidFill>
                <a:latin typeface="Calibri"/>
                <a:cs typeface="Calibri"/>
              </a:rPr>
              <a:t> </a:t>
            </a:r>
            <a:r>
              <a:rPr spc="-5" dirty="0">
                <a:solidFill>
                  <a:srgbClr val="3A3737"/>
                </a:solidFill>
                <a:latin typeface="Calibri"/>
                <a:cs typeface="Calibri"/>
              </a:rPr>
              <a:t>de</a:t>
            </a:r>
            <a:r>
              <a:rPr dirty="0">
                <a:solidFill>
                  <a:srgbClr val="3A3737"/>
                </a:solidFill>
                <a:latin typeface="Calibri"/>
                <a:cs typeface="Calibri"/>
              </a:rPr>
              <a:t> AR</a:t>
            </a:r>
            <a:r>
              <a:rPr spc="-5" dirty="0">
                <a:solidFill>
                  <a:srgbClr val="3A3737"/>
                </a:solidFill>
                <a:latin typeface="Calibri"/>
                <a:cs typeface="Calibri"/>
              </a:rPr>
              <a:t> </a:t>
            </a:r>
            <a:r>
              <a:rPr dirty="0">
                <a:solidFill>
                  <a:srgbClr val="3A3737"/>
                </a:solidFill>
                <a:latin typeface="Calibri"/>
                <a:cs typeface="Calibri"/>
              </a:rPr>
              <a:t>en</a:t>
            </a:r>
            <a:r>
              <a:rPr spc="5" dirty="0">
                <a:solidFill>
                  <a:srgbClr val="3A3737"/>
                </a:solidFill>
                <a:latin typeface="Calibri"/>
                <a:cs typeface="Calibri"/>
              </a:rPr>
              <a:t> </a:t>
            </a:r>
            <a:r>
              <a:rPr dirty="0">
                <a:solidFill>
                  <a:srgbClr val="3A3737"/>
                </a:solidFill>
                <a:latin typeface="Calibri"/>
                <a:cs typeface="Calibri"/>
              </a:rPr>
              <a:t>el</a:t>
            </a:r>
            <a:r>
              <a:rPr spc="-10" dirty="0">
                <a:solidFill>
                  <a:srgbClr val="3A3737"/>
                </a:solidFill>
                <a:latin typeface="Calibri"/>
                <a:cs typeface="Calibri"/>
              </a:rPr>
              <a:t> </a:t>
            </a:r>
            <a:r>
              <a:rPr spc="-5" dirty="0">
                <a:solidFill>
                  <a:srgbClr val="3A3737"/>
                </a:solidFill>
                <a:latin typeface="Calibri"/>
                <a:cs typeface="Calibri"/>
              </a:rPr>
              <a:t>que</a:t>
            </a:r>
            <a:r>
              <a:rPr spc="10" dirty="0">
                <a:solidFill>
                  <a:srgbClr val="3A3737"/>
                </a:solidFill>
                <a:latin typeface="Calibri"/>
                <a:cs typeface="Calibri"/>
              </a:rPr>
              <a:t> </a:t>
            </a:r>
            <a:r>
              <a:rPr dirty="0">
                <a:solidFill>
                  <a:srgbClr val="3A3737"/>
                </a:solidFill>
                <a:latin typeface="Calibri"/>
                <a:cs typeface="Calibri"/>
              </a:rPr>
              <a:t>pueden</a:t>
            </a:r>
            <a:r>
              <a:rPr spc="5" dirty="0">
                <a:solidFill>
                  <a:srgbClr val="3A3737"/>
                </a:solidFill>
                <a:latin typeface="Calibri"/>
                <a:cs typeface="Calibri"/>
              </a:rPr>
              <a:t> </a:t>
            </a:r>
            <a:r>
              <a:rPr spc="-10" dirty="0">
                <a:solidFill>
                  <a:srgbClr val="3A3737"/>
                </a:solidFill>
                <a:latin typeface="Calibri"/>
                <a:cs typeface="Calibri"/>
              </a:rPr>
              <a:t>interactuar </a:t>
            </a:r>
            <a:r>
              <a:rPr spc="-390" dirty="0">
                <a:solidFill>
                  <a:srgbClr val="3A3737"/>
                </a:solidFill>
                <a:latin typeface="Calibri"/>
                <a:cs typeface="Calibri"/>
              </a:rPr>
              <a:t> </a:t>
            </a:r>
            <a:r>
              <a:rPr spc="-10" dirty="0">
                <a:solidFill>
                  <a:srgbClr val="3A3737"/>
                </a:solidFill>
                <a:latin typeface="Calibri"/>
                <a:cs typeface="Calibri"/>
              </a:rPr>
              <a:t>todos</a:t>
            </a:r>
            <a:r>
              <a:rPr spc="-5" dirty="0">
                <a:solidFill>
                  <a:srgbClr val="3A3737"/>
                </a:solidFill>
                <a:latin typeface="Calibri"/>
                <a:cs typeface="Calibri"/>
              </a:rPr>
              <a:t> los</a:t>
            </a:r>
            <a:r>
              <a:rPr dirty="0">
                <a:solidFill>
                  <a:srgbClr val="3A3737"/>
                </a:solidFill>
                <a:latin typeface="Calibri"/>
                <a:cs typeface="Calibri"/>
              </a:rPr>
              <a:t> </a:t>
            </a:r>
            <a:r>
              <a:rPr spc="-5" dirty="0">
                <a:solidFill>
                  <a:srgbClr val="3A3737"/>
                </a:solidFill>
                <a:latin typeface="Calibri"/>
                <a:cs typeface="Calibri"/>
              </a:rPr>
              <a:t>dispositivos</a:t>
            </a:r>
            <a:r>
              <a:rPr spc="-10" dirty="0">
                <a:solidFill>
                  <a:srgbClr val="3A3737"/>
                </a:solidFill>
                <a:latin typeface="Calibri"/>
                <a:cs typeface="Calibri"/>
              </a:rPr>
              <a:t> </a:t>
            </a:r>
            <a:r>
              <a:rPr dirty="0">
                <a:solidFill>
                  <a:srgbClr val="3A3737"/>
                </a:solidFill>
                <a:latin typeface="Calibri"/>
                <a:cs typeface="Calibri"/>
              </a:rPr>
              <a:t>en</a:t>
            </a:r>
            <a:r>
              <a:rPr spc="-5" dirty="0">
                <a:solidFill>
                  <a:srgbClr val="3A3737"/>
                </a:solidFill>
                <a:latin typeface="Calibri"/>
                <a:cs typeface="Calibri"/>
              </a:rPr>
              <a:t> </a:t>
            </a:r>
            <a:r>
              <a:rPr dirty="0">
                <a:solidFill>
                  <a:srgbClr val="3A3737"/>
                </a:solidFill>
                <a:latin typeface="Calibri"/>
                <a:cs typeface="Calibri"/>
              </a:rPr>
              <a:t>tiempo</a:t>
            </a:r>
            <a:r>
              <a:rPr spc="5" dirty="0">
                <a:solidFill>
                  <a:srgbClr val="3A3737"/>
                </a:solidFill>
                <a:latin typeface="Calibri"/>
                <a:cs typeface="Calibri"/>
              </a:rPr>
              <a:t> </a:t>
            </a:r>
            <a:r>
              <a:rPr spc="-10" dirty="0">
                <a:solidFill>
                  <a:srgbClr val="3A3737"/>
                </a:solidFill>
                <a:latin typeface="Calibri"/>
                <a:cs typeface="Calibri"/>
              </a:rPr>
              <a:t>real</a:t>
            </a:r>
            <a:r>
              <a:rPr spc="10" dirty="0">
                <a:solidFill>
                  <a:srgbClr val="3A3737"/>
                </a:solidFill>
                <a:latin typeface="Calibri"/>
                <a:cs typeface="Calibri"/>
              </a:rPr>
              <a:t> </a:t>
            </a:r>
            <a:r>
              <a:rPr dirty="0">
                <a:solidFill>
                  <a:srgbClr val="3A3737"/>
                </a:solidFill>
                <a:latin typeface="Calibri"/>
                <a:cs typeface="Calibri"/>
              </a:rPr>
              <a:t>y</a:t>
            </a:r>
            <a:r>
              <a:rPr spc="-5" dirty="0">
                <a:solidFill>
                  <a:srgbClr val="3A3737"/>
                </a:solidFill>
                <a:latin typeface="Calibri"/>
                <a:cs typeface="Calibri"/>
              </a:rPr>
              <a:t> </a:t>
            </a:r>
            <a:r>
              <a:rPr dirty="0">
                <a:solidFill>
                  <a:srgbClr val="3A3737"/>
                </a:solidFill>
                <a:latin typeface="Calibri"/>
                <a:cs typeface="Calibri"/>
              </a:rPr>
              <a:t>los </a:t>
            </a:r>
            <a:r>
              <a:rPr spc="-5" dirty="0">
                <a:solidFill>
                  <a:srgbClr val="3A3737"/>
                </a:solidFill>
                <a:latin typeface="Calibri"/>
                <a:cs typeface="Calibri"/>
              </a:rPr>
              <a:t>cambios</a:t>
            </a:r>
            <a:r>
              <a:rPr spc="-10" dirty="0">
                <a:solidFill>
                  <a:srgbClr val="3A3737"/>
                </a:solidFill>
                <a:latin typeface="Calibri"/>
                <a:cs typeface="Calibri"/>
              </a:rPr>
              <a:t> </a:t>
            </a:r>
            <a:r>
              <a:rPr spc="-5" dirty="0">
                <a:solidFill>
                  <a:srgbClr val="3A3737"/>
                </a:solidFill>
                <a:latin typeface="Calibri"/>
                <a:cs typeface="Calibri"/>
              </a:rPr>
              <a:t>que </a:t>
            </a:r>
            <a:r>
              <a:rPr dirty="0">
                <a:solidFill>
                  <a:srgbClr val="3A3737"/>
                </a:solidFill>
                <a:latin typeface="Calibri"/>
                <a:cs typeface="Calibri"/>
              </a:rPr>
              <a:t> </a:t>
            </a:r>
            <a:r>
              <a:rPr spc="-10" dirty="0">
                <a:solidFill>
                  <a:srgbClr val="3A3737"/>
                </a:solidFill>
                <a:latin typeface="Calibri"/>
                <a:cs typeface="Calibri"/>
              </a:rPr>
              <a:t>genera</a:t>
            </a:r>
            <a:r>
              <a:rPr dirty="0">
                <a:solidFill>
                  <a:srgbClr val="3A3737"/>
                </a:solidFill>
                <a:latin typeface="Calibri"/>
                <a:cs typeface="Calibri"/>
              </a:rPr>
              <a:t> </a:t>
            </a:r>
            <a:r>
              <a:rPr spc="-5" dirty="0">
                <a:solidFill>
                  <a:srgbClr val="3A3737"/>
                </a:solidFill>
                <a:latin typeface="Calibri"/>
                <a:cs typeface="Calibri"/>
              </a:rPr>
              <a:t>un</a:t>
            </a:r>
            <a:r>
              <a:rPr spc="15" dirty="0">
                <a:solidFill>
                  <a:srgbClr val="3A3737"/>
                </a:solidFill>
                <a:latin typeface="Calibri"/>
                <a:cs typeface="Calibri"/>
              </a:rPr>
              <a:t> </a:t>
            </a:r>
            <a:r>
              <a:rPr spc="-5" dirty="0">
                <a:solidFill>
                  <a:srgbClr val="3A3737"/>
                </a:solidFill>
                <a:latin typeface="Calibri"/>
                <a:cs typeface="Calibri"/>
              </a:rPr>
              <a:t>usuario se</a:t>
            </a:r>
            <a:r>
              <a:rPr spc="5" dirty="0">
                <a:solidFill>
                  <a:srgbClr val="3A3737"/>
                </a:solidFill>
                <a:latin typeface="Calibri"/>
                <a:cs typeface="Calibri"/>
              </a:rPr>
              <a:t> </a:t>
            </a:r>
            <a:r>
              <a:rPr spc="-5" dirty="0">
                <a:solidFill>
                  <a:srgbClr val="3A3737"/>
                </a:solidFill>
                <a:latin typeface="Calibri"/>
                <a:cs typeface="Calibri"/>
              </a:rPr>
              <a:t>ven</a:t>
            </a:r>
            <a:r>
              <a:rPr dirty="0">
                <a:solidFill>
                  <a:srgbClr val="3A3737"/>
                </a:solidFill>
                <a:latin typeface="Calibri"/>
                <a:cs typeface="Calibri"/>
              </a:rPr>
              <a:t> </a:t>
            </a:r>
            <a:r>
              <a:rPr spc="-10" dirty="0">
                <a:solidFill>
                  <a:srgbClr val="3A3737"/>
                </a:solidFill>
                <a:latin typeface="Calibri"/>
                <a:cs typeface="Calibri"/>
              </a:rPr>
              <a:t>reflejados </a:t>
            </a:r>
            <a:r>
              <a:rPr dirty="0">
                <a:solidFill>
                  <a:srgbClr val="3A3737"/>
                </a:solidFill>
                <a:latin typeface="Calibri"/>
                <a:cs typeface="Calibri"/>
              </a:rPr>
              <a:t>en</a:t>
            </a:r>
            <a:r>
              <a:rPr spc="20" dirty="0">
                <a:solidFill>
                  <a:srgbClr val="3A3737"/>
                </a:solidFill>
                <a:latin typeface="Calibri"/>
                <a:cs typeface="Calibri"/>
              </a:rPr>
              <a:t> </a:t>
            </a:r>
            <a:r>
              <a:rPr spc="-10" dirty="0">
                <a:solidFill>
                  <a:srgbClr val="3A3737"/>
                </a:solidFill>
                <a:latin typeface="Calibri"/>
                <a:cs typeface="Calibri"/>
              </a:rPr>
              <a:t>todos</a:t>
            </a:r>
            <a:r>
              <a:rPr spc="-15" dirty="0">
                <a:solidFill>
                  <a:srgbClr val="3A3737"/>
                </a:solidFill>
                <a:latin typeface="Calibri"/>
                <a:cs typeface="Calibri"/>
              </a:rPr>
              <a:t> </a:t>
            </a:r>
            <a:r>
              <a:rPr spc="-10" dirty="0">
                <a:solidFill>
                  <a:srgbClr val="3A3737"/>
                </a:solidFill>
                <a:latin typeface="Calibri"/>
                <a:cs typeface="Calibri"/>
              </a:rPr>
              <a:t>los </a:t>
            </a:r>
            <a:r>
              <a:rPr spc="-5" dirty="0">
                <a:solidFill>
                  <a:srgbClr val="3A3737"/>
                </a:solidFill>
                <a:latin typeface="Calibri"/>
                <a:cs typeface="Calibri"/>
              </a:rPr>
              <a:t> dispositivos</a:t>
            </a:r>
            <a:r>
              <a:rPr spc="-15" dirty="0">
                <a:solidFill>
                  <a:srgbClr val="3A3737"/>
                </a:solidFill>
                <a:latin typeface="Calibri"/>
                <a:cs typeface="Calibri"/>
              </a:rPr>
              <a:t> </a:t>
            </a:r>
            <a:r>
              <a:rPr dirty="0">
                <a:solidFill>
                  <a:srgbClr val="3A3737"/>
                </a:solidFill>
                <a:latin typeface="Calibri"/>
                <a:cs typeface="Calibri"/>
              </a:rPr>
              <a:t>a</a:t>
            </a:r>
            <a:r>
              <a:rPr spc="10" dirty="0">
                <a:solidFill>
                  <a:srgbClr val="3A3737"/>
                </a:solidFill>
                <a:latin typeface="Calibri"/>
                <a:cs typeface="Calibri"/>
              </a:rPr>
              <a:t> </a:t>
            </a:r>
            <a:r>
              <a:rPr spc="-5" dirty="0">
                <a:solidFill>
                  <a:srgbClr val="3A3737"/>
                </a:solidFill>
                <a:latin typeface="Calibri"/>
                <a:cs typeface="Calibri"/>
              </a:rPr>
              <a:t>la </a:t>
            </a:r>
            <a:r>
              <a:rPr spc="-10" dirty="0">
                <a:solidFill>
                  <a:srgbClr val="3A3737"/>
                </a:solidFill>
                <a:latin typeface="Calibri"/>
                <a:cs typeface="Calibri"/>
              </a:rPr>
              <a:t>vez.</a:t>
            </a:r>
            <a:endParaRPr dirty="0">
              <a:latin typeface="Calibri"/>
              <a:cs typeface="Calibri"/>
            </a:endParaRPr>
          </a:p>
          <a:p>
            <a:pPr>
              <a:spcBef>
                <a:spcPts val="25"/>
              </a:spcBef>
              <a:buClr>
                <a:srgbClr val="3A3737"/>
              </a:buClr>
              <a:buFont typeface="Arial MT"/>
              <a:buChar char="•"/>
            </a:pPr>
            <a:endParaRPr sz="1750" dirty="0">
              <a:latin typeface="Calibri"/>
              <a:cs typeface="Calibri"/>
            </a:endParaRPr>
          </a:p>
          <a:p>
            <a:pPr marL="299085" marR="51435" indent="-287020">
              <a:buFont typeface="Arial MT"/>
              <a:buChar char="•"/>
              <a:tabLst>
                <a:tab pos="299085" algn="l"/>
                <a:tab pos="299720" algn="l"/>
              </a:tabLst>
            </a:pPr>
            <a:r>
              <a:rPr spc="-10" dirty="0">
                <a:solidFill>
                  <a:srgbClr val="3A3737"/>
                </a:solidFill>
                <a:latin typeface="Calibri"/>
                <a:cs typeface="Calibri"/>
              </a:rPr>
              <a:t>Principalmente</a:t>
            </a:r>
            <a:r>
              <a:rPr spc="20" dirty="0">
                <a:solidFill>
                  <a:srgbClr val="3A3737"/>
                </a:solidFill>
                <a:latin typeface="Calibri"/>
                <a:cs typeface="Calibri"/>
              </a:rPr>
              <a:t> </a:t>
            </a:r>
            <a:r>
              <a:rPr spc="-5" dirty="0">
                <a:solidFill>
                  <a:srgbClr val="3A3737"/>
                </a:solidFill>
                <a:latin typeface="Calibri"/>
                <a:cs typeface="Calibri"/>
              </a:rPr>
              <a:t>se</a:t>
            </a:r>
            <a:r>
              <a:rPr spc="5" dirty="0">
                <a:solidFill>
                  <a:srgbClr val="3A3737"/>
                </a:solidFill>
                <a:latin typeface="Calibri"/>
                <a:cs typeface="Calibri"/>
              </a:rPr>
              <a:t> </a:t>
            </a:r>
            <a:r>
              <a:rPr spc="-15" dirty="0">
                <a:solidFill>
                  <a:srgbClr val="3A3737"/>
                </a:solidFill>
                <a:latin typeface="Calibri"/>
                <a:cs typeface="Calibri"/>
              </a:rPr>
              <a:t>está</a:t>
            </a:r>
            <a:r>
              <a:rPr spc="-5" dirty="0">
                <a:solidFill>
                  <a:srgbClr val="3A3737"/>
                </a:solidFill>
                <a:latin typeface="Calibri"/>
                <a:cs typeface="Calibri"/>
              </a:rPr>
              <a:t> desarrollando</a:t>
            </a:r>
            <a:r>
              <a:rPr spc="5" dirty="0">
                <a:solidFill>
                  <a:srgbClr val="3A3737"/>
                </a:solidFill>
                <a:latin typeface="Calibri"/>
                <a:cs typeface="Calibri"/>
              </a:rPr>
              <a:t> </a:t>
            </a:r>
            <a:r>
              <a:rPr spc="-15" dirty="0">
                <a:solidFill>
                  <a:srgbClr val="3A3737"/>
                </a:solidFill>
                <a:latin typeface="Calibri"/>
                <a:cs typeface="Calibri"/>
              </a:rPr>
              <a:t>esta</a:t>
            </a:r>
            <a:r>
              <a:rPr spc="-5" dirty="0">
                <a:solidFill>
                  <a:srgbClr val="3A3737"/>
                </a:solidFill>
                <a:latin typeface="Calibri"/>
                <a:cs typeface="Calibri"/>
              </a:rPr>
              <a:t> tecnología</a:t>
            </a:r>
            <a:r>
              <a:rPr spc="20" dirty="0">
                <a:solidFill>
                  <a:srgbClr val="3A3737"/>
                </a:solidFill>
                <a:latin typeface="Calibri"/>
                <a:cs typeface="Calibri"/>
              </a:rPr>
              <a:t> </a:t>
            </a:r>
            <a:r>
              <a:rPr spc="-15" dirty="0">
                <a:solidFill>
                  <a:srgbClr val="3A3737"/>
                </a:solidFill>
                <a:latin typeface="Calibri"/>
                <a:cs typeface="Calibri"/>
              </a:rPr>
              <a:t>para </a:t>
            </a:r>
            <a:r>
              <a:rPr spc="-395" dirty="0">
                <a:solidFill>
                  <a:srgbClr val="3A3737"/>
                </a:solidFill>
                <a:latin typeface="Calibri"/>
                <a:cs typeface="Calibri"/>
              </a:rPr>
              <a:t> </a:t>
            </a:r>
            <a:r>
              <a:rPr spc="-5" dirty="0">
                <a:solidFill>
                  <a:srgbClr val="3A3737"/>
                </a:solidFill>
                <a:latin typeface="Calibri"/>
                <a:cs typeface="Calibri"/>
              </a:rPr>
              <a:t>ARKit</a:t>
            </a:r>
            <a:r>
              <a:rPr dirty="0">
                <a:solidFill>
                  <a:srgbClr val="3A3737"/>
                </a:solidFill>
                <a:latin typeface="Calibri"/>
                <a:cs typeface="Calibri"/>
              </a:rPr>
              <a:t> </a:t>
            </a:r>
            <a:r>
              <a:rPr spc="-10" dirty="0">
                <a:solidFill>
                  <a:srgbClr val="3A3737"/>
                </a:solidFill>
                <a:latin typeface="Calibri"/>
                <a:cs typeface="Calibri"/>
              </a:rPr>
              <a:t>(iOS)</a:t>
            </a:r>
            <a:r>
              <a:rPr spc="15" dirty="0">
                <a:solidFill>
                  <a:srgbClr val="3A3737"/>
                </a:solidFill>
                <a:latin typeface="Calibri"/>
                <a:cs typeface="Calibri"/>
              </a:rPr>
              <a:t> </a:t>
            </a:r>
            <a:r>
              <a:rPr dirty="0">
                <a:solidFill>
                  <a:srgbClr val="3A3737"/>
                </a:solidFill>
                <a:latin typeface="Calibri"/>
                <a:cs typeface="Calibri"/>
              </a:rPr>
              <a:t>y</a:t>
            </a:r>
            <a:r>
              <a:rPr spc="5" dirty="0">
                <a:solidFill>
                  <a:srgbClr val="3A3737"/>
                </a:solidFill>
                <a:latin typeface="Calibri"/>
                <a:cs typeface="Calibri"/>
              </a:rPr>
              <a:t> </a:t>
            </a:r>
            <a:r>
              <a:rPr spc="-10" dirty="0">
                <a:solidFill>
                  <a:srgbClr val="3A3737"/>
                </a:solidFill>
                <a:latin typeface="Calibri"/>
                <a:cs typeface="Calibri"/>
              </a:rPr>
              <a:t>ARCore</a:t>
            </a:r>
            <a:r>
              <a:rPr spc="5" dirty="0">
                <a:solidFill>
                  <a:srgbClr val="3A3737"/>
                </a:solidFill>
                <a:latin typeface="Calibri"/>
                <a:cs typeface="Calibri"/>
              </a:rPr>
              <a:t> </a:t>
            </a:r>
            <a:r>
              <a:rPr spc="-10" dirty="0">
                <a:solidFill>
                  <a:srgbClr val="3A3737"/>
                </a:solidFill>
                <a:latin typeface="Calibri"/>
                <a:cs typeface="Calibri"/>
              </a:rPr>
              <a:t>(Android).</a:t>
            </a:r>
            <a:r>
              <a:rPr spc="20" dirty="0">
                <a:solidFill>
                  <a:srgbClr val="3A3737"/>
                </a:solidFill>
                <a:latin typeface="Calibri"/>
                <a:cs typeface="Calibri"/>
              </a:rPr>
              <a:t> </a:t>
            </a:r>
            <a:r>
              <a:rPr spc="-30" dirty="0">
                <a:solidFill>
                  <a:srgbClr val="3A3737"/>
                </a:solidFill>
                <a:latin typeface="Calibri"/>
                <a:cs typeface="Calibri"/>
              </a:rPr>
              <a:t>Todavía</a:t>
            </a:r>
            <a:r>
              <a:rPr spc="-15" dirty="0">
                <a:solidFill>
                  <a:srgbClr val="3A3737"/>
                </a:solidFill>
                <a:latin typeface="Calibri"/>
                <a:cs typeface="Calibri"/>
              </a:rPr>
              <a:t> </a:t>
            </a:r>
            <a:r>
              <a:rPr spc="-5" dirty="0">
                <a:solidFill>
                  <a:srgbClr val="3A3737"/>
                </a:solidFill>
                <a:latin typeface="Calibri"/>
                <a:cs typeface="Calibri"/>
              </a:rPr>
              <a:t>no</a:t>
            </a:r>
            <a:r>
              <a:rPr spc="10" dirty="0">
                <a:solidFill>
                  <a:srgbClr val="3A3737"/>
                </a:solidFill>
                <a:latin typeface="Calibri"/>
                <a:cs typeface="Calibri"/>
              </a:rPr>
              <a:t> </a:t>
            </a:r>
            <a:r>
              <a:rPr spc="-15" dirty="0">
                <a:solidFill>
                  <a:srgbClr val="3A3737"/>
                </a:solidFill>
                <a:latin typeface="Calibri"/>
                <a:cs typeface="Calibri"/>
              </a:rPr>
              <a:t>existe</a:t>
            </a:r>
            <a:r>
              <a:rPr spc="-5" dirty="0">
                <a:solidFill>
                  <a:srgbClr val="3A3737"/>
                </a:solidFill>
                <a:latin typeface="Calibri"/>
                <a:cs typeface="Calibri"/>
              </a:rPr>
              <a:t> </a:t>
            </a:r>
            <a:r>
              <a:rPr dirty="0">
                <a:solidFill>
                  <a:srgbClr val="3A3737"/>
                </a:solidFill>
                <a:latin typeface="Calibri"/>
                <a:cs typeface="Calibri"/>
              </a:rPr>
              <a:t>en</a:t>
            </a:r>
            <a:r>
              <a:rPr spc="10" dirty="0">
                <a:solidFill>
                  <a:srgbClr val="3A3737"/>
                </a:solidFill>
                <a:latin typeface="Calibri"/>
                <a:cs typeface="Calibri"/>
              </a:rPr>
              <a:t> </a:t>
            </a:r>
            <a:r>
              <a:rPr dirty="0">
                <a:solidFill>
                  <a:srgbClr val="3A3737"/>
                </a:solidFill>
                <a:latin typeface="Calibri"/>
                <a:cs typeface="Calibri"/>
              </a:rPr>
              <a:t>el </a:t>
            </a:r>
            <a:r>
              <a:rPr spc="5" dirty="0">
                <a:solidFill>
                  <a:srgbClr val="3A3737"/>
                </a:solidFill>
                <a:latin typeface="Calibri"/>
                <a:cs typeface="Calibri"/>
              </a:rPr>
              <a:t> </a:t>
            </a:r>
            <a:r>
              <a:rPr spc="-10" dirty="0">
                <a:solidFill>
                  <a:srgbClr val="3A3737"/>
                </a:solidFill>
                <a:latin typeface="Calibri"/>
                <a:cs typeface="Calibri"/>
              </a:rPr>
              <a:t>mercado</a:t>
            </a:r>
            <a:r>
              <a:rPr spc="15" dirty="0">
                <a:solidFill>
                  <a:srgbClr val="3A3737"/>
                </a:solidFill>
                <a:latin typeface="Calibri"/>
                <a:cs typeface="Calibri"/>
              </a:rPr>
              <a:t> </a:t>
            </a:r>
            <a:r>
              <a:rPr dirty="0">
                <a:solidFill>
                  <a:srgbClr val="3A3737"/>
                </a:solidFill>
                <a:latin typeface="Calibri"/>
                <a:cs typeface="Calibri"/>
              </a:rPr>
              <a:t>muchas</a:t>
            </a:r>
            <a:r>
              <a:rPr spc="5" dirty="0">
                <a:solidFill>
                  <a:srgbClr val="3A3737"/>
                </a:solidFill>
                <a:latin typeface="Calibri"/>
                <a:cs typeface="Calibri"/>
              </a:rPr>
              <a:t> </a:t>
            </a:r>
            <a:r>
              <a:rPr spc="-5" dirty="0">
                <a:solidFill>
                  <a:srgbClr val="3A3737"/>
                </a:solidFill>
                <a:latin typeface="Calibri"/>
                <a:cs typeface="Calibri"/>
              </a:rPr>
              <a:t>aplicaciones</a:t>
            </a:r>
            <a:r>
              <a:rPr spc="40" dirty="0">
                <a:solidFill>
                  <a:srgbClr val="3A3737"/>
                </a:solidFill>
                <a:latin typeface="Calibri"/>
                <a:cs typeface="Calibri"/>
              </a:rPr>
              <a:t> </a:t>
            </a:r>
            <a:r>
              <a:rPr spc="-25" dirty="0">
                <a:solidFill>
                  <a:srgbClr val="3A3737"/>
                </a:solidFill>
                <a:latin typeface="Calibri"/>
                <a:cs typeface="Calibri"/>
              </a:rPr>
              <a:t>multiplayer,</a:t>
            </a:r>
            <a:r>
              <a:rPr spc="15" dirty="0">
                <a:solidFill>
                  <a:srgbClr val="3A3737"/>
                </a:solidFill>
                <a:latin typeface="Calibri"/>
                <a:cs typeface="Calibri"/>
              </a:rPr>
              <a:t> </a:t>
            </a:r>
            <a:r>
              <a:rPr spc="-15" dirty="0">
                <a:solidFill>
                  <a:srgbClr val="3A3737"/>
                </a:solidFill>
                <a:latin typeface="Calibri"/>
                <a:cs typeface="Calibri"/>
              </a:rPr>
              <a:t>ya</a:t>
            </a:r>
            <a:r>
              <a:rPr spc="-5" dirty="0">
                <a:solidFill>
                  <a:srgbClr val="3A3737"/>
                </a:solidFill>
                <a:latin typeface="Calibri"/>
                <a:cs typeface="Calibri"/>
              </a:rPr>
              <a:t> que</a:t>
            </a:r>
            <a:r>
              <a:rPr spc="5" dirty="0">
                <a:solidFill>
                  <a:srgbClr val="3A3737"/>
                </a:solidFill>
                <a:latin typeface="Calibri"/>
                <a:cs typeface="Calibri"/>
              </a:rPr>
              <a:t> </a:t>
            </a:r>
            <a:r>
              <a:rPr spc="-15" dirty="0">
                <a:solidFill>
                  <a:srgbClr val="3A3737"/>
                </a:solidFill>
                <a:latin typeface="Calibri"/>
                <a:cs typeface="Calibri"/>
              </a:rPr>
              <a:t>para </a:t>
            </a:r>
            <a:r>
              <a:rPr spc="-10" dirty="0">
                <a:solidFill>
                  <a:srgbClr val="3A3737"/>
                </a:solidFill>
                <a:latin typeface="Calibri"/>
                <a:cs typeface="Calibri"/>
              </a:rPr>
              <a:t> </a:t>
            </a:r>
            <a:r>
              <a:rPr spc="-5" dirty="0">
                <a:solidFill>
                  <a:srgbClr val="3A3737"/>
                </a:solidFill>
                <a:latin typeface="Calibri"/>
                <a:cs typeface="Calibri"/>
              </a:rPr>
              <a:t>tener</a:t>
            </a:r>
            <a:r>
              <a:rPr spc="5" dirty="0">
                <a:solidFill>
                  <a:srgbClr val="3A3737"/>
                </a:solidFill>
                <a:latin typeface="Calibri"/>
                <a:cs typeface="Calibri"/>
              </a:rPr>
              <a:t> </a:t>
            </a:r>
            <a:r>
              <a:rPr spc="-5" dirty="0">
                <a:solidFill>
                  <a:srgbClr val="3A3737"/>
                </a:solidFill>
                <a:latin typeface="Calibri"/>
                <a:cs typeface="Calibri"/>
              </a:rPr>
              <a:t>una</a:t>
            </a:r>
            <a:r>
              <a:rPr spc="10" dirty="0">
                <a:solidFill>
                  <a:srgbClr val="3A3737"/>
                </a:solidFill>
                <a:latin typeface="Calibri"/>
                <a:cs typeface="Calibri"/>
              </a:rPr>
              <a:t> </a:t>
            </a:r>
            <a:r>
              <a:rPr spc="-5" dirty="0">
                <a:solidFill>
                  <a:srgbClr val="3A3737"/>
                </a:solidFill>
                <a:latin typeface="Calibri"/>
                <a:cs typeface="Calibri"/>
              </a:rPr>
              <a:t>experiencia</a:t>
            </a:r>
            <a:r>
              <a:rPr spc="10" dirty="0">
                <a:solidFill>
                  <a:srgbClr val="3A3737"/>
                </a:solidFill>
                <a:latin typeface="Calibri"/>
                <a:cs typeface="Calibri"/>
              </a:rPr>
              <a:t> </a:t>
            </a:r>
            <a:r>
              <a:rPr spc="-5" dirty="0">
                <a:solidFill>
                  <a:srgbClr val="3A3737"/>
                </a:solidFill>
                <a:latin typeface="Calibri"/>
                <a:cs typeface="Calibri"/>
              </a:rPr>
              <a:t>de</a:t>
            </a:r>
            <a:r>
              <a:rPr dirty="0">
                <a:solidFill>
                  <a:srgbClr val="3A3737"/>
                </a:solidFill>
                <a:latin typeface="Calibri"/>
                <a:cs typeface="Calibri"/>
              </a:rPr>
              <a:t> </a:t>
            </a:r>
            <a:r>
              <a:rPr spc="-5" dirty="0">
                <a:solidFill>
                  <a:srgbClr val="3A3737"/>
                </a:solidFill>
                <a:latin typeface="Calibri"/>
                <a:cs typeface="Calibri"/>
              </a:rPr>
              <a:t>usuario </a:t>
            </a:r>
            <a:r>
              <a:rPr spc="-15" dirty="0">
                <a:solidFill>
                  <a:srgbClr val="3A3737"/>
                </a:solidFill>
                <a:latin typeface="Calibri"/>
                <a:cs typeface="Calibri"/>
              </a:rPr>
              <a:t>correcta</a:t>
            </a:r>
            <a:r>
              <a:rPr spc="25" dirty="0">
                <a:solidFill>
                  <a:srgbClr val="3A3737"/>
                </a:solidFill>
                <a:latin typeface="Calibri"/>
                <a:cs typeface="Calibri"/>
              </a:rPr>
              <a:t> </a:t>
            </a:r>
            <a:r>
              <a:rPr dirty="0">
                <a:solidFill>
                  <a:srgbClr val="3A3737"/>
                </a:solidFill>
                <a:latin typeface="Calibri"/>
                <a:cs typeface="Calibri"/>
              </a:rPr>
              <a:t>es</a:t>
            </a:r>
            <a:r>
              <a:rPr spc="-5" dirty="0">
                <a:solidFill>
                  <a:srgbClr val="3A3737"/>
                </a:solidFill>
                <a:latin typeface="Calibri"/>
                <a:cs typeface="Calibri"/>
              </a:rPr>
              <a:t> necesario </a:t>
            </a:r>
            <a:r>
              <a:rPr dirty="0">
                <a:solidFill>
                  <a:srgbClr val="3A3737"/>
                </a:solidFill>
                <a:latin typeface="Calibri"/>
                <a:cs typeface="Calibri"/>
              </a:rPr>
              <a:t> </a:t>
            </a:r>
            <a:r>
              <a:rPr spc="-5" dirty="0">
                <a:solidFill>
                  <a:srgbClr val="3A3737"/>
                </a:solidFill>
                <a:latin typeface="Calibri"/>
                <a:cs typeface="Calibri"/>
              </a:rPr>
              <a:t>una</a:t>
            </a:r>
            <a:r>
              <a:rPr spc="20" dirty="0">
                <a:solidFill>
                  <a:srgbClr val="3A3737"/>
                </a:solidFill>
                <a:latin typeface="Calibri"/>
                <a:cs typeface="Calibri"/>
              </a:rPr>
              <a:t> </a:t>
            </a:r>
            <a:r>
              <a:rPr dirty="0">
                <a:solidFill>
                  <a:srgbClr val="3A3737"/>
                </a:solidFill>
                <a:latin typeface="Calibri"/>
                <a:cs typeface="Calibri"/>
              </a:rPr>
              <a:t>buena</a:t>
            </a:r>
            <a:r>
              <a:rPr spc="10" dirty="0">
                <a:solidFill>
                  <a:srgbClr val="3A3737"/>
                </a:solidFill>
                <a:latin typeface="Calibri"/>
                <a:cs typeface="Calibri"/>
              </a:rPr>
              <a:t> </a:t>
            </a:r>
            <a:r>
              <a:rPr spc="-10" dirty="0">
                <a:solidFill>
                  <a:srgbClr val="3A3737"/>
                </a:solidFill>
                <a:latin typeface="Calibri"/>
                <a:cs typeface="Calibri"/>
              </a:rPr>
              <a:t>conexión</a:t>
            </a:r>
            <a:r>
              <a:rPr spc="25" dirty="0">
                <a:solidFill>
                  <a:srgbClr val="3A3737"/>
                </a:solidFill>
                <a:latin typeface="Calibri"/>
                <a:cs typeface="Calibri"/>
              </a:rPr>
              <a:t> </a:t>
            </a:r>
            <a:r>
              <a:rPr dirty="0">
                <a:solidFill>
                  <a:srgbClr val="3A3737"/>
                </a:solidFill>
                <a:latin typeface="Calibri"/>
                <a:cs typeface="Calibri"/>
              </a:rPr>
              <a:t>a</a:t>
            </a:r>
            <a:r>
              <a:rPr spc="25" dirty="0">
                <a:solidFill>
                  <a:srgbClr val="3A3737"/>
                </a:solidFill>
                <a:latin typeface="Calibri"/>
                <a:cs typeface="Calibri"/>
              </a:rPr>
              <a:t> </a:t>
            </a:r>
            <a:r>
              <a:rPr spc="-10" dirty="0">
                <a:solidFill>
                  <a:srgbClr val="3A3737"/>
                </a:solidFill>
                <a:latin typeface="Calibri"/>
                <a:cs typeface="Calibri"/>
              </a:rPr>
              <a:t>internet</a:t>
            </a:r>
            <a:r>
              <a:rPr spc="20" dirty="0">
                <a:solidFill>
                  <a:srgbClr val="3A3737"/>
                </a:solidFill>
                <a:latin typeface="Calibri"/>
                <a:cs typeface="Calibri"/>
              </a:rPr>
              <a:t> </a:t>
            </a:r>
            <a:r>
              <a:rPr spc="-15" dirty="0">
                <a:solidFill>
                  <a:srgbClr val="3A3737"/>
                </a:solidFill>
                <a:latin typeface="Calibri"/>
                <a:cs typeface="Calibri"/>
              </a:rPr>
              <a:t>para</a:t>
            </a:r>
            <a:r>
              <a:rPr spc="5" dirty="0">
                <a:solidFill>
                  <a:srgbClr val="3A3737"/>
                </a:solidFill>
                <a:latin typeface="Calibri"/>
                <a:cs typeface="Calibri"/>
              </a:rPr>
              <a:t> </a:t>
            </a:r>
            <a:r>
              <a:rPr spc="-10" dirty="0">
                <a:solidFill>
                  <a:srgbClr val="3A3737"/>
                </a:solidFill>
                <a:latin typeface="Calibri"/>
                <a:cs typeface="Calibri"/>
              </a:rPr>
              <a:t>descargar</a:t>
            </a:r>
            <a:r>
              <a:rPr spc="10" dirty="0">
                <a:solidFill>
                  <a:srgbClr val="3A3737"/>
                </a:solidFill>
                <a:latin typeface="Calibri"/>
                <a:cs typeface="Calibri"/>
              </a:rPr>
              <a:t> </a:t>
            </a:r>
            <a:r>
              <a:rPr spc="-5" dirty="0">
                <a:solidFill>
                  <a:srgbClr val="3A3737"/>
                </a:solidFill>
                <a:latin typeface="Calibri"/>
                <a:cs typeface="Calibri"/>
              </a:rPr>
              <a:t>los</a:t>
            </a:r>
            <a:r>
              <a:rPr spc="25" dirty="0">
                <a:solidFill>
                  <a:srgbClr val="3A3737"/>
                </a:solidFill>
                <a:latin typeface="Calibri"/>
                <a:cs typeface="Calibri"/>
              </a:rPr>
              <a:t> </a:t>
            </a:r>
            <a:r>
              <a:rPr spc="-10" dirty="0">
                <a:solidFill>
                  <a:srgbClr val="3A3737"/>
                </a:solidFill>
                <a:latin typeface="Calibri"/>
                <a:cs typeface="Calibri"/>
              </a:rPr>
              <a:t>datos </a:t>
            </a:r>
            <a:r>
              <a:rPr spc="-5" dirty="0">
                <a:solidFill>
                  <a:srgbClr val="3A3737"/>
                </a:solidFill>
                <a:latin typeface="Calibri"/>
                <a:cs typeface="Calibri"/>
              </a:rPr>
              <a:t> de</a:t>
            </a:r>
            <a:r>
              <a:rPr spc="10" dirty="0">
                <a:solidFill>
                  <a:srgbClr val="3A3737"/>
                </a:solidFill>
                <a:latin typeface="Calibri"/>
                <a:cs typeface="Calibri"/>
              </a:rPr>
              <a:t> </a:t>
            </a:r>
            <a:r>
              <a:rPr spc="-5" dirty="0">
                <a:solidFill>
                  <a:srgbClr val="3A3737"/>
                </a:solidFill>
                <a:latin typeface="Calibri"/>
                <a:cs typeface="Calibri"/>
              </a:rPr>
              <a:t>la nube</a:t>
            </a:r>
            <a:r>
              <a:rPr spc="15" dirty="0">
                <a:solidFill>
                  <a:srgbClr val="3A3737"/>
                </a:solidFill>
                <a:latin typeface="Calibri"/>
                <a:cs typeface="Calibri"/>
              </a:rPr>
              <a:t> </a:t>
            </a:r>
            <a:r>
              <a:rPr spc="-10" dirty="0">
                <a:solidFill>
                  <a:srgbClr val="3A3737"/>
                </a:solidFill>
                <a:latin typeface="Calibri"/>
                <a:cs typeface="Calibri"/>
              </a:rPr>
              <a:t>con</a:t>
            </a:r>
            <a:r>
              <a:rPr spc="10" dirty="0">
                <a:solidFill>
                  <a:srgbClr val="3A3737"/>
                </a:solidFill>
                <a:latin typeface="Calibri"/>
                <a:cs typeface="Calibri"/>
              </a:rPr>
              <a:t> </a:t>
            </a:r>
            <a:r>
              <a:rPr spc="-5" dirty="0">
                <a:solidFill>
                  <a:srgbClr val="3A3737"/>
                </a:solidFill>
                <a:latin typeface="Calibri"/>
                <a:cs typeface="Calibri"/>
              </a:rPr>
              <a:t>la</a:t>
            </a:r>
            <a:r>
              <a:rPr spc="5" dirty="0">
                <a:solidFill>
                  <a:srgbClr val="3A3737"/>
                </a:solidFill>
                <a:latin typeface="Calibri"/>
                <a:cs typeface="Calibri"/>
              </a:rPr>
              <a:t> </a:t>
            </a:r>
            <a:r>
              <a:rPr dirty="0">
                <a:solidFill>
                  <a:srgbClr val="3A3737"/>
                </a:solidFill>
                <a:latin typeface="Calibri"/>
                <a:cs typeface="Calibri"/>
              </a:rPr>
              <a:t>menor</a:t>
            </a:r>
            <a:r>
              <a:rPr spc="-5" dirty="0">
                <a:solidFill>
                  <a:srgbClr val="3A3737"/>
                </a:solidFill>
                <a:latin typeface="Calibri"/>
                <a:cs typeface="Calibri"/>
              </a:rPr>
              <a:t> </a:t>
            </a:r>
            <a:r>
              <a:rPr spc="-10" dirty="0">
                <a:solidFill>
                  <a:srgbClr val="3A3737"/>
                </a:solidFill>
                <a:latin typeface="Calibri"/>
                <a:cs typeface="Calibri"/>
              </a:rPr>
              <a:t>latencia</a:t>
            </a:r>
            <a:r>
              <a:rPr spc="25" dirty="0">
                <a:solidFill>
                  <a:srgbClr val="3A3737"/>
                </a:solidFill>
                <a:latin typeface="Calibri"/>
                <a:cs typeface="Calibri"/>
              </a:rPr>
              <a:t> </a:t>
            </a:r>
            <a:r>
              <a:rPr spc="-5" dirty="0">
                <a:solidFill>
                  <a:srgbClr val="3A3737"/>
                </a:solidFill>
                <a:latin typeface="Calibri"/>
                <a:cs typeface="Calibri"/>
              </a:rPr>
              <a:t>posible.</a:t>
            </a:r>
            <a:endParaRPr dirty="0">
              <a:latin typeface="Calibri"/>
              <a:cs typeface="Calibri"/>
            </a:endParaRPr>
          </a:p>
        </p:txBody>
      </p:sp>
      <p:pic>
        <p:nvPicPr>
          <p:cNvPr id="4" name="object 4"/>
          <p:cNvPicPr/>
          <p:nvPr/>
        </p:nvPicPr>
        <p:blipFill>
          <a:blip r:embed="rId2" cstate="print"/>
          <a:stretch>
            <a:fillRect/>
          </a:stretch>
        </p:blipFill>
        <p:spPr>
          <a:xfrm>
            <a:off x="2209800" y="4343400"/>
            <a:ext cx="5334000" cy="2206752"/>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304800" y="333757"/>
            <a:ext cx="8534400" cy="2751394"/>
          </a:xfrm>
          <a:prstGeom prst="rect">
            <a:avLst/>
          </a:prstGeom>
        </p:spPr>
        <p:txBody>
          <a:bodyPr vert="horz" wrap="square" lIns="0" tIns="12065" rIns="0" bIns="0" rtlCol="0">
            <a:spAutoFit/>
          </a:bodyPr>
          <a:lstStyle/>
          <a:p>
            <a:pPr marL="469900">
              <a:spcBef>
                <a:spcPts val="95"/>
              </a:spcBef>
            </a:pPr>
            <a:r>
              <a:rPr sz="1400" b="1" spc="-135" dirty="0">
                <a:solidFill>
                  <a:srgbClr val="3A3737"/>
                </a:solidFill>
                <a:latin typeface="Tahoma"/>
                <a:cs typeface="Tahoma"/>
              </a:rPr>
              <a:t>1</a:t>
            </a:r>
            <a:r>
              <a:rPr sz="1400" b="1" spc="-55" dirty="0">
                <a:solidFill>
                  <a:srgbClr val="3A3737"/>
                </a:solidFill>
                <a:latin typeface="Tahoma"/>
                <a:cs typeface="Tahoma"/>
              </a:rPr>
              <a:t>.</a:t>
            </a:r>
            <a:r>
              <a:rPr sz="1400" b="1" spc="-10" dirty="0">
                <a:solidFill>
                  <a:srgbClr val="3A3737"/>
                </a:solidFill>
                <a:latin typeface="Tahoma"/>
                <a:cs typeface="Tahoma"/>
              </a:rPr>
              <a:t> </a:t>
            </a:r>
            <a:r>
              <a:rPr sz="1400" b="1" spc="5" dirty="0">
                <a:solidFill>
                  <a:srgbClr val="3A3737"/>
                </a:solidFill>
                <a:latin typeface="Tahoma"/>
                <a:cs typeface="Tahoma"/>
              </a:rPr>
              <a:t>Cons</a:t>
            </a:r>
            <a:r>
              <a:rPr sz="1400" b="1" spc="-55" dirty="0">
                <a:solidFill>
                  <a:srgbClr val="3A3737"/>
                </a:solidFill>
                <a:latin typeface="Tahoma"/>
                <a:cs typeface="Tahoma"/>
              </a:rPr>
              <a:t>egui</a:t>
            </a:r>
            <a:r>
              <a:rPr sz="1400" b="1" spc="-40" dirty="0">
                <a:solidFill>
                  <a:srgbClr val="3A3737"/>
                </a:solidFill>
                <a:latin typeface="Tahoma"/>
                <a:cs typeface="Tahoma"/>
              </a:rPr>
              <a:t>r</a:t>
            </a:r>
            <a:r>
              <a:rPr sz="1400" b="1" spc="5" dirty="0">
                <a:solidFill>
                  <a:srgbClr val="3A3737"/>
                </a:solidFill>
                <a:latin typeface="Tahoma"/>
                <a:cs typeface="Tahoma"/>
              </a:rPr>
              <a:t> </a:t>
            </a:r>
            <a:r>
              <a:rPr sz="1400" b="1" spc="-25" dirty="0">
                <a:solidFill>
                  <a:srgbClr val="3A3737"/>
                </a:solidFill>
                <a:latin typeface="Tahoma"/>
                <a:cs typeface="Tahoma"/>
              </a:rPr>
              <a:t>e</a:t>
            </a:r>
            <a:r>
              <a:rPr sz="1400" b="1" spc="-10" dirty="0">
                <a:solidFill>
                  <a:srgbClr val="3A3737"/>
                </a:solidFill>
                <a:latin typeface="Tahoma"/>
                <a:cs typeface="Tahoma"/>
              </a:rPr>
              <a:t>l</a:t>
            </a:r>
            <a:r>
              <a:rPr sz="1400" b="1" spc="-20" dirty="0">
                <a:solidFill>
                  <a:srgbClr val="3A3737"/>
                </a:solidFill>
                <a:latin typeface="Tahoma"/>
                <a:cs typeface="Tahoma"/>
              </a:rPr>
              <a:t> </a:t>
            </a:r>
            <a:r>
              <a:rPr sz="1400" b="1" spc="-15" dirty="0">
                <a:solidFill>
                  <a:srgbClr val="3A3737"/>
                </a:solidFill>
                <a:latin typeface="Tahoma"/>
                <a:cs typeface="Tahoma"/>
              </a:rPr>
              <a:t>ef</a:t>
            </a:r>
            <a:r>
              <a:rPr sz="1400" b="1" spc="-20" dirty="0">
                <a:solidFill>
                  <a:srgbClr val="3A3737"/>
                </a:solidFill>
                <a:latin typeface="Tahoma"/>
                <a:cs typeface="Tahoma"/>
              </a:rPr>
              <a:t>e</a:t>
            </a:r>
            <a:r>
              <a:rPr sz="1400" b="1" dirty="0">
                <a:solidFill>
                  <a:srgbClr val="3A3737"/>
                </a:solidFill>
                <a:latin typeface="Tahoma"/>
                <a:cs typeface="Tahoma"/>
              </a:rPr>
              <a:t>ct</a:t>
            </a:r>
            <a:r>
              <a:rPr sz="1400" b="1" spc="10" dirty="0">
                <a:solidFill>
                  <a:srgbClr val="3A3737"/>
                </a:solidFill>
                <a:latin typeface="Tahoma"/>
                <a:cs typeface="Tahoma"/>
              </a:rPr>
              <a:t>o</a:t>
            </a:r>
            <a:r>
              <a:rPr sz="1400" b="1" spc="-5" dirty="0">
                <a:solidFill>
                  <a:srgbClr val="3A3737"/>
                </a:solidFill>
                <a:latin typeface="Tahoma"/>
                <a:cs typeface="Tahoma"/>
              </a:rPr>
              <a:t> </a:t>
            </a:r>
            <a:r>
              <a:rPr sz="1400" b="1" spc="-50" dirty="0">
                <a:solidFill>
                  <a:srgbClr val="3A3737"/>
                </a:solidFill>
                <a:latin typeface="Tahoma"/>
                <a:cs typeface="Tahoma"/>
              </a:rPr>
              <a:t>WO</a:t>
            </a:r>
            <a:r>
              <a:rPr sz="1400" b="1" spc="-210" dirty="0">
                <a:solidFill>
                  <a:srgbClr val="3A3737"/>
                </a:solidFill>
                <a:latin typeface="Tahoma"/>
                <a:cs typeface="Tahoma"/>
              </a:rPr>
              <a:t>W</a:t>
            </a:r>
            <a:endParaRPr sz="1400" dirty="0">
              <a:latin typeface="Tahoma"/>
              <a:cs typeface="Tahoma"/>
            </a:endParaRPr>
          </a:p>
          <a:p>
            <a:pPr>
              <a:spcBef>
                <a:spcPts val="30"/>
              </a:spcBef>
            </a:pPr>
            <a:endParaRPr sz="2000" dirty="0">
              <a:latin typeface="Tahoma"/>
              <a:cs typeface="Tahoma"/>
            </a:endParaRPr>
          </a:p>
          <a:p>
            <a:pPr marL="12700" marR="5080">
              <a:spcBef>
                <a:spcPts val="5"/>
              </a:spcBef>
            </a:pPr>
            <a:r>
              <a:rPr sz="1600" spc="-5" dirty="0">
                <a:solidFill>
                  <a:srgbClr val="3A3737"/>
                </a:solidFill>
                <a:latin typeface="Calibri"/>
                <a:cs typeface="Calibri"/>
              </a:rPr>
              <a:t>Las</a:t>
            </a:r>
            <a:r>
              <a:rPr sz="1600" spc="10" dirty="0">
                <a:solidFill>
                  <a:srgbClr val="3A3737"/>
                </a:solidFill>
                <a:latin typeface="Calibri"/>
                <a:cs typeface="Calibri"/>
              </a:rPr>
              <a:t> </a:t>
            </a:r>
            <a:r>
              <a:rPr sz="1600" spc="-10" dirty="0">
                <a:solidFill>
                  <a:srgbClr val="3A3737"/>
                </a:solidFill>
                <a:latin typeface="Calibri"/>
                <a:cs typeface="Calibri"/>
              </a:rPr>
              <a:t>marcas</a:t>
            </a:r>
            <a:r>
              <a:rPr sz="1600" spc="10" dirty="0">
                <a:solidFill>
                  <a:srgbClr val="3A3737"/>
                </a:solidFill>
                <a:latin typeface="Calibri"/>
                <a:cs typeface="Calibri"/>
              </a:rPr>
              <a:t> </a:t>
            </a:r>
            <a:r>
              <a:rPr sz="1600" spc="-5" dirty="0">
                <a:solidFill>
                  <a:srgbClr val="3A3737"/>
                </a:solidFill>
                <a:latin typeface="Calibri"/>
                <a:cs typeface="Calibri"/>
              </a:rPr>
              <a:t>buscan</a:t>
            </a:r>
            <a:r>
              <a:rPr sz="1600" spc="10" dirty="0">
                <a:solidFill>
                  <a:srgbClr val="3A3737"/>
                </a:solidFill>
                <a:latin typeface="Calibri"/>
                <a:cs typeface="Calibri"/>
              </a:rPr>
              <a:t> </a:t>
            </a:r>
            <a:r>
              <a:rPr sz="1600" spc="-15" dirty="0">
                <a:solidFill>
                  <a:srgbClr val="3A3737"/>
                </a:solidFill>
                <a:latin typeface="Calibri"/>
                <a:cs typeface="Calibri"/>
              </a:rPr>
              <a:t>constantemente</a:t>
            </a:r>
            <a:r>
              <a:rPr sz="1600" spc="25" dirty="0">
                <a:solidFill>
                  <a:srgbClr val="3A3737"/>
                </a:solidFill>
                <a:latin typeface="Calibri"/>
                <a:cs typeface="Calibri"/>
              </a:rPr>
              <a:t> </a:t>
            </a:r>
            <a:r>
              <a:rPr sz="1600" spc="-10" dirty="0">
                <a:solidFill>
                  <a:srgbClr val="3A3737"/>
                </a:solidFill>
                <a:latin typeface="Calibri"/>
                <a:cs typeface="Calibri"/>
              </a:rPr>
              <a:t>nuevas</a:t>
            </a:r>
            <a:r>
              <a:rPr sz="1600" dirty="0">
                <a:solidFill>
                  <a:srgbClr val="3A3737"/>
                </a:solidFill>
                <a:latin typeface="Calibri"/>
                <a:cs typeface="Calibri"/>
              </a:rPr>
              <a:t> </a:t>
            </a:r>
            <a:r>
              <a:rPr sz="1600" spc="-10" dirty="0">
                <a:solidFill>
                  <a:srgbClr val="3A3737"/>
                </a:solidFill>
                <a:latin typeface="Calibri"/>
                <a:cs typeface="Calibri"/>
              </a:rPr>
              <a:t>formas</a:t>
            </a:r>
            <a:r>
              <a:rPr sz="1600" spc="5" dirty="0">
                <a:solidFill>
                  <a:srgbClr val="3A3737"/>
                </a:solidFill>
                <a:latin typeface="Calibri"/>
                <a:cs typeface="Calibri"/>
              </a:rPr>
              <a:t> </a:t>
            </a:r>
            <a:r>
              <a:rPr sz="1600" dirty="0">
                <a:solidFill>
                  <a:srgbClr val="3A3737"/>
                </a:solidFill>
                <a:latin typeface="Calibri"/>
                <a:cs typeface="Calibri"/>
              </a:rPr>
              <a:t>de</a:t>
            </a:r>
            <a:r>
              <a:rPr sz="1600" spc="10" dirty="0">
                <a:solidFill>
                  <a:srgbClr val="3A3737"/>
                </a:solidFill>
                <a:latin typeface="Calibri"/>
                <a:cs typeface="Calibri"/>
              </a:rPr>
              <a:t> </a:t>
            </a:r>
            <a:r>
              <a:rPr sz="1600" spc="-10" dirty="0">
                <a:solidFill>
                  <a:srgbClr val="3A3737"/>
                </a:solidFill>
                <a:latin typeface="Calibri"/>
                <a:cs typeface="Calibri"/>
              </a:rPr>
              <a:t>relacionarse</a:t>
            </a:r>
            <a:r>
              <a:rPr sz="1600" spc="35" dirty="0">
                <a:solidFill>
                  <a:srgbClr val="3A3737"/>
                </a:solidFill>
                <a:latin typeface="Calibri"/>
                <a:cs typeface="Calibri"/>
              </a:rPr>
              <a:t> </a:t>
            </a:r>
            <a:r>
              <a:rPr sz="1600" spc="-10" dirty="0">
                <a:solidFill>
                  <a:srgbClr val="3A3737"/>
                </a:solidFill>
                <a:latin typeface="Calibri"/>
                <a:cs typeface="Calibri"/>
              </a:rPr>
              <a:t>con</a:t>
            </a:r>
            <a:r>
              <a:rPr sz="1600" spc="25" dirty="0">
                <a:solidFill>
                  <a:srgbClr val="3A3737"/>
                </a:solidFill>
                <a:latin typeface="Calibri"/>
                <a:cs typeface="Calibri"/>
              </a:rPr>
              <a:t> </a:t>
            </a:r>
            <a:r>
              <a:rPr sz="1600" dirty="0">
                <a:solidFill>
                  <a:srgbClr val="3A3737"/>
                </a:solidFill>
                <a:latin typeface="Calibri"/>
                <a:cs typeface="Calibri"/>
              </a:rPr>
              <a:t>sus </a:t>
            </a:r>
            <a:r>
              <a:rPr sz="1600" spc="-10" dirty="0">
                <a:solidFill>
                  <a:srgbClr val="3A3737"/>
                </a:solidFill>
                <a:latin typeface="Calibri"/>
                <a:cs typeface="Calibri"/>
              </a:rPr>
              <a:t>clientes.</a:t>
            </a:r>
            <a:r>
              <a:rPr sz="1600" spc="20" dirty="0">
                <a:solidFill>
                  <a:srgbClr val="3A3737"/>
                </a:solidFill>
                <a:latin typeface="Calibri"/>
                <a:cs typeface="Calibri"/>
              </a:rPr>
              <a:t> </a:t>
            </a:r>
            <a:r>
              <a:rPr sz="1600" spc="-10" dirty="0">
                <a:solidFill>
                  <a:srgbClr val="3A3737"/>
                </a:solidFill>
                <a:latin typeface="Calibri"/>
                <a:cs typeface="Calibri"/>
              </a:rPr>
              <a:t>Sorprenderlos</a:t>
            </a:r>
            <a:r>
              <a:rPr sz="1600" spc="20" dirty="0">
                <a:solidFill>
                  <a:srgbClr val="3A3737"/>
                </a:solidFill>
                <a:latin typeface="Calibri"/>
                <a:cs typeface="Calibri"/>
              </a:rPr>
              <a:t> </a:t>
            </a:r>
            <a:r>
              <a:rPr sz="1600" dirty="0">
                <a:solidFill>
                  <a:srgbClr val="3A3737"/>
                </a:solidFill>
                <a:latin typeface="Calibri"/>
                <a:cs typeface="Calibri"/>
              </a:rPr>
              <a:t>y</a:t>
            </a:r>
            <a:r>
              <a:rPr sz="1600" spc="10" dirty="0">
                <a:solidFill>
                  <a:srgbClr val="3A3737"/>
                </a:solidFill>
                <a:latin typeface="Calibri"/>
                <a:cs typeface="Calibri"/>
              </a:rPr>
              <a:t> </a:t>
            </a:r>
            <a:r>
              <a:rPr sz="1600" spc="-10" dirty="0">
                <a:solidFill>
                  <a:srgbClr val="3A3737"/>
                </a:solidFill>
                <a:latin typeface="Calibri"/>
                <a:cs typeface="Calibri"/>
              </a:rPr>
              <a:t>atraer</a:t>
            </a:r>
            <a:r>
              <a:rPr sz="1600" spc="5" dirty="0">
                <a:solidFill>
                  <a:srgbClr val="3A3737"/>
                </a:solidFill>
                <a:latin typeface="Calibri"/>
                <a:cs typeface="Calibri"/>
              </a:rPr>
              <a:t> </a:t>
            </a:r>
            <a:r>
              <a:rPr sz="1600" dirty="0">
                <a:solidFill>
                  <a:srgbClr val="3A3737"/>
                </a:solidFill>
                <a:latin typeface="Calibri"/>
                <a:cs typeface="Calibri"/>
              </a:rPr>
              <a:t>su</a:t>
            </a:r>
            <a:r>
              <a:rPr sz="1600" spc="5" dirty="0">
                <a:solidFill>
                  <a:srgbClr val="3A3737"/>
                </a:solidFill>
                <a:latin typeface="Calibri"/>
                <a:cs typeface="Calibri"/>
              </a:rPr>
              <a:t> </a:t>
            </a:r>
            <a:r>
              <a:rPr sz="1600" spc="-10" dirty="0">
                <a:solidFill>
                  <a:srgbClr val="3A3737"/>
                </a:solidFill>
                <a:latin typeface="Calibri"/>
                <a:cs typeface="Calibri"/>
              </a:rPr>
              <a:t>atención </a:t>
            </a:r>
            <a:r>
              <a:rPr sz="1600" spc="-390" dirty="0">
                <a:solidFill>
                  <a:srgbClr val="3A3737"/>
                </a:solidFill>
                <a:latin typeface="Calibri"/>
                <a:cs typeface="Calibri"/>
              </a:rPr>
              <a:t> </a:t>
            </a:r>
            <a:r>
              <a:rPr sz="1600" dirty="0">
                <a:solidFill>
                  <a:srgbClr val="3A3737"/>
                </a:solidFill>
                <a:latin typeface="Calibri"/>
                <a:cs typeface="Calibri"/>
              </a:rPr>
              <a:t>es</a:t>
            </a:r>
            <a:r>
              <a:rPr sz="1600" spc="5" dirty="0">
                <a:solidFill>
                  <a:srgbClr val="3A3737"/>
                </a:solidFill>
                <a:latin typeface="Calibri"/>
                <a:cs typeface="Calibri"/>
              </a:rPr>
              <a:t> </a:t>
            </a:r>
            <a:r>
              <a:rPr sz="1600" spc="-5" dirty="0">
                <a:solidFill>
                  <a:srgbClr val="3A3737"/>
                </a:solidFill>
                <a:latin typeface="Calibri"/>
                <a:cs typeface="Calibri"/>
              </a:rPr>
              <a:t>cada</a:t>
            </a:r>
            <a:r>
              <a:rPr sz="1600" spc="5" dirty="0">
                <a:solidFill>
                  <a:srgbClr val="3A3737"/>
                </a:solidFill>
                <a:latin typeface="Calibri"/>
                <a:cs typeface="Calibri"/>
              </a:rPr>
              <a:t> </a:t>
            </a:r>
            <a:r>
              <a:rPr sz="1600" spc="-10" dirty="0">
                <a:solidFill>
                  <a:srgbClr val="3A3737"/>
                </a:solidFill>
                <a:latin typeface="Calibri"/>
                <a:cs typeface="Calibri"/>
              </a:rPr>
              <a:t>vez</a:t>
            </a:r>
            <a:r>
              <a:rPr sz="1600" spc="-5" dirty="0">
                <a:solidFill>
                  <a:srgbClr val="3A3737"/>
                </a:solidFill>
                <a:latin typeface="Calibri"/>
                <a:cs typeface="Calibri"/>
              </a:rPr>
              <a:t> </a:t>
            </a:r>
            <a:r>
              <a:rPr sz="1600" dirty="0">
                <a:solidFill>
                  <a:srgbClr val="3A3737"/>
                </a:solidFill>
                <a:latin typeface="Calibri"/>
                <a:cs typeface="Calibri"/>
              </a:rPr>
              <a:t>más</a:t>
            </a:r>
            <a:r>
              <a:rPr sz="1600" spc="-10" dirty="0">
                <a:solidFill>
                  <a:srgbClr val="3A3737"/>
                </a:solidFill>
                <a:latin typeface="Calibri"/>
                <a:cs typeface="Calibri"/>
              </a:rPr>
              <a:t> difícil,</a:t>
            </a:r>
            <a:r>
              <a:rPr sz="1600" spc="30" dirty="0">
                <a:solidFill>
                  <a:srgbClr val="3A3737"/>
                </a:solidFill>
                <a:latin typeface="Calibri"/>
                <a:cs typeface="Calibri"/>
              </a:rPr>
              <a:t> </a:t>
            </a:r>
            <a:r>
              <a:rPr sz="1600" dirty="0">
                <a:solidFill>
                  <a:srgbClr val="3A3737"/>
                </a:solidFill>
                <a:latin typeface="Calibri"/>
                <a:cs typeface="Calibri"/>
              </a:rPr>
              <a:t>y la</a:t>
            </a:r>
            <a:r>
              <a:rPr sz="1600" spc="10" dirty="0">
                <a:solidFill>
                  <a:srgbClr val="3A3737"/>
                </a:solidFill>
                <a:latin typeface="Calibri"/>
                <a:cs typeface="Calibri"/>
              </a:rPr>
              <a:t> </a:t>
            </a:r>
            <a:r>
              <a:rPr sz="1600" spc="-10" dirty="0">
                <a:solidFill>
                  <a:srgbClr val="3A3737"/>
                </a:solidFill>
                <a:latin typeface="Calibri"/>
                <a:cs typeface="Calibri"/>
              </a:rPr>
              <a:t>Realidad</a:t>
            </a:r>
            <a:r>
              <a:rPr sz="1600" spc="25" dirty="0">
                <a:solidFill>
                  <a:srgbClr val="3A3737"/>
                </a:solidFill>
                <a:latin typeface="Calibri"/>
                <a:cs typeface="Calibri"/>
              </a:rPr>
              <a:t> </a:t>
            </a:r>
            <a:r>
              <a:rPr sz="1600" spc="-5" dirty="0">
                <a:solidFill>
                  <a:srgbClr val="3A3737"/>
                </a:solidFill>
                <a:latin typeface="Calibri"/>
                <a:cs typeface="Calibri"/>
              </a:rPr>
              <a:t>Aumentada</a:t>
            </a:r>
            <a:r>
              <a:rPr sz="1600" spc="-10" dirty="0">
                <a:solidFill>
                  <a:srgbClr val="3A3737"/>
                </a:solidFill>
                <a:latin typeface="Calibri"/>
                <a:cs typeface="Calibri"/>
              </a:rPr>
              <a:t> </a:t>
            </a:r>
            <a:r>
              <a:rPr sz="1600" dirty="0">
                <a:solidFill>
                  <a:srgbClr val="3A3737"/>
                </a:solidFill>
                <a:latin typeface="Calibri"/>
                <a:cs typeface="Calibri"/>
              </a:rPr>
              <a:t>puede</a:t>
            </a:r>
            <a:r>
              <a:rPr sz="1600" spc="15" dirty="0">
                <a:solidFill>
                  <a:srgbClr val="3A3737"/>
                </a:solidFill>
                <a:latin typeface="Calibri"/>
                <a:cs typeface="Calibri"/>
              </a:rPr>
              <a:t> </a:t>
            </a:r>
            <a:r>
              <a:rPr sz="1600" spc="-10" dirty="0">
                <a:solidFill>
                  <a:srgbClr val="3A3737"/>
                </a:solidFill>
                <a:latin typeface="Calibri"/>
                <a:cs typeface="Calibri"/>
              </a:rPr>
              <a:t>jugar</a:t>
            </a:r>
            <a:r>
              <a:rPr sz="1600" spc="-5" dirty="0">
                <a:solidFill>
                  <a:srgbClr val="3A3737"/>
                </a:solidFill>
                <a:latin typeface="Calibri"/>
                <a:cs typeface="Calibri"/>
              </a:rPr>
              <a:t> un</a:t>
            </a:r>
            <a:r>
              <a:rPr sz="1600" spc="10" dirty="0">
                <a:solidFill>
                  <a:srgbClr val="3A3737"/>
                </a:solidFill>
                <a:latin typeface="Calibri"/>
                <a:cs typeface="Calibri"/>
              </a:rPr>
              <a:t> </a:t>
            </a:r>
            <a:r>
              <a:rPr sz="1600" spc="-5" dirty="0">
                <a:solidFill>
                  <a:srgbClr val="3A3737"/>
                </a:solidFill>
                <a:latin typeface="Calibri"/>
                <a:cs typeface="Calibri"/>
              </a:rPr>
              <a:t>papel</a:t>
            </a:r>
            <a:r>
              <a:rPr sz="1600" spc="15" dirty="0">
                <a:solidFill>
                  <a:srgbClr val="3A3737"/>
                </a:solidFill>
                <a:latin typeface="Calibri"/>
                <a:cs typeface="Calibri"/>
              </a:rPr>
              <a:t> </a:t>
            </a:r>
            <a:r>
              <a:rPr sz="1600" spc="-10" dirty="0">
                <a:solidFill>
                  <a:srgbClr val="3A3737"/>
                </a:solidFill>
                <a:latin typeface="Calibri"/>
                <a:cs typeface="Calibri"/>
              </a:rPr>
              <a:t>clave</a:t>
            </a:r>
            <a:r>
              <a:rPr sz="1600" dirty="0">
                <a:solidFill>
                  <a:srgbClr val="3A3737"/>
                </a:solidFill>
                <a:latin typeface="Calibri"/>
                <a:cs typeface="Calibri"/>
              </a:rPr>
              <a:t> en</a:t>
            </a:r>
            <a:r>
              <a:rPr sz="1600" spc="-5" dirty="0">
                <a:solidFill>
                  <a:srgbClr val="3A3737"/>
                </a:solidFill>
                <a:latin typeface="Calibri"/>
                <a:cs typeface="Calibri"/>
              </a:rPr>
              <a:t> </a:t>
            </a:r>
            <a:r>
              <a:rPr sz="1600" spc="-15" dirty="0">
                <a:solidFill>
                  <a:srgbClr val="3A3737"/>
                </a:solidFill>
                <a:latin typeface="Calibri"/>
                <a:cs typeface="Calibri"/>
              </a:rPr>
              <a:t>este</a:t>
            </a:r>
            <a:r>
              <a:rPr sz="1600" spc="15" dirty="0">
                <a:solidFill>
                  <a:srgbClr val="3A3737"/>
                </a:solidFill>
                <a:latin typeface="Calibri"/>
                <a:cs typeface="Calibri"/>
              </a:rPr>
              <a:t> </a:t>
            </a:r>
            <a:r>
              <a:rPr sz="1600" spc="-5" dirty="0">
                <a:solidFill>
                  <a:srgbClr val="3A3737"/>
                </a:solidFill>
                <a:latin typeface="Calibri"/>
                <a:cs typeface="Calibri"/>
              </a:rPr>
              <a:t>aspecto.</a:t>
            </a:r>
            <a:endParaRPr sz="1600" dirty="0">
              <a:latin typeface="Calibri"/>
              <a:cs typeface="Calibri"/>
            </a:endParaRPr>
          </a:p>
          <a:p>
            <a:pPr>
              <a:spcBef>
                <a:spcPts val="20"/>
              </a:spcBef>
            </a:pPr>
            <a:endParaRPr sz="1600" dirty="0">
              <a:latin typeface="Calibri"/>
              <a:cs typeface="Calibri"/>
            </a:endParaRPr>
          </a:p>
          <a:p>
            <a:pPr marL="12700" marR="378460"/>
            <a:r>
              <a:rPr sz="1600" spc="-10" dirty="0">
                <a:solidFill>
                  <a:srgbClr val="3A3737"/>
                </a:solidFill>
                <a:latin typeface="Calibri"/>
                <a:cs typeface="Calibri"/>
              </a:rPr>
              <a:t>Pese</a:t>
            </a:r>
            <a:r>
              <a:rPr sz="1600" dirty="0">
                <a:solidFill>
                  <a:srgbClr val="3A3737"/>
                </a:solidFill>
                <a:latin typeface="Calibri"/>
                <a:cs typeface="Calibri"/>
              </a:rPr>
              <a:t> a</a:t>
            </a:r>
            <a:r>
              <a:rPr sz="1600" spc="10" dirty="0">
                <a:solidFill>
                  <a:srgbClr val="3A3737"/>
                </a:solidFill>
                <a:latin typeface="Calibri"/>
                <a:cs typeface="Calibri"/>
              </a:rPr>
              <a:t> </a:t>
            </a:r>
            <a:r>
              <a:rPr sz="1600" dirty="0">
                <a:solidFill>
                  <a:srgbClr val="3A3737"/>
                </a:solidFill>
                <a:latin typeface="Calibri"/>
                <a:cs typeface="Calibri"/>
              </a:rPr>
              <a:t>ser</a:t>
            </a:r>
            <a:r>
              <a:rPr sz="1600" spc="5" dirty="0">
                <a:solidFill>
                  <a:srgbClr val="3A3737"/>
                </a:solidFill>
                <a:latin typeface="Calibri"/>
                <a:cs typeface="Calibri"/>
              </a:rPr>
              <a:t> </a:t>
            </a:r>
            <a:r>
              <a:rPr sz="1600" spc="-5" dirty="0">
                <a:solidFill>
                  <a:srgbClr val="3A3737"/>
                </a:solidFill>
                <a:latin typeface="Calibri"/>
                <a:cs typeface="Calibri"/>
              </a:rPr>
              <a:t>una</a:t>
            </a:r>
            <a:r>
              <a:rPr sz="1600" dirty="0">
                <a:solidFill>
                  <a:srgbClr val="3A3737"/>
                </a:solidFill>
                <a:latin typeface="Calibri"/>
                <a:cs typeface="Calibri"/>
              </a:rPr>
              <a:t> </a:t>
            </a:r>
            <a:r>
              <a:rPr sz="1600" spc="-5" dirty="0">
                <a:solidFill>
                  <a:srgbClr val="3A3737"/>
                </a:solidFill>
                <a:latin typeface="Calibri"/>
                <a:cs typeface="Calibri"/>
              </a:rPr>
              <a:t>tecnología</a:t>
            </a:r>
            <a:r>
              <a:rPr sz="1600" spc="30" dirty="0">
                <a:solidFill>
                  <a:srgbClr val="3A3737"/>
                </a:solidFill>
                <a:latin typeface="Calibri"/>
                <a:cs typeface="Calibri"/>
              </a:rPr>
              <a:t> </a:t>
            </a:r>
            <a:r>
              <a:rPr sz="1600" spc="-5" dirty="0">
                <a:solidFill>
                  <a:srgbClr val="3A3737"/>
                </a:solidFill>
                <a:latin typeface="Calibri"/>
                <a:cs typeface="Calibri"/>
              </a:rPr>
              <a:t>cada</a:t>
            </a:r>
            <a:r>
              <a:rPr sz="1600" spc="10" dirty="0">
                <a:solidFill>
                  <a:srgbClr val="3A3737"/>
                </a:solidFill>
                <a:latin typeface="Calibri"/>
                <a:cs typeface="Calibri"/>
              </a:rPr>
              <a:t> </a:t>
            </a:r>
            <a:r>
              <a:rPr sz="1600" spc="-10" dirty="0">
                <a:solidFill>
                  <a:srgbClr val="3A3737"/>
                </a:solidFill>
                <a:latin typeface="Calibri"/>
                <a:cs typeface="Calibri"/>
              </a:rPr>
              <a:t>vez</a:t>
            </a:r>
            <a:r>
              <a:rPr sz="1600" dirty="0">
                <a:solidFill>
                  <a:srgbClr val="3A3737"/>
                </a:solidFill>
                <a:latin typeface="Calibri"/>
                <a:cs typeface="Calibri"/>
              </a:rPr>
              <a:t> más</a:t>
            </a:r>
            <a:r>
              <a:rPr sz="1600" spc="-5" dirty="0">
                <a:solidFill>
                  <a:srgbClr val="3A3737"/>
                </a:solidFill>
                <a:latin typeface="Calibri"/>
                <a:cs typeface="Calibri"/>
              </a:rPr>
              <a:t> </a:t>
            </a:r>
            <a:r>
              <a:rPr sz="1600" spc="-10" dirty="0">
                <a:solidFill>
                  <a:srgbClr val="3A3737"/>
                </a:solidFill>
                <a:latin typeface="Calibri"/>
                <a:cs typeface="Calibri"/>
              </a:rPr>
              <a:t>democratizada,</a:t>
            </a:r>
            <a:r>
              <a:rPr sz="1600" spc="5" dirty="0">
                <a:solidFill>
                  <a:srgbClr val="3A3737"/>
                </a:solidFill>
                <a:latin typeface="Calibri"/>
                <a:cs typeface="Calibri"/>
              </a:rPr>
              <a:t> </a:t>
            </a:r>
            <a:r>
              <a:rPr sz="1600" spc="-5" dirty="0">
                <a:solidFill>
                  <a:srgbClr val="3A3737"/>
                </a:solidFill>
                <a:latin typeface="Calibri"/>
                <a:cs typeface="Calibri"/>
              </a:rPr>
              <a:t>su</a:t>
            </a:r>
            <a:r>
              <a:rPr sz="1600" spc="10" dirty="0">
                <a:solidFill>
                  <a:srgbClr val="3A3737"/>
                </a:solidFill>
                <a:latin typeface="Calibri"/>
                <a:cs typeface="Calibri"/>
              </a:rPr>
              <a:t> </a:t>
            </a:r>
            <a:r>
              <a:rPr sz="1600" dirty="0">
                <a:solidFill>
                  <a:srgbClr val="3A3737"/>
                </a:solidFill>
                <a:latin typeface="Calibri"/>
                <a:cs typeface="Calibri"/>
              </a:rPr>
              <a:t>uso </a:t>
            </a:r>
            <a:r>
              <a:rPr sz="1600" spc="-5" dirty="0">
                <a:solidFill>
                  <a:srgbClr val="3A3737"/>
                </a:solidFill>
                <a:latin typeface="Calibri"/>
                <a:cs typeface="Calibri"/>
              </a:rPr>
              <a:t>sigue</a:t>
            </a:r>
            <a:r>
              <a:rPr sz="1600" spc="5" dirty="0">
                <a:solidFill>
                  <a:srgbClr val="3A3737"/>
                </a:solidFill>
                <a:latin typeface="Calibri"/>
                <a:cs typeface="Calibri"/>
              </a:rPr>
              <a:t> </a:t>
            </a:r>
            <a:r>
              <a:rPr sz="1600" spc="-10" dirty="0">
                <a:solidFill>
                  <a:srgbClr val="3A3737"/>
                </a:solidFill>
                <a:latin typeface="Calibri"/>
                <a:cs typeface="Calibri"/>
              </a:rPr>
              <a:t>contando</a:t>
            </a:r>
            <a:r>
              <a:rPr sz="1600" spc="25" dirty="0">
                <a:solidFill>
                  <a:srgbClr val="3A3737"/>
                </a:solidFill>
                <a:latin typeface="Calibri"/>
                <a:cs typeface="Calibri"/>
              </a:rPr>
              <a:t> </a:t>
            </a:r>
            <a:r>
              <a:rPr sz="1600" spc="-10" dirty="0">
                <a:solidFill>
                  <a:srgbClr val="3A3737"/>
                </a:solidFill>
                <a:latin typeface="Calibri"/>
                <a:cs typeface="Calibri"/>
              </a:rPr>
              <a:t>con</a:t>
            </a:r>
            <a:r>
              <a:rPr sz="1600" spc="10" dirty="0">
                <a:solidFill>
                  <a:srgbClr val="3A3737"/>
                </a:solidFill>
                <a:latin typeface="Calibri"/>
                <a:cs typeface="Calibri"/>
              </a:rPr>
              <a:t> </a:t>
            </a:r>
            <a:r>
              <a:rPr sz="1600" dirty="0">
                <a:solidFill>
                  <a:srgbClr val="3A3737"/>
                </a:solidFill>
                <a:latin typeface="Calibri"/>
                <a:cs typeface="Calibri"/>
              </a:rPr>
              <a:t>el</a:t>
            </a:r>
            <a:r>
              <a:rPr sz="1600" spc="5" dirty="0">
                <a:solidFill>
                  <a:srgbClr val="3A3737"/>
                </a:solidFill>
                <a:latin typeface="Calibri"/>
                <a:cs typeface="Calibri"/>
              </a:rPr>
              <a:t> </a:t>
            </a:r>
            <a:r>
              <a:rPr sz="1600" spc="-10" dirty="0">
                <a:solidFill>
                  <a:srgbClr val="3A3737"/>
                </a:solidFill>
                <a:latin typeface="Calibri"/>
                <a:cs typeface="Calibri"/>
              </a:rPr>
              <a:t>factor</a:t>
            </a:r>
            <a:r>
              <a:rPr sz="1600" spc="10" dirty="0">
                <a:solidFill>
                  <a:srgbClr val="3A3737"/>
                </a:solidFill>
                <a:latin typeface="Calibri"/>
                <a:cs typeface="Calibri"/>
              </a:rPr>
              <a:t> </a:t>
            </a:r>
            <a:r>
              <a:rPr sz="1600" spc="-10" dirty="0">
                <a:solidFill>
                  <a:srgbClr val="3A3737"/>
                </a:solidFill>
                <a:latin typeface="Calibri"/>
                <a:cs typeface="Calibri"/>
              </a:rPr>
              <a:t>sorpresa</a:t>
            </a:r>
            <a:r>
              <a:rPr sz="1600" spc="-5" dirty="0">
                <a:solidFill>
                  <a:srgbClr val="3A3737"/>
                </a:solidFill>
                <a:latin typeface="Calibri"/>
                <a:cs typeface="Calibri"/>
              </a:rPr>
              <a:t> que</a:t>
            </a:r>
            <a:r>
              <a:rPr sz="1600" spc="15" dirty="0">
                <a:solidFill>
                  <a:srgbClr val="3A3737"/>
                </a:solidFill>
                <a:latin typeface="Calibri"/>
                <a:cs typeface="Calibri"/>
              </a:rPr>
              <a:t> </a:t>
            </a:r>
            <a:r>
              <a:rPr sz="1600" spc="-10" dirty="0">
                <a:solidFill>
                  <a:srgbClr val="3A3737"/>
                </a:solidFill>
                <a:latin typeface="Calibri"/>
                <a:cs typeface="Calibri"/>
              </a:rPr>
              <a:t>genera</a:t>
            </a:r>
            <a:r>
              <a:rPr sz="1600" dirty="0">
                <a:solidFill>
                  <a:srgbClr val="3A3737"/>
                </a:solidFill>
                <a:latin typeface="Calibri"/>
                <a:cs typeface="Calibri"/>
              </a:rPr>
              <a:t> el </a:t>
            </a:r>
            <a:r>
              <a:rPr sz="1600" spc="-390" dirty="0">
                <a:solidFill>
                  <a:srgbClr val="3A3737"/>
                </a:solidFill>
                <a:latin typeface="Calibri"/>
                <a:cs typeface="Calibri"/>
              </a:rPr>
              <a:t> </a:t>
            </a:r>
            <a:r>
              <a:rPr sz="1600" spc="-10" dirty="0">
                <a:solidFill>
                  <a:srgbClr val="3A3737"/>
                </a:solidFill>
                <a:latin typeface="Calibri"/>
                <a:cs typeface="Calibri"/>
              </a:rPr>
              <a:t>conocido</a:t>
            </a:r>
            <a:r>
              <a:rPr sz="1600" spc="20" dirty="0">
                <a:solidFill>
                  <a:srgbClr val="3A3737"/>
                </a:solidFill>
                <a:latin typeface="Calibri"/>
                <a:cs typeface="Calibri"/>
              </a:rPr>
              <a:t> </a:t>
            </a:r>
            <a:r>
              <a:rPr sz="1600" spc="-15" dirty="0">
                <a:solidFill>
                  <a:srgbClr val="3A3737"/>
                </a:solidFill>
                <a:latin typeface="Calibri"/>
                <a:cs typeface="Calibri"/>
              </a:rPr>
              <a:t>efecto</a:t>
            </a:r>
            <a:r>
              <a:rPr sz="1600" spc="5" dirty="0">
                <a:solidFill>
                  <a:srgbClr val="3A3737"/>
                </a:solidFill>
                <a:latin typeface="Calibri"/>
                <a:cs typeface="Calibri"/>
              </a:rPr>
              <a:t> </a:t>
            </a:r>
            <a:r>
              <a:rPr sz="1600" spc="-20" dirty="0">
                <a:solidFill>
                  <a:srgbClr val="3A3737"/>
                </a:solidFill>
                <a:latin typeface="Calibri"/>
                <a:cs typeface="Calibri"/>
              </a:rPr>
              <a:t>WOW</a:t>
            </a:r>
            <a:r>
              <a:rPr sz="1600" spc="15" dirty="0">
                <a:solidFill>
                  <a:srgbClr val="3A3737"/>
                </a:solidFill>
                <a:latin typeface="Calibri"/>
                <a:cs typeface="Calibri"/>
              </a:rPr>
              <a:t> </a:t>
            </a:r>
            <a:r>
              <a:rPr sz="1600" spc="-5" dirty="0">
                <a:solidFill>
                  <a:srgbClr val="3A3737"/>
                </a:solidFill>
                <a:latin typeface="Calibri"/>
                <a:cs typeface="Calibri"/>
              </a:rPr>
              <a:t>que</a:t>
            </a:r>
            <a:r>
              <a:rPr sz="1600" dirty="0">
                <a:solidFill>
                  <a:srgbClr val="3A3737"/>
                </a:solidFill>
                <a:latin typeface="Calibri"/>
                <a:cs typeface="Calibri"/>
              </a:rPr>
              <a:t> deja</a:t>
            </a:r>
            <a:r>
              <a:rPr sz="1600" spc="-5" dirty="0">
                <a:solidFill>
                  <a:srgbClr val="3A3737"/>
                </a:solidFill>
                <a:latin typeface="Calibri"/>
                <a:cs typeface="Calibri"/>
              </a:rPr>
              <a:t> </a:t>
            </a:r>
            <a:r>
              <a:rPr sz="1600" spc="-10" dirty="0">
                <a:solidFill>
                  <a:srgbClr val="3A3737"/>
                </a:solidFill>
                <a:latin typeface="Calibri"/>
                <a:cs typeface="Calibri"/>
              </a:rPr>
              <a:t>boquiabiertos</a:t>
            </a:r>
            <a:r>
              <a:rPr sz="1600" spc="10" dirty="0">
                <a:solidFill>
                  <a:srgbClr val="3A3737"/>
                </a:solidFill>
                <a:latin typeface="Calibri"/>
                <a:cs typeface="Calibri"/>
              </a:rPr>
              <a:t> </a:t>
            </a:r>
            <a:r>
              <a:rPr sz="1600" dirty="0">
                <a:solidFill>
                  <a:srgbClr val="3A3737"/>
                </a:solidFill>
                <a:latin typeface="Calibri"/>
                <a:cs typeface="Calibri"/>
              </a:rPr>
              <a:t>a </a:t>
            </a:r>
            <a:r>
              <a:rPr sz="1600" spc="-10" dirty="0">
                <a:solidFill>
                  <a:srgbClr val="3A3737"/>
                </a:solidFill>
                <a:latin typeface="Calibri"/>
                <a:cs typeface="Calibri"/>
              </a:rPr>
              <a:t>todos</a:t>
            </a:r>
            <a:r>
              <a:rPr sz="1600" dirty="0">
                <a:solidFill>
                  <a:srgbClr val="3A3737"/>
                </a:solidFill>
                <a:latin typeface="Calibri"/>
                <a:cs typeface="Calibri"/>
              </a:rPr>
              <a:t> </a:t>
            </a:r>
            <a:r>
              <a:rPr sz="1600" spc="-5" dirty="0">
                <a:solidFill>
                  <a:srgbClr val="3A3737"/>
                </a:solidFill>
                <a:latin typeface="Calibri"/>
                <a:cs typeface="Calibri"/>
              </a:rPr>
              <a:t>los</a:t>
            </a:r>
            <a:r>
              <a:rPr sz="1600" dirty="0">
                <a:solidFill>
                  <a:srgbClr val="3A3737"/>
                </a:solidFill>
                <a:latin typeface="Calibri"/>
                <a:cs typeface="Calibri"/>
              </a:rPr>
              <a:t> </a:t>
            </a:r>
            <a:r>
              <a:rPr sz="1600" spc="-5" dirty="0">
                <a:solidFill>
                  <a:srgbClr val="3A3737"/>
                </a:solidFill>
                <a:latin typeface="Calibri"/>
                <a:cs typeface="Calibri"/>
              </a:rPr>
              <a:t>que</a:t>
            </a:r>
            <a:r>
              <a:rPr sz="1600" spc="15" dirty="0">
                <a:solidFill>
                  <a:srgbClr val="3A3737"/>
                </a:solidFill>
                <a:latin typeface="Calibri"/>
                <a:cs typeface="Calibri"/>
              </a:rPr>
              <a:t> </a:t>
            </a:r>
            <a:r>
              <a:rPr sz="1600" spc="-5" dirty="0">
                <a:solidFill>
                  <a:srgbClr val="3A3737"/>
                </a:solidFill>
                <a:latin typeface="Calibri"/>
                <a:cs typeface="Calibri"/>
              </a:rPr>
              <a:t>lo</a:t>
            </a:r>
            <a:r>
              <a:rPr sz="1600" spc="5" dirty="0">
                <a:solidFill>
                  <a:srgbClr val="3A3737"/>
                </a:solidFill>
                <a:latin typeface="Calibri"/>
                <a:cs typeface="Calibri"/>
              </a:rPr>
              <a:t> </a:t>
            </a:r>
            <a:r>
              <a:rPr sz="1600" spc="-5" dirty="0">
                <a:solidFill>
                  <a:srgbClr val="3A3737"/>
                </a:solidFill>
                <a:latin typeface="Calibri"/>
                <a:cs typeface="Calibri"/>
              </a:rPr>
              <a:t>viven.</a:t>
            </a:r>
            <a:endParaRPr sz="1600" dirty="0">
              <a:latin typeface="Calibri"/>
              <a:cs typeface="Calibri"/>
            </a:endParaRPr>
          </a:p>
          <a:p>
            <a:pPr>
              <a:spcBef>
                <a:spcPts val="25"/>
              </a:spcBef>
            </a:pPr>
            <a:endParaRPr sz="1600" dirty="0">
              <a:latin typeface="Calibri"/>
              <a:cs typeface="Calibri"/>
            </a:endParaRPr>
          </a:p>
          <a:p>
            <a:pPr marL="12700" marR="80010">
              <a:spcBef>
                <a:spcPts val="5"/>
              </a:spcBef>
            </a:pPr>
            <a:r>
              <a:rPr sz="1600" spc="-15" dirty="0">
                <a:solidFill>
                  <a:srgbClr val="3A3737"/>
                </a:solidFill>
                <a:latin typeface="Calibri"/>
                <a:cs typeface="Calibri"/>
              </a:rPr>
              <a:t>Esto</a:t>
            </a:r>
            <a:r>
              <a:rPr sz="1600" dirty="0">
                <a:solidFill>
                  <a:srgbClr val="3A3737"/>
                </a:solidFill>
                <a:latin typeface="Calibri"/>
                <a:cs typeface="Calibri"/>
              </a:rPr>
              <a:t> </a:t>
            </a:r>
            <a:r>
              <a:rPr sz="1600" spc="-10" dirty="0">
                <a:solidFill>
                  <a:srgbClr val="3A3737"/>
                </a:solidFill>
                <a:latin typeface="Calibri"/>
                <a:cs typeface="Calibri"/>
              </a:rPr>
              <a:t>potencia</a:t>
            </a:r>
            <a:r>
              <a:rPr sz="1600" spc="35" dirty="0">
                <a:solidFill>
                  <a:srgbClr val="3A3737"/>
                </a:solidFill>
                <a:latin typeface="Calibri"/>
                <a:cs typeface="Calibri"/>
              </a:rPr>
              <a:t> </a:t>
            </a:r>
            <a:r>
              <a:rPr sz="1600" spc="-5" dirty="0">
                <a:solidFill>
                  <a:srgbClr val="3A3737"/>
                </a:solidFill>
                <a:latin typeface="Calibri"/>
                <a:cs typeface="Calibri"/>
              </a:rPr>
              <a:t>la</a:t>
            </a:r>
            <a:r>
              <a:rPr sz="1600" dirty="0">
                <a:solidFill>
                  <a:srgbClr val="3A3737"/>
                </a:solidFill>
                <a:latin typeface="Calibri"/>
                <a:cs typeface="Calibri"/>
              </a:rPr>
              <a:t> </a:t>
            </a:r>
            <a:r>
              <a:rPr sz="1600" spc="-5" dirty="0">
                <a:solidFill>
                  <a:srgbClr val="3A3737"/>
                </a:solidFill>
                <a:latin typeface="Calibri"/>
                <a:cs typeface="Calibri"/>
              </a:rPr>
              <a:t>imagen</a:t>
            </a:r>
            <a:r>
              <a:rPr sz="1600" spc="25" dirty="0">
                <a:solidFill>
                  <a:srgbClr val="3A3737"/>
                </a:solidFill>
                <a:latin typeface="Calibri"/>
                <a:cs typeface="Calibri"/>
              </a:rPr>
              <a:t> </a:t>
            </a:r>
            <a:r>
              <a:rPr sz="1600" spc="-5" dirty="0">
                <a:solidFill>
                  <a:srgbClr val="3A3737"/>
                </a:solidFill>
                <a:latin typeface="Calibri"/>
                <a:cs typeface="Calibri"/>
              </a:rPr>
              <a:t>de</a:t>
            </a:r>
            <a:r>
              <a:rPr sz="1600" spc="10" dirty="0">
                <a:solidFill>
                  <a:srgbClr val="3A3737"/>
                </a:solidFill>
                <a:latin typeface="Calibri"/>
                <a:cs typeface="Calibri"/>
              </a:rPr>
              <a:t> </a:t>
            </a:r>
            <a:r>
              <a:rPr sz="1600" spc="-10" dirty="0">
                <a:solidFill>
                  <a:srgbClr val="3A3737"/>
                </a:solidFill>
                <a:latin typeface="Calibri"/>
                <a:cs typeface="Calibri"/>
              </a:rPr>
              <a:t>marca,</a:t>
            </a:r>
            <a:r>
              <a:rPr sz="1600" spc="10" dirty="0">
                <a:solidFill>
                  <a:srgbClr val="3A3737"/>
                </a:solidFill>
                <a:latin typeface="Calibri"/>
                <a:cs typeface="Calibri"/>
              </a:rPr>
              <a:t> </a:t>
            </a:r>
            <a:r>
              <a:rPr sz="1600" spc="-10" dirty="0">
                <a:solidFill>
                  <a:srgbClr val="3A3737"/>
                </a:solidFill>
                <a:latin typeface="Calibri"/>
                <a:cs typeface="Calibri"/>
              </a:rPr>
              <a:t>destacándola</a:t>
            </a:r>
            <a:r>
              <a:rPr sz="1600" spc="20" dirty="0">
                <a:solidFill>
                  <a:srgbClr val="3A3737"/>
                </a:solidFill>
                <a:latin typeface="Calibri"/>
                <a:cs typeface="Calibri"/>
              </a:rPr>
              <a:t> </a:t>
            </a:r>
            <a:r>
              <a:rPr sz="1600" spc="-10" dirty="0">
                <a:solidFill>
                  <a:srgbClr val="3A3737"/>
                </a:solidFill>
                <a:latin typeface="Calibri"/>
                <a:cs typeface="Calibri"/>
              </a:rPr>
              <a:t>sobre</a:t>
            </a:r>
            <a:r>
              <a:rPr sz="1600" spc="10" dirty="0">
                <a:solidFill>
                  <a:srgbClr val="3A3737"/>
                </a:solidFill>
                <a:latin typeface="Calibri"/>
                <a:cs typeface="Calibri"/>
              </a:rPr>
              <a:t> </a:t>
            </a:r>
            <a:r>
              <a:rPr sz="1600" dirty="0">
                <a:solidFill>
                  <a:srgbClr val="3A3737"/>
                </a:solidFill>
                <a:latin typeface="Calibri"/>
                <a:cs typeface="Calibri"/>
              </a:rPr>
              <a:t>la</a:t>
            </a:r>
            <a:r>
              <a:rPr sz="1600" spc="15" dirty="0">
                <a:solidFill>
                  <a:srgbClr val="3A3737"/>
                </a:solidFill>
                <a:latin typeface="Calibri"/>
                <a:cs typeface="Calibri"/>
              </a:rPr>
              <a:t> </a:t>
            </a:r>
            <a:r>
              <a:rPr sz="1600" spc="-10" dirty="0">
                <a:solidFill>
                  <a:srgbClr val="3A3737"/>
                </a:solidFill>
                <a:latin typeface="Calibri"/>
                <a:cs typeface="Calibri"/>
              </a:rPr>
              <a:t>competencia,</a:t>
            </a:r>
            <a:r>
              <a:rPr sz="1600" spc="25" dirty="0">
                <a:solidFill>
                  <a:srgbClr val="3A3737"/>
                </a:solidFill>
                <a:latin typeface="Calibri"/>
                <a:cs typeface="Calibri"/>
              </a:rPr>
              <a:t> </a:t>
            </a:r>
            <a:r>
              <a:rPr sz="1600" spc="-5" dirty="0">
                <a:solidFill>
                  <a:srgbClr val="3A3737"/>
                </a:solidFill>
                <a:latin typeface="Calibri"/>
                <a:cs typeface="Calibri"/>
              </a:rPr>
              <a:t>posicionándola</a:t>
            </a:r>
            <a:r>
              <a:rPr sz="1600" spc="40" dirty="0">
                <a:solidFill>
                  <a:srgbClr val="3A3737"/>
                </a:solidFill>
                <a:latin typeface="Calibri"/>
                <a:cs typeface="Calibri"/>
              </a:rPr>
              <a:t> </a:t>
            </a:r>
            <a:r>
              <a:rPr sz="1600" spc="-10" dirty="0">
                <a:solidFill>
                  <a:srgbClr val="3A3737"/>
                </a:solidFill>
                <a:latin typeface="Calibri"/>
                <a:cs typeface="Calibri"/>
              </a:rPr>
              <a:t>como</a:t>
            </a:r>
            <a:r>
              <a:rPr sz="1600" spc="15" dirty="0">
                <a:solidFill>
                  <a:srgbClr val="3A3737"/>
                </a:solidFill>
                <a:latin typeface="Calibri"/>
                <a:cs typeface="Calibri"/>
              </a:rPr>
              <a:t> </a:t>
            </a:r>
            <a:r>
              <a:rPr sz="1600" spc="-10" dirty="0">
                <a:solidFill>
                  <a:srgbClr val="3A3737"/>
                </a:solidFill>
                <a:latin typeface="Calibri"/>
                <a:cs typeface="Calibri"/>
              </a:rPr>
              <a:t>innovadora</a:t>
            </a:r>
            <a:r>
              <a:rPr sz="1600" spc="20" dirty="0">
                <a:solidFill>
                  <a:srgbClr val="3A3737"/>
                </a:solidFill>
                <a:latin typeface="Calibri"/>
                <a:cs typeface="Calibri"/>
              </a:rPr>
              <a:t> </a:t>
            </a:r>
            <a:r>
              <a:rPr sz="1600" dirty="0">
                <a:solidFill>
                  <a:srgbClr val="3A3737"/>
                </a:solidFill>
                <a:latin typeface="Calibri"/>
                <a:cs typeface="Calibri"/>
              </a:rPr>
              <a:t>y</a:t>
            </a:r>
            <a:r>
              <a:rPr sz="1600" spc="10" dirty="0">
                <a:solidFill>
                  <a:srgbClr val="3A3737"/>
                </a:solidFill>
                <a:latin typeface="Calibri"/>
                <a:cs typeface="Calibri"/>
              </a:rPr>
              <a:t> </a:t>
            </a:r>
            <a:r>
              <a:rPr sz="1600" spc="-5" dirty="0">
                <a:solidFill>
                  <a:srgbClr val="3A3737"/>
                </a:solidFill>
                <a:latin typeface="Calibri"/>
                <a:cs typeface="Calibri"/>
              </a:rPr>
              <a:t>generando </a:t>
            </a:r>
            <a:r>
              <a:rPr sz="1600" spc="-395" dirty="0">
                <a:solidFill>
                  <a:srgbClr val="3A3737"/>
                </a:solidFill>
                <a:latin typeface="Calibri"/>
                <a:cs typeface="Calibri"/>
              </a:rPr>
              <a:t> </a:t>
            </a:r>
            <a:r>
              <a:rPr sz="1600" spc="-5" dirty="0">
                <a:solidFill>
                  <a:srgbClr val="3A3737"/>
                </a:solidFill>
                <a:latin typeface="Calibri"/>
                <a:cs typeface="Calibri"/>
              </a:rPr>
              <a:t>un</a:t>
            </a:r>
            <a:r>
              <a:rPr sz="1600" spc="5" dirty="0">
                <a:solidFill>
                  <a:srgbClr val="3A3737"/>
                </a:solidFill>
                <a:latin typeface="Calibri"/>
                <a:cs typeface="Calibri"/>
              </a:rPr>
              <a:t> </a:t>
            </a:r>
            <a:r>
              <a:rPr sz="1600" spc="-10" dirty="0">
                <a:solidFill>
                  <a:srgbClr val="3A3737"/>
                </a:solidFill>
                <a:latin typeface="Calibri"/>
                <a:cs typeface="Calibri"/>
              </a:rPr>
              <a:t>recuerdo</a:t>
            </a:r>
            <a:r>
              <a:rPr sz="1600" spc="10" dirty="0">
                <a:solidFill>
                  <a:srgbClr val="3A3737"/>
                </a:solidFill>
                <a:latin typeface="Calibri"/>
                <a:cs typeface="Calibri"/>
              </a:rPr>
              <a:t> </a:t>
            </a:r>
            <a:r>
              <a:rPr sz="1600" spc="-5" dirty="0">
                <a:solidFill>
                  <a:srgbClr val="3A3737"/>
                </a:solidFill>
                <a:latin typeface="Calibri"/>
                <a:cs typeface="Calibri"/>
              </a:rPr>
              <a:t>asociado</a:t>
            </a:r>
            <a:r>
              <a:rPr sz="1600" spc="15" dirty="0">
                <a:solidFill>
                  <a:srgbClr val="3A3737"/>
                </a:solidFill>
                <a:latin typeface="Calibri"/>
                <a:cs typeface="Calibri"/>
              </a:rPr>
              <a:t> </a:t>
            </a:r>
            <a:r>
              <a:rPr sz="1600" dirty="0">
                <a:solidFill>
                  <a:srgbClr val="3A3737"/>
                </a:solidFill>
                <a:latin typeface="Calibri"/>
                <a:cs typeface="Calibri"/>
              </a:rPr>
              <a:t>a</a:t>
            </a:r>
            <a:r>
              <a:rPr sz="1600" spc="-5" dirty="0">
                <a:solidFill>
                  <a:srgbClr val="3A3737"/>
                </a:solidFill>
                <a:latin typeface="Calibri"/>
                <a:cs typeface="Calibri"/>
              </a:rPr>
              <a:t> </a:t>
            </a:r>
            <a:r>
              <a:rPr sz="1600" dirty="0">
                <a:solidFill>
                  <a:srgbClr val="3A3737"/>
                </a:solidFill>
                <a:latin typeface="Calibri"/>
                <a:cs typeface="Calibri"/>
              </a:rPr>
              <a:t>la</a:t>
            </a:r>
            <a:r>
              <a:rPr sz="1600" spc="10" dirty="0">
                <a:solidFill>
                  <a:srgbClr val="3A3737"/>
                </a:solidFill>
                <a:latin typeface="Calibri"/>
                <a:cs typeface="Calibri"/>
              </a:rPr>
              <a:t> </a:t>
            </a:r>
            <a:r>
              <a:rPr sz="1600" dirty="0">
                <a:solidFill>
                  <a:srgbClr val="3A3737"/>
                </a:solidFill>
                <a:latin typeface="Calibri"/>
                <a:cs typeface="Calibri"/>
              </a:rPr>
              <a:t>misma.</a:t>
            </a:r>
            <a:endParaRPr sz="1600" dirty="0">
              <a:latin typeface="Calibri"/>
              <a:cs typeface="Calibri"/>
            </a:endParaRPr>
          </a:p>
        </p:txBody>
      </p:sp>
      <p:pic>
        <p:nvPicPr>
          <p:cNvPr id="4" name="object 4"/>
          <p:cNvPicPr/>
          <p:nvPr/>
        </p:nvPicPr>
        <p:blipFill>
          <a:blip r:embed="rId2" cstate="print"/>
          <a:stretch>
            <a:fillRect/>
          </a:stretch>
        </p:blipFill>
        <p:spPr>
          <a:xfrm>
            <a:off x="1888236" y="3506723"/>
            <a:ext cx="5376671" cy="3017520"/>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762000" y="609600"/>
            <a:ext cx="7825105" cy="2272030"/>
          </a:xfrm>
          <a:prstGeom prst="rect">
            <a:avLst/>
          </a:prstGeom>
        </p:spPr>
        <p:txBody>
          <a:bodyPr vert="horz" wrap="square" lIns="0" tIns="12065" rIns="0" bIns="0" rtlCol="0">
            <a:spAutoFit/>
          </a:bodyPr>
          <a:lstStyle/>
          <a:p>
            <a:pPr marL="469900">
              <a:spcBef>
                <a:spcPts val="95"/>
              </a:spcBef>
            </a:pPr>
            <a:r>
              <a:rPr sz="1600" b="1" spc="-95" dirty="0">
                <a:solidFill>
                  <a:srgbClr val="3A3737"/>
                </a:solidFill>
                <a:latin typeface="Tahoma"/>
                <a:cs typeface="Tahoma"/>
              </a:rPr>
              <a:t>2.</a:t>
            </a:r>
            <a:r>
              <a:rPr sz="1600" b="1" spc="-15" dirty="0">
                <a:solidFill>
                  <a:srgbClr val="3A3737"/>
                </a:solidFill>
                <a:latin typeface="Tahoma"/>
                <a:cs typeface="Tahoma"/>
              </a:rPr>
              <a:t> </a:t>
            </a:r>
            <a:r>
              <a:rPr sz="1600" b="1" spc="30" dirty="0">
                <a:solidFill>
                  <a:srgbClr val="3A3737"/>
                </a:solidFill>
                <a:latin typeface="Tahoma"/>
                <a:cs typeface="Tahoma"/>
              </a:rPr>
              <a:t>Accesible</a:t>
            </a:r>
            <a:r>
              <a:rPr sz="1600" b="1" spc="10" dirty="0">
                <a:solidFill>
                  <a:srgbClr val="3A3737"/>
                </a:solidFill>
                <a:latin typeface="Tahoma"/>
                <a:cs typeface="Tahoma"/>
              </a:rPr>
              <a:t> </a:t>
            </a:r>
            <a:r>
              <a:rPr sz="1600" b="1" dirty="0">
                <a:solidFill>
                  <a:srgbClr val="3A3737"/>
                </a:solidFill>
                <a:latin typeface="Tahoma"/>
                <a:cs typeface="Tahoma"/>
              </a:rPr>
              <a:t>y</a:t>
            </a:r>
            <a:r>
              <a:rPr sz="1600" b="1" spc="-30" dirty="0">
                <a:solidFill>
                  <a:srgbClr val="3A3737"/>
                </a:solidFill>
                <a:latin typeface="Tahoma"/>
                <a:cs typeface="Tahoma"/>
              </a:rPr>
              <a:t> </a:t>
            </a:r>
            <a:r>
              <a:rPr sz="1600" b="1" spc="-20" dirty="0">
                <a:solidFill>
                  <a:srgbClr val="3A3737"/>
                </a:solidFill>
                <a:latin typeface="Tahoma"/>
                <a:cs typeface="Tahoma"/>
              </a:rPr>
              <a:t>sencilla</a:t>
            </a:r>
            <a:r>
              <a:rPr sz="1600" b="1" spc="-5" dirty="0">
                <a:solidFill>
                  <a:srgbClr val="3A3737"/>
                </a:solidFill>
                <a:latin typeface="Tahoma"/>
                <a:cs typeface="Tahoma"/>
              </a:rPr>
              <a:t> </a:t>
            </a:r>
            <a:r>
              <a:rPr sz="1600" b="1" spc="55" dirty="0">
                <a:solidFill>
                  <a:srgbClr val="3A3737"/>
                </a:solidFill>
                <a:latin typeface="Tahoma"/>
                <a:cs typeface="Tahoma"/>
              </a:rPr>
              <a:t>de</a:t>
            </a:r>
            <a:r>
              <a:rPr sz="1600" b="1" spc="-10" dirty="0">
                <a:solidFill>
                  <a:srgbClr val="3A3737"/>
                </a:solidFill>
                <a:latin typeface="Tahoma"/>
                <a:cs typeface="Tahoma"/>
              </a:rPr>
              <a:t> </a:t>
            </a:r>
            <a:r>
              <a:rPr sz="1600" b="1" spc="-100" dirty="0">
                <a:solidFill>
                  <a:srgbClr val="3A3737"/>
                </a:solidFill>
                <a:latin typeface="Tahoma"/>
                <a:cs typeface="Tahoma"/>
              </a:rPr>
              <a:t>utilizar</a:t>
            </a:r>
            <a:endParaRPr sz="1600" dirty="0">
              <a:latin typeface="Tahoma"/>
              <a:cs typeface="Tahoma"/>
            </a:endParaRPr>
          </a:p>
          <a:p>
            <a:pPr>
              <a:spcBef>
                <a:spcPts val="30"/>
              </a:spcBef>
            </a:pPr>
            <a:endParaRPr sz="2300" dirty="0">
              <a:latin typeface="Tahoma"/>
              <a:cs typeface="Tahoma"/>
            </a:endParaRPr>
          </a:p>
          <a:p>
            <a:pPr marL="12700" marR="371475">
              <a:spcBef>
                <a:spcPts val="5"/>
              </a:spcBef>
            </a:pPr>
            <a:r>
              <a:rPr dirty="0">
                <a:solidFill>
                  <a:srgbClr val="3A3737"/>
                </a:solidFill>
                <a:latin typeface="Calibri"/>
                <a:cs typeface="Calibri"/>
              </a:rPr>
              <a:t>A </a:t>
            </a:r>
            <a:r>
              <a:rPr spc="-10" dirty="0">
                <a:solidFill>
                  <a:srgbClr val="3A3737"/>
                </a:solidFill>
                <a:latin typeface="Calibri"/>
                <a:cs typeface="Calibri"/>
              </a:rPr>
              <a:t>diferencia</a:t>
            </a:r>
            <a:r>
              <a:rPr spc="25" dirty="0">
                <a:solidFill>
                  <a:srgbClr val="3A3737"/>
                </a:solidFill>
                <a:latin typeface="Calibri"/>
                <a:cs typeface="Calibri"/>
              </a:rPr>
              <a:t> </a:t>
            </a:r>
            <a:r>
              <a:rPr spc="-5" dirty="0">
                <a:solidFill>
                  <a:srgbClr val="3A3737"/>
                </a:solidFill>
                <a:latin typeface="Calibri"/>
                <a:cs typeface="Calibri"/>
              </a:rPr>
              <a:t>del</a:t>
            </a:r>
            <a:r>
              <a:rPr spc="5" dirty="0">
                <a:solidFill>
                  <a:srgbClr val="3A3737"/>
                </a:solidFill>
                <a:latin typeface="Calibri"/>
                <a:cs typeface="Calibri"/>
              </a:rPr>
              <a:t> </a:t>
            </a:r>
            <a:r>
              <a:rPr spc="-15" dirty="0">
                <a:solidFill>
                  <a:srgbClr val="3A3737"/>
                </a:solidFill>
                <a:latin typeface="Calibri"/>
                <a:cs typeface="Calibri"/>
              </a:rPr>
              <a:t>resto</a:t>
            </a:r>
            <a:r>
              <a:rPr dirty="0">
                <a:solidFill>
                  <a:srgbClr val="3A3737"/>
                </a:solidFill>
                <a:latin typeface="Calibri"/>
                <a:cs typeface="Calibri"/>
              </a:rPr>
              <a:t> </a:t>
            </a:r>
            <a:r>
              <a:rPr spc="-5" dirty="0">
                <a:solidFill>
                  <a:srgbClr val="3A3737"/>
                </a:solidFill>
                <a:latin typeface="Calibri"/>
                <a:cs typeface="Calibri"/>
              </a:rPr>
              <a:t>de</a:t>
            </a:r>
            <a:r>
              <a:rPr dirty="0">
                <a:solidFill>
                  <a:srgbClr val="3A3737"/>
                </a:solidFill>
                <a:latin typeface="Calibri"/>
                <a:cs typeface="Calibri"/>
              </a:rPr>
              <a:t> las </a:t>
            </a:r>
            <a:r>
              <a:rPr spc="-5" dirty="0">
                <a:solidFill>
                  <a:srgbClr val="3A3737"/>
                </a:solidFill>
                <a:latin typeface="Calibri"/>
                <a:cs typeface="Calibri"/>
              </a:rPr>
              <a:t>tecnologías</a:t>
            </a:r>
            <a:r>
              <a:rPr spc="30" dirty="0">
                <a:solidFill>
                  <a:srgbClr val="3A3737"/>
                </a:solidFill>
                <a:latin typeface="Calibri"/>
                <a:cs typeface="Calibri"/>
              </a:rPr>
              <a:t> </a:t>
            </a:r>
            <a:r>
              <a:rPr spc="-5" dirty="0">
                <a:solidFill>
                  <a:srgbClr val="3A3737"/>
                </a:solidFill>
                <a:latin typeface="Calibri"/>
                <a:cs typeface="Calibri"/>
              </a:rPr>
              <a:t>que</a:t>
            </a:r>
            <a:r>
              <a:rPr spc="15" dirty="0">
                <a:solidFill>
                  <a:srgbClr val="3A3737"/>
                </a:solidFill>
                <a:latin typeface="Calibri"/>
                <a:cs typeface="Calibri"/>
              </a:rPr>
              <a:t> </a:t>
            </a:r>
            <a:r>
              <a:rPr spc="-5" dirty="0">
                <a:solidFill>
                  <a:srgbClr val="3A3737"/>
                </a:solidFill>
                <a:latin typeface="Calibri"/>
                <a:cs typeface="Calibri"/>
              </a:rPr>
              <a:t>componen</a:t>
            </a:r>
            <a:r>
              <a:rPr spc="15" dirty="0">
                <a:solidFill>
                  <a:srgbClr val="3A3737"/>
                </a:solidFill>
                <a:latin typeface="Calibri"/>
                <a:cs typeface="Calibri"/>
              </a:rPr>
              <a:t> </a:t>
            </a:r>
            <a:r>
              <a:rPr spc="-5" dirty="0">
                <a:solidFill>
                  <a:srgbClr val="3A3737"/>
                </a:solidFill>
                <a:latin typeface="Calibri"/>
                <a:cs typeface="Calibri"/>
              </a:rPr>
              <a:t>la</a:t>
            </a:r>
            <a:r>
              <a:rPr dirty="0">
                <a:solidFill>
                  <a:srgbClr val="3A3737"/>
                </a:solidFill>
                <a:latin typeface="Calibri"/>
                <a:cs typeface="Calibri"/>
              </a:rPr>
              <a:t> </a:t>
            </a:r>
            <a:r>
              <a:rPr spc="-10" dirty="0">
                <a:solidFill>
                  <a:srgbClr val="3A3737"/>
                </a:solidFill>
                <a:latin typeface="Calibri"/>
                <a:cs typeface="Calibri"/>
              </a:rPr>
              <a:t>Realidad</a:t>
            </a:r>
            <a:r>
              <a:rPr spc="25" dirty="0">
                <a:solidFill>
                  <a:srgbClr val="3A3737"/>
                </a:solidFill>
                <a:latin typeface="Calibri"/>
                <a:cs typeface="Calibri"/>
              </a:rPr>
              <a:t> </a:t>
            </a:r>
            <a:r>
              <a:rPr spc="-10" dirty="0">
                <a:solidFill>
                  <a:srgbClr val="3A3737"/>
                </a:solidFill>
                <a:latin typeface="Calibri"/>
                <a:cs typeface="Calibri"/>
              </a:rPr>
              <a:t>Extendida,</a:t>
            </a:r>
            <a:r>
              <a:rPr spc="15" dirty="0">
                <a:solidFill>
                  <a:srgbClr val="3A3737"/>
                </a:solidFill>
                <a:latin typeface="Calibri"/>
                <a:cs typeface="Calibri"/>
              </a:rPr>
              <a:t> </a:t>
            </a:r>
            <a:r>
              <a:rPr spc="-5" dirty="0">
                <a:solidFill>
                  <a:srgbClr val="3A3737"/>
                </a:solidFill>
                <a:latin typeface="Calibri"/>
                <a:cs typeface="Calibri"/>
              </a:rPr>
              <a:t>la </a:t>
            </a:r>
            <a:r>
              <a:rPr spc="-390" dirty="0">
                <a:solidFill>
                  <a:srgbClr val="3A3737"/>
                </a:solidFill>
                <a:latin typeface="Calibri"/>
                <a:cs typeface="Calibri"/>
              </a:rPr>
              <a:t> </a:t>
            </a:r>
            <a:r>
              <a:rPr spc="-10" dirty="0">
                <a:solidFill>
                  <a:srgbClr val="3A3737"/>
                </a:solidFill>
                <a:latin typeface="Calibri"/>
                <a:cs typeface="Calibri"/>
              </a:rPr>
              <a:t>Realidad</a:t>
            </a:r>
            <a:r>
              <a:rPr spc="25" dirty="0">
                <a:solidFill>
                  <a:srgbClr val="3A3737"/>
                </a:solidFill>
                <a:latin typeface="Calibri"/>
                <a:cs typeface="Calibri"/>
              </a:rPr>
              <a:t> </a:t>
            </a:r>
            <a:r>
              <a:rPr spc="-5" dirty="0">
                <a:solidFill>
                  <a:srgbClr val="3A3737"/>
                </a:solidFill>
                <a:latin typeface="Calibri"/>
                <a:cs typeface="Calibri"/>
              </a:rPr>
              <a:t>Aumentada</a:t>
            </a:r>
            <a:r>
              <a:rPr spc="5" dirty="0">
                <a:solidFill>
                  <a:srgbClr val="3A3737"/>
                </a:solidFill>
                <a:latin typeface="Calibri"/>
                <a:cs typeface="Calibri"/>
              </a:rPr>
              <a:t> </a:t>
            </a:r>
            <a:r>
              <a:rPr spc="-5" dirty="0">
                <a:solidFill>
                  <a:srgbClr val="3A3737"/>
                </a:solidFill>
                <a:latin typeface="Calibri"/>
                <a:cs typeface="Calibri"/>
              </a:rPr>
              <a:t>solo</a:t>
            </a:r>
            <a:r>
              <a:rPr dirty="0">
                <a:solidFill>
                  <a:srgbClr val="3A3737"/>
                </a:solidFill>
                <a:latin typeface="Calibri"/>
                <a:cs typeface="Calibri"/>
              </a:rPr>
              <a:t> </a:t>
            </a:r>
            <a:r>
              <a:rPr spc="-10" dirty="0">
                <a:solidFill>
                  <a:srgbClr val="3A3737"/>
                </a:solidFill>
                <a:latin typeface="Calibri"/>
                <a:cs typeface="Calibri"/>
              </a:rPr>
              <a:t>necesita</a:t>
            </a:r>
            <a:r>
              <a:rPr spc="10" dirty="0">
                <a:solidFill>
                  <a:srgbClr val="3A3737"/>
                </a:solidFill>
                <a:latin typeface="Calibri"/>
                <a:cs typeface="Calibri"/>
              </a:rPr>
              <a:t> </a:t>
            </a:r>
            <a:r>
              <a:rPr spc="-5" dirty="0">
                <a:solidFill>
                  <a:srgbClr val="3A3737"/>
                </a:solidFill>
                <a:latin typeface="Calibri"/>
                <a:cs typeface="Calibri"/>
              </a:rPr>
              <a:t>de</a:t>
            </a:r>
            <a:r>
              <a:rPr dirty="0">
                <a:solidFill>
                  <a:srgbClr val="3A3737"/>
                </a:solidFill>
                <a:latin typeface="Calibri"/>
                <a:cs typeface="Calibri"/>
              </a:rPr>
              <a:t> </a:t>
            </a:r>
            <a:r>
              <a:rPr spc="-5" dirty="0">
                <a:solidFill>
                  <a:srgbClr val="3A3737"/>
                </a:solidFill>
                <a:latin typeface="Calibri"/>
                <a:cs typeface="Calibri"/>
              </a:rPr>
              <a:t>un</a:t>
            </a:r>
            <a:r>
              <a:rPr spc="20" dirty="0">
                <a:solidFill>
                  <a:srgbClr val="3A3737"/>
                </a:solidFill>
                <a:latin typeface="Calibri"/>
                <a:cs typeface="Calibri"/>
              </a:rPr>
              <a:t> </a:t>
            </a:r>
            <a:r>
              <a:rPr spc="-5" dirty="0">
                <a:solidFill>
                  <a:srgbClr val="3A3737"/>
                </a:solidFill>
                <a:latin typeface="Calibri"/>
                <a:cs typeface="Calibri"/>
              </a:rPr>
              <a:t>Smartphone</a:t>
            </a:r>
            <a:r>
              <a:rPr spc="10" dirty="0">
                <a:solidFill>
                  <a:srgbClr val="3A3737"/>
                </a:solidFill>
                <a:latin typeface="Calibri"/>
                <a:cs typeface="Calibri"/>
              </a:rPr>
              <a:t> </a:t>
            </a:r>
            <a:r>
              <a:rPr dirty="0">
                <a:solidFill>
                  <a:srgbClr val="3A3737"/>
                </a:solidFill>
                <a:latin typeface="Calibri"/>
                <a:cs typeface="Calibri"/>
              </a:rPr>
              <a:t>o </a:t>
            </a:r>
            <a:r>
              <a:rPr spc="-30" dirty="0">
                <a:solidFill>
                  <a:srgbClr val="3A3737"/>
                </a:solidFill>
                <a:latin typeface="Calibri"/>
                <a:cs typeface="Calibri"/>
              </a:rPr>
              <a:t>Tablet</a:t>
            </a:r>
            <a:r>
              <a:rPr spc="5" dirty="0">
                <a:solidFill>
                  <a:srgbClr val="3A3737"/>
                </a:solidFill>
                <a:latin typeface="Calibri"/>
                <a:cs typeface="Calibri"/>
              </a:rPr>
              <a:t> </a:t>
            </a:r>
            <a:r>
              <a:rPr spc="-15" dirty="0">
                <a:solidFill>
                  <a:srgbClr val="3A3737"/>
                </a:solidFill>
                <a:latin typeface="Calibri"/>
                <a:cs typeface="Calibri"/>
              </a:rPr>
              <a:t>para</a:t>
            </a:r>
            <a:r>
              <a:rPr spc="10" dirty="0">
                <a:solidFill>
                  <a:srgbClr val="3A3737"/>
                </a:solidFill>
                <a:latin typeface="Calibri"/>
                <a:cs typeface="Calibri"/>
              </a:rPr>
              <a:t> </a:t>
            </a:r>
            <a:r>
              <a:rPr dirty="0">
                <a:solidFill>
                  <a:srgbClr val="3A3737"/>
                </a:solidFill>
                <a:latin typeface="Calibri"/>
                <a:cs typeface="Calibri"/>
              </a:rPr>
              <a:t>ser</a:t>
            </a:r>
            <a:r>
              <a:rPr spc="-10" dirty="0">
                <a:solidFill>
                  <a:srgbClr val="3A3737"/>
                </a:solidFill>
                <a:latin typeface="Calibri"/>
                <a:cs typeface="Calibri"/>
              </a:rPr>
              <a:t> </a:t>
            </a:r>
            <a:r>
              <a:rPr dirty="0">
                <a:solidFill>
                  <a:srgbClr val="3A3737"/>
                </a:solidFill>
                <a:latin typeface="Calibri"/>
                <a:cs typeface="Calibri"/>
              </a:rPr>
              <a:t>usada.</a:t>
            </a:r>
            <a:endParaRPr dirty="0">
              <a:latin typeface="Calibri"/>
              <a:cs typeface="Calibri"/>
            </a:endParaRPr>
          </a:p>
          <a:p>
            <a:pPr>
              <a:spcBef>
                <a:spcPts val="20"/>
              </a:spcBef>
            </a:pPr>
            <a:endParaRPr sz="1750" dirty="0">
              <a:latin typeface="Calibri"/>
              <a:cs typeface="Calibri"/>
            </a:endParaRPr>
          </a:p>
          <a:p>
            <a:pPr marL="12700" marR="5080"/>
            <a:r>
              <a:rPr spc="-15" dirty="0">
                <a:solidFill>
                  <a:srgbClr val="3A3737"/>
                </a:solidFill>
                <a:latin typeface="Calibri"/>
                <a:cs typeface="Calibri"/>
              </a:rPr>
              <a:t>Esto</a:t>
            </a:r>
            <a:r>
              <a:rPr dirty="0">
                <a:solidFill>
                  <a:srgbClr val="3A3737"/>
                </a:solidFill>
                <a:latin typeface="Calibri"/>
                <a:cs typeface="Calibri"/>
              </a:rPr>
              <a:t> </a:t>
            </a:r>
            <a:r>
              <a:rPr spc="-5" dirty="0">
                <a:solidFill>
                  <a:srgbClr val="3A3737"/>
                </a:solidFill>
                <a:latin typeface="Calibri"/>
                <a:cs typeface="Calibri"/>
              </a:rPr>
              <a:t>hace</a:t>
            </a:r>
            <a:r>
              <a:rPr spc="20" dirty="0">
                <a:solidFill>
                  <a:srgbClr val="3A3737"/>
                </a:solidFill>
                <a:latin typeface="Calibri"/>
                <a:cs typeface="Calibri"/>
              </a:rPr>
              <a:t> </a:t>
            </a:r>
            <a:r>
              <a:rPr spc="-5" dirty="0">
                <a:solidFill>
                  <a:srgbClr val="3A3737"/>
                </a:solidFill>
                <a:latin typeface="Calibri"/>
                <a:cs typeface="Calibri"/>
              </a:rPr>
              <a:t>que</a:t>
            </a:r>
            <a:r>
              <a:rPr spc="10" dirty="0">
                <a:solidFill>
                  <a:srgbClr val="3A3737"/>
                </a:solidFill>
                <a:latin typeface="Calibri"/>
                <a:cs typeface="Calibri"/>
              </a:rPr>
              <a:t> </a:t>
            </a:r>
            <a:r>
              <a:rPr dirty="0">
                <a:solidFill>
                  <a:srgbClr val="3A3737"/>
                </a:solidFill>
                <a:latin typeface="Calibri"/>
                <a:cs typeface="Calibri"/>
              </a:rPr>
              <a:t>sea</a:t>
            </a:r>
            <a:r>
              <a:rPr spc="10" dirty="0">
                <a:solidFill>
                  <a:srgbClr val="3A3737"/>
                </a:solidFill>
                <a:latin typeface="Calibri"/>
                <a:cs typeface="Calibri"/>
              </a:rPr>
              <a:t> </a:t>
            </a:r>
            <a:r>
              <a:rPr spc="-10" dirty="0">
                <a:solidFill>
                  <a:srgbClr val="3A3737"/>
                </a:solidFill>
                <a:latin typeface="Calibri"/>
                <a:cs typeface="Calibri"/>
              </a:rPr>
              <a:t>tremendamente</a:t>
            </a:r>
            <a:r>
              <a:rPr spc="10" dirty="0">
                <a:solidFill>
                  <a:srgbClr val="3A3737"/>
                </a:solidFill>
                <a:latin typeface="Calibri"/>
                <a:cs typeface="Calibri"/>
              </a:rPr>
              <a:t> </a:t>
            </a:r>
            <a:r>
              <a:rPr spc="-5" dirty="0">
                <a:solidFill>
                  <a:srgbClr val="3A3737"/>
                </a:solidFill>
                <a:latin typeface="Calibri"/>
                <a:cs typeface="Calibri"/>
              </a:rPr>
              <a:t>accesible,</a:t>
            </a:r>
            <a:r>
              <a:rPr spc="20" dirty="0">
                <a:solidFill>
                  <a:srgbClr val="3A3737"/>
                </a:solidFill>
                <a:latin typeface="Calibri"/>
                <a:cs typeface="Calibri"/>
              </a:rPr>
              <a:t> </a:t>
            </a:r>
            <a:r>
              <a:rPr spc="-5" dirty="0">
                <a:solidFill>
                  <a:srgbClr val="3A3737"/>
                </a:solidFill>
                <a:latin typeface="Calibri"/>
                <a:cs typeface="Calibri"/>
              </a:rPr>
              <a:t>no</a:t>
            </a:r>
            <a:r>
              <a:rPr spc="20" dirty="0">
                <a:solidFill>
                  <a:srgbClr val="3A3737"/>
                </a:solidFill>
                <a:latin typeface="Calibri"/>
                <a:cs typeface="Calibri"/>
              </a:rPr>
              <a:t> </a:t>
            </a:r>
            <a:r>
              <a:rPr spc="-5" dirty="0">
                <a:solidFill>
                  <a:srgbClr val="3A3737"/>
                </a:solidFill>
                <a:latin typeface="Calibri"/>
                <a:cs typeface="Calibri"/>
              </a:rPr>
              <a:t>solo</a:t>
            </a:r>
            <a:r>
              <a:rPr spc="10" dirty="0">
                <a:solidFill>
                  <a:srgbClr val="3A3737"/>
                </a:solidFill>
                <a:latin typeface="Calibri"/>
                <a:cs typeface="Calibri"/>
              </a:rPr>
              <a:t> </a:t>
            </a:r>
            <a:r>
              <a:rPr spc="-15" dirty="0">
                <a:solidFill>
                  <a:srgbClr val="3A3737"/>
                </a:solidFill>
                <a:latin typeface="Calibri"/>
                <a:cs typeface="Calibri"/>
              </a:rPr>
              <a:t>para</a:t>
            </a:r>
            <a:r>
              <a:rPr spc="5" dirty="0">
                <a:solidFill>
                  <a:srgbClr val="3A3737"/>
                </a:solidFill>
                <a:latin typeface="Calibri"/>
                <a:cs typeface="Calibri"/>
              </a:rPr>
              <a:t> </a:t>
            </a:r>
            <a:r>
              <a:rPr dirty="0">
                <a:solidFill>
                  <a:srgbClr val="3A3737"/>
                </a:solidFill>
                <a:latin typeface="Calibri"/>
                <a:cs typeface="Calibri"/>
              </a:rPr>
              <a:t>las</a:t>
            </a:r>
            <a:r>
              <a:rPr spc="5" dirty="0">
                <a:solidFill>
                  <a:srgbClr val="3A3737"/>
                </a:solidFill>
                <a:latin typeface="Calibri"/>
                <a:cs typeface="Calibri"/>
              </a:rPr>
              <a:t> </a:t>
            </a:r>
            <a:r>
              <a:rPr spc="-5" dirty="0">
                <a:solidFill>
                  <a:srgbClr val="3A3737"/>
                </a:solidFill>
                <a:latin typeface="Calibri"/>
                <a:cs typeface="Calibri"/>
              </a:rPr>
              <a:t>empresas que</a:t>
            </a:r>
            <a:r>
              <a:rPr spc="25" dirty="0">
                <a:solidFill>
                  <a:srgbClr val="3A3737"/>
                </a:solidFill>
                <a:latin typeface="Calibri"/>
                <a:cs typeface="Calibri"/>
              </a:rPr>
              <a:t> </a:t>
            </a:r>
            <a:r>
              <a:rPr spc="-10" dirty="0">
                <a:solidFill>
                  <a:srgbClr val="3A3737"/>
                </a:solidFill>
                <a:latin typeface="Calibri"/>
                <a:cs typeface="Calibri"/>
              </a:rPr>
              <a:t>quieran </a:t>
            </a:r>
            <a:r>
              <a:rPr spc="-390" dirty="0">
                <a:solidFill>
                  <a:srgbClr val="3A3737"/>
                </a:solidFill>
                <a:latin typeface="Calibri"/>
                <a:cs typeface="Calibri"/>
              </a:rPr>
              <a:t> </a:t>
            </a:r>
            <a:r>
              <a:rPr spc="-5" dirty="0">
                <a:solidFill>
                  <a:srgbClr val="3A3737"/>
                </a:solidFill>
                <a:latin typeface="Calibri"/>
                <a:cs typeface="Calibri"/>
              </a:rPr>
              <a:t>implementarla</a:t>
            </a:r>
            <a:r>
              <a:rPr spc="10" dirty="0">
                <a:solidFill>
                  <a:srgbClr val="3A3737"/>
                </a:solidFill>
                <a:latin typeface="Calibri"/>
                <a:cs typeface="Calibri"/>
              </a:rPr>
              <a:t> </a:t>
            </a:r>
            <a:r>
              <a:rPr spc="-5" dirty="0">
                <a:solidFill>
                  <a:srgbClr val="3A3737"/>
                </a:solidFill>
                <a:latin typeface="Calibri"/>
                <a:cs typeface="Calibri"/>
              </a:rPr>
              <a:t>sino también</a:t>
            </a:r>
            <a:r>
              <a:rPr spc="20" dirty="0">
                <a:solidFill>
                  <a:srgbClr val="3A3737"/>
                </a:solidFill>
                <a:latin typeface="Calibri"/>
                <a:cs typeface="Calibri"/>
              </a:rPr>
              <a:t> </a:t>
            </a:r>
            <a:r>
              <a:rPr spc="-15" dirty="0">
                <a:solidFill>
                  <a:srgbClr val="3A3737"/>
                </a:solidFill>
                <a:latin typeface="Calibri"/>
                <a:cs typeface="Calibri"/>
              </a:rPr>
              <a:t>para</a:t>
            </a:r>
            <a:r>
              <a:rPr spc="10" dirty="0">
                <a:solidFill>
                  <a:srgbClr val="3A3737"/>
                </a:solidFill>
                <a:latin typeface="Calibri"/>
                <a:cs typeface="Calibri"/>
              </a:rPr>
              <a:t> </a:t>
            </a:r>
            <a:r>
              <a:rPr dirty="0">
                <a:solidFill>
                  <a:srgbClr val="3A3737"/>
                </a:solidFill>
                <a:latin typeface="Calibri"/>
                <a:cs typeface="Calibri"/>
              </a:rPr>
              <a:t>sus</a:t>
            </a:r>
            <a:r>
              <a:rPr spc="-10" dirty="0">
                <a:solidFill>
                  <a:srgbClr val="3A3737"/>
                </a:solidFill>
                <a:latin typeface="Calibri"/>
                <a:cs typeface="Calibri"/>
              </a:rPr>
              <a:t> clientes.</a:t>
            </a:r>
            <a:r>
              <a:rPr spc="15" dirty="0">
                <a:solidFill>
                  <a:srgbClr val="3A3737"/>
                </a:solidFill>
                <a:latin typeface="Calibri"/>
                <a:cs typeface="Calibri"/>
              </a:rPr>
              <a:t> </a:t>
            </a:r>
            <a:r>
              <a:rPr spc="-20" dirty="0">
                <a:solidFill>
                  <a:srgbClr val="3A3737"/>
                </a:solidFill>
                <a:latin typeface="Calibri"/>
                <a:cs typeface="Calibri"/>
              </a:rPr>
              <a:t>Por</a:t>
            </a:r>
            <a:r>
              <a:rPr spc="-5" dirty="0">
                <a:solidFill>
                  <a:srgbClr val="3A3737"/>
                </a:solidFill>
                <a:latin typeface="Calibri"/>
                <a:cs typeface="Calibri"/>
              </a:rPr>
              <a:t> </a:t>
            </a:r>
            <a:r>
              <a:rPr spc="-20" dirty="0">
                <a:solidFill>
                  <a:srgbClr val="3A3737"/>
                </a:solidFill>
                <a:latin typeface="Calibri"/>
                <a:cs typeface="Calibri"/>
              </a:rPr>
              <a:t>tanto,</a:t>
            </a:r>
            <a:r>
              <a:rPr spc="5" dirty="0">
                <a:solidFill>
                  <a:srgbClr val="3A3737"/>
                </a:solidFill>
                <a:latin typeface="Calibri"/>
                <a:cs typeface="Calibri"/>
              </a:rPr>
              <a:t> </a:t>
            </a:r>
            <a:r>
              <a:rPr spc="-5" dirty="0">
                <a:solidFill>
                  <a:srgbClr val="3A3737"/>
                </a:solidFill>
                <a:latin typeface="Calibri"/>
                <a:cs typeface="Calibri"/>
              </a:rPr>
              <a:t>cualquier</a:t>
            </a:r>
            <a:r>
              <a:rPr spc="25" dirty="0">
                <a:solidFill>
                  <a:srgbClr val="3A3737"/>
                </a:solidFill>
                <a:latin typeface="Calibri"/>
                <a:cs typeface="Calibri"/>
              </a:rPr>
              <a:t> </a:t>
            </a:r>
            <a:r>
              <a:rPr spc="-10" dirty="0">
                <a:solidFill>
                  <a:srgbClr val="3A3737"/>
                </a:solidFill>
                <a:latin typeface="Calibri"/>
                <a:cs typeface="Calibri"/>
              </a:rPr>
              <a:t>persona,</a:t>
            </a:r>
            <a:r>
              <a:rPr spc="5" dirty="0">
                <a:solidFill>
                  <a:srgbClr val="3A3737"/>
                </a:solidFill>
                <a:latin typeface="Calibri"/>
                <a:cs typeface="Calibri"/>
              </a:rPr>
              <a:t> </a:t>
            </a:r>
            <a:r>
              <a:rPr dirty="0">
                <a:solidFill>
                  <a:srgbClr val="3A3737"/>
                </a:solidFill>
                <a:latin typeface="Calibri"/>
                <a:cs typeface="Calibri"/>
              </a:rPr>
              <a:t>en </a:t>
            </a:r>
            <a:r>
              <a:rPr spc="5" dirty="0">
                <a:solidFill>
                  <a:srgbClr val="3A3737"/>
                </a:solidFill>
                <a:latin typeface="Calibri"/>
                <a:cs typeface="Calibri"/>
              </a:rPr>
              <a:t> </a:t>
            </a:r>
            <a:r>
              <a:rPr spc="-5" dirty="0">
                <a:solidFill>
                  <a:srgbClr val="3A3737"/>
                </a:solidFill>
                <a:latin typeface="Calibri"/>
                <a:cs typeface="Calibri"/>
              </a:rPr>
              <a:t>cualquier</a:t>
            </a:r>
            <a:r>
              <a:rPr spc="20" dirty="0">
                <a:solidFill>
                  <a:srgbClr val="3A3737"/>
                </a:solidFill>
                <a:latin typeface="Calibri"/>
                <a:cs typeface="Calibri"/>
              </a:rPr>
              <a:t> </a:t>
            </a:r>
            <a:r>
              <a:rPr spc="-10" dirty="0">
                <a:solidFill>
                  <a:srgbClr val="3A3737"/>
                </a:solidFill>
                <a:latin typeface="Calibri"/>
                <a:cs typeface="Calibri"/>
              </a:rPr>
              <a:t>lugar</a:t>
            </a:r>
            <a:r>
              <a:rPr spc="5" dirty="0">
                <a:solidFill>
                  <a:srgbClr val="3A3737"/>
                </a:solidFill>
                <a:latin typeface="Calibri"/>
                <a:cs typeface="Calibri"/>
              </a:rPr>
              <a:t> </a:t>
            </a:r>
            <a:r>
              <a:rPr spc="-5" dirty="0">
                <a:solidFill>
                  <a:srgbClr val="3A3737"/>
                </a:solidFill>
                <a:latin typeface="Calibri"/>
                <a:cs typeface="Calibri"/>
              </a:rPr>
              <a:t>del</a:t>
            </a:r>
            <a:r>
              <a:rPr spc="5" dirty="0">
                <a:solidFill>
                  <a:srgbClr val="3A3737"/>
                </a:solidFill>
                <a:latin typeface="Calibri"/>
                <a:cs typeface="Calibri"/>
              </a:rPr>
              <a:t> </a:t>
            </a:r>
            <a:r>
              <a:rPr spc="-10" dirty="0">
                <a:solidFill>
                  <a:srgbClr val="3A3737"/>
                </a:solidFill>
                <a:latin typeface="Calibri"/>
                <a:cs typeface="Calibri"/>
              </a:rPr>
              <a:t>mundo,</a:t>
            </a:r>
            <a:r>
              <a:rPr spc="15" dirty="0">
                <a:solidFill>
                  <a:srgbClr val="3A3737"/>
                </a:solidFill>
                <a:latin typeface="Calibri"/>
                <a:cs typeface="Calibri"/>
              </a:rPr>
              <a:t> </a:t>
            </a:r>
            <a:r>
              <a:rPr spc="-10" dirty="0">
                <a:solidFill>
                  <a:srgbClr val="3A3737"/>
                </a:solidFill>
                <a:latin typeface="Calibri"/>
                <a:cs typeface="Calibri"/>
              </a:rPr>
              <a:t>únicamente</a:t>
            </a:r>
            <a:r>
              <a:rPr spc="20" dirty="0">
                <a:solidFill>
                  <a:srgbClr val="3A3737"/>
                </a:solidFill>
                <a:latin typeface="Calibri"/>
                <a:cs typeface="Calibri"/>
              </a:rPr>
              <a:t> </a:t>
            </a:r>
            <a:r>
              <a:rPr spc="-10" dirty="0">
                <a:solidFill>
                  <a:srgbClr val="3A3737"/>
                </a:solidFill>
                <a:latin typeface="Calibri"/>
                <a:cs typeface="Calibri"/>
              </a:rPr>
              <a:t>con</a:t>
            </a:r>
            <a:r>
              <a:rPr spc="10" dirty="0">
                <a:solidFill>
                  <a:srgbClr val="3A3737"/>
                </a:solidFill>
                <a:latin typeface="Calibri"/>
                <a:cs typeface="Calibri"/>
              </a:rPr>
              <a:t> </a:t>
            </a:r>
            <a:r>
              <a:rPr spc="-5" dirty="0">
                <a:solidFill>
                  <a:srgbClr val="3A3737"/>
                </a:solidFill>
                <a:latin typeface="Calibri"/>
                <a:cs typeface="Calibri"/>
              </a:rPr>
              <a:t>su</a:t>
            </a:r>
            <a:r>
              <a:rPr spc="5" dirty="0">
                <a:solidFill>
                  <a:srgbClr val="3A3737"/>
                </a:solidFill>
                <a:latin typeface="Calibri"/>
                <a:cs typeface="Calibri"/>
              </a:rPr>
              <a:t> </a:t>
            </a:r>
            <a:r>
              <a:rPr spc="-5" dirty="0">
                <a:solidFill>
                  <a:srgbClr val="3A3737"/>
                </a:solidFill>
                <a:latin typeface="Calibri"/>
                <a:cs typeface="Calibri"/>
              </a:rPr>
              <a:t>Smartphone,</a:t>
            </a:r>
            <a:r>
              <a:rPr spc="5" dirty="0">
                <a:solidFill>
                  <a:srgbClr val="3A3737"/>
                </a:solidFill>
                <a:latin typeface="Calibri"/>
                <a:cs typeface="Calibri"/>
              </a:rPr>
              <a:t> </a:t>
            </a:r>
            <a:r>
              <a:rPr dirty="0">
                <a:solidFill>
                  <a:srgbClr val="3A3737"/>
                </a:solidFill>
                <a:latin typeface="Calibri"/>
                <a:cs typeface="Calibri"/>
              </a:rPr>
              <a:t>puede</a:t>
            </a:r>
            <a:r>
              <a:rPr spc="20" dirty="0">
                <a:solidFill>
                  <a:srgbClr val="3A3737"/>
                </a:solidFill>
                <a:latin typeface="Calibri"/>
                <a:cs typeface="Calibri"/>
              </a:rPr>
              <a:t> </a:t>
            </a:r>
            <a:r>
              <a:rPr spc="-5" dirty="0">
                <a:solidFill>
                  <a:srgbClr val="3A3737"/>
                </a:solidFill>
                <a:latin typeface="Calibri"/>
                <a:cs typeface="Calibri"/>
              </a:rPr>
              <a:t>usarla.</a:t>
            </a:r>
            <a:endParaRPr dirty="0">
              <a:latin typeface="Calibri"/>
              <a:cs typeface="Calibri"/>
            </a:endParaRPr>
          </a:p>
        </p:txBody>
      </p:sp>
      <p:pic>
        <p:nvPicPr>
          <p:cNvPr id="4" name="object 4"/>
          <p:cNvPicPr/>
          <p:nvPr/>
        </p:nvPicPr>
        <p:blipFill>
          <a:blip r:embed="rId2" cstate="print"/>
          <a:stretch>
            <a:fillRect/>
          </a:stretch>
        </p:blipFill>
        <p:spPr>
          <a:xfrm>
            <a:off x="2514600" y="3215640"/>
            <a:ext cx="4547616" cy="303276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F0F1F0"/>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67</TotalTime>
  <Words>3451</Words>
  <Application>Microsoft Office PowerPoint</Application>
  <PresentationFormat>Presentación en pantalla (4:3)</PresentationFormat>
  <Paragraphs>193</Paragraphs>
  <Slides>33</Slides>
  <Notes>0</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33</vt:i4>
      </vt:variant>
    </vt:vector>
  </HeadingPairs>
  <TitlesOfParts>
    <vt:vector size="40" baseType="lpstr">
      <vt:lpstr>Arial MT</vt:lpstr>
      <vt:lpstr>Calibri</vt:lpstr>
      <vt:lpstr>Calibri Light</vt:lpstr>
      <vt:lpstr>Symbol</vt:lpstr>
      <vt:lpstr>Tahoma</vt:lpstr>
      <vt:lpstr>Verdana</vt:lpstr>
      <vt:lpstr>Office Theme</vt:lpstr>
      <vt:lpstr>Realidad Aumentada. La  revolución de la Industria 4.0</vt:lpstr>
      <vt:lpstr>Índice</vt:lpstr>
      <vt:lpstr>Introducción a la Realidad Extendida</vt:lpstr>
      <vt:lpstr>Introducción a la Realidad Extendida Realidad Virtual (VR)</vt:lpstr>
      <vt:lpstr>2.Introducción a la Realidad Extendida 2.Realidad Aumentada (AR)</vt:lpstr>
      <vt:lpstr>Introducción a la Realidad Extendida Realidad Mixta (MR)</vt:lpstr>
      <vt:lpstr>2.Introducción a la Realidad Extendida Principios de la Realidad Virtual</vt:lpstr>
      <vt:lpstr>2.Introducción a la Realidad Extendida Tipología de VR</vt:lpstr>
      <vt:lpstr>2.Introducción a la Realidad Extendida Tipología de VR</vt:lpstr>
      <vt:lpstr>2.Introducción a la Realidad Extendida Tipología de VR</vt:lpstr>
      <vt:lpstr>2.Introducción a la Realidad Extendida Dispositivos VR: Visualizadores</vt:lpstr>
      <vt:lpstr>2.Introducción a la Realidad Extendida Dispositivos VR: Stand Alone</vt:lpstr>
      <vt:lpstr>2.Introducción a la Realidad Extendida Dispositivos VR: PC y Consola</vt:lpstr>
      <vt:lpstr>3.Conceptos básicos para entender la Realidad  Aumentada</vt:lpstr>
      <vt:lpstr>3.Conceptos básicos para entender la Realidad  Aumentada</vt:lpstr>
      <vt:lpstr>3.Conceptos básicos para entender la Realidad Aumentada</vt:lpstr>
      <vt:lpstr>Presentación de PowerPoint</vt:lpstr>
      <vt:lpstr>4. Formatos de uso de la Realidad Aumentada</vt:lpstr>
      <vt:lpstr>4.Formatos de uso de la Realidad Aumentada</vt:lpstr>
      <vt:lpstr>4.Formatos de uso de la Realidad Aumentada</vt:lpstr>
      <vt:lpstr>4.Formatos de uso de la Realidad Aumentada</vt:lpstr>
      <vt:lpstr>4.Formatos de uso de la Realidad Aumentada</vt:lpstr>
      <vt:lpstr>4.Formatos de uso de la Realidad Aumentada</vt:lpstr>
      <vt:lpstr>4.Formatos de uso de la Realidad Aumentada</vt:lpstr>
      <vt:lpstr>4.Formatos de uso de la Realidad Aumentada</vt:lpstr>
      <vt:lpstr>4.Formatos de uso de la Realidad Aumentada</vt:lpstr>
      <vt:lpstr>4.Formatos de uso de la Realidad Aumentada</vt:lpstr>
      <vt:lpstr>Presentación de PowerPoint</vt:lpstr>
      <vt:lpstr>Presentación de PowerPoint</vt:lpstr>
      <vt:lpstr>4.Formatos de uso de la Realidad Aumentada</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Álvaro Monzón Blanco</dc:creator>
  <cp:lastModifiedBy>JAIME ANTONIO HUAYTALLA PARIONA</cp:lastModifiedBy>
  <cp:revision>3</cp:revision>
  <dcterms:created xsi:type="dcterms:W3CDTF">2024-08-22T15:28:53Z</dcterms:created>
  <dcterms:modified xsi:type="dcterms:W3CDTF">2025-10-20T19:18:09Z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2021-09-15T00:00:00Z</vt:filetime>
  </property>
  <property fmtid="{D5CDD505-2E9C-101B-9397-08002B2CF9AE}" pid="3" name="Creator">
    <vt:lpwstr>Microsoft® PowerPoint® para Microsoft 365</vt:lpwstr>
  </property>
  <property fmtid="{D5CDD505-2E9C-101B-9397-08002B2CF9AE}" pid="4" name="LastSaved">
    <vt:filetime>2024-08-22T00:00:00Z</vt:filetime>
  </property>
</Properties>
</file>