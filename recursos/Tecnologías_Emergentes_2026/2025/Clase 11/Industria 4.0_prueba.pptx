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3" r:id="rId26"/>
    <p:sldId id="284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D75B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D75B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D75B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D75B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3085" y="197053"/>
            <a:ext cx="10797971" cy="14171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D75B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Central térmica">
            <a:extLst>
              <a:ext uri="{FF2B5EF4-FFF2-40B4-BE49-F238E27FC236}">
                <a16:creationId xmlns:a16="http://schemas.microsoft.com/office/drawing/2014/main" id="{F418E51A-8990-07FF-59FF-48562076FA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500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AE7365B0-131D-1392-E60E-78EE121B4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7000" kern="1200" dirty="0">
                <a:solidFill>
                  <a:srgbClr val="FFFFFF"/>
                </a:solidFill>
                <a:latin typeface="+mj-lt"/>
                <a:cs typeface="+mj-cs"/>
              </a:rPr>
              <a:t>INDUSTRIA 4.0</a:t>
            </a:r>
          </a:p>
        </p:txBody>
      </p:sp>
      <p:sp>
        <p:nvSpPr>
          <p:cNvPr id="9" name="Título 7">
            <a:extLst>
              <a:ext uri="{FF2B5EF4-FFF2-40B4-BE49-F238E27FC236}">
                <a16:creationId xmlns:a16="http://schemas.microsoft.com/office/drawing/2014/main" id="{0EAA0E5D-94C2-BB6B-1C6B-1D805AFBD6B2}"/>
              </a:ext>
            </a:extLst>
          </p:cNvPr>
          <p:cNvSpPr txBox="1">
            <a:spLocks/>
          </p:cNvSpPr>
          <p:nvPr/>
        </p:nvSpPr>
        <p:spPr>
          <a:xfrm>
            <a:off x="7467600" y="5410200"/>
            <a:ext cx="4191000" cy="462118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>
              <a:defRPr sz="3600" b="1" i="0">
                <a:solidFill>
                  <a:srgbClr val="2D75B6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2000" kern="1200" dirty="0">
                <a:solidFill>
                  <a:srgbClr val="FFFFFF"/>
                </a:solidFill>
                <a:latin typeface="+mj-lt"/>
                <a:cs typeface="+mj-cs"/>
              </a:rPr>
              <a:t>Ing. Jaime Huaytalla </a:t>
            </a:r>
            <a:r>
              <a:rPr lang="en-US" sz="2000" kern="1200" dirty="0" err="1">
                <a:solidFill>
                  <a:srgbClr val="FFFFFF"/>
                </a:solidFill>
                <a:latin typeface="+mj-lt"/>
                <a:cs typeface="+mj-cs"/>
              </a:rPr>
              <a:t>Pariona</a:t>
            </a:r>
            <a:endParaRPr lang="en-US" sz="2000" kern="1200" dirty="0">
              <a:solidFill>
                <a:srgbClr val="FFFFFF"/>
              </a:solidFill>
              <a:latin typeface="+mj-lt"/>
              <a:cs typeface="+mj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982720" cy="6858634"/>
            <a:chOff x="0" y="0"/>
            <a:chExt cx="398272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982211" cy="685190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4122"/>
              <a:ext cx="3765550" cy="664413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3085" y="197053"/>
            <a:ext cx="34397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spc="-459" dirty="0">
                <a:solidFill>
                  <a:srgbClr val="FFFFFF"/>
                </a:solidFill>
                <a:latin typeface="Tahoma"/>
                <a:cs typeface="Tahoma"/>
              </a:rPr>
              <a:t>INDUSTRIA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5215" y="1631645"/>
            <a:ext cx="4889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4471C4"/>
                </a:solidFill>
                <a:latin typeface="Calibri"/>
                <a:cs typeface="Calibri"/>
              </a:rPr>
              <a:t>01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30240" y="1627632"/>
            <a:ext cx="5737860" cy="649605"/>
          </a:xfrm>
          <a:custGeom>
            <a:avLst/>
            <a:gdLst/>
            <a:ahLst/>
            <a:cxnLst/>
            <a:rect l="l" t="t" r="r" b="b"/>
            <a:pathLst>
              <a:path w="5737859" h="649605">
                <a:moveTo>
                  <a:pt x="5413248" y="0"/>
                </a:moveTo>
                <a:lnTo>
                  <a:pt x="324612" y="0"/>
                </a:lnTo>
                <a:lnTo>
                  <a:pt x="276632" y="3518"/>
                </a:lnTo>
                <a:lnTo>
                  <a:pt x="230843" y="13740"/>
                </a:lnTo>
                <a:lnTo>
                  <a:pt x="187743" y="30162"/>
                </a:lnTo>
                <a:lnTo>
                  <a:pt x="147837" y="52285"/>
                </a:lnTo>
                <a:lnTo>
                  <a:pt x="111624" y="79606"/>
                </a:lnTo>
                <a:lnTo>
                  <a:pt x="79606" y="111624"/>
                </a:lnTo>
                <a:lnTo>
                  <a:pt x="52285" y="147837"/>
                </a:lnTo>
                <a:lnTo>
                  <a:pt x="30162" y="187743"/>
                </a:lnTo>
                <a:lnTo>
                  <a:pt x="13740" y="230843"/>
                </a:lnTo>
                <a:lnTo>
                  <a:pt x="3518" y="276632"/>
                </a:lnTo>
                <a:lnTo>
                  <a:pt x="0" y="324612"/>
                </a:lnTo>
                <a:lnTo>
                  <a:pt x="3518" y="372591"/>
                </a:lnTo>
                <a:lnTo>
                  <a:pt x="13740" y="418380"/>
                </a:lnTo>
                <a:lnTo>
                  <a:pt x="30162" y="461480"/>
                </a:lnTo>
                <a:lnTo>
                  <a:pt x="52285" y="501386"/>
                </a:lnTo>
                <a:lnTo>
                  <a:pt x="79606" y="537599"/>
                </a:lnTo>
                <a:lnTo>
                  <a:pt x="111624" y="569617"/>
                </a:lnTo>
                <a:lnTo>
                  <a:pt x="147837" y="596938"/>
                </a:lnTo>
                <a:lnTo>
                  <a:pt x="187743" y="619061"/>
                </a:lnTo>
                <a:lnTo>
                  <a:pt x="230843" y="635483"/>
                </a:lnTo>
                <a:lnTo>
                  <a:pt x="276632" y="645705"/>
                </a:lnTo>
                <a:lnTo>
                  <a:pt x="324612" y="649223"/>
                </a:lnTo>
                <a:lnTo>
                  <a:pt x="5413248" y="649223"/>
                </a:lnTo>
                <a:lnTo>
                  <a:pt x="5461227" y="645705"/>
                </a:lnTo>
                <a:lnTo>
                  <a:pt x="5507016" y="635483"/>
                </a:lnTo>
                <a:lnTo>
                  <a:pt x="5550116" y="619061"/>
                </a:lnTo>
                <a:lnTo>
                  <a:pt x="5590022" y="596938"/>
                </a:lnTo>
                <a:lnTo>
                  <a:pt x="5626235" y="569617"/>
                </a:lnTo>
                <a:lnTo>
                  <a:pt x="5658253" y="537599"/>
                </a:lnTo>
                <a:lnTo>
                  <a:pt x="5685574" y="501386"/>
                </a:lnTo>
                <a:lnTo>
                  <a:pt x="5707697" y="461480"/>
                </a:lnTo>
                <a:lnTo>
                  <a:pt x="5724119" y="418380"/>
                </a:lnTo>
                <a:lnTo>
                  <a:pt x="5734341" y="372591"/>
                </a:lnTo>
                <a:lnTo>
                  <a:pt x="5737860" y="324612"/>
                </a:lnTo>
                <a:lnTo>
                  <a:pt x="5734341" y="276632"/>
                </a:lnTo>
                <a:lnTo>
                  <a:pt x="5724119" y="230843"/>
                </a:lnTo>
                <a:lnTo>
                  <a:pt x="5707697" y="187743"/>
                </a:lnTo>
                <a:lnTo>
                  <a:pt x="5685574" y="147837"/>
                </a:lnTo>
                <a:lnTo>
                  <a:pt x="5658253" y="111624"/>
                </a:lnTo>
                <a:lnTo>
                  <a:pt x="5626235" y="79606"/>
                </a:lnTo>
                <a:lnTo>
                  <a:pt x="5590022" y="52285"/>
                </a:lnTo>
                <a:lnTo>
                  <a:pt x="5550116" y="30162"/>
                </a:lnTo>
                <a:lnTo>
                  <a:pt x="5507016" y="13740"/>
                </a:lnTo>
                <a:lnTo>
                  <a:pt x="5461227" y="3518"/>
                </a:lnTo>
                <a:lnTo>
                  <a:pt x="541324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20561" y="1737182"/>
            <a:ext cx="2519045" cy="86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Introducción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Antecedentes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y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conceptos.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95215" y="2836545"/>
            <a:ext cx="488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FF0000"/>
                </a:solidFill>
                <a:latin typeface="Calibri"/>
                <a:cs typeface="Calibri"/>
              </a:rPr>
              <a:t>02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30240" y="2831592"/>
            <a:ext cx="5737860" cy="649605"/>
          </a:xfrm>
          <a:custGeom>
            <a:avLst/>
            <a:gdLst/>
            <a:ahLst/>
            <a:cxnLst/>
            <a:rect l="l" t="t" r="r" b="b"/>
            <a:pathLst>
              <a:path w="5737859" h="649604">
                <a:moveTo>
                  <a:pt x="5413248" y="0"/>
                </a:moveTo>
                <a:lnTo>
                  <a:pt x="324612" y="0"/>
                </a:lnTo>
                <a:lnTo>
                  <a:pt x="276632" y="3518"/>
                </a:lnTo>
                <a:lnTo>
                  <a:pt x="230843" y="13740"/>
                </a:lnTo>
                <a:lnTo>
                  <a:pt x="187743" y="30162"/>
                </a:lnTo>
                <a:lnTo>
                  <a:pt x="147837" y="52285"/>
                </a:lnTo>
                <a:lnTo>
                  <a:pt x="111624" y="79606"/>
                </a:lnTo>
                <a:lnTo>
                  <a:pt x="79606" y="111624"/>
                </a:lnTo>
                <a:lnTo>
                  <a:pt x="52285" y="147837"/>
                </a:lnTo>
                <a:lnTo>
                  <a:pt x="30162" y="187743"/>
                </a:lnTo>
                <a:lnTo>
                  <a:pt x="13740" y="230843"/>
                </a:lnTo>
                <a:lnTo>
                  <a:pt x="3518" y="276632"/>
                </a:lnTo>
                <a:lnTo>
                  <a:pt x="0" y="324612"/>
                </a:lnTo>
                <a:lnTo>
                  <a:pt x="3518" y="372591"/>
                </a:lnTo>
                <a:lnTo>
                  <a:pt x="13740" y="418380"/>
                </a:lnTo>
                <a:lnTo>
                  <a:pt x="30162" y="461480"/>
                </a:lnTo>
                <a:lnTo>
                  <a:pt x="52285" y="501386"/>
                </a:lnTo>
                <a:lnTo>
                  <a:pt x="79606" y="537599"/>
                </a:lnTo>
                <a:lnTo>
                  <a:pt x="111624" y="569617"/>
                </a:lnTo>
                <a:lnTo>
                  <a:pt x="147837" y="596938"/>
                </a:lnTo>
                <a:lnTo>
                  <a:pt x="187743" y="619061"/>
                </a:lnTo>
                <a:lnTo>
                  <a:pt x="230843" y="635483"/>
                </a:lnTo>
                <a:lnTo>
                  <a:pt x="276632" y="645705"/>
                </a:lnTo>
                <a:lnTo>
                  <a:pt x="324612" y="649224"/>
                </a:lnTo>
                <a:lnTo>
                  <a:pt x="5413248" y="649224"/>
                </a:lnTo>
                <a:lnTo>
                  <a:pt x="5461227" y="645705"/>
                </a:lnTo>
                <a:lnTo>
                  <a:pt x="5507016" y="635483"/>
                </a:lnTo>
                <a:lnTo>
                  <a:pt x="5550116" y="619061"/>
                </a:lnTo>
                <a:lnTo>
                  <a:pt x="5590022" y="596938"/>
                </a:lnTo>
                <a:lnTo>
                  <a:pt x="5626235" y="569617"/>
                </a:lnTo>
                <a:lnTo>
                  <a:pt x="5658253" y="537599"/>
                </a:lnTo>
                <a:lnTo>
                  <a:pt x="5685574" y="501386"/>
                </a:lnTo>
                <a:lnTo>
                  <a:pt x="5707697" y="461480"/>
                </a:lnTo>
                <a:lnTo>
                  <a:pt x="5724119" y="418380"/>
                </a:lnTo>
                <a:lnTo>
                  <a:pt x="5734341" y="372591"/>
                </a:lnTo>
                <a:lnTo>
                  <a:pt x="5737860" y="324612"/>
                </a:lnTo>
                <a:lnTo>
                  <a:pt x="5734341" y="276632"/>
                </a:lnTo>
                <a:lnTo>
                  <a:pt x="5724119" y="230843"/>
                </a:lnTo>
                <a:lnTo>
                  <a:pt x="5707697" y="187743"/>
                </a:lnTo>
                <a:lnTo>
                  <a:pt x="5685574" y="147837"/>
                </a:lnTo>
                <a:lnTo>
                  <a:pt x="5658253" y="111624"/>
                </a:lnTo>
                <a:lnTo>
                  <a:pt x="5626235" y="79606"/>
                </a:lnTo>
                <a:lnTo>
                  <a:pt x="5590022" y="52285"/>
                </a:lnTo>
                <a:lnTo>
                  <a:pt x="5550116" y="30162"/>
                </a:lnTo>
                <a:lnTo>
                  <a:pt x="5507016" y="13740"/>
                </a:lnTo>
                <a:lnTo>
                  <a:pt x="5461227" y="3518"/>
                </a:lnTo>
                <a:lnTo>
                  <a:pt x="54132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20561" y="2942082"/>
            <a:ext cx="4946650" cy="85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Retos</a:t>
            </a:r>
            <a:r>
              <a:rPr sz="24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(Empresas,</a:t>
            </a:r>
            <a:r>
              <a:rPr sz="2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Gobierno</a:t>
            </a:r>
            <a:r>
              <a:rPr sz="20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0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Universidades).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Infraestructura,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Procesos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y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 Personas.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95215" y="4040885"/>
            <a:ext cx="488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7E7E7E"/>
                </a:solidFill>
                <a:latin typeface="Calibri"/>
                <a:cs typeface="Calibri"/>
              </a:rPr>
              <a:t>03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30240" y="4035552"/>
            <a:ext cx="5737860" cy="649605"/>
          </a:xfrm>
          <a:custGeom>
            <a:avLst/>
            <a:gdLst/>
            <a:ahLst/>
            <a:cxnLst/>
            <a:rect l="l" t="t" r="r" b="b"/>
            <a:pathLst>
              <a:path w="5737859" h="649604">
                <a:moveTo>
                  <a:pt x="5413248" y="0"/>
                </a:moveTo>
                <a:lnTo>
                  <a:pt x="324612" y="0"/>
                </a:lnTo>
                <a:lnTo>
                  <a:pt x="276632" y="3518"/>
                </a:lnTo>
                <a:lnTo>
                  <a:pt x="230843" y="13740"/>
                </a:lnTo>
                <a:lnTo>
                  <a:pt x="187743" y="30162"/>
                </a:lnTo>
                <a:lnTo>
                  <a:pt x="147837" y="52285"/>
                </a:lnTo>
                <a:lnTo>
                  <a:pt x="111624" y="79606"/>
                </a:lnTo>
                <a:lnTo>
                  <a:pt x="79606" y="111624"/>
                </a:lnTo>
                <a:lnTo>
                  <a:pt x="52285" y="147837"/>
                </a:lnTo>
                <a:lnTo>
                  <a:pt x="30162" y="187743"/>
                </a:lnTo>
                <a:lnTo>
                  <a:pt x="13740" y="230843"/>
                </a:lnTo>
                <a:lnTo>
                  <a:pt x="3518" y="276632"/>
                </a:lnTo>
                <a:lnTo>
                  <a:pt x="0" y="324612"/>
                </a:lnTo>
                <a:lnTo>
                  <a:pt x="3518" y="372591"/>
                </a:lnTo>
                <a:lnTo>
                  <a:pt x="13740" y="418380"/>
                </a:lnTo>
                <a:lnTo>
                  <a:pt x="30162" y="461480"/>
                </a:lnTo>
                <a:lnTo>
                  <a:pt x="52285" y="501386"/>
                </a:lnTo>
                <a:lnTo>
                  <a:pt x="79606" y="537599"/>
                </a:lnTo>
                <a:lnTo>
                  <a:pt x="111624" y="569617"/>
                </a:lnTo>
                <a:lnTo>
                  <a:pt x="147837" y="596938"/>
                </a:lnTo>
                <a:lnTo>
                  <a:pt x="187743" y="619061"/>
                </a:lnTo>
                <a:lnTo>
                  <a:pt x="230843" y="635483"/>
                </a:lnTo>
                <a:lnTo>
                  <a:pt x="276632" y="645705"/>
                </a:lnTo>
                <a:lnTo>
                  <a:pt x="324612" y="649224"/>
                </a:lnTo>
                <a:lnTo>
                  <a:pt x="5413248" y="649224"/>
                </a:lnTo>
                <a:lnTo>
                  <a:pt x="5461227" y="645705"/>
                </a:lnTo>
                <a:lnTo>
                  <a:pt x="5507016" y="635483"/>
                </a:lnTo>
                <a:lnTo>
                  <a:pt x="5550116" y="619061"/>
                </a:lnTo>
                <a:lnTo>
                  <a:pt x="5590022" y="596938"/>
                </a:lnTo>
                <a:lnTo>
                  <a:pt x="5626235" y="569617"/>
                </a:lnTo>
                <a:lnTo>
                  <a:pt x="5658253" y="537599"/>
                </a:lnTo>
                <a:lnTo>
                  <a:pt x="5685574" y="501386"/>
                </a:lnTo>
                <a:lnTo>
                  <a:pt x="5707697" y="461480"/>
                </a:lnTo>
                <a:lnTo>
                  <a:pt x="5724119" y="418380"/>
                </a:lnTo>
                <a:lnTo>
                  <a:pt x="5734341" y="372591"/>
                </a:lnTo>
                <a:lnTo>
                  <a:pt x="5737860" y="324612"/>
                </a:lnTo>
                <a:lnTo>
                  <a:pt x="5734341" y="276632"/>
                </a:lnTo>
                <a:lnTo>
                  <a:pt x="5724119" y="230843"/>
                </a:lnTo>
                <a:lnTo>
                  <a:pt x="5707697" y="187743"/>
                </a:lnTo>
                <a:lnTo>
                  <a:pt x="5685574" y="147837"/>
                </a:lnTo>
                <a:lnTo>
                  <a:pt x="5658253" y="111624"/>
                </a:lnTo>
                <a:lnTo>
                  <a:pt x="5626235" y="79606"/>
                </a:lnTo>
                <a:lnTo>
                  <a:pt x="5590022" y="52285"/>
                </a:lnTo>
                <a:lnTo>
                  <a:pt x="5550116" y="30162"/>
                </a:lnTo>
                <a:lnTo>
                  <a:pt x="5507016" y="13740"/>
                </a:lnTo>
                <a:lnTo>
                  <a:pt x="5461227" y="3518"/>
                </a:lnTo>
                <a:lnTo>
                  <a:pt x="541324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020561" y="4146295"/>
            <a:ext cx="5111115" cy="85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Oportunidades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Desarrollo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económico, intelectual,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tecnológico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y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social.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95215" y="5245100"/>
            <a:ext cx="488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FFC000"/>
                </a:solidFill>
                <a:latin typeface="Calibri"/>
                <a:cs typeface="Calibri"/>
              </a:rPr>
              <a:t>04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30240" y="5239511"/>
            <a:ext cx="5737860" cy="649605"/>
          </a:xfrm>
          <a:custGeom>
            <a:avLst/>
            <a:gdLst/>
            <a:ahLst/>
            <a:cxnLst/>
            <a:rect l="l" t="t" r="r" b="b"/>
            <a:pathLst>
              <a:path w="5737859" h="649604">
                <a:moveTo>
                  <a:pt x="5413248" y="0"/>
                </a:moveTo>
                <a:lnTo>
                  <a:pt x="324612" y="0"/>
                </a:lnTo>
                <a:lnTo>
                  <a:pt x="276632" y="3518"/>
                </a:lnTo>
                <a:lnTo>
                  <a:pt x="230843" y="13740"/>
                </a:lnTo>
                <a:lnTo>
                  <a:pt x="187743" y="30162"/>
                </a:lnTo>
                <a:lnTo>
                  <a:pt x="147837" y="52285"/>
                </a:lnTo>
                <a:lnTo>
                  <a:pt x="111624" y="79606"/>
                </a:lnTo>
                <a:lnTo>
                  <a:pt x="79606" y="111624"/>
                </a:lnTo>
                <a:lnTo>
                  <a:pt x="52285" y="147837"/>
                </a:lnTo>
                <a:lnTo>
                  <a:pt x="30162" y="187743"/>
                </a:lnTo>
                <a:lnTo>
                  <a:pt x="13740" y="230843"/>
                </a:lnTo>
                <a:lnTo>
                  <a:pt x="3518" y="276632"/>
                </a:lnTo>
                <a:lnTo>
                  <a:pt x="0" y="324612"/>
                </a:lnTo>
                <a:lnTo>
                  <a:pt x="3519" y="372582"/>
                </a:lnTo>
                <a:lnTo>
                  <a:pt x="13741" y="418367"/>
                </a:lnTo>
                <a:lnTo>
                  <a:pt x="30165" y="461463"/>
                </a:lnTo>
                <a:lnTo>
                  <a:pt x="52289" y="501370"/>
                </a:lnTo>
                <a:lnTo>
                  <a:pt x="79611" y="537584"/>
                </a:lnTo>
                <a:lnTo>
                  <a:pt x="111629" y="569604"/>
                </a:lnTo>
                <a:lnTo>
                  <a:pt x="147842" y="596928"/>
                </a:lnTo>
                <a:lnTo>
                  <a:pt x="187749" y="619054"/>
                </a:lnTo>
                <a:lnTo>
                  <a:pt x="230847" y="635480"/>
                </a:lnTo>
                <a:lnTo>
                  <a:pt x="276636" y="645704"/>
                </a:lnTo>
                <a:lnTo>
                  <a:pt x="324612" y="649224"/>
                </a:lnTo>
                <a:lnTo>
                  <a:pt x="5413248" y="649224"/>
                </a:lnTo>
                <a:lnTo>
                  <a:pt x="5461228" y="645704"/>
                </a:lnTo>
                <a:lnTo>
                  <a:pt x="5507019" y="635479"/>
                </a:lnTo>
                <a:lnTo>
                  <a:pt x="5550119" y="619052"/>
                </a:lnTo>
                <a:lnTo>
                  <a:pt x="5590027" y="596925"/>
                </a:lnTo>
                <a:lnTo>
                  <a:pt x="5626240" y="569600"/>
                </a:lnTo>
                <a:lnTo>
                  <a:pt x="5658257" y="537579"/>
                </a:lnTo>
                <a:lnTo>
                  <a:pt x="5685577" y="501364"/>
                </a:lnTo>
                <a:lnTo>
                  <a:pt x="5707699" y="461458"/>
                </a:lnTo>
                <a:lnTo>
                  <a:pt x="5724120" y="418362"/>
                </a:lnTo>
                <a:lnTo>
                  <a:pt x="5734341" y="372579"/>
                </a:lnTo>
                <a:lnTo>
                  <a:pt x="5737860" y="324612"/>
                </a:lnTo>
                <a:lnTo>
                  <a:pt x="5734341" y="276632"/>
                </a:lnTo>
                <a:lnTo>
                  <a:pt x="5724119" y="230843"/>
                </a:lnTo>
                <a:lnTo>
                  <a:pt x="5707697" y="187743"/>
                </a:lnTo>
                <a:lnTo>
                  <a:pt x="5685574" y="147837"/>
                </a:lnTo>
                <a:lnTo>
                  <a:pt x="5658253" y="111624"/>
                </a:lnTo>
                <a:lnTo>
                  <a:pt x="5626235" y="79606"/>
                </a:lnTo>
                <a:lnTo>
                  <a:pt x="5590022" y="52285"/>
                </a:lnTo>
                <a:lnTo>
                  <a:pt x="5550116" y="30162"/>
                </a:lnTo>
                <a:lnTo>
                  <a:pt x="5507016" y="13740"/>
                </a:lnTo>
                <a:lnTo>
                  <a:pt x="5461227" y="3518"/>
                </a:lnTo>
                <a:lnTo>
                  <a:pt x="5413248" y="0"/>
                </a:lnTo>
                <a:close/>
              </a:path>
            </a:pathLst>
          </a:custGeom>
          <a:solidFill>
            <a:srgbClr val="D29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020561" y="5350561"/>
            <a:ext cx="2797810" cy="85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Reflexión</a:t>
            </a:r>
            <a:r>
              <a:rPr sz="2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opiniones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Hechos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y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tendencias.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43983" y="385064"/>
            <a:ext cx="29083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2E5496"/>
                </a:solidFill>
                <a:latin typeface="Calibri"/>
                <a:cs typeface="Calibri"/>
              </a:rPr>
              <a:t>Contenido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085" y="197053"/>
            <a:ext cx="1079797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6275">
              <a:lnSpc>
                <a:spcPct val="100000"/>
              </a:lnSpc>
              <a:spcBef>
                <a:spcPts val="100"/>
              </a:spcBef>
            </a:pPr>
            <a:r>
              <a:rPr sz="6000" b="0" spc="-1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Revoluciones</a:t>
            </a:r>
            <a:r>
              <a:rPr sz="6000" b="0" spc="-29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6000" b="0" spc="-1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industriales</a:t>
            </a:r>
            <a:endParaRPr sz="6000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2796" y="3868039"/>
            <a:ext cx="6394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25" dirty="0">
                <a:solidFill>
                  <a:srgbClr val="8439BC"/>
                </a:solidFill>
                <a:latin typeface="Calibri"/>
                <a:cs typeface="Calibri"/>
              </a:rPr>
              <a:t>1</a:t>
            </a:r>
            <a:r>
              <a:rPr sz="5400" b="1" spc="-25" dirty="0">
                <a:solidFill>
                  <a:srgbClr val="8439BC"/>
                </a:solidFill>
                <a:latin typeface="Malgun Gothic"/>
                <a:cs typeface="Malgun Gothic"/>
              </a:rPr>
              <a:t>°</a:t>
            </a:r>
            <a:endParaRPr sz="54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2796" y="5166766"/>
            <a:ext cx="6394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25" dirty="0">
                <a:solidFill>
                  <a:srgbClr val="008000"/>
                </a:solidFill>
                <a:latin typeface="Calibri"/>
                <a:cs typeface="Calibri"/>
              </a:rPr>
              <a:t>2</a:t>
            </a:r>
            <a:r>
              <a:rPr sz="5400" b="1" spc="-25" dirty="0">
                <a:solidFill>
                  <a:srgbClr val="008000"/>
                </a:solidFill>
                <a:latin typeface="Malgun Gothic"/>
                <a:cs typeface="Malgun Gothic"/>
              </a:rPr>
              <a:t>°</a:t>
            </a:r>
            <a:endParaRPr sz="54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31102" y="3392271"/>
            <a:ext cx="639445" cy="2623185"/>
          </a:xfrm>
          <a:prstGeom prst="rect">
            <a:avLst/>
          </a:prstGeom>
        </p:spPr>
        <p:txBody>
          <a:bodyPr vert="horz" wrap="square" lIns="0" tIns="4883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5"/>
              </a:spcBef>
            </a:pPr>
            <a:r>
              <a:rPr sz="5400" b="1" spc="-25" dirty="0">
                <a:solidFill>
                  <a:srgbClr val="005A9E"/>
                </a:solidFill>
                <a:latin typeface="Calibri"/>
                <a:cs typeface="Calibri"/>
              </a:rPr>
              <a:t>3</a:t>
            </a:r>
            <a:r>
              <a:rPr sz="5400" b="1" spc="-25" dirty="0">
                <a:solidFill>
                  <a:srgbClr val="005A9E"/>
                </a:solidFill>
                <a:latin typeface="Malgun Gothic"/>
                <a:cs typeface="Malgun Gothic"/>
              </a:rPr>
              <a:t>°</a:t>
            </a:r>
            <a:endParaRPr sz="5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745"/>
              </a:spcBef>
            </a:pPr>
            <a:r>
              <a:rPr sz="5400" b="1" spc="-25" dirty="0">
                <a:solidFill>
                  <a:srgbClr val="F18A36"/>
                </a:solidFill>
                <a:latin typeface="Calibri"/>
                <a:cs typeface="Calibri"/>
              </a:rPr>
              <a:t>4</a:t>
            </a:r>
            <a:r>
              <a:rPr sz="5400" b="1" spc="-25" dirty="0">
                <a:solidFill>
                  <a:srgbClr val="F18A36"/>
                </a:solidFill>
                <a:latin typeface="Malgun Gothic"/>
                <a:cs typeface="Malgun Gothic"/>
              </a:rPr>
              <a:t>°</a:t>
            </a:r>
            <a:endParaRPr sz="54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9733" y="3970985"/>
            <a:ext cx="3515360" cy="75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Inglaterra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Fuerza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motriz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base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hidráulica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y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vapor.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Instrumentación mecánica.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406" y="1517919"/>
            <a:ext cx="10201649" cy="171484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75791" y="3119120"/>
            <a:ext cx="531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2E5496"/>
                </a:solidFill>
                <a:latin typeface="Arial MT"/>
                <a:cs typeface="Arial MT"/>
              </a:rPr>
              <a:t>1784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01110" y="3108147"/>
            <a:ext cx="531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2E5496"/>
                </a:solidFill>
                <a:latin typeface="Arial MT"/>
                <a:cs typeface="Arial MT"/>
              </a:rPr>
              <a:t>1870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03240" y="3078226"/>
            <a:ext cx="531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2E5496"/>
                </a:solidFill>
                <a:latin typeface="Arial MT"/>
                <a:cs typeface="Arial MT"/>
              </a:rPr>
              <a:t>1969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5252" y="3078226"/>
            <a:ext cx="515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2E5496"/>
                </a:solidFill>
                <a:latin typeface="Arial MT"/>
                <a:cs typeface="Arial MT"/>
              </a:rPr>
              <a:t>2011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42870" y="5273421"/>
            <a:ext cx="391858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Francia,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Alemania,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Bélgica,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Japón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y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EE.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UU.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Carbón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remplazado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por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petróleo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 y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electricidad. Producción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en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serie.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72247" y="3954907"/>
            <a:ext cx="296481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EE.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UU.,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Japón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y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Países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Europeos.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Sociedad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Información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(TICs) Robotización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y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energías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renovables.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63993" y="5206949"/>
            <a:ext cx="3830320" cy="75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EE.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UU.,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China,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India,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Japón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y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Países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Europeos.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Tecnologías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 Operativas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TICs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Inteligencia</a:t>
            </a:r>
            <a:r>
              <a:rPr sz="1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Artificial,</a:t>
            </a:r>
            <a:r>
              <a:rPr sz="1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conectividad,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big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4928" y="2438368"/>
            <a:ext cx="8569452" cy="44104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0329" y="1623466"/>
            <a:ext cx="3314599" cy="47400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50000"/>
              </a:lnSpc>
              <a:spcBef>
                <a:spcPts val="100"/>
              </a:spcBef>
            </a:pPr>
            <a:r>
              <a:rPr sz="2600" b="1" dirty="0">
                <a:solidFill>
                  <a:srgbClr val="005A9E"/>
                </a:solidFill>
                <a:latin typeface="Arial"/>
                <a:cs typeface="Arial"/>
              </a:rPr>
              <a:t>En pocas palabras, es la </a:t>
            </a:r>
            <a:r>
              <a:rPr sz="2600" b="1" dirty="0" err="1">
                <a:solidFill>
                  <a:srgbClr val="005A9E"/>
                </a:solidFill>
                <a:latin typeface="Arial"/>
                <a:cs typeface="Arial"/>
              </a:rPr>
              <a:t>digitalización</a:t>
            </a:r>
            <a:r>
              <a:rPr lang="es-PE" sz="2600" b="1" dirty="0">
                <a:solidFill>
                  <a:srgbClr val="005A9E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5A9E"/>
                </a:solidFill>
                <a:latin typeface="Arial"/>
                <a:cs typeface="Arial"/>
              </a:rPr>
              <a:t>de las actividades de la industria </a:t>
            </a:r>
            <a:r>
              <a:rPr sz="2600" b="1" dirty="0" err="1">
                <a:solidFill>
                  <a:srgbClr val="005A9E"/>
                </a:solidFill>
                <a:latin typeface="Arial"/>
                <a:cs typeface="Arial"/>
              </a:rPr>
              <a:t>hacia</a:t>
            </a:r>
            <a:r>
              <a:rPr sz="2600" b="1" dirty="0">
                <a:solidFill>
                  <a:srgbClr val="005A9E"/>
                </a:solidFill>
                <a:latin typeface="Arial"/>
                <a:cs typeface="Arial"/>
              </a:rPr>
              <a:t> </a:t>
            </a:r>
            <a:r>
              <a:rPr sz="2600" b="1" dirty="0" err="1">
                <a:solidFill>
                  <a:srgbClr val="005A9E"/>
                </a:solidFill>
                <a:latin typeface="Arial"/>
                <a:cs typeface="Arial"/>
              </a:rPr>
              <a:t>una</a:t>
            </a:r>
            <a:r>
              <a:rPr lang="es-PE" sz="2600" b="1" dirty="0">
                <a:solidFill>
                  <a:srgbClr val="005A9E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5A9E"/>
                </a:solidFill>
                <a:latin typeface="Arial"/>
                <a:cs typeface="Arial"/>
              </a:rPr>
              <a:t>“</a:t>
            </a:r>
            <a:r>
              <a:rPr sz="2600" b="1" dirty="0" err="1">
                <a:solidFill>
                  <a:srgbClr val="005A9E"/>
                </a:solidFill>
                <a:latin typeface="Arial"/>
                <a:cs typeface="Arial"/>
              </a:rPr>
              <a:t>industria</a:t>
            </a:r>
            <a:r>
              <a:rPr lang="es-PE" sz="2600" b="1" dirty="0">
                <a:solidFill>
                  <a:srgbClr val="005A9E"/>
                </a:solidFill>
                <a:latin typeface="Arial"/>
                <a:cs typeface="Arial"/>
              </a:rPr>
              <a:t> </a:t>
            </a:r>
            <a:r>
              <a:rPr sz="2600" b="1" dirty="0" err="1">
                <a:solidFill>
                  <a:srgbClr val="005A9E"/>
                </a:solidFill>
                <a:latin typeface="Arial"/>
                <a:cs typeface="Arial"/>
              </a:rPr>
              <a:t>inteligente</a:t>
            </a:r>
            <a:r>
              <a:rPr sz="2600" b="1" dirty="0">
                <a:solidFill>
                  <a:srgbClr val="005A9E"/>
                </a:solidFill>
                <a:latin typeface="Arial"/>
                <a:cs typeface="Arial"/>
              </a:rPr>
              <a:t>” a </a:t>
            </a:r>
            <a:r>
              <a:rPr sz="2600" b="1" dirty="0" err="1">
                <a:solidFill>
                  <a:srgbClr val="005A9E"/>
                </a:solidFill>
                <a:latin typeface="Arial"/>
                <a:cs typeface="Arial"/>
              </a:rPr>
              <a:t>trav</a:t>
            </a:r>
            <a:r>
              <a:rPr lang="es-PE" sz="2600" b="1" dirty="0" err="1">
                <a:solidFill>
                  <a:srgbClr val="005A9E"/>
                </a:solidFill>
                <a:latin typeface="Arial"/>
                <a:cs typeface="Arial"/>
              </a:rPr>
              <a:t>és</a:t>
            </a:r>
            <a:r>
              <a:rPr sz="2600" b="1" dirty="0">
                <a:solidFill>
                  <a:srgbClr val="005A9E"/>
                </a:solidFill>
                <a:latin typeface="Arial"/>
                <a:cs typeface="Arial"/>
              </a:rPr>
              <a:t> de las nuevas tecnologías.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0329" y="513715"/>
            <a:ext cx="62325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71700" algn="l"/>
              </a:tabLst>
            </a:pPr>
            <a:r>
              <a:rPr sz="4800" dirty="0">
                <a:solidFill>
                  <a:srgbClr val="1F3863"/>
                </a:solidFill>
                <a:latin typeface="Calibri"/>
                <a:cs typeface="Calibri"/>
              </a:rPr>
              <a:t>¿Qué</a:t>
            </a:r>
            <a:r>
              <a:rPr sz="4800" spc="-2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4800" spc="-25" dirty="0">
                <a:solidFill>
                  <a:srgbClr val="1F3863"/>
                </a:solidFill>
                <a:latin typeface="Calibri"/>
                <a:cs typeface="Calibri"/>
              </a:rPr>
              <a:t>es</a:t>
            </a:r>
            <a:r>
              <a:rPr sz="4800" dirty="0">
                <a:solidFill>
                  <a:srgbClr val="1F3863"/>
                </a:solidFill>
                <a:latin typeface="Calibri"/>
                <a:cs typeface="Calibri"/>
              </a:rPr>
              <a:t>	la</a:t>
            </a:r>
            <a:r>
              <a:rPr sz="4800" spc="-9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1F3863"/>
                </a:solidFill>
                <a:latin typeface="Calibri"/>
                <a:cs typeface="Calibri"/>
              </a:rPr>
              <a:t>Industria</a:t>
            </a:r>
            <a:r>
              <a:rPr sz="4800" spc="-9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4800" spc="-20" dirty="0">
                <a:solidFill>
                  <a:srgbClr val="1F3863"/>
                </a:solidFill>
                <a:latin typeface="Calibri"/>
                <a:cs typeface="Calibri"/>
              </a:rPr>
              <a:t>4.0?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732926"/>
            <a:ext cx="6062345" cy="4980940"/>
            <a:chOff x="0" y="1732926"/>
            <a:chExt cx="6062345" cy="4980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4727" y="1732926"/>
              <a:ext cx="4047613" cy="49809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331719"/>
              <a:ext cx="3913631" cy="402640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958841" y="1518920"/>
            <a:ext cx="6397625" cy="5158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6695" marR="81470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Diseño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/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Producción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servicios </a:t>
            </a:r>
            <a:r>
              <a:rPr sz="3200" dirty="0">
                <a:latin typeface="Calibri"/>
                <a:cs typeface="Calibri"/>
              </a:rPr>
              <a:t>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productos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cortos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tiempos.</a:t>
            </a:r>
            <a:endParaRPr sz="3200">
              <a:latin typeface="Calibri"/>
              <a:cs typeface="Calibri"/>
            </a:endParaRPr>
          </a:p>
          <a:p>
            <a:pPr marL="1229360" marR="200025">
              <a:lnSpc>
                <a:spcPct val="100000"/>
              </a:lnSpc>
              <a:spcBef>
                <a:spcPts val="1495"/>
              </a:spcBef>
              <a:tabLst>
                <a:tab pos="3098165" algn="l"/>
              </a:tabLst>
            </a:pPr>
            <a:r>
              <a:rPr sz="3200" spc="-10" dirty="0">
                <a:solidFill>
                  <a:srgbClr val="2E5496"/>
                </a:solidFill>
                <a:latin typeface="Calibri"/>
                <a:cs typeface="Calibri"/>
              </a:rPr>
              <a:t>Respuesta</a:t>
            </a:r>
            <a:r>
              <a:rPr sz="3200" dirty="0">
                <a:solidFill>
                  <a:srgbClr val="2E5496"/>
                </a:solidFill>
                <a:latin typeface="Calibri"/>
                <a:cs typeface="Calibri"/>
              </a:rPr>
              <a:t>	a</a:t>
            </a:r>
            <a:r>
              <a:rPr sz="3200" spc="-5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E5496"/>
                </a:solidFill>
                <a:latin typeface="Calibri"/>
                <a:cs typeface="Calibri"/>
              </a:rPr>
              <a:t>fluctuaciones</a:t>
            </a:r>
            <a:r>
              <a:rPr sz="3200" spc="-4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2E5496"/>
                </a:solidFill>
                <a:latin typeface="Calibri"/>
                <a:cs typeface="Calibri"/>
              </a:rPr>
              <a:t>del </a:t>
            </a:r>
            <a:r>
              <a:rPr sz="3200" spc="-10" dirty="0">
                <a:solidFill>
                  <a:srgbClr val="2E5496"/>
                </a:solidFill>
                <a:latin typeface="Calibri"/>
                <a:cs typeface="Calibri"/>
              </a:rPr>
              <a:t>mercado.</a:t>
            </a:r>
            <a:endParaRPr sz="3200">
              <a:latin typeface="Calibri"/>
              <a:cs typeface="Calibri"/>
            </a:endParaRPr>
          </a:p>
          <a:p>
            <a:pPr marL="1463040">
              <a:lnSpc>
                <a:spcPct val="100000"/>
              </a:lnSpc>
              <a:spcBef>
                <a:spcPts val="2185"/>
              </a:spcBef>
            </a:pPr>
            <a:r>
              <a:rPr sz="3200" spc="-20" dirty="0">
                <a:solidFill>
                  <a:srgbClr val="1F8D68"/>
                </a:solidFill>
                <a:latin typeface="Calibri"/>
                <a:cs typeface="Calibri"/>
              </a:rPr>
              <a:t>Personalización</a:t>
            </a:r>
            <a:r>
              <a:rPr sz="3200" spc="-35" dirty="0">
                <a:solidFill>
                  <a:srgbClr val="1F8D6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F8D68"/>
                </a:solidFill>
                <a:latin typeface="Calibri"/>
                <a:cs typeface="Calibri"/>
              </a:rPr>
              <a:t>de</a:t>
            </a:r>
            <a:r>
              <a:rPr sz="3200" spc="-30" dirty="0">
                <a:solidFill>
                  <a:srgbClr val="1F8D68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F8D68"/>
                </a:solidFill>
                <a:latin typeface="Calibri"/>
                <a:cs typeface="Calibri"/>
              </a:rPr>
              <a:t>productos.</a:t>
            </a:r>
            <a:endParaRPr sz="3200">
              <a:latin typeface="Calibri"/>
              <a:cs typeface="Calibri"/>
            </a:endParaRPr>
          </a:p>
          <a:p>
            <a:pPr marL="1162050" marR="394335">
              <a:lnSpc>
                <a:spcPct val="100000"/>
              </a:lnSpc>
              <a:spcBef>
                <a:spcPts val="3265"/>
              </a:spcBef>
            </a:pPr>
            <a:r>
              <a:rPr sz="3200" spc="-10" dirty="0">
                <a:solidFill>
                  <a:srgbClr val="008000"/>
                </a:solidFill>
                <a:latin typeface="Calibri"/>
                <a:cs typeface="Calibri"/>
              </a:rPr>
              <a:t>Interconectividad</a:t>
            </a:r>
            <a:r>
              <a:rPr sz="3200" spc="-7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8000"/>
                </a:solidFill>
                <a:latin typeface="Calibri"/>
                <a:cs typeface="Calibri"/>
              </a:rPr>
              <a:t>de</a:t>
            </a:r>
            <a:r>
              <a:rPr sz="3200" spc="-7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8000"/>
                </a:solidFill>
                <a:latin typeface="Calibri"/>
                <a:cs typeface="Calibri"/>
              </a:rPr>
              <a:t>cadenas productivas.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40"/>
              </a:spcBef>
            </a:pPr>
            <a:r>
              <a:rPr sz="3200" dirty="0">
                <a:solidFill>
                  <a:srgbClr val="DA8200"/>
                </a:solidFill>
                <a:latin typeface="Calibri"/>
                <a:cs typeface="Calibri"/>
              </a:rPr>
              <a:t>Ahorros</a:t>
            </a:r>
            <a:r>
              <a:rPr sz="3200" spc="-75" dirty="0">
                <a:solidFill>
                  <a:srgbClr val="DA82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A8200"/>
                </a:solidFill>
                <a:latin typeface="Calibri"/>
                <a:cs typeface="Calibri"/>
              </a:rPr>
              <a:t>y</a:t>
            </a:r>
            <a:r>
              <a:rPr sz="3200" spc="-70" dirty="0">
                <a:solidFill>
                  <a:srgbClr val="DA82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A8200"/>
                </a:solidFill>
                <a:latin typeface="Calibri"/>
                <a:cs typeface="Calibri"/>
              </a:rPr>
              <a:t>mayor</a:t>
            </a:r>
            <a:r>
              <a:rPr sz="3200" spc="-75" dirty="0">
                <a:solidFill>
                  <a:srgbClr val="DA82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DA8200"/>
                </a:solidFill>
                <a:latin typeface="Calibri"/>
                <a:cs typeface="Calibri"/>
              </a:rPr>
              <a:t>productividad.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3928" y="410718"/>
            <a:ext cx="53797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200" dirty="0">
                <a:solidFill>
                  <a:srgbClr val="1F3863"/>
                </a:solidFill>
                <a:latin typeface="Arial MT"/>
                <a:cs typeface="Arial MT"/>
              </a:rPr>
              <a:t>Algunos</a:t>
            </a:r>
            <a:r>
              <a:rPr sz="4400" b="0" spc="-95" dirty="0">
                <a:solidFill>
                  <a:srgbClr val="1F3863"/>
                </a:solidFill>
                <a:latin typeface="Arial MT"/>
                <a:cs typeface="Arial MT"/>
              </a:rPr>
              <a:t> </a:t>
            </a:r>
            <a:r>
              <a:rPr sz="4400" b="0" spc="210" dirty="0">
                <a:solidFill>
                  <a:srgbClr val="1F3863"/>
                </a:solidFill>
                <a:latin typeface="Arial MT"/>
                <a:cs typeface="Arial MT"/>
              </a:rPr>
              <a:t>beneficios:</a:t>
            </a:r>
            <a:endParaRPr sz="4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1035" y="247269"/>
            <a:ext cx="2861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6F2F9F"/>
                </a:solidFill>
                <a:latin typeface="Calibri"/>
                <a:cs typeface="Calibri"/>
              </a:rPr>
              <a:t>Infraestructura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3118" y="4508068"/>
            <a:ext cx="17310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6F2F9F"/>
                </a:solidFill>
                <a:latin typeface="Calibri"/>
                <a:cs typeface="Calibri"/>
              </a:rPr>
              <a:t>Personas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6082" y="1037666"/>
            <a:ext cx="17411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Cambios,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uso, </a:t>
            </a:r>
            <a:r>
              <a:rPr sz="2400" spc="-10" dirty="0">
                <a:latin typeface="Calibri"/>
                <a:cs typeface="Calibri"/>
              </a:rPr>
              <a:t>integración, inversiones.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3143" y="5187518"/>
            <a:ext cx="35731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Capacitación,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contrataciones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despidos.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92295" cy="38846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646170" y="3433572"/>
            <a:ext cx="2956560" cy="144716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765"/>
              </a:spcBef>
            </a:pPr>
            <a:r>
              <a:rPr sz="3600" b="1" spc="-10" dirty="0">
                <a:solidFill>
                  <a:srgbClr val="6F2F9F"/>
                </a:solidFill>
                <a:latin typeface="Calibri"/>
                <a:cs typeface="Calibri"/>
              </a:rPr>
              <a:t>Procesos</a:t>
            </a:r>
            <a:endParaRPr sz="3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45"/>
              </a:spcBef>
            </a:pPr>
            <a:r>
              <a:rPr sz="2400" dirty="0">
                <a:latin typeface="Calibri"/>
                <a:cs typeface="Calibri"/>
              </a:rPr>
              <a:t>Cambios,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adaptaciones, </a:t>
            </a:r>
            <a:r>
              <a:rPr sz="2400" dirty="0">
                <a:latin typeface="Calibri"/>
                <a:cs typeface="Calibri"/>
              </a:rPr>
              <a:t>nuevas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definiciones.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6976" y="0"/>
            <a:ext cx="5145024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2153" y="5993079"/>
            <a:ext cx="36410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dirty="0">
                <a:solidFill>
                  <a:srgbClr val="F1F1F1"/>
                </a:solidFill>
                <a:latin typeface="Tahoma"/>
                <a:cs typeface="Tahoma"/>
              </a:rPr>
              <a:t>¿Cóm</a:t>
            </a:r>
            <a:r>
              <a:rPr sz="4800" b="0" spc="-290" dirty="0">
                <a:solidFill>
                  <a:srgbClr val="F1F1F1"/>
                </a:solidFill>
                <a:latin typeface="Tahoma"/>
                <a:cs typeface="Tahoma"/>
              </a:rPr>
              <a:t> </a:t>
            </a:r>
            <a:r>
              <a:rPr sz="4800" b="0" spc="55" dirty="0">
                <a:solidFill>
                  <a:srgbClr val="F1F1F1"/>
                </a:solidFill>
                <a:latin typeface="Tahoma"/>
                <a:cs typeface="Tahoma"/>
              </a:rPr>
              <a:t>iniciar?</a:t>
            </a:r>
            <a:endParaRPr sz="48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232" y="3896867"/>
            <a:ext cx="3953255" cy="28163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0123" y="490854"/>
            <a:ext cx="23387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7C092C"/>
                </a:solidFill>
              </a:rPr>
              <a:t>Industria tradicional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5007" y="6337198"/>
            <a:ext cx="1637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Infraestructura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7492" y="496951"/>
            <a:ext cx="1054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Personas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9076" y="4090415"/>
            <a:ext cx="2612135" cy="19339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63540" y="868680"/>
            <a:ext cx="3028188" cy="16824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704958" y="4251705"/>
            <a:ext cx="1052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Procesos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65397" y="1747520"/>
            <a:ext cx="12992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Arial"/>
                <a:cs typeface="Arial"/>
              </a:rPr>
              <a:t>Asistencia</a:t>
            </a:r>
            <a:endParaRPr sz="20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</a:pPr>
            <a:r>
              <a:rPr sz="2000" b="1" spc="-10" dirty="0">
                <a:latin typeface="Arial"/>
                <a:cs typeface="Arial"/>
              </a:rPr>
              <a:t>técnica.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3581" y="2986786"/>
            <a:ext cx="211455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 marR="5080" indent="-70485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Arial"/>
                <a:cs typeface="Arial"/>
              </a:rPr>
              <a:t>Transparencia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en </a:t>
            </a:r>
            <a:r>
              <a:rPr sz="2000" b="1" dirty="0">
                <a:latin typeface="Arial"/>
                <a:cs typeface="Arial"/>
              </a:rPr>
              <a:t>la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formación.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13569" y="2177033"/>
            <a:ext cx="16922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Arial"/>
                <a:cs typeface="Arial"/>
              </a:rPr>
              <a:t>Conectividad.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3890" y="3978986"/>
            <a:ext cx="214122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Arial"/>
                <a:cs typeface="Arial"/>
              </a:rPr>
              <a:t>Decisiones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Arial"/>
                <a:cs typeface="Arial"/>
              </a:rPr>
              <a:t>descentralizadas</a:t>
            </a:r>
            <a:r>
              <a:rPr sz="1800" b="1" spc="-1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30123" y="490854"/>
            <a:ext cx="19545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7C092C"/>
                </a:solidFill>
              </a:rPr>
              <a:t>Industria </a:t>
            </a:r>
            <a:r>
              <a:rPr spc="-25" dirty="0">
                <a:solidFill>
                  <a:srgbClr val="7C092C"/>
                </a:solidFill>
              </a:rPr>
              <a:t>4.0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232" y="3896867"/>
            <a:ext cx="3953255" cy="281635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5007" y="6337198"/>
            <a:ext cx="1637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Infraestructura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7492" y="496951"/>
            <a:ext cx="1054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Personas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9076" y="4090415"/>
            <a:ext cx="2612135" cy="193395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63540" y="868680"/>
            <a:ext cx="3028188" cy="168249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704958" y="4251705"/>
            <a:ext cx="1052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Procesos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6399" rIns="0" bIns="0" rtlCol="0">
            <a:spAutoFit/>
          </a:bodyPr>
          <a:lstStyle/>
          <a:p>
            <a:pPr marL="7366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7C092C"/>
                </a:solidFill>
              </a:rPr>
              <a:t>Asistencia</a:t>
            </a:r>
            <a:r>
              <a:rPr sz="4000" spc="-240" dirty="0">
                <a:solidFill>
                  <a:srgbClr val="7C092C"/>
                </a:solidFill>
              </a:rPr>
              <a:t> </a:t>
            </a:r>
            <a:r>
              <a:rPr sz="4000" spc="-10" dirty="0">
                <a:solidFill>
                  <a:srgbClr val="7C092C"/>
                </a:solidFill>
              </a:rPr>
              <a:t>técnica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36167" y="2092579"/>
            <a:ext cx="2800985" cy="344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Arial MT"/>
                <a:cs typeface="Arial MT"/>
              </a:rPr>
              <a:t>Herramientas </a:t>
            </a:r>
            <a:r>
              <a:rPr sz="3200" dirty="0">
                <a:latin typeface="Arial MT"/>
                <a:cs typeface="Arial MT"/>
              </a:rPr>
              <a:t>digitales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que </a:t>
            </a:r>
            <a:r>
              <a:rPr sz="3200" dirty="0">
                <a:latin typeface="Arial MT"/>
                <a:cs typeface="Arial MT"/>
              </a:rPr>
              <a:t>permiten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el </a:t>
            </a:r>
            <a:r>
              <a:rPr sz="3200" dirty="0">
                <a:latin typeface="Arial MT"/>
                <a:cs typeface="Arial MT"/>
              </a:rPr>
              <a:t>desarrollo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y</a:t>
            </a:r>
            <a:r>
              <a:rPr sz="3200" spc="-25" dirty="0">
                <a:latin typeface="Arial MT"/>
                <a:cs typeface="Arial MT"/>
              </a:rPr>
              <a:t> la </a:t>
            </a:r>
            <a:r>
              <a:rPr sz="3200" dirty="0">
                <a:latin typeface="Arial MT"/>
                <a:cs typeface="Arial MT"/>
              </a:rPr>
              <a:t>asistencia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de </a:t>
            </a:r>
            <a:r>
              <a:rPr sz="3200" dirty="0">
                <a:latin typeface="Arial MT"/>
                <a:cs typeface="Arial MT"/>
              </a:rPr>
              <a:t>operaciones</a:t>
            </a:r>
            <a:r>
              <a:rPr sz="3200" spc="-10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de </a:t>
            </a:r>
            <a:r>
              <a:rPr sz="3200" dirty="0">
                <a:latin typeface="Arial MT"/>
                <a:cs typeface="Arial MT"/>
              </a:rPr>
              <a:t>forma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segura.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8055" y="1626107"/>
            <a:ext cx="7176516" cy="47899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965" y="2193163"/>
            <a:ext cx="2983865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MT"/>
                <a:cs typeface="Arial MT"/>
              </a:rPr>
              <a:t>Encuentro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entre </a:t>
            </a:r>
            <a:r>
              <a:rPr sz="3200" dirty="0">
                <a:latin typeface="Arial MT"/>
                <a:cs typeface="Arial MT"/>
              </a:rPr>
              <a:t>el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mundo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virtual </a:t>
            </a:r>
            <a:r>
              <a:rPr sz="3200" dirty="0">
                <a:latin typeface="Arial MT"/>
                <a:cs typeface="Arial MT"/>
              </a:rPr>
              <a:t>y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el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mundo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real </a:t>
            </a:r>
            <a:r>
              <a:rPr sz="3200" dirty="0">
                <a:latin typeface="Arial MT"/>
                <a:cs typeface="Arial MT"/>
              </a:rPr>
              <a:t>asegurando</a:t>
            </a:r>
            <a:r>
              <a:rPr sz="3200" spc="-12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una </a:t>
            </a:r>
            <a:r>
              <a:rPr sz="3200" dirty="0">
                <a:latin typeface="Arial MT"/>
                <a:cs typeface="Arial MT"/>
              </a:rPr>
              <a:t>mejor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eficiencia </a:t>
            </a:r>
            <a:r>
              <a:rPr sz="3200" dirty="0">
                <a:latin typeface="Arial MT"/>
                <a:cs typeface="Arial MT"/>
              </a:rPr>
              <a:t>en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los</a:t>
            </a:r>
            <a:r>
              <a:rPr sz="3200" spc="-10" dirty="0">
                <a:latin typeface="Arial MT"/>
                <a:cs typeface="Arial MT"/>
              </a:rPr>
              <a:t> procesos.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0935" y="1859279"/>
            <a:ext cx="7104888" cy="48021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6399" rIns="0" bIns="0" rtlCol="0">
            <a:spAutoFit/>
          </a:bodyPr>
          <a:lstStyle/>
          <a:p>
            <a:pPr marL="7366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solidFill>
                  <a:srgbClr val="7C092C"/>
                </a:solidFill>
              </a:rPr>
              <a:t>Transparencia</a:t>
            </a:r>
            <a:r>
              <a:rPr sz="4000" spc="-65" dirty="0">
                <a:solidFill>
                  <a:srgbClr val="7C092C"/>
                </a:solidFill>
              </a:rPr>
              <a:t> </a:t>
            </a:r>
            <a:r>
              <a:rPr sz="4000" dirty="0">
                <a:solidFill>
                  <a:srgbClr val="7C092C"/>
                </a:solidFill>
              </a:rPr>
              <a:t>en</a:t>
            </a:r>
            <a:r>
              <a:rPr sz="4000" spc="-85" dirty="0">
                <a:solidFill>
                  <a:srgbClr val="7C092C"/>
                </a:solidFill>
              </a:rPr>
              <a:t> </a:t>
            </a:r>
            <a:r>
              <a:rPr sz="4000" dirty="0">
                <a:solidFill>
                  <a:srgbClr val="7C092C"/>
                </a:solidFill>
              </a:rPr>
              <a:t>la</a:t>
            </a:r>
            <a:r>
              <a:rPr sz="4000" spc="-90" dirty="0">
                <a:solidFill>
                  <a:srgbClr val="7C092C"/>
                </a:solidFill>
              </a:rPr>
              <a:t> </a:t>
            </a:r>
            <a:r>
              <a:rPr sz="4000" spc="-10" dirty="0">
                <a:solidFill>
                  <a:srgbClr val="7C092C"/>
                </a:solidFill>
              </a:rPr>
              <a:t>información</a:t>
            </a:r>
            <a:endParaRPr sz="4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083" y="2193163"/>
            <a:ext cx="3551554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MT"/>
                <a:cs typeface="Arial MT"/>
              </a:rPr>
              <a:t>Intercambio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masivo </a:t>
            </a:r>
            <a:r>
              <a:rPr sz="3200" dirty="0">
                <a:latin typeface="Arial MT"/>
                <a:cs typeface="Arial MT"/>
              </a:rPr>
              <a:t>de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información </a:t>
            </a:r>
            <a:r>
              <a:rPr sz="3200" dirty="0">
                <a:latin typeface="Arial MT"/>
                <a:cs typeface="Arial MT"/>
              </a:rPr>
              <a:t>entre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todos</a:t>
            </a:r>
            <a:r>
              <a:rPr sz="3200" spc="-25" dirty="0">
                <a:latin typeface="Arial MT"/>
                <a:cs typeface="Arial MT"/>
              </a:rPr>
              <a:t> los </a:t>
            </a:r>
            <a:r>
              <a:rPr sz="3200" dirty="0">
                <a:latin typeface="Arial MT"/>
                <a:cs typeface="Arial MT"/>
              </a:rPr>
              <a:t>elementos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la </a:t>
            </a:r>
            <a:r>
              <a:rPr sz="3200" spc="-10" dirty="0">
                <a:latin typeface="Arial MT"/>
                <a:cs typeface="Arial MT"/>
              </a:rPr>
              <a:t>empresa.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3892" y="1940888"/>
            <a:ext cx="7089215" cy="459788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6399" rIns="0" bIns="0" rtlCol="0">
            <a:spAutoFit/>
          </a:bodyPr>
          <a:lstStyle/>
          <a:p>
            <a:pPr marL="7366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7C092C"/>
                </a:solidFill>
              </a:rPr>
              <a:t>Conectividad</a:t>
            </a:r>
            <a:endParaRPr sz="4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2561" y="2193163"/>
            <a:ext cx="3974465" cy="344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MT"/>
                <a:cs typeface="Arial MT"/>
              </a:rPr>
              <a:t>Llevar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la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inteligencia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artificial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hacia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nodos </a:t>
            </a:r>
            <a:r>
              <a:rPr sz="3200" dirty="0">
                <a:latin typeface="Arial MT"/>
                <a:cs typeface="Arial MT"/>
              </a:rPr>
              <a:t>que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tomen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decisiones </a:t>
            </a:r>
            <a:r>
              <a:rPr sz="3200" dirty="0">
                <a:latin typeface="Arial MT"/>
                <a:cs typeface="Arial MT"/>
              </a:rPr>
              <a:t>críticas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</a:t>
            </a:r>
            <a:r>
              <a:rPr sz="3200" spc="-10" dirty="0">
                <a:latin typeface="Arial MT"/>
                <a:cs typeface="Arial MT"/>
              </a:rPr>
              <a:t> forma </a:t>
            </a:r>
            <a:r>
              <a:rPr sz="3200" dirty="0">
                <a:latin typeface="Arial MT"/>
                <a:cs typeface="Arial MT"/>
              </a:rPr>
              <a:t>autónoma,</a:t>
            </a:r>
            <a:r>
              <a:rPr sz="3200" spc="-1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logrando </a:t>
            </a:r>
            <a:r>
              <a:rPr sz="3200" dirty="0">
                <a:latin typeface="Arial MT"/>
                <a:cs typeface="Arial MT"/>
              </a:rPr>
              <a:t>un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aumento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la </a:t>
            </a:r>
            <a:r>
              <a:rPr sz="3200" spc="-10" dirty="0">
                <a:latin typeface="Arial MT"/>
                <a:cs typeface="Arial MT"/>
              </a:rPr>
              <a:t>eficiencia.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6399" rIns="0" bIns="0" rtlCol="0">
            <a:spAutoFit/>
          </a:bodyPr>
          <a:lstStyle/>
          <a:p>
            <a:pPr marL="7366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7C092C"/>
                </a:solidFill>
              </a:rPr>
              <a:t>Decisiones</a:t>
            </a:r>
            <a:r>
              <a:rPr sz="4000" spc="-250" dirty="0">
                <a:solidFill>
                  <a:srgbClr val="7C092C"/>
                </a:solidFill>
              </a:rPr>
              <a:t> </a:t>
            </a:r>
            <a:r>
              <a:rPr sz="4000" spc="-10" dirty="0">
                <a:solidFill>
                  <a:srgbClr val="7C092C"/>
                </a:solidFill>
              </a:rPr>
              <a:t>descentralizadas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6696" y="2029967"/>
            <a:ext cx="7385304" cy="48280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40755" y="6067755"/>
            <a:ext cx="9582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Big</a:t>
            </a:r>
            <a:r>
              <a:rPr sz="20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6356" y="349376"/>
            <a:ext cx="19183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dirty="0">
                <a:solidFill>
                  <a:srgbClr val="006FC0"/>
                </a:solidFill>
                <a:latin typeface="Arial MT"/>
                <a:cs typeface="Arial MT"/>
              </a:rPr>
              <a:t>Ciencia</a:t>
            </a:r>
            <a:r>
              <a:rPr sz="2000" b="0" spc="-6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6FC0"/>
                </a:solidFill>
                <a:latin typeface="Arial MT"/>
                <a:cs typeface="Arial MT"/>
              </a:rPr>
              <a:t>de</a:t>
            </a:r>
            <a:r>
              <a:rPr sz="2000" b="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b="0" spc="-20" dirty="0">
                <a:solidFill>
                  <a:srgbClr val="006FC0"/>
                </a:solidFill>
                <a:latin typeface="Arial MT"/>
                <a:cs typeface="Arial MT"/>
              </a:rPr>
              <a:t>datos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21265" y="1182115"/>
            <a:ext cx="152590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Robots colaborativos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21265" y="2485136"/>
            <a:ext cx="1270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Simulación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463" y="1449451"/>
            <a:ext cx="15836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Redes</a:t>
            </a:r>
            <a:r>
              <a:rPr sz="20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Arial MT"/>
                <a:cs typeface="Arial MT"/>
              </a:rPr>
              <a:t>de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comunicación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463" y="2599766"/>
            <a:ext cx="12992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Realidad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aumentada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21265" y="3486734"/>
            <a:ext cx="18402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Ciber-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seguridad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13340" y="4254500"/>
            <a:ext cx="15252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Computación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en</a:t>
            </a:r>
            <a:r>
              <a:rPr sz="20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la</a:t>
            </a:r>
            <a:r>
              <a:rPr sz="20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nube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6463" y="4047871"/>
            <a:ext cx="13430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Fabricación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aditiva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(3D)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591" y="6067145"/>
            <a:ext cx="25406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Computación</a:t>
            </a:r>
            <a:r>
              <a:rPr sz="2000" spc="-9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cuántica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14409" y="6067145"/>
            <a:ext cx="27089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Integración</a:t>
            </a:r>
            <a:r>
              <a:rPr sz="20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de</a:t>
            </a:r>
            <a:r>
              <a:rPr sz="20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sistemas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52776" y="350901"/>
            <a:ext cx="22440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Inteligencia</a:t>
            </a:r>
            <a:r>
              <a:rPr sz="20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artificial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6335" y="1053083"/>
            <a:ext cx="7837931" cy="47518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40755" y="6067755"/>
            <a:ext cx="9582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Big</a:t>
            </a:r>
            <a:r>
              <a:rPr sz="20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6356" y="349376"/>
            <a:ext cx="19183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dirty="0">
                <a:solidFill>
                  <a:srgbClr val="006FC0"/>
                </a:solidFill>
                <a:latin typeface="Arial MT"/>
                <a:cs typeface="Arial MT"/>
              </a:rPr>
              <a:t>Ciencia</a:t>
            </a:r>
            <a:r>
              <a:rPr sz="2000" b="0" spc="-6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6FC0"/>
                </a:solidFill>
                <a:latin typeface="Arial MT"/>
                <a:cs typeface="Arial MT"/>
              </a:rPr>
              <a:t>de</a:t>
            </a:r>
            <a:r>
              <a:rPr sz="2000" b="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b="0" spc="-20" dirty="0">
                <a:solidFill>
                  <a:srgbClr val="006FC0"/>
                </a:solidFill>
                <a:latin typeface="Arial MT"/>
                <a:cs typeface="Arial MT"/>
              </a:rPr>
              <a:t>datos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21265" y="1182115"/>
            <a:ext cx="152590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Robots colaborativos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21265" y="2485136"/>
            <a:ext cx="1270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Simulación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463" y="1449451"/>
            <a:ext cx="15836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Redes</a:t>
            </a:r>
            <a:r>
              <a:rPr sz="20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Arial MT"/>
                <a:cs typeface="Arial MT"/>
              </a:rPr>
              <a:t>de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comunicación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463" y="2599766"/>
            <a:ext cx="12992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Realidad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aumentada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21265" y="3486734"/>
            <a:ext cx="18402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Ciber-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seguridad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13340" y="4254500"/>
            <a:ext cx="15252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Computación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en</a:t>
            </a:r>
            <a:r>
              <a:rPr sz="20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la</a:t>
            </a:r>
            <a:r>
              <a:rPr sz="20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nube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6463" y="4047871"/>
            <a:ext cx="13430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Fabricación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aditiva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(3D)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591" y="6067145"/>
            <a:ext cx="25406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Computación</a:t>
            </a:r>
            <a:r>
              <a:rPr sz="2000" spc="-9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cuántica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14409" y="6067145"/>
            <a:ext cx="27089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Integración</a:t>
            </a:r>
            <a:r>
              <a:rPr sz="20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de</a:t>
            </a:r>
            <a:r>
              <a:rPr sz="20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sistemas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52776" y="350901"/>
            <a:ext cx="22440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Inteligencia</a:t>
            </a:r>
            <a:r>
              <a:rPr sz="20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artificial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4941" y="2147372"/>
            <a:ext cx="7051388" cy="30053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40755" y="6067755"/>
            <a:ext cx="9582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Big</a:t>
            </a:r>
            <a:r>
              <a:rPr sz="20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6356" y="349376"/>
            <a:ext cx="19183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dirty="0">
                <a:solidFill>
                  <a:srgbClr val="006FC0"/>
                </a:solidFill>
                <a:latin typeface="Arial MT"/>
                <a:cs typeface="Arial MT"/>
              </a:rPr>
              <a:t>Ciencia</a:t>
            </a:r>
            <a:r>
              <a:rPr sz="2000" b="0" spc="-6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6FC0"/>
                </a:solidFill>
                <a:latin typeface="Arial MT"/>
                <a:cs typeface="Arial MT"/>
              </a:rPr>
              <a:t>de</a:t>
            </a:r>
            <a:r>
              <a:rPr sz="2000" b="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b="0" spc="-20" dirty="0">
                <a:solidFill>
                  <a:srgbClr val="006FC0"/>
                </a:solidFill>
                <a:latin typeface="Arial MT"/>
                <a:cs typeface="Arial MT"/>
              </a:rPr>
              <a:t>datos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21265" y="1182115"/>
            <a:ext cx="152590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Robots colaborativos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21265" y="2485136"/>
            <a:ext cx="1270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Simulación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463" y="1449451"/>
            <a:ext cx="15836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Redes</a:t>
            </a:r>
            <a:r>
              <a:rPr sz="20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Arial MT"/>
                <a:cs typeface="Arial MT"/>
              </a:rPr>
              <a:t>de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comunicación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463" y="2599766"/>
            <a:ext cx="12992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Realidad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aumentada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21265" y="3486734"/>
            <a:ext cx="18402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Ciber-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seguridad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13340" y="4254500"/>
            <a:ext cx="15252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Computación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en</a:t>
            </a:r>
            <a:r>
              <a:rPr sz="20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la</a:t>
            </a:r>
            <a:r>
              <a:rPr sz="20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nube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6463" y="4047871"/>
            <a:ext cx="13430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Fabricación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aditiva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(3D)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591" y="6067145"/>
            <a:ext cx="25406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Computación</a:t>
            </a:r>
            <a:r>
              <a:rPr sz="2000" spc="-9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cuántica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14409" y="6067145"/>
            <a:ext cx="27089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Integración</a:t>
            </a:r>
            <a:r>
              <a:rPr sz="20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de</a:t>
            </a:r>
            <a:r>
              <a:rPr sz="20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sistemas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52776" y="350901"/>
            <a:ext cx="22440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Inteligencia</a:t>
            </a:r>
            <a:r>
              <a:rPr sz="20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artificial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8944" y="1423416"/>
            <a:ext cx="7528559" cy="42351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40755" y="6067755"/>
            <a:ext cx="9582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Big</a:t>
            </a:r>
            <a:r>
              <a:rPr sz="20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6356" y="349376"/>
            <a:ext cx="19183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dirty="0">
                <a:solidFill>
                  <a:srgbClr val="006FC0"/>
                </a:solidFill>
                <a:latin typeface="Arial MT"/>
                <a:cs typeface="Arial MT"/>
              </a:rPr>
              <a:t>Ciencia</a:t>
            </a:r>
            <a:r>
              <a:rPr sz="2000" b="0" spc="-6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6FC0"/>
                </a:solidFill>
                <a:latin typeface="Arial MT"/>
                <a:cs typeface="Arial MT"/>
              </a:rPr>
              <a:t>de</a:t>
            </a:r>
            <a:r>
              <a:rPr sz="2000" b="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b="0" spc="-20" dirty="0">
                <a:solidFill>
                  <a:srgbClr val="006FC0"/>
                </a:solidFill>
                <a:latin typeface="Arial MT"/>
                <a:cs typeface="Arial MT"/>
              </a:rPr>
              <a:t>datos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21265" y="1182115"/>
            <a:ext cx="152590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Robots colaborativos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21265" y="2485136"/>
            <a:ext cx="1270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Simulación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463" y="1449451"/>
            <a:ext cx="15836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Redes</a:t>
            </a:r>
            <a:r>
              <a:rPr sz="20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Arial MT"/>
                <a:cs typeface="Arial MT"/>
              </a:rPr>
              <a:t>de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comunicación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463" y="2599766"/>
            <a:ext cx="12992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Realidad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aumentada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21265" y="3486734"/>
            <a:ext cx="18402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Ciber-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seguridad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13340" y="4254500"/>
            <a:ext cx="15252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Computación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en</a:t>
            </a:r>
            <a:r>
              <a:rPr sz="20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la</a:t>
            </a:r>
            <a:r>
              <a:rPr sz="20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nube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6463" y="4047871"/>
            <a:ext cx="13430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Fabricación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aditiva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(3D)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591" y="6067145"/>
            <a:ext cx="25406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Computación</a:t>
            </a:r>
            <a:r>
              <a:rPr sz="2000" spc="-9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cuántica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14409" y="6067145"/>
            <a:ext cx="27089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Integración</a:t>
            </a:r>
            <a:r>
              <a:rPr sz="20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de</a:t>
            </a:r>
            <a:r>
              <a:rPr sz="20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sistemas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52776" y="350901"/>
            <a:ext cx="22440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Inteligencia</a:t>
            </a:r>
            <a:r>
              <a:rPr sz="20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artificial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9004" y="998219"/>
            <a:ext cx="6620256" cy="47738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70719" y="377952"/>
            <a:ext cx="2219325" cy="1320165"/>
          </a:xfrm>
          <a:custGeom>
            <a:avLst/>
            <a:gdLst/>
            <a:ahLst/>
            <a:cxnLst/>
            <a:rect l="l" t="t" r="r" b="b"/>
            <a:pathLst>
              <a:path w="2219325" h="1320164">
                <a:moveTo>
                  <a:pt x="1109472" y="0"/>
                </a:moveTo>
                <a:lnTo>
                  <a:pt x="1050546" y="914"/>
                </a:lnTo>
                <a:lnTo>
                  <a:pt x="992422" y="3627"/>
                </a:lnTo>
                <a:lnTo>
                  <a:pt x="935175" y="8094"/>
                </a:lnTo>
                <a:lnTo>
                  <a:pt x="878884" y="14268"/>
                </a:lnTo>
                <a:lnTo>
                  <a:pt x="823624" y="22104"/>
                </a:lnTo>
                <a:lnTo>
                  <a:pt x="769472" y="31557"/>
                </a:lnTo>
                <a:lnTo>
                  <a:pt x="716504" y="42580"/>
                </a:lnTo>
                <a:lnTo>
                  <a:pt x="664798" y="55129"/>
                </a:lnTo>
                <a:lnTo>
                  <a:pt x="614430" y="69157"/>
                </a:lnTo>
                <a:lnTo>
                  <a:pt x="565476" y="84620"/>
                </a:lnTo>
                <a:lnTo>
                  <a:pt x="518014" y="101471"/>
                </a:lnTo>
                <a:lnTo>
                  <a:pt x="472120" y="119665"/>
                </a:lnTo>
                <a:lnTo>
                  <a:pt x="427870" y="139156"/>
                </a:lnTo>
                <a:lnTo>
                  <a:pt x="385342" y="159900"/>
                </a:lnTo>
                <a:lnTo>
                  <a:pt x="344612" y="181849"/>
                </a:lnTo>
                <a:lnTo>
                  <a:pt x="305756" y="204959"/>
                </a:lnTo>
                <a:lnTo>
                  <a:pt x="268852" y="229184"/>
                </a:lnTo>
                <a:lnTo>
                  <a:pt x="233975" y="254479"/>
                </a:lnTo>
                <a:lnTo>
                  <a:pt x="201203" y="280797"/>
                </a:lnTo>
                <a:lnTo>
                  <a:pt x="170612" y="308094"/>
                </a:lnTo>
                <a:lnTo>
                  <a:pt x="142279" y="336323"/>
                </a:lnTo>
                <a:lnTo>
                  <a:pt x="116281" y="365440"/>
                </a:lnTo>
                <a:lnTo>
                  <a:pt x="92694" y="395398"/>
                </a:lnTo>
                <a:lnTo>
                  <a:pt x="53060" y="457657"/>
                </a:lnTo>
                <a:lnTo>
                  <a:pt x="23991" y="522736"/>
                </a:lnTo>
                <a:lnTo>
                  <a:pt x="6100" y="590269"/>
                </a:lnTo>
                <a:lnTo>
                  <a:pt x="0" y="659892"/>
                </a:lnTo>
                <a:lnTo>
                  <a:pt x="1537" y="694941"/>
                </a:lnTo>
                <a:lnTo>
                  <a:pt x="13610" y="763565"/>
                </a:lnTo>
                <a:lnTo>
                  <a:pt x="37167" y="829916"/>
                </a:lnTo>
                <a:lnTo>
                  <a:pt x="71595" y="893630"/>
                </a:lnTo>
                <a:lnTo>
                  <a:pt x="116281" y="954343"/>
                </a:lnTo>
                <a:lnTo>
                  <a:pt x="142279" y="983460"/>
                </a:lnTo>
                <a:lnTo>
                  <a:pt x="170612" y="1011689"/>
                </a:lnTo>
                <a:lnTo>
                  <a:pt x="201203" y="1038986"/>
                </a:lnTo>
                <a:lnTo>
                  <a:pt x="233975" y="1065304"/>
                </a:lnTo>
                <a:lnTo>
                  <a:pt x="268852" y="1090599"/>
                </a:lnTo>
                <a:lnTo>
                  <a:pt x="305756" y="1114824"/>
                </a:lnTo>
                <a:lnTo>
                  <a:pt x="344612" y="1137934"/>
                </a:lnTo>
                <a:lnTo>
                  <a:pt x="385342" y="1159883"/>
                </a:lnTo>
                <a:lnTo>
                  <a:pt x="427870" y="1180627"/>
                </a:lnTo>
                <a:lnTo>
                  <a:pt x="472120" y="1200118"/>
                </a:lnTo>
                <a:lnTo>
                  <a:pt x="518014" y="1218312"/>
                </a:lnTo>
                <a:lnTo>
                  <a:pt x="565476" y="1235163"/>
                </a:lnTo>
                <a:lnTo>
                  <a:pt x="614430" y="1250626"/>
                </a:lnTo>
                <a:lnTo>
                  <a:pt x="664798" y="1264654"/>
                </a:lnTo>
                <a:lnTo>
                  <a:pt x="716504" y="1277203"/>
                </a:lnTo>
                <a:lnTo>
                  <a:pt x="769472" y="1288226"/>
                </a:lnTo>
                <a:lnTo>
                  <a:pt x="823624" y="1297679"/>
                </a:lnTo>
                <a:lnTo>
                  <a:pt x="878884" y="1305515"/>
                </a:lnTo>
                <a:lnTo>
                  <a:pt x="935175" y="1311689"/>
                </a:lnTo>
                <a:lnTo>
                  <a:pt x="992422" y="1316156"/>
                </a:lnTo>
                <a:lnTo>
                  <a:pt x="1050546" y="1318869"/>
                </a:lnTo>
                <a:lnTo>
                  <a:pt x="1109472" y="1319784"/>
                </a:lnTo>
                <a:lnTo>
                  <a:pt x="1168397" y="1318869"/>
                </a:lnTo>
                <a:lnTo>
                  <a:pt x="1226521" y="1316156"/>
                </a:lnTo>
                <a:lnTo>
                  <a:pt x="1283768" y="1311689"/>
                </a:lnTo>
                <a:lnTo>
                  <a:pt x="1340059" y="1305515"/>
                </a:lnTo>
                <a:lnTo>
                  <a:pt x="1395319" y="1297679"/>
                </a:lnTo>
                <a:lnTo>
                  <a:pt x="1449471" y="1288226"/>
                </a:lnTo>
                <a:lnTo>
                  <a:pt x="1502439" y="1277203"/>
                </a:lnTo>
                <a:lnTo>
                  <a:pt x="1554145" y="1264654"/>
                </a:lnTo>
                <a:lnTo>
                  <a:pt x="1604513" y="1250626"/>
                </a:lnTo>
                <a:lnTo>
                  <a:pt x="1653467" y="1235163"/>
                </a:lnTo>
                <a:lnTo>
                  <a:pt x="1700929" y="1218312"/>
                </a:lnTo>
                <a:lnTo>
                  <a:pt x="1746823" y="1200118"/>
                </a:lnTo>
                <a:lnTo>
                  <a:pt x="1791073" y="1180627"/>
                </a:lnTo>
                <a:lnTo>
                  <a:pt x="1833601" y="1159883"/>
                </a:lnTo>
                <a:lnTo>
                  <a:pt x="1874331" y="1137934"/>
                </a:lnTo>
                <a:lnTo>
                  <a:pt x="1913187" y="1114824"/>
                </a:lnTo>
                <a:lnTo>
                  <a:pt x="1950091" y="1090599"/>
                </a:lnTo>
                <a:lnTo>
                  <a:pt x="1984968" y="1065304"/>
                </a:lnTo>
                <a:lnTo>
                  <a:pt x="2017740" y="1038986"/>
                </a:lnTo>
                <a:lnTo>
                  <a:pt x="2048331" y="1011689"/>
                </a:lnTo>
                <a:lnTo>
                  <a:pt x="2076664" y="983460"/>
                </a:lnTo>
                <a:lnTo>
                  <a:pt x="2102662" y="954343"/>
                </a:lnTo>
                <a:lnTo>
                  <a:pt x="2126249" y="924385"/>
                </a:lnTo>
                <a:lnTo>
                  <a:pt x="2165883" y="862126"/>
                </a:lnTo>
                <a:lnTo>
                  <a:pt x="2194952" y="797047"/>
                </a:lnTo>
                <a:lnTo>
                  <a:pt x="2212843" y="729514"/>
                </a:lnTo>
                <a:lnTo>
                  <a:pt x="2218944" y="659892"/>
                </a:lnTo>
                <a:lnTo>
                  <a:pt x="2217406" y="624842"/>
                </a:lnTo>
                <a:lnTo>
                  <a:pt x="2205333" y="556218"/>
                </a:lnTo>
                <a:lnTo>
                  <a:pt x="2181776" y="489867"/>
                </a:lnTo>
                <a:lnTo>
                  <a:pt x="2147348" y="426153"/>
                </a:lnTo>
                <a:lnTo>
                  <a:pt x="2102662" y="365440"/>
                </a:lnTo>
                <a:lnTo>
                  <a:pt x="2076664" y="336323"/>
                </a:lnTo>
                <a:lnTo>
                  <a:pt x="2048331" y="308094"/>
                </a:lnTo>
                <a:lnTo>
                  <a:pt x="2017740" y="280797"/>
                </a:lnTo>
                <a:lnTo>
                  <a:pt x="1984968" y="254479"/>
                </a:lnTo>
                <a:lnTo>
                  <a:pt x="1950091" y="229184"/>
                </a:lnTo>
                <a:lnTo>
                  <a:pt x="1913187" y="204959"/>
                </a:lnTo>
                <a:lnTo>
                  <a:pt x="1874331" y="181849"/>
                </a:lnTo>
                <a:lnTo>
                  <a:pt x="1833601" y="159900"/>
                </a:lnTo>
                <a:lnTo>
                  <a:pt x="1791073" y="139156"/>
                </a:lnTo>
                <a:lnTo>
                  <a:pt x="1746823" y="119665"/>
                </a:lnTo>
                <a:lnTo>
                  <a:pt x="1700929" y="101471"/>
                </a:lnTo>
                <a:lnTo>
                  <a:pt x="1653467" y="84620"/>
                </a:lnTo>
                <a:lnTo>
                  <a:pt x="1604513" y="69157"/>
                </a:lnTo>
                <a:lnTo>
                  <a:pt x="1554145" y="55129"/>
                </a:lnTo>
                <a:lnTo>
                  <a:pt x="1502439" y="42580"/>
                </a:lnTo>
                <a:lnTo>
                  <a:pt x="1449471" y="31557"/>
                </a:lnTo>
                <a:lnTo>
                  <a:pt x="1395319" y="22104"/>
                </a:lnTo>
                <a:lnTo>
                  <a:pt x="1340059" y="14268"/>
                </a:lnTo>
                <a:lnTo>
                  <a:pt x="1283768" y="8094"/>
                </a:lnTo>
                <a:lnTo>
                  <a:pt x="1226521" y="3627"/>
                </a:lnTo>
                <a:lnTo>
                  <a:pt x="1168397" y="914"/>
                </a:lnTo>
                <a:lnTo>
                  <a:pt x="1109472" y="0"/>
                </a:lnTo>
                <a:close/>
              </a:path>
            </a:pathLst>
          </a:custGeom>
          <a:solidFill>
            <a:srgbClr val="52E2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58640" y="1914144"/>
            <a:ext cx="2016760" cy="954405"/>
          </a:xfrm>
          <a:custGeom>
            <a:avLst/>
            <a:gdLst/>
            <a:ahLst/>
            <a:cxnLst/>
            <a:rect l="l" t="t" r="r" b="b"/>
            <a:pathLst>
              <a:path w="2016760" h="954405">
                <a:moveTo>
                  <a:pt x="1008126" y="0"/>
                </a:moveTo>
                <a:lnTo>
                  <a:pt x="944371" y="938"/>
                </a:lnTo>
                <a:lnTo>
                  <a:pt x="881669" y="3717"/>
                </a:lnTo>
                <a:lnTo>
                  <a:pt x="820140" y="8280"/>
                </a:lnTo>
                <a:lnTo>
                  <a:pt x="759900" y="14571"/>
                </a:lnTo>
                <a:lnTo>
                  <a:pt x="701068" y="22534"/>
                </a:lnTo>
                <a:lnTo>
                  <a:pt x="643763" y="32114"/>
                </a:lnTo>
                <a:lnTo>
                  <a:pt x="588102" y="43254"/>
                </a:lnTo>
                <a:lnTo>
                  <a:pt x="534202" y="55898"/>
                </a:lnTo>
                <a:lnTo>
                  <a:pt x="482184" y="69992"/>
                </a:lnTo>
                <a:lnTo>
                  <a:pt x="432163" y="85477"/>
                </a:lnTo>
                <a:lnTo>
                  <a:pt x="384260" y="102300"/>
                </a:lnTo>
                <a:lnTo>
                  <a:pt x="338591" y="120403"/>
                </a:lnTo>
                <a:lnTo>
                  <a:pt x="295275" y="139731"/>
                </a:lnTo>
                <a:lnTo>
                  <a:pt x="254429" y="160228"/>
                </a:lnTo>
                <a:lnTo>
                  <a:pt x="216173" y="181838"/>
                </a:lnTo>
                <a:lnTo>
                  <a:pt x="180623" y="204505"/>
                </a:lnTo>
                <a:lnTo>
                  <a:pt x="147899" y="228174"/>
                </a:lnTo>
                <a:lnTo>
                  <a:pt x="118118" y="252787"/>
                </a:lnTo>
                <a:lnTo>
                  <a:pt x="67858" y="304626"/>
                </a:lnTo>
                <a:lnTo>
                  <a:pt x="30789" y="359575"/>
                </a:lnTo>
                <a:lnTo>
                  <a:pt x="7854" y="417186"/>
                </a:lnTo>
                <a:lnTo>
                  <a:pt x="0" y="477011"/>
                </a:lnTo>
                <a:lnTo>
                  <a:pt x="1983" y="507173"/>
                </a:lnTo>
                <a:lnTo>
                  <a:pt x="17496" y="565948"/>
                </a:lnTo>
                <a:lnTo>
                  <a:pt x="47616" y="622283"/>
                </a:lnTo>
                <a:lnTo>
                  <a:pt x="91399" y="675733"/>
                </a:lnTo>
                <a:lnTo>
                  <a:pt x="147899" y="725849"/>
                </a:lnTo>
                <a:lnTo>
                  <a:pt x="180623" y="749518"/>
                </a:lnTo>
                <a:lnTo>
                  <a:pt x="216173" y="772185"/>
                </a:lnTo>
                <a:lnTo>
                  <a:pt x="254429" y="793795"/>
                </a:lnTo>
                <a:lnTo>
                  <a:pt x="295275" y="814292"/>
                </a:lnTo>
                <a:lnTo>
                  <a:pt x="338591" y="833620"/>
                </a:lnTo>
                <a:lnTo>
                  <a:pt x="384260" y="851723"/>
                </a:lnTo>
                <a:lnTo>
                  <a:pt x="432163" y="868546"/>
                </a:lnTo>
                <a:lnTo>
                  <a:pt x="482184" y="884031"/>
                </a:lnTo>
                <a:lnTo>
                  <a:pt x="534202" y="898125"/>
                </a:lnTo>
                <a:lnTo>
                  <a:pt x="588102" y="910769"/>
                </a:lnTo>
                <a:lnTo>
                  <a:pt x="643763" y="921909"/>
                </a:lnTo>
                <a:lnTo>
                  <a:pt x="701068" y="931489"/>
                </a:lnTo>
                <a:lnTo>
                  <a:pt x="759900" y="939452"/>
                </a:lnTo>
                <a:lnTo>
                  <a:pt x="820140" y="945743"/>
                </a:lnTo>
                <a:lnTo>
                  <a:pt x="881669" y="950306"/>
                </a:lnTo>
                <a:lnTo>
                  <a:pt x="944371" y="953085"/>
                </a:lnTo>
                <a:lnTo>
                  <a:pt x="1008126" y="954023"/>
                </a:lnTo>
                <a:lnTo>
                  <a:pt x="1071880" y="953085"/>
                </a:lnTo>
                <a:lnTo>
                  <a:pt x="1134582" y="950306"/>
                </a:lnTo>
                <a:lnTo>
                  <a:pt x="1196111" y="945743"/>
                </a:lnTo>
                <a:lnTo>
                  <a:pt x="1256351" y="939452"/>
                </a:lnTo>
                <a:lnTo>
                  <a:pt x="1315183" y="931489"/>
                </a:lnTo>
                <a:lnTo>
                  <a:pt x="1372488" y="921909"/>
                </a:lnTo>
                <a:lnTo>
                  <a:pt x="1428149" y="910769"/>
                </a:lnTo>
                <a:lnTo>
                  <a:pt x="1482049" y="898125"/>
                </a:lnTo>
                <a:lnTo>
                  <a:pt x="1534067" y="884031"/>
                </a:lnTo>
                <a:lnTo>
                  <a:pt x="1584088" y="868546"/>
                </a:lnTo>
                <a:lnTo>
                  <a:pt x="1631991" y="851723"/>
                </a:lnTo>
                <a:lnTo>
                  <a:pt x="1677660" y="833620"/>
                </a:lnTo>
                <a:lnTo>
                  <a:pt x="1720977" y="814292"/>
                </a:lnTo>
                <a:lnTo>
                  <a:pt x="1761822" y="793795"/>
                </a:lnTo>
                <a:lnTo>
                  <a:pt x="1800078" y="772185"/>
                </a:lnTo>
                <a:lnTo>
                  <a:pt x="1835628" y="749518"/>
                </a:lnTo>
                <a:lnTo>
                  <a:pt x="1868352" y="725849"/>
                </a:lnTo>
                <a:lnTo>
                  <a:pt x="1898133" y="701236"/>
                </a:lnTo>
                <a:lnTo>
                  <a:pt x="1948393" y="649397"/>
                </a:lnTo>
                <a:lnTo>
                  <a:pt x="1985462" y="594448"/>
                </a:lnTo>
                <a:lnTo>
                  <a:pt x="2008397" y="536837"/>
                </a:lnTo>
                <a:lnTo>
                  <a:pt x="2016252" y="477011"/>
                </a:lnTo>
                <a:lnTo>
                  <a:pt x="2014268" y="446850"/>
                </a:lnTo>
                <a:lnTo>
                  <a:pt x="1998755" y="388075"/>
                </a:lnTo>
                <a:lnTo>
                  <a:pt x="1968635" y="331740"/>
                </a:lnTo>
                <a:lnTo>
                  <a:pt x="1924852" y="278290"/>
                </a:lnTo>
                <a:lnTo>
                  <a:pt x="1868352" y="228174"/>
                </a:lnTo>
                <a:lnTo>
                  <a:pt x="1835628" y="204505"/>
                </a:lnTo>
                <a:lnTo>
                  <a:pt x="1800078" y="181838"/>
                </a:lnTo>
                <a:lnTo>
                  <a:pt x="1761822" y="160228"/>
                </a:lnTo>
                <a:lnTo>
                  <a:pt x="1720977" y="139731"/>
                </a:lnTo>
                <a:lnTo>
                  <a:pt x="1677660" y="120403"/>
                </a:lnTo>
                <a:lnTo>
                  <a:pt x="1631991" y="102300"/>
                </a:lnTo>
                <a:lnTo>
                  <a:pt x="1584088" y="85477"/>
                </a:lnTo>
                <a:lnTo>
                  <a:pt x="1534067" y="69992"/>
                </a:lnTo>
                <a:lnTo>
                  <a:pt x="1482049" y="55898"/>
                </a:lnTo>
                <a:lnTo>
                  <a:pt x="1428149" y="43254"/>
                </a:lnTo>
                <a:lnTo>
                  <a:pt x="1372488" y="32114"/>
                </a:lnTo>
                <a:lnTo>
                  <a:pt x="1315183" y="22534"/>
                </a:lnTo>
                <a:lnTo>
                  <a:pt x="1256351" y="14571"/>
                </a:lnTo>
                <a:lnTo>
                  <a:pt x="1196111" y="8280"/>
                </a:lnTo>
                <a:lnTo>
                  <a:pt x="1134582" y="3717"/>
                </a:lnTo>
                <a:lnTo>
                  <a:pt x="1071880" y="938"/>
                </a:lnTo>
                <a:lnTo>
                  <a:pt x="1008126" y="0"/>
                </a:lnTo>
                <a:close/>
              </a:path>
            </a:pathLst>
          </a:custGeom>
          <a:solidFill>
            <a:srgbClr val="F8A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5213" y="268351"/>
            <a:ext cx="4058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3E50"/>
                </a:solidFill>
                <a:latin typeface="Calibri"/>
                <a:cs typeface="Calibri"/>
              </a:rPr>
              <a:t>Posibles</a:t>
            </a:r>
            <a:r>
              <a:rPr spc="-16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333E50"/>
                </a:solidFill>
                <a:latin typeface="Calibri"/>
                <a:cs typeface="Calibri"/>
              </a:rPr>
              <a:t>licenciaturas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333E50"/>
                </a:solidFill>
                <a:latin typeface="Calibri"/>
                <a:cs typeface="Calibri"/>
              </a:rPr>
              <a:t>de</a:t>
            </a:r>
            <a:r>
              <a:rPr spc="-8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33E50"/>
                </a:solidFill>
                <a:latin typeface="Calibri"/>
                <a:cs typeface="Calibri"/>
              </a:rPr>
              <a:t>Ingeniería</a:t>
            </a:r>
            <a:r>
              <a:rPr spc="-5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pc="-25" dirty="0">
                <a:solidFill>
                  <a:srgbClr val="333E50"/>
                </a:solidFill>
                <a:latin typeface="Calibri"/>
                <a:cs typeface="Calibri"/>
              </a:rPr>
              <a:t>en…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839070" y="622173"/>
            <a:ext cx="1682114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7810" marR="5080" indent="-24574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Inteligencia artificial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46504" y="3991355"/>
            <a:ext cx="2809240" cy="1450975"/>
          </a:xfrm>
          <a:custGeom>
            <a:avLst/>
            <a:gdLst/>
            <a:ahLst/>
            <a:cxnLst/>
            <a:rect l="l" t="t" r="r" b="b"/>
            <a:pathLst>
              <a:path w="2809240" h="1450975">
                <a:moveTo>
                  <a:pt x="1404365" y="0"/>
                </a:moveTo>
                <a:lnTo>
                  <a:pt x="1341811" y="706"/>
                </a:lnTo>
                <a:lnTo>
                  <a:pt x="1279957" y="2807"/>
                </a:lnTo>
                <a:lnTo>
                  <a:pt x="1218861" y="6272"/>
                </a:lnTo>
                <a:lnTo>
                  <a:pt x="1158580" y="11071"/>
                </a:lnTo>
                <a:lnTo>
                  <a:pt x="1099170" y="17176"/>
                </a:lnTo>
                <a:lnTo>
                  <a:pt x="1040689" y="24557"/>
                </a:lnTo>
                <a:lnTo>
                  <a:pt x="983194" y="33184"/>
                </a:lnTo>
                <a:lnTo>
                  <a:pt x="926743" y="43029"/>
                </a:lnTo>
                <a:lnTo>
                  <a:pt x="871391" y="54061"/>
                </a:lnTo>
                <a:lnTo>
                  <a:pt x="817197" y="66250"/>
                </a:lnTo>
                <a:lnTo>
                  <a:pt x="764217" y="79569"/>
                </a:lnTo>
                <a:lnTo>
                  <a:pt x="712508" y="93986"/>
                </a:lnTo>
                <a:lnTo>
                  <a:pt x="662128" y="109473"/>
                </a:lnTo>
                <a:lnTo>
                  <a:pt x="613134" y="126001"/>
                </a:lnTo>
                <a:lnTo>
                  <a:pt x="565582" y="143538"/>
                </a:lnTo>
                <a:lnTo>
                  <a:pt x="519530" y="162058"/>
                </a:lnTo>
                <a:lnTo>
                  <a:pt x="475035" y="181528"/>
                </a:lnTo>
                <a:lnTo>
                  <a:pt x="432154" y="201921"/>
                </a:lnTo>
                <a:lnTo>
                  <a:pt x="390944" y="223207"/>
                </a:lnTo>
                <a:lnTo>
                  <a:pt x="351462" y="245356"/>
                </a:lnTo>
                <a:lnTo>
                  <a:pt x="313766" y="268340"/>
                </a:lnTo>
                <a:lnTo>
                  <a:pt x="277911" y="292127"/>
                </a:lnTo>
                <a:lnTo>
                  <a:pt x="243957" y="316689"/>
                </a:lnTo>
                <a:lnTo>
                  <a:pt x="211958" y="341997"/>
                </a:lnTo>
                <a:lnTo>
                  <a:pt x="181974" y="368021"/>
                </a:lnTo>
                <a:lnTo>
                  <a:pt x="154060" y="394731"/>
                </a:lnTo>
                <a:lnTo>
                  <a:pt x="104672" y="450093"/>
                </a:lnTo>
                <a:lnTo>
                  <a:pt x="64252" y="507847"/>
                </a:lnTo>
                <a:lnTo>
                  <a:pt x="33257" y="567758"/>
                </a:lnTo>
                <a:lnTo>
                  <a:pt x="12144" y="629590"/>
                </a:lnTo>
                <a:lnTo>
                  <a:pt x="1368" y="693107"/>
                </a:lnTo>
                <a:lnTo>
                  <a:pt x="0" y="725424"/>
                </a:lnTo>
                <a:lnTo>
                  <a:pt x="1368" y="757740"/>
                </a:lnTo>
                <a:lnTo>
                  <a:pt x="12144" y="821257"/>
                </a:lnTo>
                <a:lnTo>
                  <a:pt x="33257" y="883089"/>
                </a:lnTo>
                <a:lnTo>
                  <a:pt x="64252" y="943000"/>
                </a:lnTo>
                <a:lnTo>
                  <a:pt x="104672" y="1000754"/>
                </a:lnTo>
                <a:lnTo>
                  <a:pt x="154060" y="1056116"/>
                </a:lnTo>
                <a:lnTo>
                  <a:pt x="181974" y="1082826"/>
                </a:lnTo>
                <a:lnTo>
                  <a:pt x="211958" y="1108850"/>
                </a:lnTo>
                <a:lnTo>
                  <a:pt x="243957" y="1134158"/>
                </a:lnTo>
                <a:lnTo>
                  <a:pt x="277911" y="1158720"/>
                </a:lnTo>
                <a:lnTo>
                  <a:pt x="313766" y="1182507"/>
                </a:lnTo>
                <a:lnTo>
                  <a:pt x="351462" y="1205491"/>
                </a:lnTo>
                <a:lnTo>
                  <a:pt x="390944" y="1227640"/>
                </a:lnTo>
                <a:lnTo>
                  <a:pt x="432154" y="1248926"/>
                </a:lnTo>
                <a:lnTo>
                  <a:pt x="475035" y="1269319"/>
                </a:lnTo>
                <a:lnTo>
                  <a:pt x="519530" y="1288789"/>
                </a:lnTo>
                <a:lnTo>
                  <a:pt x="565582" y="1307309"/>
                </a:lnTo>
                <a:lnTo>
                  <a:pt x="613134" y="1324846"/>
                </a:lnTo>
                <a:lnTo>
                  <a:pt x="662128" y="1341374"/>
                </a:lnTo>
                <a:lnTo>
                  <a:pt x="712508" y="1356861"/>
                </a:lnTo>
                <a:lnTo>
                  <a:pt x="764217" y="1371278"/>
                </a:lnTo>
                <a:lnTo>
                  <a:pt x="817197" y="1384597"/>
                </a:lnTo>
                <a:lnTo>
                  <a:pt x="871391" y="1396786"/>
                </a:lnTo>
                <a:lnTo>
                  <a:pt x="926743" y="1407818"/>
                </a:lnTo>
                <a:lnTo>
                  <a:pt x="983194" y="1417663"/>
                </a:lnTo>
                <a:lnTo>
                  <a:pt x="1040689" y="1426290"/>
                </a:lnTo>
                <a:lnTo>
                  <a:pt x="1099170" y="1433671"/>
                </a:lnTo>
                <a:lnTo>
                  <a:pt x="1158580" y="1439776"/>
                </a:lnTo>
                <a:lnTo>
                  <a:pt x="1218861" y="1444575"/>
                </a:lnTo>
                <a:lnTo>
                  <a:pt x="1279957" y="1448040"/>
                </a:lnTo>
                <a:lnTo>
                  <a:pt x="1341811" y="1450141"/>
                </a:lnTo>
                <a:lnTo>
                  <a:pt x="1404365" y="1450848"/>
                </a:lnTo>
                <a:lnTo>
                  <a:pt x="1466920" y="1450141"/>
                </a:lnTo>
                <a:lnTo>
                  <a:pt x="1528774" y="1448040"/>
                </a:lnTo>
                <a:lnTo>
                  <a:pt x="1589870" y="1444575"/>
                </a:lnTo>
                <a:lnTo>
                  <a:pt x="1650151" y="1439776"/>
                </a:lnTo>
                <a:lnTo>
                  <a:pt x="1709561" y="1433671"/>
                </a:lnTo>
                <a:lnTo>
                  <a:pt x="1768042" y="1426290"/>
                </a:lnTo>
                <a:lnTo>
                  <a:pt x="1825537" y="1417663"/>
                </a:lnTo>
                <a:lnTo>
                  <a:pt x="1881988" y="1407818"/>
                </a:lnTo>
                <a:lnTo>
                  <a:pt x="1937340" y="1396786"/>
                </a:lnTo>
                <a:lnTo>
                  <a:pt x="1991534" y="1384597"/>
                </a:lnTo>
                <a:lnTo>
                  <a:pt x="2044514" y="1371278"/>
                </a:lnTo>
                <a:lnTo>
                  <a:pt x="2096223" y="1356861"/>
                </a:lnTo>
                <a:lnTo>
                  <a:pt x="2146603" y="1341374"/>
                </a:lnTo>
                <a:lnTo>
                  <a:pt x="2195597" y="1324846"/>
                </a:lnTo>
                <a:lnTo>
                  <a:pt x="2243149" y="1307309"/>
                </a:lnTo>
                <a:lnTo>
                  <a:pt x="2289201" y="1288789"/>
                </a:lnTo>
                <a:lnTo>
                  <a:pt x="2333696" y="1269319"/>
                </a:lnTo>
                <a:lnTo>
                  <a:pt x="2376577" y="1248926"/>
                </a:lnTo>
                <a:lnTo>
                  <a:pt x="2417787" y="1227640"/>
                </a:lnTo>
                <a:lnTo>
                  <a:pt x="2457269" y="1205491"/>
                </a:lnTo>
                <a:lnTo>
                  <a:pt x="2494965" y="1182507"/>
                </a:lnTo>
                <a:lnTo>
                  <a:pt x="2530820" y="1158720"/>
                </a:lnTo>
                <a:lnTo>
                  <a:pt x="2564774" y="1134158"/>
                </a:lnTo>
                <a:lnTo>
                  <a:pt x="2596773" y="1108850"/>
                </a:lnTo>
                <a:lnTo>
                  <a:pt x="2626757" y="1082826"/>
                </a:lnTo>
                <a:lnTo>
                  <a:pt x="2654671" y="1056116"/>
                </a:lnTo>
                <a:lnTo>
                  <a:pt x="2704059" y="1000754"/>
                </a:lnTo>
                <a:lnTo>
                  <a:pt x="2744479" y="943000"/>
                </a:lnTo>
                <a:lnTo>
                  <a:pt x="2775474" y="883089"/>
                </a:lnTo>
                <a:lnTo>
                  <a:pt x="2796587" y="821257"/>
                </a:lnTo>
                <a:lnTo>
                  <a:pt x="2807363" y="757740"/>
                </a:lnTo>
                <a:lnTo>
                  <a:pt x="2808732" y="725424"/>
                </a:lnTo>
                <a:lnTo>
                  <a:pt x="2807363" y="693107"/>
                </a:lnTo>
                <a:lnTo>
                  <a:pt x="2796587" y="629590"/>
                </a:lnTo>
                <a:lnTo>
                  <a:pt x="2775474" y="567758"/>
                </a:lnTo>
                <a:lnTo>
                  <a:pt x="2744479" y="507847"/>
                </a:lnTo>
                <a:lnTo>
                  <a:pt x="2704059" y="450093"/>
                </a:lnTo>
                <a:lnTo>
                  <a:pt x="2654671" y="394731"/>
                </a:lnTo>
                <a:lnTo>
                  <a:pt x="2626757" y="368021"/>
                </a:lnTo>
                <a:lnTo>
                  <a:pt x="2596773" y="341997"/>
                </a:lnTo>
                <a:lnTo>
                  <a:pt x="2564774" y="316689"/>
                </a:lnTo>
                <a:lnTo>
                  <a:pt x="2530820" y="292127"/>
                </a:lnTo>
                <a:lnTo>
                  <a:pt x="2494965" y="268340"/>
                </a:lnTo>
                <a:lnTo>
                  <a:pt x="2457269" y="245356"/>
                </a:lnTo>
                <a:lnTo>
                  <a:pt x="2417787" y="223207"/>
                </a:lnTo>
                <a:lnTo>
                  <a:pt x="2376577" y="201921"/>
                </a:lnTo>
                <a:lnTo>
                  <a:pt x="2333696" y="181528"/>
                </a:lnTo>
                <a:lnTo>
                  <a:pt x="2289201" y="162058"/>
                </a:lnTo>
                <a:lnTo>
                  <a:pt x="2243149" y="143538"/>
                </a:lnTo>
                <a:lnTo>
                  <a:pt x="2195597" y="126001"/>
                </a:lnTo>
                <a:lnTo>
                  <a:pt x="2146603" y="109473"/>
                </a:lnTo>
                <a:lnTo>
                  <a:pt x="2096223" y="93986"/>
                </a:lnTo>
                <a:lnTo>
                  <a:pt x="2044514" y="79569"/>
                </a:lnTo>
                <a:lnTo>
                  <a:pt x="1991534" y="66250"/>
                </a:lnTo>
                <a:lnTo>
                  <a:pt x="1937340" y="54061"/>
                </a:lnTo>
                <a:lnTo>
                  <a:pt x="1881988" y="43029"/>
                </a:lnTo>
                <a:lnTo>
                  <a:pt x="1825537" y="33184"/>
                </a:lnTo>
                <a:lnTo>
                  <a:pt x="1768042" y="24557"/>
                </a:lnTo>
                <a:lnTo>
                  <a:pt x="1709561" y="17176"/>
                </a:lnTo>
                <a:lnTo>
                  <a:pt x="1650151" y="11071"/>
                </a:lnTo>
                <a:lnTo>
                  <a:pt x="1589870" y="6272"/>
                </a:lnTo>
                <a:lnTo>
                  <a:pt x="1528774" y="2807"/>
                </a:lnTo>
                <a:lnTo>
                  <a:pt x="1466920" y="706"/>
                </a:lnTo>
                <a:lnTo>
                  <a:pt x="1404365" y="0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30932" y="4178934"/>
            <a:ext cx="22402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495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Energía</a:t>
            </a:r>
            <a:r>
              <a:rPr sz="2800" spc="-50" dirty="0">
                <a:latin typeface="Calibri"/>
                <a:cs typeface="Calibri"/>
              </a:rPr>
              <a:t> y </a:t>
            </a:r>
            <a:r>
              <a:rPr sz="2800" spc="-20" dirty="0">
                <a:latin typeface="Calibri"/>
                <a:cs typeface="Calibri"/>
              </a:rPr>
              <a:t>Sustentabilidad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95983" y="2086355"/>
            <a:ext cx="1755775" cy="1450975"/>
          </a:xfrm>
          <a:custGeom>
            <a:avLst/>
            <a:gdLst/>
            <a:ahLst/>
            <a:cxnLst/>
            <a:rect l="l" t="t" r="r" b="b"/>
            <a:pathLst>
              <a:path w="1755775" h="1450975">
                <a:moveTo>
                  <a:pt x="877823" y="0"/>
                </a:moveTo>
                <a:lnTo>
                  <a:pt x="824354" y="1323"/>
                </a:lnTo>
                <a:lnTo>
                  <a:pt x="771731" y="5244"/>
                </a:lnTo>
                <a:lnTo>
                  <a:pt x="720047" y="11686"/>
                </a:lnTo>
                <a:lnTo>
                  <a:pt x="669392" y="20573"/>
                </a:lnTo>
                <a:lnTo>
                  <a:pt x="619860" y="31829"/>
                </a:lnTo>
                <a:lnTo>
                  <a:pt x="571542" y="45379"/>
                </a:lnTo>
                <a:lnTo>
                  <a:pt x="524530" y="61146"/>
                </a:lnTo>
                <a:lnTo>
                  <a:pt x="478916" y="79056"/>
                </a:lnTo>
                <a:lnTo>
                  <a:pt x="434791" y="99031"/>
                </a:lnTo>
                <a:lnTo>
                  <a:pt x="392248" y="120997"/>
                </a:lnTo>
                <a:lnTo>
                  <a:pt x="351378" y="144877"/>
                </a:lnTo>
                <a:lnTo>
                  <a:pt x="312273" y="170596"/>
                </a:lnTo>
                <a:lnTo>
                  <a:pt x="275026" y="198077"/>
                </a:lnTo>
                <a:lnTo>
                  <a:pt x="239727" y="227245"/>
                </a:lnTo>
                <a:lnTo>
                  <a:pt x="206469" y="258024"/>
                </a:lnTo>
                <a:lnTo>
                  <a:pt x="175344" y="290338"/>
                </a:lnTo>
                <a:lnTo>
                  <a:pt x="146443" y="324111"/>
                </a:lnTo>
                <a:lnTo>
                  <a:pt x="119859" y="359268"/>
                </a:lnTo>
                <a:lnTo>
                  <a:pt x="95683" y="395733"/>
                </a:lnTo>
                <a:lnTo>
                  <a:pt x="74008" y="433429"/>
                </a:lnTo>
                <a:lnTo>
                  <a:pt x="54924" y="472282"/>
                </a:lnTo>
                <a:lnTo>
                  <a:pt x="38524" y="512214"/>
                </a:lnTo>
                <a:lnTo>
                  <a:pt x="24900" y="553151"/>
                </a:lnTo>
                <a:lnTo>
                  <a:pt x="14144" y="595016"/>
                </a:lnTo>
                <a:lnTo>
                  <a:pt x="6347" y="637734"/>
                </a:lnTo>
                <a:lnTo>
                  <a:pt x="1602" y="681228"/>
                </a:lnTo>
                <a:lnTo>
                  <a:pt x="0" y="725424"/>
                </a:lnTo>
                <a:lnTo>
                  <a:pt x="1602" y="769619"/>
                </a:lnTo>
                <a:lnTo>
                  <a:pt x="6347" y="813113"/>
                </a:lnTo>
                <a:lnTo>
                  <a:pt x="14144" y="855831"/>
                </a:lnTo>
                <a:lnTo>
                  <a:pt x="24900" y="897696"/>
                </a:lnTo>
                <a:lnTo>
                  <a:pt x="38524" y="938633"/>
                </a:lnTo>
                <a:lnTo>
                  <a:pt x="54924" y="978565"/>
                </a:lnTo>
                <a:lnTo>
                  <a:pt x="74008" y="1017418"/>
                </a:lnTo>
                <a:lnTo>
                  <a:pt x="95683" y="1055114"/>
                </a:lnTo>
                <a:lnTo>
                  <a:pt x="119859" y="1091579"/>
                </a:lnTo>
                <a:lnTo>
                  <a:pt x="146443" y="1126736"/>
                </a:lnTo>
                <a:lnTo>
                  <a:pt x="175344" y="1160509"/>
                </a:lnTo>
                <a:lnTo>
                  <a:pt x="206469" y="1192823"/>
                </a:lnTo>
                <a:lnTo>
                  <a:pt x="239727" y="1223602"/>
                </a:lnTo>
                <a:lnTo>
                  <a:pt x="275026" y="1252770"/>
                </a:lnTo>
                <a:lnTo>
                  <a:pt x="312273" y="1280251"/>
                </a:lnTo>
                <a:lnTo>
                  <a:pt x="351378" y="1305970"/>
                </a:lnTo>
                <a:lnTo>
                  <a:pt x="392248" y="1329850"/>
                </a:lnTo>
                <a:lnTo>
                  <a:pt x="434791" y="1351816"/>
                </a:lnTo>
                <a:lnTo>
                  <a:pt x="478916" y="1371791"/>
                </a:lnTo>
                <a:lnTo>
                  <a:pt x="524530" y="1389701"/>
                </a:lnTo>
                <a:lnTo>
                  <a:pt x="571542" y="1405468"/>
                </a:lnTo>
                <a:lnTo>
                  <a:pt x="619860" y="1419018"/>
                </a:lnTo>
                <a:lnTo>
                  <a:pt x="669392" y="1430274"/>
                </a:lnTo>
                <a:lnTo>
                  <a:pt x="720047" y="1439161"/>
                </a:lnTo>
                <a:lnTo>
                  <a:pt x="771731" y="1445603"/>
                </a:lnTo>
                <a:lnTo>
                  <a:pt x="824354" y="1449524"/>
                </a:lnTo>
                <a:lnTo>
                  <a:pt x="877823" y="1450848"/>
                </a:lnTo>
                <a:lnTo>
                  <a:pt x="931293" y="1449524"/>
                </a:lnTo>
                <a:lnTo>
                  <a:pt x="983916" y="1445603"/>
                </a:lnTo>
                <a:lnTo>
                  <a:pt x="1035600" y="1439161"/>
                </a:lnTo>
                <a:lnTo>
                  <a:pt x="1086255" y="1430274"/>
                </a:lnTo>
                <a:lnTo>
                  <a:pt x="1135787" y="1419018"/>
                </a:lnTo>
                <a:lnTo>
                  <a:pt x="1184105" y="1405468"/>
                </a:lnTo>
                <a:lnTo>
                  <a:pt x="1231117" y="1389701"/>
                </a:lnTo>
                <a:lnTo>
                  <a:pt x="1276731" y="1371791"/>
                </a:lnTo>
                <a:lnTo>
                  <a:pt x="1320856" y="1351816"/>
                </a:lnTo>
                <a:lnTo>
                  <a:pt x="1363399" y="1329850"/>
                </a:lnTo>
                <a:lnTo>
                  <a:pt x="1404269" y="1305970"/>
                </a:lnTo>
                <a:lnTo>
                  <a:pt x="1443374" y="1280251"/>
                </a:lnTo>
                <a:lnTo>
                  <a:pt x="1480621" y="1252770"/>
                </a:lnTo>
                <a:lnTo>
                  <a:pt x="1515920" y="1223602"/>
                </a:lnTo>
                <a:lnTo>
                  <a:pt x="1549178" y="1192823"/>
                </a:lnTo>
                <a:lnTo>
                  <a:pt x="1580303" y="1160509"/>
                </a:lnTo>
                <a:lnTo>
                  <a:pt x="1609204" y="1126736"/>
                </a:lnTo>
                <a:lnTo>
                  <a:pt x="1635788" y="1091579"/>
                </a:lnTo>
                <a:lnTo>
                  <a:pt x="1659964" y="1055114"/>
                </a:lnTo>
                <a:lnTo>
                  <a:pt x="1681639" y="1017418"/>
                </a:lnTo>
                <a:lnTo>
                  <a:pt x="1700723" y="978565"/>
                </a:lnTo>
                <a:lnTo>
                  <a:pt x="1717123" y="938633"/>
                </a:lnTo>
                <a:lnTo>
                  <a:pt x="1730747" y="897696"/>
                </a:lnTo>
                <a:lnTo>
                  <a:pt x="1741503" y="855831"/>
                </a:lnTo>
                <a:lnTo>
                  <a:pt x="1749300" y="813113"/>
                </a:lnTo>
                <a:lnTo>
                  <a:pt x="1754045" y="769619"/>
                </a:lnTo>
                <a:lnTo>
                  <a:pt x="1755648" y="725424"/>
                </a:lnTo>
                <a:lnTo>
                  <a:pt x="1754045" y="681228"/>
                </a:lnTo>
                <a:lnTo>
                  <a:pt x="1749300" y="637734"/>
                </a:lnTo>
                <a:lnTo>
                  <a:pt x="1741503" y="595016"/>
                </a:lnTo>
                <a:lnTo>
                  <a:pt x="1730747" y="553151"/>
                </a:lnTo>
                <a:lnTo>
                  <a:pt x="1717123" y="512214"/>
                </a:lnTo>
                <a:lnTo>
                  <a:pt x="1700723" y="472282"/>
                </a:lnTo>
                <a:lnTo>
                  <a:pt x="1681639" y="433429"/>
                </a:lnTo>
                <a:lnTo>
                  <a:pt x="1659964" y="395733"/>
                </a:lnTo>
                <a:lnTo>
                  <a:pt x="1635788" y="359268"/>
                </a:lnTo>
                <a:lnTo>
                  <a:pt x="1609204" y="324111"/>
                </a:lnTo>
                <a:lnTo>
                  <a:pt x="1580303" y="290338"/>
                </a:lnTo>
                <a:lnTo>
                  <a:pt x="1549178" y="258024"/>
                </a:lnTo>
                <a:lnTo>
                  <a:pt x="1515920" y="227245"/>
                </a:lnTo>
                <a:lnTo>
                  <a:pt x="1480621" y="198077"/>
                </a:lnTo>
                <a:lnTo>
                  <a:pt x="1443374" y="170596"/>
                </a:lnTo>
                <a:lnTo>
                  <a:pt x="1404269" y="144877"/>
                </a:lnTo>
                <a:lnTo>
                  <a:pt x="1363399" y="120997"/>
                </a:lnTo>
                <a:lnTo>
                  <a:pt x="1320856" y="99031"/>
                </a:lnTo>
                <a:lnTo>
                  <a:pt x="1276731" y="79056"/>
                </a:lnTo>
                <a:lnTo>
                  <a:pt x="1231117" y="61146"/>
                </a:lnTo>
                <a:lnTo>
                  <a:pt x="1184105" y="45379"/>
                </a:lnTo>
                <a:lnTo>
                  <a:pt x="1135787" y="31829"/>
                </a:lnTo>
                <a:lnTo>
                  <a:pt x="1086255" y="20573"/>
                </a:lnTo>
                <a:lnTo>
                  <a:pt x="1035600" y="11686"/>
                </a:lnTo>
                <a:lnTo>
                  <a:pt x="983916" y="5244"/>
                </a:lnTo>
                <a:lnTo>
                  <a:pt x="931293" y="1323"/>
                </a:lnTo>
                <a:lnTo>
                  <a:pt x="877823" y="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21333" y="2322067"/>
            <a:ext cx="150431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855" marR="5080" indent="-9779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Ciencia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los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43703" y="2140407"/>
            <a:ext cx="12604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Fotónica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16908" y="5571744"/>
            <a:ext cx="1731645" cy="954405"/>
          </a:xfrm>
          <a:custGeom>
            <a:avLst/>
            <a:gdLst/>
            <a:ahLst/>
            <a:cxnLst/>
            <a:rect l="l" t="t" r="r" b="b"/>
            <a:pathLst>
              <a:path w="1731645" h="954404">
                <a:moveTo>
                  <a:pt x="865631" y="0"/>
                </a:moveTo>
                <a:lnTo>
                  <a:pt x="803817" y="1197"/>
                </a:lnTo>
                <a:lnTo>
                  <a:pt x="743175" y="4736"/>
                </a:lnTo>
                <a:lnTo>
                  <a:pt x="683852" y="10536"/>
                </a:lnTo>
                <a:lnTo>
                  <a:pt x="625994" y="18517"/>
                </a:lnTo>
                <a:lnTo>
                  <a:pt x="569747" y="28596"/>
                </a:lnTo>
                <a:lnTo>
                  <a:pt x="515259" y="40695"/>
                </a:lnTo>
                <a:lnTo>
                  <a:pt x="462676" y="54731"/>
                </a:lnTo>
                <a:lnTo>
                  <a:pt x="412145" y="70624"/>
                </a:lnTo>
                <a:lnTo>
                  <a:pt x="363811" y="88294"/>
                </a:lnTo>
                <a:lnTo>
                  <a:pt x="317822" y="107660"/>
                </a:lnTo>
                <a:lnTo>
                  <a:pt x="274324" y="128641"/>
                </a:lnTo>
                <a:lnTo>
                  <a:pt x="233464" y="151157"/>
                </a:lnTo>
                <a:lnTo>
                  <a:pt x="195388" y="175126"/>
                </a:lnTo>
                <a:lnTo>
                  <a:pt x="160242" y="200468"/>
                </a:lnTo>
                <a:lnTo>
                  <a:pt x="128174" y="227102"/>
                </a:lnTo>
                <a:lnTo>
                  <a:pt x="99330" y="254948"/>
                </a:lnTo>
                <a:lnTo>
                  <a:pt x="73856" y="283925"/>
                </a:lnTo>
                <a:lnTo>
                  <a:pt x="33606" y="344947"/>
                </a:lnTo>
                <a:lnTo>
                  <a:pt x="8597" y="409525"/>
                </a:lnTo>
                <a:lnTo>
                  <a:pt x="0" y="477011"/>
                </a:lnTo>
                <a:lnTo>
                  <a:pt x="2173" y="511078"/>
                </a:lnTo>
                <a:lnTo>
                  <a:pt x="19123" y="577191"/>
                </a:lnTo>
                <a:lnTo>
                  <a:pt x="51900" y="640072"/>
                </a:lnTo>
                <a:lnTo>
                  <a:pt x="99330" y="699075"/>
                </a:lnTo>
                <a:lnTo>
                  <a:pt x="128174" y="726921"/>
                </a:lnTo>
                <a:lnTo>
                  <a:pt x="160242" y="753555"/>
                </a:lnTo>
                <a:lnTo>
                  <a:pt x="195388" y="778897"/>
                </a:lnTo>
                <a:lnTo>
                  <a:pt x="233464" y="802866"/>
                </a:lnTo>
                <a:lnTo>
                  <a:pt x="274324" y="825382"/>
                </a:lnTo>
                <a:lnTo>
                  <a:pt x="317822" y="846363"/>
                </a:lnTo>
                <a:lnTo>
                  <a:pt x="363811" y="865729"/>
                </a:lnTo>
                <a:lnTo>
                  <a:pt x="412145" y="883399"/>
                </a:lnTo>
                <a:lnTo>
                  <a:pt x="462676" y="899292"/>
                </a:lnTo>
                <a:lnTo>
                  <a:pt x="515259" y="913328"/>
                </a:lnTo>
                <a:lnTo>
                  <a:pt x="569747" y="925427"/>
                </a:lnTo>
                <a:lnTo>
                  <a:pt x="625994" y="935506"/>
                </a:lnTo>
                <a:lnTo>
                  <a:pt x="683852" y="943487"/>
                </a:lnTo>
                <a:lnTo>
                  <a:pt x="743175" y="949287"/>
                </a:lnTo>
                <a:lnTo>
                  <a:pt x="803817" y="952826"/>
                </a:lnTo>
                <a:lnTo>
                  <a:pt x="865631" y="954023"/>
                </a:lnTo>
                <a:lnTo>
                  <a:pt x="927446" y="952826"/>
                </a:lnTo>
                <a:lnTo>
                  <a:pt x="988088" y="949287"/>
                </a:lnTo>
                <a:lnTo>
                  <a:pt x="1047411" y="943487"/>
                </a:lnTo>
                <a:lnTo>
                  <a:pt x="1105269" y="935506"/>
                </a:lnTo>
                <a:lnTo>
                  <a:pt x="1161516" y="925427"/>
                </a:lnTo>
                <a:lnTo>
                  <a:pt x="1216004" y="913328"/>
                </a:lnTo>
                <a:lnTo>
                  <a:pt x="1268587" y="899292"/>
                </a:lnTo>
                <a:lnTo>
                  <a:pt x="1319118" y="883399"/>
                </a:lnTo>
                <a:lnTo>
                  <a:pt x="1367452" y="865729"/>
                </a:lnTo>
                <a:lnTo>
                  <a:pt x="1413441" y="846363"/>
                </a:lnTo>
                <a:lnTo>
                  <a:pt x="1456939" y="825382"/>
                </a:lnTo>
                <a:lnTo>
                  <a:pt x="1497799" y="802866"/>
                </a:lnTo>
                <a:lnTo>
                  <a:pt x="1535875" y="778897"/>
                </a:lnTo>
                <a:lnTo>
                  <a:pt x="1571021" y="753555"/>
                </a:lnTo>
                <a:lnTo>
                  <a:pt x="1603089" y="726921"/>
                </a:lnTo>
                <a:lnTo>
                  <a:pt x="1631933" y="699075"/>
                </a:lnTo>
                <a:lnTo>
                  <a:pt x="1657407" y="670098"/>
                </a:lnTo>
                <a:lnTo>
                  <a:pt x="1697657" y="609076"/>
                </a:lnTo>
                <a:lnTo>
                  <a:pt x="1722666" y="544498"/>
                </a:lnTo>
                <a:lnTo>
                  <a:pt x="1731264" y="477011"/>
                </a:lnTo>
                <a:lnTo>
                  <a:pt x="1729090" y="442945"/>
                </a:lnTo>
                <a:lnTo>
                  <a:pt x="1712140" y="376832"/>
                </a:lnTo>
                <a:lnTo>
                  <a:pt x="1679363" y="313951"/>
                </a:lnTo>
                <a:lnTo>
                  <a:pt x="1631933" y="254948"/>
                </a:lnTo>
                <a:lnTo>
                  <a:pt x="1603089" y="227102"/>
                </a:lnTo>
                <a:lnTo>
                  <a:pt x="1571021" y="200468"/>
                </a:lnTo>
                <a:lnTo>
                  <a:pt x="1535875" y="175126"/>
                </a:lnTo>
                <a:lnTo>
                  <a:pt x="1497799" y="151157"/>
                </a:lnTo>
                <a:lnTo>
                  <a:pt x="1456939" y="128641"/>
                </a:lnTo>
                <a:lnTo>
                  <a:pt x="1413441" y="107660"/>
                </a:lnTo>
                <a:lnTo>
                  <a:pt x="1367452" y="88294"/>
                </a:lnTo>
                <a:lnTo>
                  <a:pt x="1319118" y="70624"/>
                </a:lnTo>
                <a:lnTo>
                  <a:pt x="1268587" y="54731"/>
                </a:lnTo>
                <a:lnTo>
                  <a:pt x="1216004" y="40695"/>
                </a:lnTo>
                <a:lnTo>
                  <a:pt x="1161516" y="28596"/>
                </a:lnTo>
                <a:lnTo>
                  <a:pt x="1105269" y="18517"/>
                </a:lnTo>
                <a:lnTo>
                  <a:pt x="1047411" y="10536"/>
                </a:lnTo>
                <a:lnTo>
                  <a:pt x="988088" y="4736"/>
                </a:lnTo>
                <a:lnTo>
                  <a:pt x="927446" y="1197"/>
                </a:lnTo>
                <a:lnTo>
                  <a:pt x="865631" y="0"/>
                </a:lnTo>
                <a:close/>
              </a:path>
            </a:pathLst>
          </a:custGeom>
          <a:solidFill>
            <a:srgbClr val="4AB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490084" y="5778500"/>
            <a:ext cx="12738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Cuántica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68540" y="5410200"/>
            <a:ext cx="2217420" cy="1115695"/>
          </a:xfrm>
          <a:custGeom>
            <a:avLst/>
            <a:gdLst/>
            <a:ahLst/>
            <a:cxnLst/>
            <a:rect l="l" t="t" r="r" b="b"/>
            <a:pathLst>
              <a:path w="2217420" h="1115695">
                <a:moveTo>
                  <a:pt x="1108709" y="0"/>
                </a:moveTo>
                <a:lnTo>
                  <a:pt x="1045800" y="882"/>
                </a:lnTo>
                <a:lnTo>
                  <a:pt x="983811" y="3500"/>
                </a:lnTo>
                <a:lnTo>
                  <a:pt x="922835" y="7805"/>
                </a:lnTo>
                <a:lnTo>
                  <a:pt x="862967" y="13751"/>
                </a:lnTo>
                <a:lnTo>
                  <a:pt x="804300" y="21290"/>
                </a:lnTo>
                <a:lnTo>
                  <a:pt x="746927" y="30375"/>
                </a:lnTo>
                <a:lnTo>
                  <a:pt x="690942" y="40959"/>
                </a:lnTo>
                <a:lnTo>
                  <a:pt x="636439" y="52995"/>
                </a:lnTo>
                <a:lnTo>
                  <a:pt x="583511" y="66436"/>
                </a:lnTo>
                <a:lnTo>
                  <a:pt x="532253" y="81235"/>
                </a:lnTo>
                <a:lnTo>
                  <a:pt x="482757" y="97345"/>
                </a:lnTo>
                <a:lnTo>
                  <a:pt x="435117" y="114719"/>
                </a:lnTo>
                <a:lnTo>
                  <a:pt x="389428" y="133309"/>
                </a:lnTo>
                <a:lnTo>
                  <a:pt x="345782" y="153069"/>
                </a:lnTo>
                <a:lnTo>
                  <a:pt x="304273" y="173951"/>
                </a:lnTo>
                <a:lnTo>
                  <a:pt x="264995" y="195908"/>
                </a:lnTo>
                <a:lnTo>
                  <a:pt x="228042" y="218894"/>
                </a:lnTo>
                <a:lnTo>
                  <a:pt x="193507" y="242861"/>
                </a:lnTo>
                <a:lnTo>
                  <a:pt x="161484" y="267761"/>
                </a:lnTo>
                <a:lnTo>
                  <a:pt x="132066" y="293549"/>
                </a:lnTo>
                <a:lnTo>
                  <a:pt x="81421" y="347598"/>
                </a:lnTo>
                <a:lnTo>
                  <a:pt x="42321" y="404629"/>
                </a:lnTo>
                <a:lnTo>
                  <a:pt x="15516" y="464266"/>
                </a:lnTo>
                <a:lnTo>
                  <a:pt x="1755" y="526132"/>
                </a:lnTo>
                <a:lnTo>
                  <a:pt x="0" y="557784"/>
                </a:lnTo>
                <a:lnTo>
                  <a:pt x="1755" y="589435"/>
                </a:lnTo>
                <a:lnTo>
                  <a:pt x="15516" y="651301"/>
                </a:lnTo>
                <a:lnTo>
                  <a:pt x="42321" y="710938"/>
                </a:lnTo>
                <a:lnTo>
                  <a:pt x="81421" y="767969"/>
                </a:lnTo>
                <a:lnTo>
                  <a:pt x="132066" y="822018"/>
                </a:lnTo>
                <a:lnTo>
                  <a:pt x="161484" y="847806"/>
                </a:lnTo>
                <a:lnTo>
                  <a:pt x="193507" y="872706"/>
                </a:lnTo>
                <a:lnTo>
                  <a:pt x="228042" y="896673"/>
                </a:lnTo>
                <a:lnTo>
                  <a:pt x="264995" y="919659"/>
                </a:lnTo>
                <a:lnTo>
                  <a:pt x="304273" y="941616"/>
                </a:lnTo>
                <a:lnTo>
                  <a:pt x="345782" y="962498"/>
                </a:lnTo>
                <a:lnTo>
                  <a:pt x="389428" y="982258"/>
                </a:lnTo>
                <a:lnTo>
                  <a:pt x="435117" y="1000848"/>
                </a:lnTo>
                <a:lnTo>
                  <a:pt x="482757" y="1018222"/>
                </a:lnTo>
                <a:lnTo>
                  <a:pt x="532253" y="1034332"/>
                </a:lnTo>
                <a:lnTo>
                  <a:pt x="583511" y="1049131"/>
                </a:lnTo>
                <a:lnTo>
                  <a:pt x="636439" y="1062572"/>
                </a:lnTo>
                <a:lnTo>
                  <a:pt x="690942" y="1074608"/>
                </a:lnTo>
                <a:lnTo>
                  <a:pt x="746927" y="1085192"/>
                </a:lnTo>
                <a:lnTo>
                  <a:pt x="804300" y="1094277"/>
                </a:lnTo>
                <a:lnTo>
                  <a:pt x="862967" y="1101816"/>
                </a:lnTo>
                <a:lnTo>
                  <a:pt x="922835" y="1107762"/>
                </a:lnTo>
                <a:lnTo>
                  <a:pt x="983811" y="1112067"/>
                </a:lnTo>
                <a:lnTo>
                  <a:pt x="1045800" y="1114685"/>
                </a:lnTo>
                <a:lnTo>
                  <a:pt x="1108709" y="1115568"/>
                </a:lnTo>
                <a:lnTo>
                  <a:pt x="1171619" y="1114685"/>
                </a:lnTo>
                <a:lnTo>
                  <a:pt x="1233608" y="1112067"/>
                </a:lnTo>
                <a:lnTo>
                  <a:pt x="1294584" y="1107762"/>
                </a:lnTo>
                <a:lnTo>
                  <a:pt x="1354452" y="1101816"/>
                </a:lnTo>
                <a:lnTo>
                  <a:pt x="1413119" y="1094277"/>
                </a:lnTo>
                <a:lnTo>
                  <a:pt x="1470492" y="1085192"/>
                </a:lnTo>
                <a:lnTo>
                  <a:pt x="1526477" y="1074608"/>
                </a:lnTo>
                <a:lnTo>
                  <a:pt x="1580980" y="1062572"/>
                </a:lnTo>
                <a:lnTo>
                  <a:pt x="1633908" y="1049131"/>
                </a:lnTo>
                <a:lnTo>
                  <a:pt x="1685166" y="1034332"/>
                </a:lnTo>
                <a:lnTo>
                  <a:pt x="1734662" y="1018222"/>
                </a:lnTo>
                <a:lnTo>
                  <a:pt x="1782302" y="1000848"/>
                </a:lnTo>
                <a:lnTo>
                  <a:pt x="1827991" y="982258"/>
                </a:lnTo>
                <a:lnTo>
                  <a:pt x="1871637" y="962498"/>
                </a:lnTo>
                <a:lnTo>
                  <a:pt x="1913146" y="941616"/>
                </a:lnTo>
                <a:lnTo>
                  <a:pt x="1952424" y="919659"/>
                </a:lnTo>
                <a:lnTo>
                  <a:pt x="1989377" y="896673"/>
                </a:lnTo>
                <a:lnTo>
                  <a:pt x="2023912" y="872706"/>
                </a:lnTo>
                <a:lnTo>
                  <a:pt x="2055935" y="847806"/>
                </a:lnTo>
                <a:lnTo>
                  <a:pt x="2085353" y="822018"/>
                </a:lnTo>
                <a:lnTo>
                  <a:pt x="2135998" y="767969"/>
                </a:lnTo>
                <a:lnTo>
                  <a:pt x="2175098" y="710938"/>
                </a:lnTo>
                <a:lnTo>
                  <a:pt x="2201903" y="651301"/>
                </a:lnTo>
                <a:lnTo>
                  <a:pt x="2215664" y="589435"/>
                </a:lnTo>
                <a:lnTo>
                  <a:pt x="2217419" y="557784"/>
                </a:lnTo>
                <a:lnTo>
                  <a:pt x="2215664" y="526132"/>
                </a:lnTo>
                <a:lnTo>
                  <a:pt x="2201903" y="464266"/>
                </a:lnTo>
                <a:lnTo>
                  <a:pt x="2175098" y="404629"/>
                </a:lnTo>
                <a:lnTo>
                  <a:pt x="2135998" y="347598"/>
                </a:lnTo>
                <a:lnTo>
                  <a:pt x="2085353" y="293549"/>
                </a:lnTo>
                <a:lnTo>
                  <a:pt x="2055935" y="267761"/>
                </a:lnTo>
                <a:lnTo>
                  <a:pt x="2023912" y="242861"/>
                </a:lnTo>
                <a:lnTo>
                  <a:pt x="1989377" y="218894"/>
                </a:lnTo>
                <a:lnTo>
                  <a:pt x="1952424" y="195908"/>
                </a:lnTo>
                <a:lnTo>
                  <a:pt x="1913146" y="173951"/>
                </a:lnTo>
                <a:lnTo>
                  <a:pt x="1871637" y="153069"/>
                </a:lnTo>
                <a:lnTo>
                  <a:pt x="1827991" y="133309"/>
                </a:lnTo>
                <a:lnTo>
                  <a:pt x="1782302" y="114719"/>
                </a:lnTo>
                <a:lnTo>
                  <a:pt x="1734662" y="97345"/>
                </a:lnTo>
                <a:lnTo>
                  <a:pt x="1685166" y="81235"/>
                </a:lnTo>
                <a:lnTo>
                  <a:pt x="1633908" y="66436"/>
                </a:lnTo>
                <a:lnTo>
                  <a:pt x="1580980" y="52995"/>
                </a:lnTo>
                <a:lnTo>
                  <a:pt x="1526477" y="40959"/>
                </a:lnTo>
                <a:lnTo>
                  <a:pt x="1470492" y="30375"/>
                </a:lnTo>
                <a:lnTo>
                  <a:pt x="1413119" y="21290"/>
                </a:lnTo>
                <a:lnTo>
                  <a:pt x="1354452" y="13751"/>
                </a:lnTo>
                <a:lnTo>
                  <a:pt x="1294584" y="7805"/>
                </a:lnTo>
                <a:lnTo>
                  <a:pt x="1233608" y="3500"/>
                </a:lnTo>
                <a:lnTo>
                  <a:pt x="1171619" y="882"/>
                </a:lnTo>
                <a:lnTo>
                  <a:pt x="110870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625842" y="5453278"/>
            <a:ext cx="16986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0386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Redes inteligentes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721595" y="3872484"/>
            <a:ext cx="2251075" cy="1450975"/>
          </a:xfrm>
          <a:custGeom>
            <a:avLst/>
            <a:gdLst/>
            <a:ahLst/>
            <a:cxnLst/>
            <a:rect l="l" t="t" r="r" b="b"/>
            <a:pathLst>
              <a:path w="2251075" h="1450975">
                <a:moveTo>
                  <a:pt x="1125474" y="0"/>
                </a:moveTo>
                <a:lnTo>
                  <a:pt x="1067561" y="943"/>
                </a:lnTo>
                <a:lnTo>
                  <a:pt x="1010408" y="3744"/>
                </a:lnTo>
                <a:lnTo>
                  <a:pt x="954085" y="8357"/>
                </a:lnTo>
                <a:lnTo>
                  <a:pt x="898664" y="14736"/>
                </a:lnTo>
                <a:lnTo>
                  <a:pt x="844215" y="22835"/>
                </a:lnTo>
                <a:lnTo>
                  <a:pt x="790808" y="32609"/>
                </a:lnTo>
                <a:lnTo>
                  <a:pt x="738515" y="44013"/>
                </a:lnTo>
                <a:lnTo>
                  <a:pt x="687407" y="57001"/>
                </a:lnTo>
                <a:lnTo>
                  <a:pt x="637553" y="71527"/>
                </a:lnTo>
                <a:lnTo>
                  <a:pt x="589025" y="87545"/>
                </a:lnTo>
                <a:lnTo>
                  <a:pt x="541894" y="105011"/>
                </a:lnTo>
                <a:lnTo>
                  <a:pt x="496230" y="123879"/>
                </a:lnTo>
                <a:lnTo>
                  <a:pt x="452103" y="144103"/>
                </a:lnTo>
                <a:lnTo>
                  <a:pt x="409586" y="165637"/>
                </a:lnTo>
                <a:lnTo>
                  <a:pt x="368748" y="188436"/>
                </a:lnTo>
                <a:lnTo>
                  <a:pt x="329660" y="212455"/>
                </a:lnTo>
                <a:lnTo>
                  <a:pt x="292393" y="237647"/>
                </a:lnTo>
                <a:lnTo>
                  <a:pt x="257017" y="263968"/>
                </a:lnTo>
                <a:lnTo>
                  <a:pt x="223604" y="291372"/>
                </a:lnTo>
                <a:lnTo>
                  <a:pt x="192224" y="319813"/>
                </a:lnTo>
                <a:lnTo>
                  <a:pt x="162948" y="349245"/>
                </a:lnTo>
                <a:lnTo>
                  <a:pt x="135847" y="379624"/>
                </a:lnTo>
                <a:lnTo>
                  <a:pt x="110991" y="410903"/>
                </a:lnTo>
                <a:lnTo>
                  <a:pt x="88451" y="443037"/>
                </a:lnTo>
                <a:lnTo>
                  <a:pt x="68298" y="475981"/>
                </a:lnTo>
                <a:lnTo>
                  <a:pt x="35435" y="544114"/>
                </a:lnTo>
                <a:lnTo>
                  <a:pt x="12969" y="614938"/>
                </a:lnTo>
                <a:lnTo>
                  <a:pt x="1464" y="688089"/>
                </a:lnTo>
                <a:lnTo>
                  <a:pt x="0" y="725424"/>
                </a:lnTo>
                <a:lnTo>
                  <a:pt x="1464" y="762758"/>
                </a:lnTo>
                <a:lnTo>
                  <a:pt x="12969" y="835909"/>
                </a:lnTo>
                <a:lnTo>
                  <a:pt x="35435" y="906733"/>
                </a:lnTo>
                <a:lnTo>
                  <a:pt x="68298" y="974866"/>
                </a:lnTo>
                <a:lnTo>
                  <a:pt x="88451" y="1007810"/>
                </a:lnTo>
                <a:lnTo>
                  <a:pt x="110991" y="1039944"/>
                </a:lnTo>
                <a:lnTo>
                  <a:pt x="135847" y="1071223"/>
                </a:lnTo>
                <a:lnTo>
                  <a:pt x="162948" y="1101602"/>
                </a:lnTo>
                <a:lnTo>
                  <a:pt x="192224" y="1131034"/>
                </a:lnTo>
                <a:lnTo>
                  <a:pt x="223604" y="1159475"/>
                </a:lnTo>
                <a:lnTo>
                  <a:pt x="257017" y="1186879"/>
                </a:lnTo>
                <a:lnTo>
                  <a:pt x="292393" y="1213200"/>
                </a:lnTo>
                <a:lnTo>
                  <a:pt x="329660" y="1238392"/>
                </a:lnTo>
                <a:lnTo>
                  <a:pt x="368748" y="1262411"/>
                </a:lnTo>
                <a:lnTo>
                  <a:pt x="409586" y="1285210"/>
                </a:lnTo>
                <a:lnTo>
                  <a:pt x="452103" y="1306744"/>
                </a:lnTo>
                <a:lnTo>
                  <a:pt x="496230" y="1326968"/>
                </a:lnTo>
                <a:lnTo>
                  <a:pt x="541894" y="1345836"/>
                </a:lnTo>
                <a:lnTo>
                  <a:pt x="589025" y="1363302"/>
                </a:lnTo>
                <a:lnTo>
                  <a:pt x="637553" y="1379320"/>
                </a:lnTo>
                <a:lnTo>
                  <a:pt x="687407" y="1393846"/>
                </a:lnTo>
                <a:lnTo>
                  <a:pt x="738515" y="1406834"/>
                </a:lnTo>
                <a:lnTo>
                  <a:pt x="790808" y="1418238"/>
                </a:lnTo>
                <a:lnTo>
                  <a:pt x="844215" y="1428012"/>
                </a:lnTo>
                <a:lnTo>
                  <a:pt x="898664" y="1436111"/>
                </a:lnTo>
                <a:lnTo>
                  <a:pt x="954085" y="1442490"/>
                </a:lnTo>
                <a:lnTo>
                  <a:pt x="1010408" y="1447103"/>
                </a:lnTo>
                <a:lnTo>
                  <a:pt x="1067561" y="1449904"/>
                </a:lnTo>
                <a:lnTo>
                  <a:pt x="1125474" y="1450848"/>
                </a:lnTo>
                <a:lnTo>
                  <a:pt x="1183386" y="1449904"/>
                </a:lnTo>
                <a:lnTo>
                  <a:pt x="1240539" y="1447103"/>
                </a:lnTo>
                <a:lnTo>
                  <a:pt x="1296862" y="1442490"/>
                </a:lnTo>
                <a:lnTo>
                  <a:pt x="1352283" y="1436111"/>
                </a:lnTo>
                <a:lnTo>
                  <a:pt x="1406732" y="1428012"/>
                </a:lnTo>
                <a:lnTo>
                  <a:pt x="1460139" y="1418238"/>
                </a:lnTo>
                <a:lnTo>
                  <a:pt x="1512432" y="1406834"/>
                </a:lnTo>
                <a:lnTo>
                  <a:pt x="1563540" y="1393846"/>
                </a:lnTo>
                <a:lnTo>
                  <a:pt x="1613394" y="1379320"/>
                </a:lnTo>
                <a:lnTo>
                  <a:pt x="1661922" y="1363302"/>
                </a:lnTo>
                <a:lnTo>
                  <a:pt x="1709053" y="1345836"/>
                </a:lnTo>
                <a:lnTo>
                  <a:pt x="1754717" y="1326968"/>
                </a:lnTo>
                <a:lnTo>
                  <a:pt x="1798844" y="1306744"/>
                </a:lnTo>
                <a:lnTo>
                  <a:pt x="1841361" y="1285210"/>
                </a:lnTo>
                <a:lnTo>
                  <a:pt x="1882199" y="1262411"/>
                </a:lnTo>
                <a:lnTo>
                  <a:pt x="1921287" y="1238392"/>
                </a:lnTo>
                <a:lnTo>
                  <a:pt x="1958554" y="1213200"/>
                </a:lnTo>
                <a:lnTo>
                  <a:pt x="1993930" y="1186879"/>
                </a:lnTo>
                <a:lnTo>
                  <a:pt x="2027343" y="1159475"/>
                </a:lnTo>
                <a:lnTo>
                  <a:pt x="2058723" y="1131034"/>
                </a:lnTo>
                <a:lnTo>
                  <a:pt x="2087999" y="1101602"/>
                </a:lnTo>
                <a:lnTo>
                  <a:pt x="2115100" y="1071223"/>
                </a:lnTo>
                <a:lnTo>
                  <a:pt x="2139956" y="1039944"/>
                </a:lnTo>
                <a:lnTo>
                  <a:pt x="2162496" y="1007810"/>
                </a:lnTo>
                <a:lnTo>
                  <a:pt x="2182649" y="974866"/>
                </a:lnTo>
                <a:lnTo>
                  <a:pt x="2215512" y="906733"/>
                </a:lnTo>
                <a:lnTo>
                  <a:pt x="2237978" y="835909"/>
                </a:lnTo>
                <a:lnTo>
                  <a:pt x="2249483" y="762758"/>
                </a:lnTo>
                <a:lnTo>
                  <a:pt x="2250948" y="725424"/>
                </a:lnTo>
                <a:lnTo>
                  <a:pt x="2249483" y="688089"/>
                </a:lnTo>
                <a:lnTo>
                  <a:pt x="2237978" y="614938"/>
                </a:lnTo>
                <a:lnTo>
                  <a:pt x="2215512" y="544114"/>
                </a:lnTo>
                <a:lnTo>
                  <a:pt x="2182649" y="475981"/>
                </a:lnTo>
                <a:lnTo>
                  <a:pt x="2162496" y="443037"/>
                </a:lnTo>
                <a:lnTo>
                  <a:pt x="2139956" y="410903"/>
                </a:lnTo>
                <a:lnTo>
                  <a:pt x="2115100" y="379624"/>
                </a:lnTo>
                <a:lnTo>
                  <a:pt x="2087999" y="349245"/>
                </a:lnTo>
                <a:lnTo>
                  <a:pt x="2058723" y="319813"/>
                </a:lnTo>
                <a:lnTo>
                  <a:pt x="2027343" y="291372"/>
                </a:lnTo>
                <a:lnTo>
                  <a:pt x="1993930" y="263968"/>
                </a:lnTo>
                <a:lnTo>
                  <a:pt x="1958554" y="237647"/>
                </a:lnTo>
                <a:lnTo>
                  <a:pt x="1921287" y="212455"/>
                </a:lnTo>
                <a:lnTo>
                  <a:pt x="1882199" y="188436"/>
                </a:lnTo>
                <a:lnTo>
                  <a:pt x="1841361" y="165637"/>
                </a:lnTo>
                <a:lnTo>
                  <a:pt x="1798844" y="144103"/>
                </a:lnTo>
                <a:lnTo>
                  <a:pt x="1754717" y="123879"/>
                </a:lnTo>
                <a:lnTo>
                  <a:pt x="1709053" y="105011"/>
                </a:lnTo>
                <a:lnTo>
                  <a:pt x="1661922" y="87545"/>
                </a:lnTo>
                <a:lnTo>
                  <a:pt x="1613394" y="71527"/>
                </a:lnTo>
                <a:lnTo>
                  <a:pt x="1563540" y="57001"/>
                </a:lnTo>
                <a:lnTo>
                  <a:pt x="1512432" y="44013"/>
                </a:lnTo>
                <a:lnTo>
                  <a:pt x="1460139" y="32609"/>
                </a:lnTo>
                <a:lnTo>
                  <a:pt x="1406732" y="22835"/>
                </a:lnTo>
                <a:lnTo>
                  <a:pt x="1352283" y="14736"/>
                </a:lnTo>
                <a:lnTo>
                  <a:pt x="1296862" y="8357"/>
                </a:lnTo>
                <a:lnTo>
                  <a:pt x="1240539" y="3744"/>
                </a:lnTo>
                <a:lnTo>
                  <a:pt x="1183386" y="943"/>
                </a:lnTo>
                <a:lnTo>
                  <a:pt x="1125474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013950" y="4200271"/>
            <a:ext cx="16941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5080" indent="-216535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latin typeface="Calibri"/>
                <a:cs typeface="Calibri"/>
              </a:rPr>
              <a:t>Tecnologías </a:t>
            </a:r>
            <a:r>
              <a:rPr sz="2800" spc="-10" dirty="0">
                <a:latin typeface="Calibri"/>
                <a:cs typeface="Calibri"/>
              </a:rPr>
              <a:t>virtuales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567416" y="2284476"/>
            <a:ext cx="1624965" cy="1007744"/>
          </a:xfrm>
          <a:custGeom>
            <a:avLst/>
            <a:gdLst/>
            <a:ahLst/>
            <a:cxnLst/>
            <a:rect l="l" t="t" r="r" b="b"/>
            <a:pathLst>
              <a:path w="1624965" h="1007745">
                <a:moveTo>
                  <a:pt x="812291" y="0"/>
                </a:moveTo>
                <a:lnTo>
                  <a:pt x="754287" y="1264"/>
                </a:lnTo>
                <a:lnTo>
                  <a:pt x="697383" y="5002"/>
                </a:lnTo>
                <a:lnTo>
                  <a:pt x="641715" y="11128"/>
                </a:lnTo>
                <a:lnTo>
                  <a:pt x="587423" y="19556"/>
                </a:lnTo>
                <a:lnTo>
                  <a:pt x="534643" y="30200"/>
                </a:lnTo>
                <a:lnTo>
                  <a:pt x="483513" y="42977"/>
                </a:lnTo>
                <a:lnTo>
                  <a:pt x="434170" y="57800"/>
                </a:lnTo>
                <a:lnTo>
                  <a:pt x="386752" y="74584"/>
                </a:lnTo>
                <a:lnTo>
                  <a:pt x="341397" y="93245"/>
                </a:lnTo>
                <a:lnTo>
                  <a:pt x="298241" y="113695"/>
                </a:lnTo>
                <a:lnTo>
                  <a:pt x="257423" y="135851"/>
                </a:lnTo>
                <a:lnTo>
                  <a:pt x="219081" y="159627"/>
                </a:lnTo>
                <a:lnTo>
                  <a:pt x="183350" y="184937"/>
                </a:lnTo>
                <a:lnTo>
                  <a:pt x="150370" y="211697"/>
                </a:lnTo>
                <a:lnTo>
                  <a:pt x="120278" y="239821"/>
                </a:lnTo>
                <a:lnTo>
                  <a:pt x="93211" y="269224"/>
                </a:lnTo>
                <a:lnTo>
                  <a:pt x="69307" y="299820"/>
                </a:lnTo>
                <a:lnTo>
                  <a:pt x="31536" y="364251"/>
                </a:lnTo>
                <a:lnTo>
                  <a:pt x="8067" y="432432"/>
                </a:lnTo>
                <a:lnTo>
                  <a:pt x="0" y="503682"/>
                </a:lnTo>
                <a:lnTo>
                  <a:pt x="2039" y="539647"/>
                </a:lnTo>
                <a:lnTo>
                  <a:pt x="17945" y="609448"/>
                </a:lnTo>
                <a:lnTo>
                  <a:pt x="48702" y="675839"/>
                </a:lnTo>
                <a:lnTo>
                  <a:pt x="93211" y="738139"/>
                </a:lnTo>
                <a:lnTo>
                  <a:pt x="120278" y="767542"/>
                </a:lnTo>
                <a:lnTo>
                  <a:pt x="150370" y="795666"/>
                </a:lnTo>
                <a:lnTo>
                  <a:pt x="183350" y="822426"/>
                </a:lnTo>
                <a:lnTo>
                  <a:pt x="219081" y="847736"/>
                </a:lnTo>
                <a:lnTo>
                  <a:pt x="257423" y="871512"/>
                </a:lnTo>
                <a:lnTo>
                  <a:pt x="298241" y="893668"/>
                </a:lnTo>
                <a:lnTo>
                  <a:pt x="341397" y="914118"/>
                </a:lnTo>
                <a:lnTo>
                  <a:pt x="386752" y="932779"/>
                </a:lnTo>
                <a:lnTo>
                  <a:pt x="434170" y="949563"/>
                </a:lnTo>
                <a:lnTo>
                  <a:pt x="483513" y="964386"/>
                </a:lnTo>
                <a:lnTo>
                  <a:pt x="534643" y="977163"/>
                </a:lnTo>
                <a:lnTo>
                  <a:pt x="587423" y="987807"/>
                </a:lnTo>
                <a:lnTo>
                  <a:pt x="641715" y="996235"/>
                </a:lnTo>
                <a:lnTo>
                  <a:pt x="697383" y="1002361"/>
                </a:lnTo>
                <a:lnTo>
                  <a:pt x="754287" y="1006099"/>
                </a:lnTo>
                <a:lnTo>
                  <a:pt x="812291" y="1007363"/>
                </a:lnTo>
                <a:lnTo>
                  <a:pt x="870296" y="1006099"/>
                </a:lnTo>
                <a:lnTo>
                  <a:pt x="927200" y="1002361"/>
                </a:lnTo>
                <a:lnTo>
                  <a:pt x="982868" y="996235"/>
                </a:lnTo>
                <a:lnTo>
                  <a:pt x="1037160" y="987807"/>
                </a:lnTo>
                <a:lnTo>
                  <a:pt x="1089940" y="977163"/>
                </a:lnTo>
                <a:lnTo>
                  <a:pt x="1141070" y="964386"/>
                </a:lnTo>
                <a:lnTo>
                  <a:pt x="1190413" y="949563"/>
                </a:lnTo>
                <a:lnTo>
                  <a:pt x="1237831" y="932779"/>
                </a:lnTo>
                <a:lnTo>
                  <a:pt x="1283186" y="914118"/>
                </a:lnTo>
                <a:lnTo>
                  <a:pt x="1326342" y="893668"/>
                </a:lnTo>
                <a:lnTo>
                  <a:pt x="1367160" y="871512"/>
                </a:lnTo>
                <a:lnTo>
                  <a:pt x="1405502" y="847736"/>
                </a:lnTo>
                <a:lnTo>
                  <a:pt x="1441233" y="822426"/>
                </a:lnTo>
                <a:lnTo>
                  <a:pt x="1474213" y="795666"/>
                </a:lnTo>
                <a:lnTo>
                  <a:pt x="1504305" y="767542"/>
                </a:lnTo>
                <a:lnTo>
                  <a:pt x="1531372" y="738139"/>
                </a:lnTo>
                <a:lnTo>
                  <a:pt x="1555276" y="707543"/>
                </a:lnTo>
                <a:lnTo>
                  <a:pt x="1593047" y="643112"/>
                </a:lnTo>
                <a:lnTo>
                  <a:pt x="1616516" y="574931"/>
                </a:lnTo>
                <a:lnTo>
                  <a:pt x="1624583" y="503682"/>
                </a:lnTo>
                <a:lnTo>
                  <a:pt x="1622544" y="467716"/>
                </a:lnTo>
                <a:lnTo>
                  <a:pt x="1606638" y="397915"/>
                </a:lnTo>
                <a:lnTo>
                  <a:pt x="1575881" y="331524"/>
                </a:lnTo>
                <a:lnTo>
                  <a:pt x="1531372" y="269224"/>
                </a:lnTo>
                <a:lnTo>
                  <a:pt x="1504305" y="239821"/>
                </a:lnTo>
                <a:lnTo>
                  <a:pt x="1474213" y="211697"/>
                </a:lnTo>
                <a:lnTo>
                  <a:pt x="1441233" y="184937"/>
                </a:lnTo>
                <a:lnTo>
                  <a:pt x="1405502" y="159627"/>
                </a:lnTo>
                <a:lnTo>
                  <a:pt x="1367160" y="135851"/>
                </a:lnTo>
                <a:lnTo>
                  <a:pt x="1326342" y="113695"/>
                </a:lnTo>
                <a:lnTo>
                  <a:pt x="1283186" y="93245"/>
                </a:lnTo>
                <a:lnTo>
                  <a:pt x="1237831" y="74584"/>
                </a:lnTo>
                <a:lnTo>
                  <a:pt x="1190413" y="57800"/>
                </a:lnTo>
                <a:lnTo>
                  <a:pt x="1141070" y="42977"/>
                </a:lnTo>
                <a:lnTo>
                  <a:pt x="1089940" y="30200"/>
                </a:lnTo>
                <a:lnTo>
                  <a:pt x="1037160" y="19556"/>
                </a:lnTo>
                <a:lnTo>
                  <a:pt x="982868" y="11128"/>
                </a:lnTo>
                <a:lnTo>
                  <a:pt x="927200" y="5002"/>
                </a:lnTo>
                <a:lnTo>
                  <a:pt x="870296" y="1264"/>
                </a:lnTo>
                <a:lnTo>
                  <a:pt x="812291" y="0"/>
                </a:lnTo>
                <a:close/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727817" y="2486024"/>
            <a:ext cx="12909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Robótica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68540" y="2147316"/>
            <a:ext cx="2563495" cy="1012190"/>
          </a:xfrm>
          <a:custGeom>
            <a:avLst/>
            <a:gdLst/>
            <a:ahLst/>
            <a:cxnLst/>
            <a:rect l="l" t="t" r="r" b="b"/>
            <a:pathLst>
              <a:path w="2563495" h="1012189">
                <a:moveTo>
                  <a:pt x="1281683" y="0"/>
                </a:moveTo>
                <a:lnTo>
                  <a:pt x="1215724" y="658"/>
                </a:lnTo>
                <a:lnTo>
                  <a:pt x="1150632" y="2612"/>
                </a:lnTo>
                <a:lnTo>
                  <a:pt x="1086486" y="5830"/>
                </a:lnTo>
                <a:lnTo>
                  <a:pt x="1023367" y="10281"/>
                </a:lnTo>
                <a:lnTo>
                  <a:pt x="961356" y="15931"/>
                </a:lnTo>
                <a:lnTo>
                  <a:pt x="900534" y="22750"/>
                </a:lnTo>
                <a:lnTo>
                  <a:pt x="840980" y="30706"/>
                </a:lnTo>
                <a:lnTo>
                  <a:pt x="782776" y="39766"/>
                </a:lnTo>
                <a:lnTo>
                  <a:pt x="726002" y="49900"/>
                </a:lnTo>
                <a:lnTo>
                  <a:pt x="670738" y="61075"/>
                </a:lnTo>
                <a:lnTo>
                  <a:pt x="617064" y="73259"/>
                </a:lnTo>
                <a:lnTo>
                  <a:pt x="565063" y="86421"/>
                </a:lnTo>
                <a:lnTo>
                  <a:pt x="514813" y="100529"/>
                </a:lnTo>
                <a:lnTo>
                  <a:pt x="466395" y="115550"/>
                </a:lnTo>
                <a:lnTo>
                  <a:pt x="419891" y="131454"/>
                </a:lnTo>
                <a:lnTo>
                  <a:pt x="375380" y="148208"/>
                </a:lnTo>
                <a:lnTo>
                  <a:pt x="332943" y="165781"/>
                </a:lnTo>
                <a:lnTo>
                  <a:pt x="292660" y="184141"/>
                </a:lnTo>
                <a:lnTo>
                  <a:pt x="254612" y="203255"/>
                </a:lnTo>
                <a:lnTo>
                  <a:pt x="218880" y="223093"/>
                </a:lnTo>
                <a:lnTo>
                  <a:pt x="185543" y="243622"/>
                </a:lnTo>
                <a:lnTo>
                  <a:pt x="126380" y="286626"/>
                </a:lnTo>
                <a:lnTo>
                  <a:pt x="77767" y="332014"/>
                </a:lnTo>
                <a:lnTo>
                  <a:pt x="40348" y="379531"/>
                </a:lnTo>
                <a:lnTo>
                  <a:pt x="14766" y="428922"/>
                </a:lnTo>
                <a:lnTo>
                  <a:pt x="1667" y="479934"/>
                </a:lnTo>
                <a:lnTo>
                  <a:pt x="0" y="505968"/>
                </a:lnTo>
                <a:lnTo>
                  <a:pt x="1667" y="532001"/>
                </a:lnTo>
                <a:lnTo>
                  <a:pt x="14766" y="583013"/>
                </a:lnTo>
                <a:lnTo>
                  <a:pt x="40348" y="632404"/>
                </a:lnTo>
                <a:lnTo>
                  <a:pt x="77767" y="679921"/>
                </a:lnTo>
                <a:lnTo>
                  <a:pt x="126380" y="725309"/>
                </a:lnTo>
                <a:lnTo>
                  <a:pt x="185543" y="768313"/>
                </a:lnTo>
                <a:lnTo>
                  <a:pt x="218880" y="788842"/>
                </a:lnTo>
                <a:lnTo>
                  <a:pt x="254612" y="808680"/>
                </a:lnTo>
                <a:lnTo>
                  <a:pt x="292660" y="827794"/>
                </a:lnTo>
                <a:lnTo>
                  <a:pt x="332943" y="846154"/>
                </a:lnTo>
                <a:lnTo>
                  <a:pt x="375380" y="863726"/>
                </a:lnTo>
                <a:lnTo>
                  <a:pt x="419891" y="880481"/>
                </a:lnTo>
                <a:lnTo>
                  <a:pt x="466395" y="896385"/>
                </a:lnTo>
                <a:lnTo>
                  <a:pt x="514813" y="911406"/>
                </a:lnTo>
                <a:lnTo>
                  <a:pt x="565063" y="925514"/>
                </a:lnTo>
                <a:lnTo>
                  <a:pt x="617064" y="938676"/>
                </a:lnTo>
                <a:lnTo>
                  <a:pt x="670738" y="950860"/>
                </a:lnTo>
                <a:lnTo>
                  <a:pt x="726002" y="962035"/>
                </a:lnTo>
                <a:lnTo>
                  <a:pt x="782776" y="972169"/>
                </a:lnTo>
                <a:lnTo>
                  <a:pt x="840980" y="981229"/>
                </a:lnTo>
                <a:lnTo>
                  <a:pt x="900534" y="989185"/>
                </a:lnTo>
                <a:lnTo>
                  <a:pt x="961356" y="996004"/>
                </a:lnTo>
                <a:lnTo>
                  <a:pt x="1023367" y="1001654"/>
                </a:lnTo>
                <a:lnTo>
                  <a:pt x="1086486" y="1006105"/>
                </a:lnTo>
                <a:lnTo>
                  <a:pt x="1150632" y="1009323"/>
                </a:lnTo>
                <a:lnTo>
                  <a:pt x="1215724" y="1011277"/>
                </a:lnTo>
                <a:lnTo>
                  <a:pt x="1281683" y="1011936"/>
                </a:lnTo>
                <a:lnTo>
                  <a:pt x="1347643" y="1011277"/>
                </a:lnTo>
                <a:lnTo>
                  <a:pt x="1412735" y="1009323"/>
                </a:lnTo>
                <a:lnTo>
                  <a:pt x="1476881" y="1006105"/>
                </a:lnTo>
                <a:lnTo>
                  <a:pt x="1540000" y="1001654"/>
                </a:lnTo>
                <a:lnTo>
                  <a:pt x="1602011" y="996004"/>
                </a:lnTo>
                <a:lnTo>
                  <a:pt x="1662833" y="989185"/>
                </a:lnTo>
                <a:lnTo>
                  <a:pt x="1722387" y="981229"/>
                </a:lnTo>
                <a:lnTo>
                  <a:pt x="1780591" y="972169"/>
                </a:lnTo>
                <a:lnTo>
                  <a:pt x="1837365" y="962035"/>
                </a:lnTo>
                <a:lnTo>
                  <a:pt x="1892629" y="950860"/>
                </a:lnTo>
                <a:lnTo>
                  <a:pt x="1946303" y="938676"/>
                </a:lnTo>
                <a:lnTo>
                  <a:pt x="1998304" y="925514"/>
                </a:lnTo>
                <a:lnTo>
                  <a:pt x="2048554" y="911406"/>
                </a:lnTo>
                <a:lnTo>
                  <a:pt x="2096972" y="896385"/>
                </a:lnTo>
                <a:lnTo>
                  <a:pt x="2143476" y="880481"/>
                </a:lnTo>
                <a:lnTo>
                  <a:pt x="2187987" y="863727"/>
                </a:lnTo>
                <a:lnTo>
                  <a:pt x="2230424" y="846154"/>
                </a:lnTo>
                <a:lnTo>
                  <a:pt x="2270707" y="827794"/>
                </a:lnTo>
                <a:lnTo>
                  <a:pt x="2308755" y="808680"/>
                </a:lnTo>
                <a:lnTo>
                  <a:pt x="2344487" y="788842"/>
                </a:lnTo>
                <a:lnTo>
                  <a:pt x="2377824" y="768313"/>
                </a:lnTo>
                <a:lnTo>
                  <a:pt x="2436987" y="725309"/>
                </a:lnTo>
                <a:lnTo>
                  <a:pt x="2485600" y="679921"/>
                </a:lnTo>
                <a:lnTo>
                  <a:pt x="2523019" y="632404"/>
                </a:lnTo>
                <a:lnTo>
                  <a:pt x="2548601" y="583013"/>
                </a:lnTo>
                <a:lnTo>
                  <a:pt x="2561700" y="532001"/>
                </a:lnTo>
                <a:lnTo>
                  <a:pt x="2563367" y="505968"/>
                </a:lnTo>
                <a:lnTo>
                  <a:pt x="2561700" y="479934"/>
                </a:lnTo>
                <a:lnTo>
                  <a:pt x="2548601" y="428922"/>
                </a:lnTo>
                <a:lnTo>
                  <a:pt x="2523019" y="379531"/>
                </a:lnTo>
                <a:lnTo>
                  <a:pt x="2485600" y="332014"/>
                </a:lnTo>
                <a:lnTo>
                  <a:pt x="2436987" y="286626"/>
                </a:lnTo>
                <a:lnTo>
                  <a:pt x="2377824" y="243622"/>
                </a:lnTo>
                <a:lnTo>
                  <a:pt x="2344487" y="223093"/>
                </a:lnTo>
                <a:lnTo>
                  <a:pt x="2308755" y="203255"/>
                </a:lnTo>
                <a:lnTo>
                  <a:pt x="2270707" y="184141"/>
                </a:lnTo>
                <a:lnTo>
                  <a:pt x="2230424" y="165781"/>
                </a:lnTo>
                <a:lnTo>
                  <a:pt x="2187987" y="148209"/>
                </a:lnTo>
                <a:lnTo>
                  <a:pt x="2143476" y="131454"/>
                </a:lnTo>
                <a:lnTo>
                  <a:pt x="2096972" y="115550"/>
                </a:lnTo>
                <a:lnTo>
                  <a:pt x="2048554" y="100529"/>
                </a:lnTo>
                <a:lnTo>
                  <a:pt x="1998304" y="86421"/>
                </a:lnTo>
                <a:lnTo>
                  <a:pt x="1946303" y="73259"/>
                </a:lnTo>
                <a:lnTo>
                  <a:pt x="1892629" y="61075"/>
                </a:lnTo>
                <a:lnTo>
                  <a:pt x="1837365" y="49900"/>
                </a:lnTo>
                <a:lnTo>
                  <a:pt x="1780591" y="39766"/>
                </a:lnTo>
                <a:lnTo>
                  <a:pt x="1722387" y="30706"/>
                </a:lnTo>
                <a:lnTo>
                  <a:pt x="1662833" y="22750"/>
                </a:lnTo>
                <a:lnTo>
                  <a:pt x="1602011" y="15931"/>
                </a:lnTo>
                <a:lnTo>
                  <a:pt x="1540000" y="10281"/>
                </a:lnTo>
                <a:lnTo>
                  <a:pt x="1476881" y="5830"/>
                </a:lnTo>
                <a:lnTo>
                  <a:pt x="1412735" y="2612"/>
                </a:lnTo>
                <a:lnTo>
                  <a:pt x="1347643" y="658"/>
                </a:lnTo>
                <a:lnTo>
                  <a:pt x="1281683" y="0"/>
                </a:lnTo>
                <a:close/>
              </a:path>
            </a:pathLst>
          </a:custGeom>
          <a:solidFill>
            <a:srgbClr val="FF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541514" y="2359279"/>
            <a:ext cx="21926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Ciberseguridad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397752" y="246888"/>
            <a:ext cx="2219325" cy="1318260"/>
          </a:xfrm>
          <a:custGeom>
            <a:avLst/>
            <a:gdLst/>
            <a:ahLst/>
            <a:cxnLst/>
            <a:rect l="l" t="t" r="r" b="b"/>
            <a:pathLst>
              <a:path w="2219325" h="1318260">
                <a:moveTo>
                  <a:pt x="1109472" y="0"/>
                </a:moveTo>
                <a:lnTo>
                  <a:pt x="1050546" y="913"/>
                </a:lnTo>
                <a:lnTo>
                  <a:pt x="992422" y="3624"/>
                </a:lnTo>
                <a:lnTo>
                  <a:pt x="935175" y="8087"/>
                </a:lnTo>
                <a:lnTo>
                  <a:pt x="878884" y="14255"/>
                </a:lnTo>
                <a:lnTo>
                  <a:pt x="823624" y="22084"/>
                </a:lnTo>
                <a:lnTo>
                  <a:pt x="769472" y="31528"/>
                </a:lnTo>
                <a:lnTo>
                  <a:pt x="716504" y="42541"/>
                </a:lnTo>
                <a:lnTo>
                  <a:pt x="664798" y="55078"/>
                </a:lnTo>
                <a:lnTo>
                  <a:pt x="614430" y="69093"/>
                </a:lnTo>
                <a:lnTo>
                  <a:pt x="565476" y="84541"/>
                </a:lnTo>
                <a:lnTo>
                  <a:pt x="518014" y="101375"/>
                </a:lnTo>
                <a:lnTo>
                  <a:pt x="472120" y="119551"/>
                </a:lnTo>
                <a:lnTo>
                  <a:pt x="427870" y="139022"/>
                </a:lnTo>
                <a:lnTo>
                  <a:pt x="385342" y="159744"/>
                </a:lnTo>
                <a:lnTo>
                  <a:pt x="344612" y="181671"/>
                </a:lnTo>
                <a:lnTo>
                  <a:pt x="305756" y="204756"/>
                </a:lnTo>
                <a:lnTo>
                  <a:pt x="268852" y="228955"/>
                </a:lnTo>
                <a:lnTo>
                  <a:pt x="233975" y="254222"/>
                </a:lnTo>
                <a:lnTo>
                  <a:pt x="201203" y="280511"/>
                </a:lnTo>
                <a:lnTo>
                  <a:pt x="170612" y="307777"/>
                </a:lnTo>
                <a:lnTo>
                  <a:pt x="142279" y="335974"/>
                </a:lnTo>
                <a:lnTo>
                  <a:pt x="116281" y="365056"/>
                </a:lnTo>
                <a:lnTo>
                  <a:pt x="92694" y="394979"/>
                </a:lnTo>
                <a:lnTo>
                  <a:pt x="53060" y="457162"/>
                </a:lnTo>
                <a:lnTo>
                  <a:pt x="23991" y="522158"/>
                </a:lnTo>
                <a:lnTo>
                  <a:pt x="6100" y="589602"/>
                </a:lnTo>
                <a:lnTo>
                  <a:pt x="0" y="659129"/>
                </a:lnTo>
                <a:lnTo>
                  <a:pt x="1537" y="694131"/>
                </a:lnTo>
                <a:lnTo>
                  <a:pt x="13610" y="762663"/>
                </a:lnTo>
                <a:lnTo>
                  <a:pt x="37167" y="828928"/>
                </a:lnTo>
                <a:lnTo>
                  <a:pt x="71595" y="892563"/>
                </a:lnTo>
                <a:lnTo>
                  <a:pt x="116281" y="953203"/>
                </a:lnTo>
                <a:lnTo>
                  <a:pt x="142279" y="982285"/>
                </a:lnTo>
                <a:lnTo>
                  <a:pt x="170612" y="1010482"/>
                </a:lnTo>
                <a:lnTo>
                  <a:pt x="201203" y="1037748"/>
                </a:lnTo>
                <a:lnTo>
                  <a:pt x="233975" y="1064037"/>
                </a:lnTo>
                <a:lnTo>
                  <a:pt x="268852" y="1089304"/>
                </a:lnTo>
                <a:lnTo>
                  <a:pt x="305756" y="1113503"/>
                </a:lnTo>
                <a:lnTo>
                  <a:pt x="344612" y="1136588"/>
                </a:lnTo>
                <a:lnTo>
                  <a:pt x="385342" y="1158515"/>
                </a:lnTo>
                <a:lnTo>
                  <a:pt x="427870" y="1179237"/>
                </a:lnTo>
                <a:lnTo>
                  <a:pt x="472120" y="1198708"/>
                </a:lnTo>
                <a:lnTo>
                  <a:pt x="518014" y="1216884"/>
                </a:lnTo>
                <a:lnTo>
                  <a:pt x="565476" y="1233718"/>
                </a:lnTo>
                <a:lnTo>
                  <a:pt x="614430" y="1249166"/>
                </a:lnTo>
                <a:lnTo>
                  <a:pt x="664798" y="1263181"/>
                </a:lnTo>
                <a:lnTo>
                  <a:pt x="716504" y="1275718"/>
                </a:lnTo>
                <a:lnTo>
                  <a:pt x="769472" y="1286731"/>
                </a:lnTo>
                <a:lnTo>
                  <a:pt x="823624" y="1296175"/>
                </a:lnTo>
                <a:lnTo>
                  <a:pt x="878884" y="1304004"/>
                </a:lnTo>
                <a:lnTo>
                  <a:pt x="935175" y="1310172"/>
                </a:lnTo>
                <a:lnTo>
                  <a:pt x="992422" y="1314635"/>
                </a:lnTo>
                <a:lnTo>
                  <a:pt x="1050546" y="1317346"/>
                </a:lnTo>
                <a:lnTo>
                  <a:pt x="1109472" y="1318259"/>
                </a:lnTo>
                <a:lnTo>
                  <a:pt x="1168397" y="1317346"/>
                </a:lnTo>
                <a:lnTo>
                  <a:pt x="1226521" y="1314635"/>
                </a:lnTo>
                <a:lnTo>
                  <a:pt x="1283768" y="1310172"/>
                </a:lnTo>
                <a:lnTo>
                  <a:pt x="1340059" y="1304004"/>
                </a:lnTo>
                <a:lnTo>
                  <a:pt x="1395319" y="1296175"/>
                </a:lnTo>
                <a:lnTo>
                  <a:pt x="1449471" y="1286731"/>
                </a:lnTo>
                <a:lnTo>
                  <a:pt x="1502439" y="1275718"/>
                </a:lnTo>
                <a:lnTo>
                  <a:pt x="1554145" y="1263181"/>
                </a:lnTo>
                <a:lnTo>
                  <a:pt x="1604513" y="1249166"/>
                </a:lnTo>
                <a:lnTo>
                  <a:pt x="1653467" y="1233718"/>
                </a:lnTo>
                <a:lnTo>
                  <a:pt x="1700929" y="1216884"/>
                </a:lnTo>
                <a:lnTo>
                  <a:pt x="1746823" y="1198708"/>
                </a:lnTo>
                <a:lnTo>
                  <a:pt x="1791073" y="1179237"/>
                </a:lnTo>
                <a:lnTo>
                  <a:pt x="1833601" y="1158515"/>
                </a:lnTo>
                <a:lnTo>
                  <a:pt x="1874331" y="1136588"/>
                </a:lnTo>
                <a:lnTo>
                  <a:pt x="1913187" y="1113503"/>
                </a:lnTo>
                <a:lnTo>
                  <a:pt x="1950091" y="1089304"/>
                </a:lnTo>
                <a:lnTo>
                  <a:pt x="1984968" y="1064037"/>
                </a:lnTo>
                <a:lnTo>
                  <a:pt x="2017740" y="1037748"/>
                </a:lnTo>
                <a:lnTo>
                  <a:pt x="2048331" y="1010482"/>
                </a:lnTo>
                <a:lnTo>
                  <a:pt x="2076664" y="982285"/>
                </a:lnTo>
                <a:lnTo>
                  <a:pt x="2102662" y="953203"/>
                </a:lnTo>
                <a:lnTo>
                  <a:pt x="2126249" y="923280"/>
                </a:lnTo>
                <a:lnTo>
                  <a:pt x="2165883" y="861097"/>
                </a:lnTo>
                <a:lnTo>
                  <a:pt x="2194952" y="796101"/>
                </a:lnTo>
                <a:lnTo>
                  <a:pt x="2212843" y="728657"/>
                </a:lnTo>
                <a:lnTo>
                  <a:pt x="2218944" y="659129"/>
                </a:lnTo>
                <a:lnTo>
                  <a:pt x="2217406" y="624128"/>
                </a:lnTo>
                <a:lnTo>
                  <a:pt x="2205333" y="555596"/>
                </a:lnTo>
                <a:lnTo>
                  <a:pt x="2181776" y="489331"/>
                </a:lnTo>
                <a:lnTo>
                  <a:pt x="2147348" y="425696"/>
                </a:lnTo>
                <a:lnTo>
                  <a:pt x="2102662" y="365056"/>
                </a:lnTo>
                <a:lnTo>
                  <a:pt x="2076664" y="335974"/>
                </a:lnTo>
                <a:lnTo>
                  <a:pt x="2048331" y="307777"/>
                </a:lnTo>
                <a:lnTo>
                  <a:pt x="2017740" y="280511"/>
                </a:lnTo>
                <a:lnTo>
                  <a:pt x="1984968" y="254222"/>
                </a:lnTo>
                <a:lnTo>
                  <a:pt x="1950091" y="228955"/>
                </a:lnTo>
                <a:lnTo>
                  <a:pt x="1913187" y="204756"/>
                </a:lnTo>
                <a:lnTo>
                  <a:pt x="1874331" y="181671"/>
                </a:lnTo>
                <a:lnTo>
                  <a:pt x="1833601" y="159744"/>
                </a:lnTo>
                <a:lnTo>
                  <a:pt x="1791073" y="139022"/>
                </a:lnTo>
                <a:lnTo>
                  <a:pt x="1746823" y="119551"/>
                </a:lnTo>
                <a:lnTo>
                  <a:pt x="1700929" y="101375"/>
                </a:lnTo>
                <a:lnTo>
                  <a:pt x="1653467" y="84541"/>
                </a:lnTo>
                <a:lnTo>
                  <a:pt x="1604513" y="69093"/>
                </a:lnTo>
                <a:lnTo>
                  <a:pt x="1554145" y="55078"/>
                </a:lnTo>
                <a:lnTo>
                  <a:pt x="1502439" y="42541"/>
                </a:lnTo>
                <a:lnTo>
                  <a:pt x="1449471" y="31528"/>
                </a:lnTo>
                <a:lnTo>
                  <a:pt x="1395319" y="22084"/>
                </a:lnTo>
                <a:lnTo>
                  <a:pt x="1340059" y="14255"/>
                </a:lnTo>
                <a:lnTo>
                  <a:pt x="1283768" y="8087"/>
                </a:lnTo>
                <a:lnTo>
                  <a:pt x="1226521" y="3624"/>
                </a:lnTo>
                <a:lnTo>
                  <a:pt x="1168397" y="913"/>
                </a:lnTo>
                <a:lnTo>
                  <a:pt x="1109472" y="0"/>
                </a:lnTo>
                <a:close/>
              </a:path>
            </a:pathLst>
          </a:custGeom>
          <a:solidFill>
            <a:srgbClr val="E0C0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818756" y="391794"/>
            <a:ext cx="152209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Clínicas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y </a:t>
            </a:r>
            <a:r>
              <a:rPr sz="2800" spc="-10" dirty="0">
                <a:latin typeface="Calibri"/>
                <a:cs typeface="Calibri"/>
              </a:rPr>
              <a:t>Hospitales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76088" y="3628644"/>
            <a:ext cx="2809240" cy="1449705"/>
          </a:xfrm>
          <a:custGeom>
            <a:avLst/>
            <a:gdLst/>
            <a:ahLst/>
            <a:cxnLst/>
            <a:rect l="l" t="t" r="r" b="b"/>
            <a:pathLst>
              <a:path w="2809240" h="1449704">
                <a:moveTo>
                  <a:pt x="1404365" y="0"/>
                </a:moveTo>
                <a:lnTo>
                  <a:pt x="1341811" y="706"/>
                </a:lnTo>
                <a:lnTo>
                  <a:pt x="1279957" y="2804"/>
                </a:lnTo>
                <a:lnTo>
                  <a:pt x="1218861" y="6267"/>
                </a:lnTo>
                <a:lnTo>
                  <a:pt x="1158580" y="11062"/>
                </a:lnTo>
                <a:lnTo>
                  <a:pt x="1099170" y="17162"/>
                </a:lnTo>
                <a:lnTo>
                  <a:pt x="1040689" y="24537"/>
                </a:lnTo>
                <a:lnTo>
                  <a:pt x="983194" y="33157"/>
                </a:lnTo>
                <a:lnTo>
                  <a:pt x="926743" y="42993"/>
                </a:lnTo>
                <a:lnTo>
                  <a:pt x="871391" y="54016"/>
                </a:lnTo>
                <a:lnTo>
                  <a:pt x="817197" y="66195"/>
                </a:lnTo>
                <a:lnTo>
                  <a:pt x="764217" y="79501"/>
                </a:lnTo>
                <a:lnTo>
                  <a:pt x="712508" y="93906"/>
                </a:lnTo>
                <a:lnTo>
                  <a:pt x="662128" y="109379"/>
                </a:lnTo>
                <a:lnTo>
                  <a:pt x="613134" y="125892"/>
                </a:lnTo>
                <a:lnTo>
                  <a:pt x="565582" y="143413"/>
                </a:lnTo>
                <a:lnTo>
                  <a:pt x="519530" y="161915"/>
                </a:lnTo>
                <a:lnTo>
                  <a:pt x="475035" y="181368"/>
                </a:lnTo>
                <a:lnTo>
                  <a:pt x="432154" y="201741"/>
                </a:lnTo>
                <a:lnTo>
                  <a:pt x="390944" y="223006"/>
                </a:lnTo>
                <a:lnTo>
                  <a:pt x="351462" y="245134"/>
                </a:lnTo>
                <a:lnTo>
                  <a:pt x="313766" y="268094"/>
                </a:lnTo>
                <a:lnTo>
                  <a:pt x="277911" y="291858"/>
                </a:lnTo>
                <a:lnTo>
                  <a:pt x="243957" y="316395"/>
                </a:lnTo>
                <a:lnTo>
                  <a:pt x="211958" y="341676"/>
                </a:lnTo>
                <a:lnTo>
                  <a:pt x="181974" y="367673"/>
                </a:lnTo>
                <a:lnTo>
                  <a:pt x="154060" y="394355"/>
                </a:lnTo>
                <a:lnTo>
                  <a:pt x="104672" y="449657"/>
                </a:lnTo>
                <a:lnTo>
                  <a:pt x="64252" y="507346"/>
                </a:lnTo>
                <a:lnTo>
                  <a:pt x="33257" y="567188"/>
                </a:lnTo>
                <a:lnTo>
                  <a:pt x="12144" y="628947"/>
                </a:lnTo>
                <a:lnTo>
                  <a:pt x="1368" y="692385"/>
                </a:lnTo>
                <a:lnTo>
                  <a:pt x="0" y="724661"/>
                </a:lnTo>
                <a:lnTo>
                  <a:pt x="1368" y="756938"/>
                </a:lnTo>
                <a:lnTo>
                  <a:pt x="12144" y="820376"/>
                </a:lnTo>
                <a:lnTo>
                  <a:pt x="33257" y="882135"/>
                </a:lnTo>
                <a:lnTo>
                  <a:pt x="64252" y="941977"/>
                </a:lnTo>
                <a:lnTo>
                  <a:pt x="104672" y="999666"/>
                </a:lnTo>
                <a:lnTo>
                  <a:pt x="154060" y="1054968"/>
                </a:lnTo>
                <a:lnTo>
                  <a:pt x="181974" y="1081650"/>
                </a:lnTo>
                <a:lnTo>
                  <a:pt x="211958" y="1107647"/>
                </a:lnTo>
                <a:lnTo>
                  <a:pt x="243957" y="1132928"/>
                </a:lnTo>
                <a:lnTo>
                  <a:pt x="277911" y="1157465"/>
                </a:lnTo>
                <a:lnTo>
                  <a:pt x="313766" y="1181229"/>
                </a:lnTo>
                <a:lnTo>
                  <a:pt x="351462" y="1204189"/>
                </a:lnTo>
                <a:lnTo>
                  <a:pt x="390944" y="1226317"/>
                </a:lnTo>
                <a:lnTo>
                  <a:pt x="432154" y="1247582"/>
                </a:lnTo>
                <a:lnTo>
                  <a:pt x="475035" y="1267955"/>
                </a:lnTo>
                <a:lnTo>
                  <a:pt x="519530" y="1287408"/>
                </a:lnTo>
                <a:lnTo>
                  <a:pt x="565582" y="1305910"/>
                </a:lnTo>
                <a:lnTo>
                  <a:pt x="613134" y="1323431"/>
                </a:lnTo>
                <a:lnTo>
                  <a:pt x="662128" y="1339944"/>
                </a:lnTo>
                <a:lnTo>
                  <a:pt x="712508" y="1355417"/>
                </a:lnTo>
                <a:lnTo>
                  <a:pt x="764217" y="1369822"/>
                </a:lnTo>
                <a:lnTo>
                  <a:pt x="817197" y="1383128"/>
                </a:lnTo>
                <a:lnTo>
                  <a:pt x="871391" y="1395307"/>
                </a:lnTo>
                <a:lnTo>
                  <a:pt x="926743" y="1406330"/>
                </a:lnTo>
                <a:lnTo>
                  <a:pt x="983194" y="1416166"/>
                </a:lnTo>
                <a:lnTo>
                  <a:pt x="1040689" y="1424786"/>
                </a:lnTo>
                <a:lnTo>
                  <a:pt x="1099170" y="1432161"/>
                </a:lnTo>
                <a:lnTo>
                  <a:pt x="1158580" y="1438261"/>
                </a:lnTo>
                <a:lnTo>
                  <a:pt x="1218861" y="1443056"/>
                </a:lnTo>
                <a:lnTo>
                  <a:pt x="1279957" y="1446519"/>
                </a:lnTo>
                <a:lnTo>
                  <a:pt x="1341811" y="1448617"/>
                </a:lnTo>
                <a:lnTo>
                  <a:pt x="1404365" y="1449323"/>
                </a:lnTo>
                <a:lnTo>
                  <a:pt x="1466920" y="1448617"/>
                </a:lnTo>
                <a:lnTo>
                  <a:pt x="1528774" y="1446519"/>
                </a:lnTo>
                <a:lnTo>
                  <a:pt x="1589870" y="1443056"/>
                </a:lnTo>
                <a:lnTo>
                  <a:pt x="1650151" y="1438261"/>
                </a:lnTo>
                <a:lnTo>
                  <a:pt x="1709561" y="1432161"/>
                </a:lnTo>
                <a:lnTo>
                  <a:pt x="1768042" y="1424786"/>
                </a:lnTo>
                <a:lnTo>
                  <a:pt x="1825537" y="1416166"/>
                </a:lnTo>
                <a:lnTo>
                  <a:pt x="1881988" y="1406330"/>
                </a:lnTo>
                <a:lnTo>
                  <a:pt x="1937340" y="1395307"/>
                </a:lnTo>
                <a:lnTo>
                  <a:pt x="1991534" y="1383128"/>
                </a:lnTo>
                <a:lnTo>
                  <a:pt x="2044514" y="1369822"/>
                </a:lnTo>
                <a:lnTo>
                  <a:pt x="2096223" y="1355417"/>
                </a:lnTo>
                <a:lnTo>
                  <a:pt x="2146603" y="1339944"/>
                </a:lnTo>
                <a:lnTo>
                  <a:pt x="2195597" y="1323431"/>
                </a:lnTo>
                <a:lnTo>
                  <a:pt x="2243149" y="1305910"/>
                </a:lnTo>
                <a:lnTo>
                  <a:pt x="2289201" y="1287408"/>
                </a:lnTo>
                <a:lnTo>
                  <a:pt x="2333696" y="1267955"/>
                </a:lnTo>
                <a:lnTo>
                  <a:pt x="2376577" y="1247582"/>
                </a:lnTo>
                <a:lnTo>
                  <a:pt x="2417787" y="1226317"/>
                </a:lnTo>
                <a:lnTo>
                  <a:pt x="2457269" y="1204189"/>
                </a:lnTo>
                <a:lnTo>
                  <a:pt x="2494965" y="1181229"/>
                </a:lnTo>
                <a:lnTo>
                  <a:pt x="2530820" y="1157465"/>
                </a:lnTo>
                <a:lnTo>
                  <a:pt x="2564774" y="1132928"/>
                </a:lnTo>
                <a:lnTo>
                  <a:pt x="2596773" y="1107647"/>
                </a:lnTo>
                <a:lnTo>
                  <a:pt x="2626757" y="1081650"/>
                </a:lnTo>
                <a:lnTo>
                  <a:pt x="2654671" y="1054968"/>
                </a:lnTo>
                <a:lnTo>
                  <a:pt x="2704059" y="999666"/>
                </a:lnTo>
                <a:lnTo>
                  <a:pt x="2744479" y="941977"/>
                </a:lnTo>
                <a:lnTo>
                  <a:pt x="2775474" y="882135"/>
                </a:lnTo>
                <a:lnTo>
                  <a:pt x="2796587" y="820376"/>
                </a:lnTo>
                <a:lnTo>
                  <a:pt x="2807363" y="756938"/>
                </a:lnTo>
                <a:lnTo>
                  <a:pt x="2808732" y="724661"/>
                </a:lnTo>
                <a:lnTo>
                  <a:pt x="2807363" y="692385"/>
                </a:lnTo>
                <a:lnTo>
                  <a:pt x="2796587" y="628947"/>
                </a:lnTo>
                <a:lnTo>
                  <a:pt x="2775474" y="567188"/>
                </a:lnTo>
                <a:lnTo>
                  <a:pt x="2744479" y="507346"/>
                </a:lnTo>
                <a:lnTo>
                  <a:pt x="2704059" y="449657"/>
                </a:lnTo>
                <a:lnTo>
                  <a:pt x="2654671" y="394355"/>
                </a:lnTo>
                <a:lnTo>
                  <a:pt x="2626757" y="367673"/>
                </a:lnTo>
                <a:lnTo>
                  <a:pt x="2596773" y="341676"/>
                </a:lnTo>
                <a:lnTo>
                  <a:pt x="2564774" y="316395"/>
                </a:lnTo>
                <a:lnTo>
                  <a:pt x="2530820" y="291858"/>
                </a:lnTo>
                <a:lnTo>
                  <a:pt x="2494965" y="268094"/>
                </a:lnTo>
                <a:lnTo>
                  <a:pt x="2457269" y="245134"/>
                </a:lnTo>
                <a:lnTo>
                  <a:pt x="2417787" y="223006"/>
                </a:lnTo>
                <a:lnTo>
                  <a:pt x="2376577" y="201741"/>
                </a:lnTo>
                <a:lnTo>
                  <a:pt x="2333696" y="181368"/>
                </a:lnTo>
                <a:lnTo>
                  <a:pt x="2289201" y="161915"/>
                </a:lnTo>
                <a:lnTo>
                  <a:pt x="2243149" y="143413"/>
                </a:lnTo>
                <a:lnTo>
                  <a:pt x="2195597" y="125892"/>
                </a:lnTo>
                <a:lnTo>
                  <a:pt x="2146603" y="109379"/>
                </a:lnTo>
                <a:lnTo>
                  <a:pt x="2096223" y="93906"/>
                </a:lnTo>
                <a:lnTo>
                  <a:pt x="2044514" y="79501"/>
                </a:lnTo>
                <a:lnTo>
                  <a:pt x="1991534" y="66195"/>
                </a:lnTo>
                <a:lnTo>
                  <a:pt x="1937340" y="54016"/>
                </a:lnTo>
                <a:lnTo>
                  <a:pt x="1881988" y="42993"/>
                </a:lnTo>
                <a:lnTo>
                  <a:pt x="1825537" y="33157"/>
                </a:lnTo>
                <a:lnTo>
                  <a:pt x="1768042" y="24537"/>
                </a:lnTo>
                <a:lnTo>
                  <a:pt x="1709561" y="17162"/>
                </a:lnTo>
                <a:lnTo>
                  <a:pt x="1650151" y="11062"/>
                </a:lnTo>
                <a:lnTo>
                  <a:pt x="1589870" y="6267"/>
                </a:lnTo>
                <a:lnTo>
                  <a:pt x="1528774" y="2804"/>
                </a:lnTo>
                <a:lnTo>
                  <a:pt x="1466920" y="706"/>
                </a:lnTo>
                <a:lnTo>
                  <a:pt x="1404365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851905" y="3818382"/>
            <a:ext cx="16700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Vehículos autónomos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6511" y="5571744"/>
            <a:ext cx="2219325" cy="1115695"/>
          </a:xfrm>
          <a:custGeom>
            <a:avLst/>
            <a:gdLst/>
            <a:ahLst/>
            <a:cxnLst/>
            <a:rect l="l" t="t" r="r" b="b"/>
            <a:pathLst>
              <a:path w="2219325" h="1115695">
                <a:moveTo>
                  <a:pt x="1109472" y="0"/>
                </a:moveTo>
                <a:lnTo>
                  <a:pt x="1046513" y="882"/>
                </a:lnTo>
                <a:lnTo>
                  <a:pt x="984476" y="3500"/>
                </a:lnTo>
                <a:lnTo>
                  <a:pt x="923454" y="7805"/>
                </a:lnTo>
                <a:lnTo>
                  <a:pt x="863541" y="13751"/>
                </a:lnTo>
                <a:lnTo>
                  <a:pt x="804830" y="21290"/>
                </a:lnTo>
                <a:lnTo>
                  <a:pt x="747416" y="30375"/>
                </a:lnTo>
                <a:lnTo>
                  <a:pt x="691391" y="40959"/>
                </a:lnTo>
                <a:lnTo>
                  <a:pt x="636849" y="52995"/>
                </a:lnTo>
                <a:lnTo>
                  <a:pt x="583885" y="66436"/>
                </a:lnTo>
                <a:lnTo>
                  <a:pt x="532591" y="81235"/>
                </a:lnTo>
                <a:lnTo>
                  <a:pt x="483061" y="97345"/>
                </a:lnTo>
                <a:lnTo>
                  <a:pt x="435390" y="114719"/>
                </a:lnTo>
                <a:lnTo>
                  <a:pt x="389670" y="133309"/>
                </a:lnTo>
                <a:lnTo>
                  <a:pt x="345995" y="153069"/>
                </a:lnTo>
                <a:lnTo>
                  <a:pt x="304460" y="173951"/>
                </a:lnTo>
                <a:lnTo>
                  <a:pt x="265157" y="195908"/>
                </a:lnTo>
                <a:lnTo>
                  <a:pt x="228180" y="218894"/>
                </a:lnTo>
                <a:lnTo>
                  <a:pt x="193623" y="242861"/>
                </a:lnTo>
                <a:lnTo>
                  <a:pt x="161580" y="267761"/>
                </a:lnTo>
                <a:lnTo>
                  <a:pt x="132144" y="293549"/>
                </a:lnTo>
                <a:lnTo>
                  <a:pt x="81469" y="347598"/>
                </a:lnTo>
                <a:lnTo>
                  <a:pt x="42346" y="404629"/>
                </a:lnTo>
                <a:lnTo>
                  <a:pt x="15525" y="464266"/>
                </a:lnTo>
                <a:lnTo>
                  <a:pt x="1756" y="526132"/>
                </a:lnTo>
                <a:lnTo>
                  <a:pt x="0" y="557783"/>
                </a:lnTo>
                <a:lnTo>
                  <a:pt x="1756" y="589435"/>
                </a:lnTo>
                <a:lnTo>
                  <a:pt x="15525" y="651301"/>
                </a:lnTo>
                <a:lnTo>
                  <a:pt x="42346" y="710938"/>
                </a:lnTo>
                <a:lnTo>
                  <a:pt x="81469" y="767969"/>
                </a:lnTo>
                <a:lnTo>
                  <a:pt x="132144" y="822018"/>
                </a:lnTo>
                <a:lnTo>
                  <a:pt x="161580" y="847806"/>
                </a:lnTo>
                <a:lnTo>
                  <a:pt x="193623" y="872706"/>
                </a:lnTo>
                <a:lnTo>
                  <a:pt x="228180" y="896673"/>
                </a:lnTo>
                <a:lnTo>
                  <a:pt x="265157" y="919659"/>
                </a:lnTo>
                <a:lnTo>
                  <a:pt x="304460" y="941616"/>
                </a:lnTo>
                <a:lnTo>
                  <a:pt x="345995" y="962498"/>
                </a:lnTo>
                <a:lnTo>
                  <a:pt x="389670" y="982258"/>
                </a:lnTo>
                <a:lnTo>
                  <a:pt x="435390" y="1000848"/>
                </a:lnTo>
                <a:lnTo>
                  <a:pt x="483061" y="1018222"/>
                </a:lnTo>
                <a:lnTo>
                  <a:pt x="532591" y="1034332"/>
                </a:lnTo>
                <a:lnTo>
                  <a:pt x="583885" y="1049131"/>
                </a:lnTo>
                <a:lnTo>
                  <a:pt x="636849" y="1062572"/>
                </a:lnTo>
                <a:lnTo>
                  <a:pt x="691391" y="1074608"/>
                </a:lnTo>
                <a:lnTo>
                  <a:pt x="747416" y="1085192"/>
                </a:lnTo>
                <a:lnTo>
                  <a:pt x="804830" y="1094277"/>
                </a:lnTo>
                <a:lnTo>
                  <a:pt x="863541" y="1101816"/>
                </a:lnTo>
                <a:lnTo>
                  <a:pt x="923454" y="1107762"/>
                </a:lnTo>
                <a:lnTo>
                  <a:pt x="984476" y="1112067"/>
                </a:lnTo>
                <a:lnTo>
                  <a:pt x="1046513" y="1114685"/>
                </a:lnTo>
                <a:lnTo>
                  <a:pt x="1109472" y="1115567"/>
                </a:lnTo>
                <a:lnTo>
                  <a:pt x="1172432" y="1114685"/>
                </a:lnTo>
                <a:lnTo>
                  <a:pt x="1234471" y="1112067"/>
                </a:lnTo>
                <a:lnTo>
                  <a:pt x="1295495" y="1107762"/>
                </a:lnTo>
                <a:lnTo>
                  <a:pt x="1355410" y="1101816"/>
                </a:lnTo>
                <a:lnTo>
                  <a:pt x="1414122" y="1094277"/>
                </a:lnTo>
                <a:lnTo>
                  <a:pt x="1471537" y="1085192"/>
                </a:lnTo>
                <a:lnTo>
                  <a:pt x="1527563" y="1074608"/>
                </a:lnTo>
                <a:lnTo>
                  <a:pt x="1582105" y="1062572"/>
                </a:lnTo>
                <a:lnTo>
                  <a:pt x="1635069" y="1049131"/>
                </a:lnTo>
                <a:lnTo>
                  <a:pt x="1686363" y="1034332"/>
                </a:lnTo>
                <a:lnTo>
                  <a:pt x="1735893" y="1018222"/>
                </a:lnTo>
                <a:lnTo>
                  <a:pt x="1783564" y="1000848"/>
                </a:lnTo>
                <a:lnTo>
                  <a:pt x="1829283" y="982258"/>
                </a:lnTo>
                <a:lnTo>
                  <a:pt x="1872957" y="962498"/>
                </a:lnTo>
                <a:lnTo>
                  <a:pt x="1914492" y="941616"/>
                </a:lnTo>
                <a:lnTo>
                  <a:pt x="1953795" y="919659"/>
                </a:lnTo>
                <a:lnTo>
                  <a:pt x="1990771" y="896673"/>
                </a:lnTo>
                <a:lnTo>
                  <a:pt x="2025326" y="872706"/>
                </a:lnTo>
                <a:lnTo>
                  <a:pt x="2057369" y="847806"/>
                </a:lnTo>
                <a:lnTo>
                  <a:pt x="2086804" y="822018"/>
                </a:lnTo>
                <a:lnTo>
                  <a:pt x="2137478" y="767969"/>
                </a:lnTo>
                <a:lnTo>
                  <a:pt x="2176599" y="710938"/>
                </a:lnTo>
                <a:lnTo>
                  <a:pt x="2203419" y="651301"/>
                </a:lnTo>
                <a:lnTo>
                  <a:pt x="2217187" y="589435"/>
                </a:lnTo>
                <a:lnTo>
                  <a:pt x="2218944" y="557783"/>
                </a:lnTo>
                <a:lnTo>
                  <a:pt x="2217187" y="526132"/>
                </a:lnTo>
                <a:lnTo>
                  <a:pt x="2203419" y="464266"/>
                </a:lnTo>
                <a:lnTo>
                  <a:pt x="2176599" y="404629"/>
                </a:lnTo>
                <a:lnTo>
                  <a:pt x="2137478" y="347598"/>
                </a:lnTo>
                <a:lnTo>
                  <a:pt x="2086804" y="293549"/>
                </a:lnTo>
                <a:lnTo>
                  <a:pt x="2057369" y="267761"/>
                </a:lnTo>
                <a:lnTo>
                  <a:pt x="2025326" y="242861"/>
                </a:lnTo>
                <a:lnTo>
                  <a:pt x="1990771" y="218894"/>
                </a:lnTo>
                <a:lnTo>
                  <a:pt x="1953795" y="195908"/>
                </a:lnTo>
                <a:lnTo>
                  <a:pt x="1914492" y="173951"/>
                </a:lnTo>
                <a:lnTo>
                  <a:pt x="1872957" y="153069"/>
                </a:lnTo>
                <a:lnTo>
                  <a:pt x="1829283" y="133309"/>
                </a:lnTo>
                <a:lnTo>
                  <a:pt x="1783564" y="114719"/>
                </a:lnTo>
                <a:lnTo>
                  <a:pt x="1735893" y="97345"/>
                </a:lnTo>
                <a:lnTo>
                  <a:pt x="1686363" y="81235"/>
                </a:lnTo>
                <a:lnTo>
                  <a:pt x="1635069" y="66436"/>
                </a:lnTo>
                <a:lnTo>
                  <a:pt x="1582105" y="52995"/>
                </a:lnTo>
                <a:lnTo>
                  <a:pt x="1527563" y="40959"/>
                </a:lnTo>
                <a:lnTo>
                  <a:pt x="1471537" y="30375"/>
                </a:lnTo>
                <a:lnTo>
                  <a:pt x="1414122" y="21290"/>
                </a:lnTo>
                <a:lnTo>
                  <a:pt x="1355410" y="13751"/>
                </a:lnTo>
                <a:lnTo>
                  <a:pt x="1295495" y="7805"/>
                </a:lnTo>
                <a:lnTo>
                  <a:pt x="1234471" y="3500"/>
                </a:lnTo>
                <a:lnTo>
                  <a:pt x="1172432" y="882"/>
                </a:lnTo>
                <a:lnTo>
                  <a:pt x="1109472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07542" y="5614212"/>
            <a:ext cx="13747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684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Ciencia </a:t>
            </a:r>
            <a:r>
              <a:rPr sz="2800" dirty="0">
                <a:latin typeface="Calibri"/>
                <a:cs typeface="Calibri"/>
              </a:rPr>
              <a:t>del </a:t>
            </a:r>
            <a:r>
              <a:rPr sz="2800" spc="-20" dirty="0">
                <a:latin typeface="Calibri"/>
                <a:cs typeface="Calibri"/>
              </a:rPr>
              <a:t>fuego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0692" rIns="0" bIns="0" rtlCol="0">
            <a:spAutoFit/>
          </a:bodyPr>
          <a:lstStyle/>
          <a:p>
            <a:pPr marL="802005">
              <a:lnSpc>
                <a:spcPct val="100000"/>
              </a:lnSpc>
              <a:spcBef>
                <a:spcPts val="100"/>
              </a:spcBef>
            </a:pPr>
            <a:r>
              <a:rPr dirty="0"/>
              <a:t>Realidad</a:t>
            </a:r>
            <a:r>
              <a:rPr spc="-20" dirty="0"/>
              <a:t> </a:t>
            </a:r>
            <a:r>
              <a:rPr dirty="0"/>
              <a:t>aumentada</a:t>
            </a:r>
            <a:r>
              <a:rPr spc="-35" dirty="0"/>
              <a:t> </a:t>
            </a:r>
            <a:r>
              <a:rPr dirty="0"/>
              <a:t>orientada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la</a:t>
            </a:r>
            <a:r>
              <a:rPr spc="-15" dirty="0"/>
              <a:t> </a:t>
            </a:r>
            <a:r>
              <a:rPr spc="-10" dirty="0"/>
              <a:t>enseñanza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344" y="1304544"/>
            <a:ext cx="10358628" cy="53812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665" y="208534"/>
            <a:ext cx="2778760" cy="749300"/>
            <a:chOff x="121665" y="208534"/>
            <a:chExt cx="2778760" cy="749300"/>
          </a:xfrm>
        </p:grpSpPr>
        <p:sp>
          <p:nvSpPr>
            <p:cNvPr id="3" name="object 3"/>
            <p:cNvSpPr/>
            <p:nvPr/>
          </p:nvSpPr>
          <p:spPr>
            <a:xfrm>
              <a:off x="128015" y="214884"/>
              <a:ext cx="2766060" cy="736600"/>
            </a:xfrm>
            <a:custGeom>
              <a:avLst/>
              <a:gdLst/>
              <a:ahLst/>
              <a:cxnLst/>
              <a:rect l="l" t="t" r="r" b="b"/>
              <a:pathLst>
                <a:path w="2766060" h="736600">
                  <a:moveTo>
                    <a:pt x="2643378" y="0"/>
                  </a:moveTo>
                  <a:lnTo>
                    <a:pt x="122681" y="0"/>
                  </a:lnTo>
                  <a:lnTo>
                    <a:pt x="74929" y="9650"/>
                  </a:lnTo>
                  <a:lnTo>
                    <a:pt x="35933" y="35956"/>
                  </a:lnTo>
                  <a:lnTo>
                    <a:pt x="9641" y="74955"/>
                  </a:lnTo>
                  <a:lnTo>
                    <a:pt x="0" y="122682"/>
                  </a:lnTo>
                  <a:lnTo>
                    <a:pt x="0" y="613410"/>
                  </a:lnTo>
                  <a:lnTo>
                    <a:pt x="9641" y="661136"/>
                  </a:lnTo>
                  <a:lnTo>
                    <a:pt x="35933" y="700135"/>
                  </a:lnTo>
                  <a:lnTo>
                    <a:pt x="74929" y="726441"/>
                  </a:lnTo>
                  <a:lnTo>
                    <a:pt x="122681" y="736092"/>
                  </a:lnTo>
                  <a:lnTo>
                    <a:pt x="2643378" y="736092"/>
                  </a:lnTo>
                  <a:lnTo>
                    <a:pt x="2691104" y="726441"/>
                  </a:lnTo>
                  <a:lnTo>
                    <a:pt x="2730103" y="700135"/>
                  </a:lnTo>
                  <a:lnTo>
                    <a:pt x="2756409" y="661136"/>
                  </a:lnTo>
                  <a:lnTo>
                    <a:pt x="2766060" y="613410"/>
                  </a:lnTo>
                  <a:lnTo>
                    <a:pt x="2766060" y="122682"/>
                  </a:lnTo>
                  <a:lnTo>
                    <a:pt x="2756409" y="74955"/>
                  </a:lnTo>
                  <a:lnTo>
                    <a:pt x="2730103" y="35956"/>
                  </a:lnTo>
                  <a:lnTo>
                    <a:pt x="2691104" y="9650"/>
                  </a:lnTo>
                  <a:lnTo>
                    <a:pt x="264337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8015" y="214884"/>
              <a:ext cx="2766060" cy="736600"/>
            </a:xfrm>
            <a:custGeom>
              <a:avLst/>
              <a:gdLst/>
              <a:ahLst/>
              <a:cxnLst/>
              <a:rect l="l" t="t" r="r" b="b"/>
              <a:pathLst>
                <a:path w="2766060" h="736600">
                  <a:moveTo>
                    <a:pt x="0" y="122682"/>
                  </a:moveTo>
                  <a:lnTo>
                    <a:pt x="9641" y="74955"/>
                  </a:lnTo>
                  <a:lnTo>
                    <a:pt x="35933" y="35956"/>
                  </a:lnTo>
                  <a:lnTo>
                    <a:pt x="74929" y="9650"/>
                  </a:lnTo>
                  <a:lnTo>
                    <a:pt x="122681" y="0"/>
                  </a:lnTo>
                  <a:lnTo>
                    <a:pt x="2643378" y="0"/>
                  </a:lnTo>
                  <a:lnTo>
                    <a:pt x="2691104" y="9650"/>
                  </a:lnTo>
                  <a:lnTo>
                    <a:pt x="2730103" y="35956"/>
                  </a:lnTo>
                  <a:lnTo>
                    <a:pt x="2756409" y="74955"/>
                  </a:lnTo>
                  <a:lnTo>
                    <a:pt x="2766060" y="122682"/>
                  </a:lnTo>
                  <a:lnTo>
                    <a:pt x="2766060" y="613410"/>
                  </a:lnTo>
                  <a:lnTo>
                    <a:pt x="2756409" y="661136"/>
                  </a:lnTo>
                  <a:lnTo>
                    <a:pt x="2730103" y="700135"/>
                  </a:lnTo>
                  <a:lnTo>
                    <a:pt x="2691104" y="726441"/>
                  </a:lnTo>
                  <a:lnTo>
                    <a:pt x="2643378" y="736092"/>
                  </a:lnTo>
                  <a:lnTo>
                    <a:pt x="122681" y="736092"/>
                  </a:lnTo>
                  <a:lnTo>
                    <a:pt x="74929" y="726441"/>
                  </a:lnTo>
                  <a:lnTo>
                    <a:pt x="35933" y="700135"/>
                  </a:lnTo>
                  <a:lnTo>
                    <a:pt x="9641" y="661136"/>
                  </a:lnTo>
                  <a:lnTo>
                    <a:pt x="0" y="613410"/>
                  </a:lnTo>
                  <a:lnTo>
                    <a:pt x="0" y="122682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5863" y="365760"/>
              <a:ext cx="2132838" cy="4411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235" y="394715"/>
              <a:ext cx="2078431" cy="386207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22122" y="1351533"/>
            <a:ext cx="6171565" cy="5298440"/>
            <a:chOff x="722122" y="1351533"/>
            <a:chExt cx="6171565" cy="5298440"/>
          </a:xfrm>
        </p:grpSpPr>
        <p:sp>
          <p:nvSpPr>
            <p:cNvPr id="8" name="object 8"/>
            <p:cNvSpPr/>
            <p:nvPr/>
          </p:nvSpPr>
          <p:spPr>
            <a:xfrm>
              <a:off x="728472" y="1357883"/>
              <a:ext cx="6158865" cy="5285740"/>
            </a:xfrm>
            <a:custGeom>
              <a:avLst/>
              <a:gdLst/>
              <a:ahLst/>
              <a:cxnLst/>
              <a:rect l="l" t="t" r="r" b="b"/>
              <a:pathLst>
                <a:path w="6158865" h="5285740">
                  <a:moveTo>
                    <a:pt x="4001642" y="0"/>
                  </a:moveTo>
                  <a:lnTo>
                    <a:pt x="0" y="0"/>
                  </a:lnTo>
                  <a:lnTo>
                    <a:pt x="0" y="5285232"/>
                  </a:lnTo>
                  <a:lnTo>
                    <a:pt x="4001642" y="5285232"/>
                  </a:lnTo>
                  <a:lnTo>
                    <a:pt x="4001642" y="3303270"/>
                  </a:lnTo>
                  <a:lnTo>
                    <a:pt x="4837176" y="3303270"/>
                  </a:lnTo>
                  <a:lnTo>
                    <a:pt x="4837176" y="3963924"/>
                  </a:lnTo>
                  <a:lnTo>
                    <a:pt x="6158483" y="2642616"/>
                  </a:lnTo>
                  <a:lnTo>
                    <a:pt x="4837176" y="1321307"/>
                  </a:lnTo>
                  <a:lnTo>
                    <a:pt x="4837176" y="1981962"/>
                  </a:lnTo>
                  <a:lnTo>
                    <a:pt x="4001642" y="1981962"/>
                  </a:lnTo>
                  <a:lnTo>
                    <a:pt x="4001642" y="0"/>
                  </a:lnTo>
                  <a:close/>
                </a:path>
              </a:pathLst>
            </a:custGeom>
            <a:solidFill>
              <a:srgbClr val="542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8472" y="1357883"/>
              <a:ext cx="6158865" cy="5285740"/>
            </a:xfrm>
            <a:custGeom>
              <a:avLst/>
              <a:gdLst/>
              <a:ahLst/>
              <a:cxnLst/>
              <a:rect l="l" t="t" r="r" b="b"/>
              <a:pathLst>
                <a:path w="6158865" h="5285740">
                  <a:moveTo>
                    <a:pt x="0" y="0"/>
                  </a:moveTo>
                  <a:lnTo>
                    <a:pt x="4001642" y="0"/>
                  </a:lnTo>
                  <a:lnTo>
                    <a:pt x="4001642" y="1981962"/>
                  </a:lnTo>
                  <a:lnTo>
                    <a:pt x="4837176" y="1981962"/>
                  </a:lnTo>
                  <a:lnTo>
                    <a:pt x="4837176" y="1321307"/>
                  </a:lnTo>
                  <a:lnTo>
                    <a:pt x="6158483" y="2642616"/>
                  </a:lnTo>
                  <a:lnTo>
                    <a:pt x="4837176" y="3963924"/>
                  </a:lnTo>
                  <a:lnTo>
                    <a:pt x="4837176" y="3303270"/>
                  </a:lnTo>
                  <a:lnTo>
                    <a:pt x="4001642" y="3303270"/>
                  </a:lnTo>
                  <a:lnTo>
                    <a:pt x="4001642" y="5285232"/>
                  </a:lnTo>
                  <a:lnTo>
                    <a:pt x="0" y="528523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58873" y="1525904"/>
            <a:ext cx="2301240" cy="4902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Estudiar Valorar Adquirir Aplicar Enseñar Desarrollar Investigar Mejorar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67778" y="944566"/>
            <a:ext cx="2787650" cy="573786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Inteligencia</a:t>
            </a:r>
            <a:r>
              <a:rPr sz="2000" spc="-6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artificial</a:t>
            </a:r>
            <a:endParaRPr sz="20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12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Big</a:t>
            </a:r>
            <a:r>
              <a:rPr sz="20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890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Ciencia</a:t>
            </a:r>
            <a:r>
              <a:rPr sz="2000" spc="-6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de</a:t>
            </a:r>
            <a:r>
              <a:rPr sz="20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datos</a:t>
            </a:r>
            <a:endParaRPr sz="20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350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Robots</a:t>
            </a:r>
            <a:r>
              <a:rPr sz="20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colaborativos</a:t>
            </a:r>
            <a:endParaRPr sz="20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575"/>
              </a:spcBef>
            </a:pP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Simulación</a:t>
            </a:r>
            <a:endParaRPr sz="2000">
              <a:latin typeface="Arial MT"/>
              <a:cs typeface="Arial MT"/>
            </a:endParaRPr>
          </a:p>
          <a:p>
            <a:pPr marL="22225" marR="27305" indent="15875">
              <a:lnSpc>
                <a:spcPct val="161700"/>
              </a:lnSpc>
              <a:spcBef>
                <a:spcPts val="8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Redes</a:t>
            </a:r>
            <a:r>
              <a:rPr sz="20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de</a:t>
            </a:r>
            <a:r>
              <a:rPr sz="20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comunicación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Realidad</a:t>
            </a:r>
            <a:r>
              <a:rPr sz="2000" spc="-1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aumentada Ciber-seguridad</a:t>
            </a:r>
            <a:endParaRPr sz="2000">
              <a:latin typeface="Arial MT"/>
              <a:cs typeface="Arial MT"/>
            </a:endParaRPr>
          </a:p>
          <a:p>
            <a:pPr marL="17145" marR="5080" indent="4445" algn="just">
              <a:lnSpc>
                <a:spcPct val="146400"/>
              </a:lnSpc>
              <a:spcBef>
                <a:spcPts val="735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Computación</a:t>
            </a:r>
            <a:r>
              <a:rPr sz="2000" spc="-7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en</a:t>
            </a:r>
            <a:r>
              <a:rPr sz="20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la</a:t>
            </a:r>
            <a:r>
              <a:rPr sz="20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nube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Fabricación</a:t>
            </a:r>
            <a:r>
              <a:rPr sz="2000" spc="-6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aditiva</a:t>
            </a:r>
            <a:r>
              <a:rPr sz="20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Arial MT"/>
                <a:cs typeface="Arial MT"/>
              </a:rPr>
              <a:t>(3D)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Computación</a:t>
            </a:r>
            <a:r>
              <a:rPr sz="2000" spc="-1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cuántica</a:t>
            </a:r>
            <a:endParaRPr sz="2000">
              <a:latin typeface="Arial MT"/>
              <a:cs typeface="Arial MT"/>
            </a:endParaRPr>
          </a:p>
          <a:p>
            <a:pPr marL="17145" algn="just">
              <a:lnSpc>
                <a:spcPct val="100000"/>
              </a:lnSpc>
              <a:spcBef>
                <a:spcPts val="1500"/>
              </a:spcBef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Integración</a:t>
            </a:r>
            <a:r>
              <a:rPr sz="2000" spc="-6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de</a:t>
            </a:r>
            <a:r>
              <a:rPr sz="20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sistemas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351266" y="262204"/>
            <a:ext cx="2946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solidFill>
                  <a:srgbClr val="006FC0"/>
                </a:solidFill>
              </a:rPr>
              <a:t>Tecnologías</a:t>
            </a:r>
            <a:endParaRPr sz="4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916" y="246634"/>
            <a:ext cx="102355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85790" algn="l"/>
              </a:tabLst>
            </a:pPr>
            <a:r>
              <a:rPr sz="4000" spc="-20" dirty="0">
                <a:solidFill>
                  <a:srgbClr val="1F4E79"/>
                </a:solidFill>
                <a:latin typeface="Calibri"/>
                <a:cs typeface="Calibri"/>
              </a:rPr>
              <a:t>Evaluación</a:t>
            </a:r>
            <a:r>
              <a:rPr sz="4000" spc="-8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1F4E79"/>
                </a:solidFill>
                <a:latin typeface="Calibri"/>
                <a:cs typeface="Calibri"/>
              </a:rPr>
              <a:t>en</a:t>
            </a:r>
            <a:r>
              <a:rPr sz="4000" spc="-10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1F4E79"/>
                </a:solidFill>
                <a:latin typeface="Calibri"/>
                <a:cs typeface="Calibri"/>
              </a:rPr>
              <a:t>tiempo</a:t>
            </a:r>
            <a:r>
              <a:rPr sz="4000" spc="-9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1F4E79"/>
                </a:solidFill>
                <a:latin typeface="Calibri"/>
                <a:cs typeface="Calibri"/>
              </a:rPr>
              <a:t>real</a:t>
            </a:r>
            <a:r>
              <a:rPr sz="4000" dirty="0">
                <a:solidFill>
                  <a:srgbClr val="1F4E79"/>
                </a:solidFill>
                <a:latin typeface="Calibri"/>
                <a:cs typeface="Calibri"/>
              </a:rPr>
              <a:t>	de</a:t>
            </a:r>
            <a:r>
              <a:rPr sz="4000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1F4E79"/>
                </a:solidFill>
                <a:latin typeface="Calibri"/>
                <a:cs typeface="Calibri"/>
              </a:rPr>
              <a:t>daños</a:t>
            </a:r>
            <a:r>
              <a:rPr sz="4000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1F4E79"/>
                </a:solidFill>
                <a:latin typeface="Calibri"/>
                <a:cs typeface="Calibri"/>
              </a:rPr>
              <a:t>en</a:t>
            </a:r>
            <a:r>
              <a:rPr sz="4000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1F4E79"/>
                </a:solidFill>
                <a:latin typeface="Calibri"/>
                <a:cs typeface="Calibri"/>
              </a:rPr>
              <a:t>ciudades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4691" y="954022"/>
            <a:ext cx="9675876" cy="57927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545</Words>
  <Application>Microsoft Office PowerPoint</Application>
  <PresentationFormat>Panorámica</PresentationFormat>
  <Paragraphs>148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Malgun Gothic</vt:lpstr>
      <vt:lpstr>Arial</vt:lpstr>
      <vt:lpstr>Arial MT</vt:lpstr>
      <vt:lpstr>Calibri</vt:lpstr>
      <vt:lpstr>Tahoma</vt:lpstr>
      <vt:lpstr>Office Theme</vt:lpstr>
      <vt:lpstr>INDUSTRIA 4.0</vt:lpstr>
      <vt:lpstr>INDUSTRIA</vt:lpstr>
      <vt:lpstr>Revoluciones industriales</vt:lpstr>
      <vt:lpstr>¿Qué es la Industria 4.0?</vt:lpstr>
      <vt:lpstr>Algunos beneficios:</vt:lpstr>
      <vt:lpstr>Presentación de PowerPoint</vt:lpstr>
      <vt:lpstr>Infraestructura</vt:lpstr>
      <vt:lpstr>¿Cóm iniciar?</vt:lpstr>
      <vt:lpstr>Industria tradicional</vt:lpstr>
      <vt:lpstr>Industria 4.0</vt:lpstr>
      <vt:lpstr>Asistencia técnica</vt:lpstr>
      <vt:lpstr>Transparencia en la información</vt:lpstr>
      <vt:lpstr>Conectividad</vt:lpstr>
      <vt:lpstr>Decisiones descentralizadas</vt:lpstr>
      <vt:lpstr>Presentación de PowerPoint</vt:lpstr>
      <vt:lpstr>Ciencia de datos</vt:lpstr>
      <vt:lpstr>Ciencia de datos</vt:lpstr>
      <vt:lpstr>Ciencia de datos</vt:lpstr>
      <vt:lpstr>Ciencia de datos</vt:lpstr>
      <vt:lpstr>Presentación de PowerPoint</vt:lpstr>
      <vt:lpstr>Posibles licenciaturas de Ingeniería en…</vt:lpstr>
      <vt:lpstr>Realidad aumentada orientada a la enseñanza</vt:lpstr>
      <vt:lpstr>Presentación de PowerPoint</vt:lpstr>
      <vt:lpstr>Tecnologías</vt:lpstr>
      <vt:lpstr>Presentación de PowerPoint</vt:lpstr>
      <vt:lpstr>Evaluación en tiempo real de daños en ciudades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Sakura Vargas</dc:creator>
  <cp:lastModifiedBy>JAIME ANTONIO HUAYTALLA PARIONA</cp:lastModifiedBy>
  <cp:revision>3</cp:revision>
  <dcterms:created xsi:type="dcterms:W3CDTF">2024-06-21T16:38:00Z</dcterms:created>
  <dcterms:modified xsi:type="dcterms:W3CDTF">2025-11-21T15:05:20Z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2021-03-26T00:00:00Z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2024-06-21T00:00:00Z</vt:filetime>
  </property>
  <property fmtid="{D5CDD505-2E9C-101B-9397-08002B2CF9AE}" pid="5" name="Producer">
    <vt:lpwstr>Microsoft® PowerPoint® 2019</vt:lpwstr>
  </property>
</Properties>
</file>