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75" r:id="rId22"/>
    <p:sldId id="276" r:id="rId23"/>
    <p:sldId id="277" r:id="rId24"/>
    <p:sldId id="278" r:id="rId25"/>
  </p:sldIdLst>
  <p:sldSz cx="12192000" cy="6858000"/>
  <p:notesSz cx="12192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5-17T16:35:20.2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17113 8613 560 0,'0'0'218'16,"0"0"-155"0,0 0 91-16,0 0-46 0,0 0 3 15,0 0-2 1,0 0-45-16,0 0 0 0,0 0-63 15,0 0 65-15,0 0-66 16,0 0 28-16,0 0-14 16,0 0 2-16,0 0-10 15,0 7 14-15,0 9-8 16,0 7 4-16,0 3-23 16,0-1 33-16,0 4-30 15,0-5 20-15,0-6-5 16,0-2 5-16,0-8-8 0,0-6 9 15,0-2-17 1,0 0 0-16,9 0 21 0,11-14 3 16,7-14-13-1,6-8 15-15,3-15-6 0,6-5-40 16,20-34-11 0,-8 16-179-16,-12 6-590 0</inkml:trace>
  <inkml:trace contextRef="#ctx0" brushRef="#br0" timeOffset="13369.51">20829 10939 474 0,'0'0'159'15,"0"0"-109"-15,0 0-21 0,0 0 14 16,0 0-15 0,0 0 81-16,-3 25-38 0,3-25 39 15,0 0-64 1,0 0 38-16,0 0-36 0,0 0 1 16,0 0 6-1,0 0-31-15,0 0 29 0,0 3-53 16,0 1 50-16,-2 0-49 15,2 4 26-15,0 3-13 16,0 3-14-16,-2 3 15 16,2 1-15-16,-2 3 32 15,0 2-31-15,-3 3 33 16,3 3-28-16,-3-3 33 16,1 0-38-16,-1-3 62 15,3-5-41-15,0-6 6 16,2-4 7-16,0-3-35 15,0-4 19-15,0-1-2 0,0 0-14 16,0 0 28 0,13-18-2-16,12-14-17 0,8-14 41 15,12-18-49 1,18-29-2-16,37-47-4 0,-16 16-124 16,-1 6-211-16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5-17T16:55:16.94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16860 10642 557 0,'0'0'145'16,"0"0"-91"-16,-10-113 21 16,5 63 52-16,1 1-24 15,2 0 12-15,0 3-47 0,0 4 18 16,2 2 1 0,-4 4-13-16,2 4 0 0,2 6-13 15,0 5-3 1,0 5-36-16,0 7 40 0,0 0-35 15,0 6 26 1,0 3-21-16,0 0 6 0,0 0 27 16,0 9-1-16,0 17-6 15,0 14-57-15,2 15 18 16,4 11-3-16,0 26-22 0,-6 29 15 16,0 33-9-1,0 12 0-15,-2-6 0 0,-10-15 18 16,-1-25-4-1,5-21 54-15,-2-23-21 0,4-21 33 16,1-10-34 0,1 3 22-16,0-4-38 0,1-2 7 15,1-16-1 1,-1-11-36-16,3-10 0 0,0-3 8 16,0-2-28-16,0 0 14 15,0 0 6-15,0-2-71 16,0-12 7-16,0-6-25 15,0-21-83-15,0 2-161 16,0-2-236-16</inkml:trace>
  <inkml:trace contextRef="#ctx0" brushRef="#br0" timeOffset="897.99">16774 9950 608 0,'0'0'189'16,"0"0"-135"-16,0 0 78 15,0 0 6-15,0 0 18 16,0 0-95-16,0 0-10 16,-38 24-27-16,29-6 39 15,-2 4-9-15,-1 4 1 16,2 6 0-16,-1 4-36 15,-1 0 25-15,1 2-38 0,3-3 35 16,0-5-40 0,4-7 34-16,0-4-34 0,4-7 12 15,0-6-13 1,0-6 0-16,0 0 0 0,0-2 9 16,8-14 50-1,4-8-40-15,1-6 18 0,1-5-36 16,1-3 20-16,-1 0-21 0,-1 0 1 15,0 7 10 1,-1 2-10-16,-4 11 14 0,1 7-7 16,-5 8 6-1,6 3-6-15,1 5 23 0,0 22 66 16,4 11-4 0,2 11-38-16,-5 0 1 0,-1-1 13 15,1-4-30 1,-3-7-2-16,-1-9-28 0,-3-10-18 15,0-8 9-15,-3-4-6 16,-2-6-118-16,0-4-127 16,0-14-111-16,0 1-185 15</inkml:trace>
  <inkml:trace contextRef="#ctx0" brushRef="#br0" timeOffset="1662.48">16029 8685 639 0,'0'0'241'16,"0"0"-74"-16,0 0 28 16,0 0-53-16,0 0-3 15,0 0-43-15,0 0 6 16,-37-49-21-16,37 81-11 16,0 36-60-16,0 45 2 15,8 41 8-15,-1 23-9 16,-3-4 22-16,-4-37-27 15,0-44 41-15,3-28-45 0,-1-15 5 16,3 2-7 0,1-9-6-16,1-8-44 0,1-23-112 15,0-32-130 1,-2-21-215-16,-4-12-418 0</inkml:trace>
  <inkml:trace contextRef="#ctx0" brushRef="#br0" timeOffset="1953.94">16181 8564 872 0,'0'0'276'0,"0"0"-150"15,0 0 77 1,0 0 54-16,0 0-155 0,6 126-29 15,10-15-29 1,2 32 16-16,2 7 7 0,-4-22-25 16,-7-31 6-16,-5-39-37 0,0-10 42 15,1-2-53 1,-1-2 5-16,1-8-5 0,-2-16-15 16,-3-16-155-1,0-24-162-15,0-18-14 0,-12-8-509 16</inkml:trace>
  <inkml:trace contextRef="#ctx0" brushRef="#br0" timeOffset="2335.3">15971 9324 918 0,'0'0'268'0,"0"0"-154"0,0 0-8 15,0 0-1 1,0 0-24-16,0 0 4 15,121 30-11-15,-78-54-37 16,-4-8-13-16,1 0-15 16,-2 1-18-16,-2-1 2 0,-4 3-5 15,-9 3-42 1,-2 4 22-16,-5 4 10 0,-8 4 6 16,-1 5 15-1,-5 6 2-15,0 3 5 0,0 0-6 16,0 0 54-1,4 12-7-15,-2 12 25 0,5 6-27 16,-3 8 11 0,1 2 1-16,0 2-18 0,-3-3 10 15,1-2-48 1,-3-4 15-16,0-11-1 0,-2-7-30 16,2-8-37-16,-2-7-145 0,0-21-75 15,0-12-99 1,-4-8-414-16</inkml:trace>
  <inkml:trace contextRef="#ctx0" brushRef="#br0" timeOffset="2476.15">16382 8889 500 0,'0'0'666'16,"0"0"-465"0,0 0 26-16,0 0-20 0,0 0-119 15,0 0-64-15,0 0-24 0,-39 36-118 16,39-29-197-1,6 0-735-15</inkml:trace>
  <inkml:trace contextRef="#ctx0" brushRef="#br0" timeOffset="2825.39">16588 9011 620 0,'0'0'255'15,"0"0"-106"-15,0 0 43 16,0 0-89-16,0 0-26 15,0 0-39-15,-19 149 21 0,25-85-40 16,7 8 28 0,3 10-27-16,1 5 11 0,-4-3-18 15,-1-6-7 1,2-11-6-16,-5-14-8 0,0-16 7 16,0-15-104-1,-7-22-53-15,1-3-220 0,-3-21-23 0</inkml:trace>
  <inkml:trace contextRef="#ctx0" brushRef="#br0" timeOffset="3493.76">16602 9065 689 0,'0'0'251'0,"0"0"-122"16,0 0 62-16,0 0-51 15,0 0-9 1,0 0-10-16,0 0-9 0,67-36-56 15,-42 55 17-15,-3 2-51 16,-7 4 6-16,-3 5-11 16,-12 0-15-16,0 2-2 15,-3 2 3-15,-19-2-9 16,-4-3-12-16,-1-5 11 16,-2-10 8-16,2-7-12 15,2-5 6-15,8-2-14 0,5 0-42 16,6-9 7-1,6 0 32-15,0 4-18 0,0 0 39 16,14 3-23 0,1 2 16-16,5 0 0 0,-1-2 8 15,4-4 0 1,-3-3 2-16,3-6-4 0,-4-7 14 16,0-4-14-1,-4-3 14-15,-4-3-18 0,-2 3 16 16,-2 0 1-16,-5 5-11 0,-2 6 0 15,0 7 19 1,0 6 0-16,0 5 40 16,0 0 17-16,0 12-20 15,0 8-48-15,0 6-8 0,0 1 0 16,0-1-1 0,9-4 1-16,6-5-9 0,6-5 9 15,-2-3-12 1,4-7-3-16,-1-2 30 0,1-2-5 15,-4-19-8-15,0-4 39 16,-9-8-32-16,-3-1 16 16,-7 0 6-16,0-2-22 15,0 4 6-15,-15 4-9 16,-6 8 19-16,2 8-25 16,-4 10 42-16,1 2-41 15,1 14-1-15,6 20-3 16,-1 7-29-16,8 4-62 15,3 17-104-15,3-13-50 16,2-9-327-16</inkml:trace>
  <inkml:trace contextRef="#ctx0" brushRef="#br0" timeOffset="3824.16">16918 8520 590 0,'0'0'247'15,"0"0"-155"-15,0 0 115 0,0 0-51 16,0 0-30 0,29 141-78-16,-10-67-30 0,-2 10 9 15,1 3-8-15,-4-8 31 16,-1-4-49-16,0-16 12 16,-1-12-13-16,1-17-9 15,-5-16-138-15,2-12-232 0</inkml:trace>
  <inkml:trace contextRef="#ctx0" brushRef="#br0" timeOffset="4063.97">16850 8939 690 0,'0'0'244'0,"0"0"-79"0,0 0 0 16,0 0-11 0,0 0-15-16,0 0-63 0,0 0-28 15,76-120-48-15,-57 100 0 0,0 6 0 16,-4 4-56 0,7 5-104-16,-1 0-170 0,-6 3-388 0</inkml:trace>
  <inkml:trace contextRef="#ctx0" brushRef="#br0" timeOffset="4989.58">16760 8663 677 0,'0'0'165'0,"0"0"-97"0,0 0 1 15,0 104-69-15,0-77-35 16,0-2-289-16</inkml:trace>
  <inkml:trace contextRef="#ctx0" brushRef="#br0" timeOffset="6484.62">17202 9010 441 0,'0'0'195'0,"0"0"-123"16,0 0 45-1,0 0 6-15,0 0-6 0,0 0-13 16,0 0-27-1,-16 5 11-15,16-3-37 0,0-2 20 16,0 0-51 0,0 0 18-16,0 0-28 0,0 0 22 15,0 0 8 1,0-7-10-16,0-10 30 0,9-5-43 16,-2-5 19-16,0-4-35 15,-5-3 10-15,0 0-3 16,-2-2 3-16,0 6-11 15,0 4 0-15,0 6-2 16,-4 9 4-16,-3 8 3 16,0 3 4-16,0 0-6 15,1 17 6-15,2 12-18 0,-1 5-8 16,3 4 8 0,2-1-4-16,0 4-8 15,0-5 10-15,2-2-23 0,9-4 33 16,3-6-26-1,-1-7 26-15,0-9-9 0,3-7 0 16,2-1 10-16,-1 0 0 16,4-19 3-16,0-8-2 15,2-4-2 1,2-8 15-16,-3-3-22 0,-5-2 19 16,2-3-22-16,-9 4 12 0,0-4-1 15,-3 6 1 1,-5 5 0-16,-2 5 0 0,0 7 12 15,0 8-5 1,0 8-6-16,0 4 23 0,0 4-19 16,0 0 46-1,0 3-43-15,0 12-8 0,0 5-2 16,0 7-3 0,4 1-4-16,7 6 16 0,3 2-19 15,-1 0 22 1,1 1-21-16,-6-2 11 0,-1-3-1 15,-3-4 0-15,-4-6 1 16,0-6-2-16,0-7-6 16,0-2 6-16,-9-7-27 15,-4 0 3-15,2-10-34 16,-2-8 44-16,4 1-18 16,2-3 12-16,2 8 8 15,5 5-7-15,0 3 14 0,0 1-17 16,0 3 17-1,0 0 12-15,9 0-12 0,5 0 15 16,1 0-9 0,3 0 7-16,3 0-7 0,-2-5 11 15,-1-10-9 1,0-4 11-16,-5-3-5 16,0-7-2-16,-3-1 4 0,-1-2-4 15,-5 0-6 1,-2 3 0-16,-2 6 7 0,0 7-7 15,0 9 38-15,0 7 26 0,0 0 76 16,0 7-61 0,0 17-44-16,0 8-26 0,7 2 0 15,2 1 7 1,0-3-9-16,-3-6-5 0,1-8 9 16,-2-4-22-1,-1-9-22-15,-2-2-57 0,-2-3-113 16,0-17-37-16,0-12-82 15,0 0-751-15</inkml:trace>
  <inkml:trace contextRef="#ctx0" brushRef="#br0" timeOffset="6624.75">17585 8472 1023 0,'0'0'252'15,"0"0"-168"1,0 0 60-16,0 0-98 0,0 0-46 15,0 0-60 1,0 0-82-16,-9 14-413 0</inkml:trace>
  <inkml:trace contextRef="#ctx0" brushRef="#br0" timeOffset="7116.43">17830 8663 375 0,'0'0'340'0,"0"0"-158"16,0 0-60-16,0 0 45 15,0 0-39-15,0 0-38 16,0 0-13-16,0 13-22 16,0-13 42-16,0-10-59 15,0-9 2-15,0-10-39 16,0-3-1-16,0-8 0 0,0 0-1 16,0 2-11-1,0 3-1-15,0 9 12 0,0 7-4 16,0 9-4-1,0 10 18-15,0 0-18 0,0 10 23 16,0 18-22 0,8 9 8-16,5 12-1 0,3 1 0 15,-3 4 2 1,-1-3 8-16,2-8-8 0,-5-4 37 16,-2-11-32-1,0-8 9-15,-5-8-14 0,0-6-1 16,-2-6 0-16,0 0-2 0,0 0-46 15,-14-4-138 1,1 0-340-16</inkml:trace>
  <inkml:trace contextRef="#ctx0" brushRef="#br0" timeOffset="7830.92">16143 10056 82 0,'0'0'635'0,"0"0"-452"16,0 0-119-16,0 0-43 15,0 0 57-15,0 0 63 16,116-68-76-16,-55 36-3 0,16-8 41 15,33-18 43 1,41-23-84-16,47-33 5 0,30-20-61 16,11-10 4-1,-8-6-10-15,-24 11 3 0,-12 2-9 16,-26 6-24 0,-20 11 18-16,-18 13-87 0,-41 30-23 15,-26 21-190-15</inkml:trace>
  <inkml:trace contextRef="#ctx0" brushRef="#br0" timeOffset="11597.74">19186 13363 137 0,'0'0'101'0,"0"0"-66"0,0 0 7 16,0 0-2-1,0 0 3-15,0 0-30 0,0 0 13 16,0-3 6-1,0 3 47-15,0 3-11 0,0 1-59 16,0 0 18-16,-2-3-21 0,0 2 36 16,2-1-22-1,-3 0 15-15,3 0-8 0,-2-2 5 16,2 0 7 0,0 0-23-16,0 0-16 0,-2-2-23 15,2-10 23 1,-2-4 3-16,-3-2 24 0,2-6-26 15,-1-2 5-15,2-4 1 16,-2 2 6-16,1-3 12 16,1 5-18-16,0 3 56 15,0 2-19-15,-2 3 21 16,2 4-20-16,2 4 13 16,-4 6-34-16,4 1 2 15,0 3 12-15,0 0-24 16,0 12 24-16,0 7 14 15,0 8-4-15,0 11-33 16,0 3 15-16,6 8-30 0,-2 6 8 16,0 8-8-1,3 3 2-15,-3 4-4 0,-2 2 9 16,3 0-10 0,0-1 12-16,-3-8-2 0,2-2 1 15,-1-11 5 1,-1-10-12-16,0-5 10 0,0-12 10 15,-2-9-14-15,2-4 20 0,-2-6-26 16,0-1 6 0,0-3 4-16,0 0-16 0,0 0 5 15,0 0-1 1,0 0-18-16,0 0-25 0,0 0-4 16,0 0-64-1,0 0-38-15,0-4-102 0,-6 1 24 16,1-1-268-16</inkml:trace>
  <inkml:trace contextRef="#ctx0" brushRef="#br0" timeOffset="12342.9">19111 14045 232 0,'0'0'298'16,"0"0"-187"-16,0 0-48 0,0 0-6 16,0 0 5-16,0 0-2 15,0 0-32-15,-10-24 45 16,10 19-12-16,0 4 26 0,0-1-54 15,0 0-1 1,0-3-10-16,0 1 10 0,0-1-8 16,0-2-23-1,0 1 27-15,0 1-27 0,0 1 30 16,0 0-30 0,0 1 25-16,0 2-25 0,0 1 9 15,0 0 4-15,0-3 2 16,0 3 15-16,0 0-31 15,0 0 36-15,0 0-35 0,0 0 18 16,0 0-18 0,0 0 19-16,0 0-6 0,0 0 21 15,4 3 6 1,4 9-22-16,-2 1 24 0,3 3-41 16,-1 5 18-1,4 0-14-15,-1 2 5 0,-2 0-5 16,2-4-6-1,-4-1 10-15,1-4-10 0,-3-2 3 16,0-6 9-16,-3-5-18 0,0-1 8 16,1 0-4-1,-1 0 4-15,0 0 12 0,2-7 4 16,5-11-4 0,0-4-12-16,2-6-1 0,5-2-2 15,10-23-68 1,-1 12-81-16,-3 4-214 0</inkml:trace>
  <inkml:trace contextRef="#ctx0" brushRef="#br0" timeOffset="47526.87">20835 10718 537 0,'0'0'239'0,"0"0"-181"0,0 0-7 16,0 0 40-16,0 0-9 16,0 0-44-16,0-20-25 15,0 18 26-15,0 0 17 16,0 0 40-16,0 2-22 15,0 0 4-15,0 0-27 16,0 0 30-16,0 0-19 16,0 0 3-16,0 0 13 15,0 0-24-15,0 0 25 16,0 0-50-16,0 0 14 0,0 2-30 16,0 7 21-16,-2 6-34 15,-2 5 0-15,-1 3 2 16,-1 9-1-16,-1 1 16 15,0 9-17-15,0 4 34 16,1 11-22-16,-1 2 17 16,-2 7-29-1,2 1 19-15,1 3-16 0,2 1 3 16,1-3 4-16,1-4-9 0,0-3 20 16,0-3-15-1,2-3 13-15,-3-5-18 0,3-3 30 16,-2-6-21-1,2 0 18-15,-2-5-8 0,2-4-11 16,-3-2 16 0,1-4-24-16,0 0 24 0,2-3-24 15,-2-2 17 1,2-3-17-16,0-4 32 0,0 0-20 16,0-4 8-1,0-1 0-15,0 2-14 0,0 1 24 16,0 0-31-16,0 2 26 15,0 1-25-15,0-1 25 16,0 0-25-16,0-3 14 0,0 1-1 16,0-3-4-1,0-4 16-15,0 2-25 0,0-4 13 16,0 1-8-16,0 1-6 16,0-3 7-16,0 0 6 15,0-2-13-15,0 0 0 16,0 1 0-1,0-1 6-15,0 0-15 0,0 0-23 16,0 0-44-16,-2-3-118 16,-9-32-56-16,1 3-225 15,0-3-171-15</inkml:trace>
  <inkml:trace contextRef="#ctx0" brushRef="#br0" timeOffset="49006.52">20829 10537 684 0,'0'0'217'0,"0"0"-125"16,0 0 63 0,0 0-26-16,0 0-6 0,0 0-49 15,0 0 16 1,-34 23-27-16,28-18 24 0,1 1-7 16,-2 3 11-1,1 1-12-15,-3-1-33 0,0 3 14 16,0 5-37-16,-2 0 24 15,-2 6-39-15,-1-2 23 16,1 5-21-16,-1-1 17 0,1-4 1 16,1 2-11-1,2-5 13-15,3-4-29 16,1-4 33-16,0-2-33 16,4-2 22-16,2-4-22 15,0 2 11-15,0-2-11 16,0-2-1-16,0 3 6 15,0-3-5-15,0 0 1 0,0 0 8 16,0 0-19 0,0 0 23-16,0 0-25 0,0 0 19 15,6-5-8 1,4-2 1-16,1-2-1 0,3-2 0 16,-1-1 10-1,1 1-20-15,-1-3 20 0,0-1-17 16,1-3 17-16,-3 4-13 0,-2-1 3 15,0 1 0 1,-1 2-1-16,1 4 2 0,-4 4-8 16,2-1 14-1,-3 4-19-15,0 1 24 0,1 0-24 16,-1 0 12 0,1 0 0-16,0 0 1 0,-3 0-1 15,2 0 0 1,-2 0 6-16,0 0-9 0,1 0 9 15,-1 0 10 1,-2 0-16-16,0 0 29 0,2 0-19 16,-2 0-4-16,0 0 5 15,0 0-10-15,0 0 1 16,0 0 10-16,0 0-14 16,0 0 13-16,0 0 0 15,0 0-10-15,0 0 19 16,0 0-10-16,0-2-8 0,0 0 4 15,0-2 1 1,0 0-11-16,0 0 17 16,0-1-22-16,0 4 19 15,0 1-14-15,0 0 4 0,0 0-1 16,0 0 1 0,0 0 0-16,0 0-5 0,0 0 17 15,0 8-5-15,0 4-1 0,0 3-3 16,2 8 3-1,8 0-6-15,-4 2 8 0,3 3 1 16,-3 0 14 0,4 0-14-16,-4 2 23 0,1 0-31 15,1-2 34 1,0-2-27-16,-2-1 29 0,-1-5-36 16,-1-5 11-1,0-3 4-15,-2-3-15 0,-2-4-2 16,3-2 15-16,-3-3-22 15,0 2 24-15,0-2-28 16,0 0 13-16,0 0-1 16,0 0 6-16,0 0-6 15,0 0 0-15,0 0 9 16,0 0-6 0,0 0 6-16,0 0-6 0,0 0 7 15,0 0-11-15,0 0 1 0,0 0-9 16,0 0-15-1,0 0-57-15,0 0-33 0,0 0-106 16,0 0-90 0,0 0-307-16</inkml:trace>
  <inkml:trace contextRef="#ctx0" brushRef="#br0" timeOffset="55459.45">20710 9932 606 0,'0'0'280'0,"0"0"-173"16,0 0-42-16,0 0 25 16,0 0-3-16,0 0-50 0,0 0 7 15,0-2-11 1,0 2 38-16,0-3-13 0,0 3 22 15,0 0-30 1,0-1 14-16,0-1 9 0,0 2-15 16,0-2 4-1,0-2-21-15,0 0 20 0,0-4-48 16,-4 0 7 0,0-2-18-16,-3 0 11 0,3 4-12 15,-1-1 0-15,0 6 17 0,1 1-12 16,0 0 32-1,-1 4-37-15,-1 14-1 0,-2 6-3 16,2 5-6 0,2 8 0-16,-1 1 8 0,3 0 0 15,2 0-10 1,0-4 10-16,0-2-17 0,0-3 16 16,9-7-14-1,5-5 16-15,-1-5-25 0,0-5 25 16,3-6-17-1,-3-1-8-15,1 0 1 0,-1-9 4 16,-2-7 14 0,2-5 12-16,-4-2-15 0,3-5 19 15,-6-2-16-15,1-5 7 0,-3 1-1 16,0 0 7 0,-1 2-6-16,-3 3-2 0,0 3 7 15,0 6-12 1,0 6 13-16,0 4-7 0,0 8 7 15,0 2 10 1,0 0-15-16,0 0 5 0,0 0 24 16,0 7-30-1,0 9-1-15,2 4 10 0,3 4-23 16,-1 0 24-16,5 1-22 16,3-4 9-16,-2-1 2 15,1-3 0-15,1-3-8 0,1-7 7 16,-1-1-2-1,-2-6-7-15,-1 0 2 0,0 0 7 16,0-10 2 0,-2-7 8-16,-1-6-9 0,-2-3 0 15,-1-2 5 1,-3-2-4-16,0 1-2 0,0 2 12 16,0 3-17-1,-7 3 17-15,-4 6-5 0,-3 2-5 16,4 8 6-16,1 2 10 15,-1 3-10-15,4 0 12 16,-1 0-19-16,3 10 13 16,0 4-12-16,2 5-2 15,0-1 2-15,2 3-8 0,0 0 7 16,0-1-2 0,0-3 2-16,4 0-2 15,2-5-9-15,5-4 21 16,1-4-26-16,-1-4 24 15,2 0-17-15,1-2 5 16,1-16 4-16,-1-6 2 0,-2-6-1 16,0-7 0-16,-1 0 8 15,-4-4-18-15,-1 5 20 16,-1 0-17-16,-5 6 12 16,0 6-2-16,0 3-4 15,0 4 0-15,-2 5 2 16,-5 4-1-16,-2 6 11 15,3 2-6-15,-1 0 10 16,0 0-10-16,0 12 10 16,3 6-16-16,0 6 0 15,4 2 0-15,0 6 0 16,0-1 0-16,0-2-1 16,0 0-12-16,6-5 25 0,5-6-27 15,1-4 24 1,1-5-21-16,0-2 11 0,0-7-5 15,1 0 4 1,-3-9-2-16,2-14-6 0,1-5 20 16,-3-11-9-1,-3-5 10-15,2-9-14 0,-4-2 10 16,1-3-7 0,-5-3 0-16,-2 3-5 0,0 5 4 15,0 2 2-15,0 7-10 0,-2 11 23 16,-7 1-20-1,1 13 13-15,0 4-2 0,2 10-5 16,4 3 0 0,-1 2 6-16,1 0-5 0,0 0-2 15,0 14 1 1,2 2-13-16,-2 7 21 0,2 2-17 16,0 8 16-16,0 2-7 15,0 5 0-15,0 6-1 16,0 0 1-16,6 3 0 15,3-3-7-15,1 2 20 16,-2-2-26-16,3-2 26 0,1-2-22 16,1-3 9-1,0-4 0-15,3-1-1 0,2-3-9 16,-3-5 10 0,3-4-8-16,-3-5-3 0,-1 0 22 15,-1-5-24-15,-2-4 13 16,-1-2 0-16,-6-6-18 15,0 0-13-15,-2 0-18 16,-2-9 11-16,0-10 32 16,0-5 12-16,0-8-12 15,0-2 15-15,-8-2-13 16,-6 0 10-16,1 4-6 16,-1 2 0-16,3 5 1 15,0 8-7-15,2 2 15 16,0 7-4-16,3 4 1 0,-1-1 0 15,3 5-4 1,-1 0-4-16,2 0 2 0,1 0 0 16,0 0-1-1,2 0 7-15,0 0-12 0,0 0 16 16,0 0-18 0,0 0 16-16,0 0-16 0,0 3-3 15,0-1 11-15,7 0 6 16,4-2-6-16,4 0 12 15,2 0-11-15,0-12 17 16,1-6-9-16,-3-5-14 16,-3-3 16-16,-1-6-22 15,-5-2 7-15,-1 1-9 16,-2-2 11-16,-3 3-11 0,0 6 12 16,0 8 2-1,0 6-2-15,0 6 7 0,0 6 11 16,0 0 10-1,0 0 9-15,0 17-17 0,0 5-19 16,2 5 15 0,6 4-1-16,3-4 30 0,1-2-35 15,-3-5 21-15,-1-7-29 16,-2-6-2-16,0-7-7 16,-4 0-83-16,0-27-137 15,0-4-56-15,-2-3-600 16</inkml:trace>
  <inkml:trace contextRef="#ctx0" brushRef="#br0" timeOffset="55590.34">21315 9172 992 0,'0'0'395'0,"0"0"-395"15,0 0-76-15,0 0-2 16,0 0-223-16</inkml:trace>
  <inkml:trace contextRef="#ctx0" brushRef="#br0" timeOffset="56393.23">21593 9296 856 0,'0'0'231'0,"0"0"-163"16,0 0 28-16,0 0 15 16,0 0-34-16,0 0-55 0,0 0 7 15,-33-44 1-15,31 44 21 16,-3 9-27-1,3 12-7-15,2 4-16 0,0 4-1 16,0 3 0 0,0 2 1-16,7-4 14 0,4-4-14 15,4-3 9 1,1-10-1-16,0-4-18 0,0-9 19 16,-1 0-10-1,-1-6 11-15,-1-17 6 0,-3-7-8 16,0-8-2-16,-4-1-14 0,-3-4 11 15,-1 3-17 1,0 3 22-16,-2 4-16 0,0 8 8 16,0 12-1-1,0 9 7-15,0 4 13 0,0 0 81 16,0 17-45 0,6 6-4-16,2 5-27 0,0 0 37 15,1 0-23 1,-2-5 7-16,2-6-45 0,-4-5-1 15,-1-6 0-15,-4-4-31 16,0-2-86-16,0-12-149 16,0-10-58-16,0-2-433 0</inkml:trace>
  <inkml:trace contextRef="#ctx0" brushRef="#br0" timeOffset="56522.6">21669 9094 1048 0,'0'0'316'16,"0"0"-279"-16,0 0-31 0,0 0-6 16,0 0-20-1,0 0-182-15,0 0-205 0</inkml:trace>
  <inkml:trace contextRef="#ctx0" brushRef="#br0" timeOffset="57314.63">21896 9232 599 0,'0'0'263'0,"0"0"-175"0,0 0 12 16,0 0 45-1,0 0-37-15,0 0-25 0,0 0-29 16,14-58-31 0,-14 34 6-16,0 0-23 0,0 2 16 15,0 0-21-15,-4 5 16 16,-4 5-16-16,2 7 0 16,-3 3 19-16,3 2 1 15,-2 0 15-15,4 10-35 16,0 7 8-16,2 6 1 15,2 0-16-15,0 3 13 0,0-2 2 16,6-4-9 0,6-1 0-16,3-5-1 0,-1-6 2 15,-1-6 3 1,3-2 2-16,-3 0 34 16,0-4 22-16,1-12 4 15,-4-5-50-15,2-2 2 0,-5-3-18 16,-1-1 1-1,-2-1-2-15,-4 2 7 0,0 3-16 16,0 2 20-16,0 7-16 16,0 4 14-16,0 7 6 0,0 3-8 15,0 0 25 1,0 5-6-16,0 13-25 0,0 7 2 16,0 1 8-1,5 2-10-15,7-2 9 16,-2-6-11-16,1-4 8 0,-1-8-6 15,0-6 0 1,-1-2 1-16,-1-2 14 0,0-20-14 16,-1-10 12-16,-3-7-3 15,-2-6-20-15,-2-1 5 16,0 0 4-16,0 7-12 16,0 9 12-16,0 10 1 15,0 10 0-15,2 10 0 16,4 0 1-16,-2 12 58 15,7 12-46-15,-1 8 33 16,2-1-13-16,1-4 16 16,-3-5-27-16,-2-6-16 0,-3-7-6 15,-1-9-9-15,-2 0-20 16,3-4-152-16,-3-37-19 16,-2 3-89-16,0-2-422 0</inkml:trace>
  <inkml:trace contextRef="#ctx0" brushRef="#br0" timeOffset="57573.48">22083 8279 1096 0,'0'0'379'16,"0"0"-274"-1,0 0-89-15,0 0 66 0,29 111 62 16,-6-55 0-1,2 6-76-15,1 4 10 0,-3-4 12 16,-4-3-8-16,-3-10-23 0,0-8-53 16,-5-11-5-1,-4-8-1-15,-1-10-27 0,-4-6-86 16,-2-6-89 0,0 0-134-16,0-15-58 0,0-2-200 15</inkml:trace>
  <inkml:trace contextRef="#ctx0" brushRef="#br0" timeOffset="57783.99">22141 8751 10 0,'0'0'1007'0,"0"0"-767"16,0 0-76-16,0 0 1 15,0 0 80-15,0 0-44 16,0 0-48-16,8-15-35 15,7 3-48-15,1-2-22 16,3 0-47-16,0-1-2 16,1-2-2-16,-1 0-68 15,10-6-131-15,-6 5-163 0,-3 2-253 0</inkml:trace>
  <inkml:trace contextRef="#ctx0" brushRef="#br0" timeOffset="58225.11">22471 8608 643 0,'0'0'251'0,"0"0"-167"0,0 0-19 15,0 0 55-15,0 0 17 0,0 0-38 16,0 0-9-1,-2-94-7-15,-2 86 26 16,0 1-21-16,-3 5 20 16,0-5-48-16,2 5-15 15,1 0-6-15,0 2 0 0,-3 0-8 16,3 0-30 0,-4 13 5-16,2-1 6 0,0 9-15 15,-1 2 10 1,3 2 2-16,4 1-9 0,0 3 1 15,0-3 12 1,13-1-13-16,3-1 0 0,5-3 9 16,2-8-9-1,2-1 6-15,1-10 24 0,3-2-8 16,-5 0 19-16,1 0-5 0,-5-14-10 16,-1-4-23-1,-4-3-3-15,-5-3-19 0,-4-5-121 16,-6 5-176-1,0 11-337-15</inkml:trace>
  <inkml:trace contextRef="#ctx0" brushRef="#br0" timeOffset="60213.72">21348 13098 535 0,'0'0'270'0,"0"0"-152"16,0 0-47 0,0 0 81-16,0 0-15 0,0 0-32 15,0 0-37-15,0-18-11 16,0 18 4 0,0 0-31-16,0 0 20 0,0 0-37 15,0 0 26-15,0 0-11 16,0 0 48-16,0 0 9 15,0 2-22 1,0 10-15-16,0 4-36 0,0 7-1 16,2 8 0-16,2 10 20 15,4 5-24-15,0 8 28 16,-1 6-19-16,3 5 26 0,-2 2-1 16,-1 0 3-1,1-5 27-15,2-2-23 0,-2-8 19 16,1-6-32-1,1-5 7-15,-2-6-41 0,3 0 30 16,1-4-15 0,-3-2-4-16,-1-5 6 0,-4-4-1 15,1-4 24 1,-5-5-30-16,2-3 38 0,-2 1-48 16,0-9 28-16,0 2-29 0,0 1 21 15,0 1-12 1,0 1-7-16,0-1 27 0,0-3-29 15,0 3 12 1,0-1-5-16,0-1-7 0,0-2 9 16,0 0-15-1,0 0 7-15,0 0-1 0,0 0 0 16,0 0 6-16,0 0-15 16,0 0 19-16,0 0-23 15,0 0 20-15,0-5-14 16,-2 0-7-16,-13-8 14 15,-4-1-13-15,-2 1-1 16,-2-6 14-16,5 1-9 16,3 1-3-16,-1-2 14 15,7 1-16-15,1 2 26 16,2 2-25-16,2 6 11 0,4 4 2 16,0 4-1-1,0 0-7-15,0 0 7 0,0 0-16 16,0 0 8-16,4 10 18 15,10 1-17 1,-1 2 20-16,3 1-13 0,-1-2 1 16,-1 2-1-16,1-1 1 15,-1 1 0-15,-1-1-6 16,1 0 17-16,-3-2-16 16,0 0 16-16,-2-1-22 15,0-7 10-15,0 2 1 16,0-5 0-16,0 0 0 15,0-3 2-15,2-15 4 0,0-3-3 16,0-8 9 0,1 0-20-16,-4-2 22 0,1 5-22 15,-1 6 8 1,-2 6-6-16,-4 1-3 0,0 6-34 16,-2 0-12-1,2 4-89-15,-2 1-48 0,2 2-186 16,-2 0-183-16</inkml:trace>
  <inkml:trace contextRef="#ctx0" brushRef="#br0" timeOffset="61630.4">21254 15172 525 0,'0'0'227'0,"0"0"-181"15,0 0 18-15,0 0 58 0,0 0 7 16,0 0-52-16,0 0 17 16,48-85 2-16,-42 53-31 15,-2-3-1-15,1 0-21 16,-1-11 14-16,1-2-35 15,-5-2 17 1,0-3-20-16,0 2 32 0,0 5-20 16,0 0-18-16,0 11 4 0,0 3-16 15,-3 9 13 1,-1 8-13-16,0 9 34 0,1 1-1 16,-1 5 41-1,0 0-47-15,2 11 14 0,-3 10-30 16,0 2-5-1,5 9-14-15,0 4 15 0,0 3-6 16,0 4 4 0,0-1-12-16,10 3 16 0,3-1-7 15,3-5-2 1,-1-4-1-16,1-5 4 0,1-6-2 16,-1-9-4-16,-3-3 14 0,3-12-8 15,-3 0-2 1,1-5 24-16,-1-17-18 0,1-4 20 15,-3-8-12 1,-1-4-16-16,-3 0 0 0,0-3 12 16,-2 1-25-1,-5 1 20-15,0 2-14 16,0 5 14-16,0 4-14 0,0 6 7 16,0 8 0-1,0 6-1-15,0 4 2 0,0 4 10 16,0 0-10-1,0 0 26-15,0 12-1 0,0 10 7 16,4 6-27 0,5 4-3-16,-2 4 7 0,2-1-1 15,-3-8 15 1,-1-4-14-16,-1-14 29 0,-2-6-38 16,0-3-2-16,3-8 1 0,0-20 0 15,-3-11 12 1,2-7-2-16,1-2-10 0,-1 8 2 15,0 5-8 1,1 8 15-16,0 13-18 0,-1 14 15 16,0 0-6-1,3 6 46-15,1 24 6 0,4 0-36 16,-1 6 14-16,-1 0 13 16,-4-8-34-16,-2-6 1 15,1-7-1-15,-3-10-18 16,0-5-61-16,0 0-84 15,-2-8-102-15,0-26-21 16,0 2-39-16,0 2-447 0</inkml:trace>
  <inkml:trace contextRef="#ctx0" brushRef="#br0" timeOffset="61973.72">21682 14137 593 0,'0'0'296'16,"0"0"-140"-16,0 0 80 0,0 0-43 15,0 0-27 1,0 0-92-16,0 0-24 15,36 116 45-15,-20-68-6 16,4 8-1-16,0 2-50 16,2 5 24-16,1-1-28 0,-4-1 22 15,2-6-37 1,-3-7 2-16,-5-12-15 0,-3-10-6 16,-4-13-18-16,-2-8-81 15,-4-5-73-15,0-14-149 16,-4-14-24-16,-10-2-190 15</inkml:trace>
  <inkml:trace contextRef="#ctx0" brushRef="#br0" timeOffset="62273.91">21667 14485 811 0,'0'0'289'16,"0"0"-167"-16,0 0 59 0,0 0 18 15,0 0-59 1,0 0-9-16,0 0-59 0,-27-5 2 16,27 1-15-16,0-6 15 0,0 2-27 15,0-2 1 1,9-2 28-16,5-4-46 0,3-3 8 16,3 1-37-1,-2 0 4-15,0 0 7 0,-5 4-22 16,-1 4 10-1,-4 3-20-15,-3 2-15 0,-1 3-53 16,1 2-83 0,2 0-162-16,-1 0-63 0,1 0-505 15</inkml:trace>
  <inkml:trace contextRef="#ctx0" brushRef="#br0" timeOffset="62746.54">21904 14444 808 0,'0'0'276'0,"0"0"-158"16,0 0 101-16,0 0-50 0,0 0-42 16,0 0-41-1,0 0 15-15,0-5-19 0,0 5-21 16,0 0-2-1,0 0-27-15,0 0 16 0,4 0-37 16,7 0 44 0,3 2-31-16,3 11 1 0,1 4-19 15,2 6-3 1,-2 0 3-16,0 8-5 0,-5-1-1 16,-2 2 12-16,-2-6-12 0,-4-3 7 15,-3-6-8 1,-2-7 10-16,0-5 1 0,0-5-10 15,-2 0 0 1,-10-9 8-16,-1-15-2 0,2-1-10 16,-1-12 17-1,8 2-13-15,0-2 8 0,4 7-11 16,0 2 4 0,0 6-2-16,0 3 1 0,6 7-13 15,3 0-5-15,1 6-57 16,-2-3-57-16,5 0-173 15,-1 6-52-15,-1-4-500 0</inkml:trace>
  <inkml:trace contextRef="#ctx0" brushRef="#br0" timeOffset="62926.45">22199 14555 1463 0,'0'0'376'16,"0"0"-264"-16,0 0 47 0,0 0-7 16,0 0-143-1,0 0-9-15,0 0-118 0,0 6-95 16,0-6-130 0,-6 0-605-16</inkml:trace>
  <inkml:trace contextRef="#ctx0" brushRef="#br0" timeOffset="68588.47">398 9024 637 0,'0'0'152'0,"0"0"-94"15,0 0 127 1,19 130 20-16,-15-84-11 0,0 3-64 16,1-2 23-1,-3-1-10-15,2-3-5 0,-2-3-39 16,1-5-34-1,2-2-9-15,-1-8-35 0,-2-4 20 16,2-8-40-16,-4-4 9 0,3-6-1 16,-3-3-10-1,0 0 2-15,0-5 13 0,0-13-2 16,0-8-6 0,0-13 10-16,0-6-7 0,0-12-18 15,0-5 15 1,0-1-13-16,0 3-8 0,0 2-1 15,0 9 10 1,0 8-10-16,0 13 15 0,0 14 2 16,2 7-14-16,-2 7 11 15,2 0 2-15,-2 0-14 16,2 3 13-16,2 13 2 16,4 7 4-16,3 4 7 15,-1 6-11-15,4 1 33 16,-3 2-23-16,3-2 28 15,-1-2-30-15,-2-6 18 16,1-6-20-16,0-3 0 0,2-5 1 16,-1-7-8-1,1-3 15-15,-1-2 5 0,-2 0 59 16,1-7-45 0,-1-14 23-16,-3-2-41 0,2-6 16 15,-4 0-26 1,-4-5-6-16,-2 7 6 0,0 0 3 15,0 6-18 1,0 2 6-16,-8 4 3 0,-2-2-45 16,4 6 15-16,-1-2-34 0,3 1-10 15,0 0-35 1,1-4-21-16,3 1-11 16,0-5-72-16,0 6 12 15,0-1-54-15,0 7-45 0,0 2-345 16</inkml:trace>
  <inkml:trace contextRef="#ctx0" brushRef="#br0" timeOffset="68967.89">905 9474 1326 0,'0'0'310'0,"0"0"-220"0,0 0 42 16,0 0-18-16,0 0-87 0,0 0-27 15,0 0-128 1,-2 7-82-16,2-7-156 15,2 0-340-15</inkml:trace>
  <inkml:trace contextRef="#ctx0" brushRef="#br0" timeOffset="69734.88">1065 9038 189 0,'0'0'901'0,"0"0"-768"16,0 0 0 0,0 0 50-16,0 0 40 0,0 0-43 15,0 0-95 1,2-11 9-16,-2 23-45 0,0 6-6 16,0 7-30-1,0 1 27-15,0-1-14 0,0-1-8 16,0-5 7-16,0-6-11 15,0-4 27-15,0-4-25 16,0-5 17-16,0 0-24 16,0 0 25-16,0 0-17 15,0-9-6-15,0-1-5 16,0 0-6-16,0-2 0 16,-2 0 3-16,0 0-15 15,0 0 22-15,2 4-20 0,0 1 20 16,0 7-11-1,-3 0 7-15,1 0 0 0,0 13 12 16,-2 13-18 0,-1 10 0-16,-2 10 11 0,-2 8-18 15,3 2 19 1,-4 4-24-16,2-5 10 0,1-6 2 16,1-6 0-1,4-14 0-15,-2-12-11 0,2-9 5 16,2-8 5-16,0 0-32 0,0-13 4 15,0-13-5 1,0-13 33-16,0-7 1 0,0-7-17 16,0-3 7-1,0-2-12-15,0 2 21 0,0 3-26 16,2 4 26 0,4 6-6-16,0 10-3 0,1 6 6 15,-3 12 3 1,0 6 1-16,-1 9-10 0,4 0 7 15,-1 9 6 1,10 12 37-16,2 9-33 0,4 9 22 16,3 1-28-16,-3 2 30 15,2 2-18-15,-1-3 11 16,-4-4 4-16,0-2-15 0,-6-10-5 16,-2-4 4-1,-4-6-24-15,-1-6-3 0,-6-5-67 16,0-4-134-1,0 0-266-15,-15 0-292 0</inkml:trace>
  <inkml:trace contextRef="#ctx0" brushRef="#br0" timeOffset="69917.28">1029 9485 1086 0,'0'0'540'16,"0"0"-478"-16,0 0 131 15,0 0-1-15,0 0-45 16,0 0-102-16,0 0-21 0,112-72-24 16,-92 59-63-1,-2 5-153-15,-5 2-309 0,-9 6-669 16</inkml:trace>
  <inkml:trace contextRef="#ctx0" brushRef="#br0" timeOffset="70708.39">178 9893 2 0,'0'0'618'15,"0"0"-510"-15,0 0-61 0,0 0 37 16,0 0 36 0,0 0-14-16,0 0 37 0,9 2-29 15,9-2-15-15,9 0-25 0,8 0 25 16,9 0-36-1,12 0 10-15,13 0 16 0,14 0-3 16,26 0-15 0,27 0-20-16,27-2 72 0,13 2-33 15,-13 0-28 1,-34 0-51-16,-35 0 18 0,-26 0-21 16,-7 0 1-1,3 9 16-15,2-1-12 0,0 0-1 16,-15 0-3-1,-10-4-3-15,-10-4 3 0,-9 0 10 16,-4 0-17-16,-2 0 17 0,-6 0-19 16,-3 0 0-1,-3 0-1-15,-2 0-31 0,-2 0 18 16,0 0-65 0,0 6-20-16,-13 28-72 0,-9-2-157 15,-5 4-390-15</inkml:trace>
  <inkml:trace contextRef="#ctx0" brushRef="#br0" timeOffset="73263.75">456 10668 684 0,'0'0'318'0,"0"0"-234"0,0 0 4 15,0 0 90 1,0 0-5-16,0 0-95 0,0 0 5 15,5 88 71 1,-3-44-12-16,2 14 2 0,4 9-43 16,-4 7 13-16,2 5-40 0,1 2 23 15,-3-5-38 1,2-11-7-16,-2-15-39 16,0-14-12-16,-2-17-2 15,0-8-20-15,1-11-36 0,-1 0-114 16,0-16-48-1,-2-16 42-15,0-15-25 0,0-7-85 16,0-28-67 0,-9 12-39-16,1 10-191 0</inkml:trace>
  <inkml:trace contextRef="#ctx0" brushRef="#br0" timeOffset="74570.11">463 10880 214 0,'0'0'308'0,"0"0"-134"15,0 0-20-15,0 0 9 16,0 0-9-16,0 0-49 15,-25-106-8-15,25 90-28 16,8 5 21-16,2 2-7 16,3 6 13-16,3 3-13 0,3 0-1 15,-4 7-9 1,3 12-8-16,-3 6-22 0,-3 3-35 16,-3 4 26-16,-7 0-33 15,-2 0 18-15,0-2-19 16,0-3-1-16,-14-5-18 15,-1-7-12-15,-4-4 16 16,4-8-5-16,1-3 7 16,4 0-32-16,1 0 43 15,5 0-29-15,-2 0 31 0,6 0-8 16,0 0-1 0,0 0 3-16,0 0-12 0,0 0 17 15,0 0-15 1,0 0 16-16,6-3 9 0,7-6 23 15,3-3-22 1,3-6 19-16,1-1-5 0,1-8-1 16,0-3 14-16,-2-6-27 15,-2-2 8-15,-1 0-17 16,-3-1 6-16,-1 4-1 16,-6 5 0-16,-4 6-6 15,-2 6 0-15,0 5 1 16,0 6-1-16,-2 3 0 15,-6 4 6-15,-2 0-12 16,1 0-6-16,1 13 10 16,-1 8-17-16,2 4 18 15,4 4-5-15,1 3 6 0,2-2-1 16,0 0 2 0,0-4-5-16,0-6 11 15,7-4-11-15,2-8 11 0,0-4-7 16,0-4 6-16,2 0-3 15,2-12 15-15,-2-8-18 16,3-4 6-16,1-6 4 16,-1-4-19-16,-3-3 10 15,1-1-2-15,-2 4-27 16,-1 5 3-16,-2 5 5 0,0 7 9 16,-3 8 10-1,-2 9-29-15,1 0 28 0,-1 0-40 16,2 14 13-1,6 7 25-15,0 8 4 0,1 3 1 16,-1 2 5 0,-4 0 2-16,-3-1-7 0,-3-1 10 15,0-6-10 1,0-3 2-16,0-7 4 0,-5-6-1 16,-4-4-6-16,0-6 0 15,0 0-28-15,1 0 2 16,-2-6 3-16,6-4-27 15,-1 3 40-15,5 0-11 16,0 2 20-16,0 0-21 16,0 1 22-16,0 2-9 15,5-2 9-15,3-1 9 16,2 0-8-16,3-4 34 16,-2-3-33-16,5-5 31 15,-3-3-12-15,1-4 11 0,-1-2-31 16,-2-3 9-1,-2 4-4-15,-5 2-6 0,1 4 5 16,-3 5 2 0,-2 5 8-16,0 7 1 0,0 2 51 15,0 0-10 1,0 0-2-16,0 12-41 0,0 6-14 16,0 3-1-16,0 3 1 15,7 0-7-15,4 2 17 0,0-4-19 16,3-2 17-1,1-5-16-15,1-6 4 0,-1-5 3 16,1-4 1 0,-5 0-2-16,1-4 0 0,-4-14 4 15,1-5 20 1,-5-4-22-16,-2-4 10 0,-2 2-2 16,0 0-1-16,0 6-7 15,-4 5 7-15,-9 5 8 16,-3 9-9-16,-1 4 28 15,-1 0 20-15,-3 3 15 16,4 15-49-16,3-1-20 16,1 6 0-16,7-2-1 15,1 0-10-15,2-3-23 16,3-4-29-16,0-4-72 0,0-6-85 16,0-4-105-1,8 0-350-15</inkml:trace>
  <inkml:trace contextRef="#ctx0" brushRef="#br0" timeOffset="75522.17">1397 10524 639 0,'0'0'282'0,"0"0"-171"16,0 0 42-16,0 0 42 15,0 0-69-15,0 0-4 16,0 0-18-16,-85 49-47 16,66-25-9-16,1 3-38 15,7 3 16-15,1-4-24 0,6-3 14 16,4-2-15-1,0-5 7-15,0-4-8 0,14-4 0 16,3-1 0 0,6-2 1-16,1-3-2 0,-2 2 12 15,-2 2-13 1,-4 0 9-16,-5 2 2 0,-7 1-9 16,-1 2 16-1,-3-1-15-15,0-2 4 0,0-4 9 16,0-2-13-16,-3-2 6 15,-1 0 0-15,0 0 0 16,2 0-5-16,2 0-4 16,0 0-2-16,0 0-9 15,0 0 0-15,0-6 2 16,2-4 5-16,9-2 12 16,3-2 0-16,-2-2-6 15,5-4 19-15,-2 0-19 0,1-4 25 16,-5-2-12-1,-1 0-4-15,-2-2-1 0,-4 2-7 16,-2 4 3 0,-2 5 4-16,0 6 4 0,0 4-10 15,0 5 34 1,0 2 1-16,0 0 35 0,0 10-4 16,0 10-25-1,2 5-14-15,7 1-2 0,3 2 41 16,-4-3-23-16,3-6 3 0,-4-5-47 15,0-6-2 1,-3-6-16-16,-4-2-86 0,0-2-109 16,0-42-139-1,0 1 17-15,-2-1-444 0</inkml:trace>
  <inkml:trace contextRef="#ctx0" brushRef="#br0" timeOffset="75662.64">1462 10372 1164 0,'0'0'367'0,"0"0"-283"16,0 0-42-16,0 0-5 16,0 0-17-16,0 0-20 15,0 0-122-15,11 109-232 16,2-95-712-16</inkml:trace>
  <inkml:trace contextRef="#ctx0" brushRef="#br0" timeOffset="76104">1663 10640 1124 0,'0'0'257'0,"0"0"-151"0,0 0 67 15,0 0 106 1,0 0-119-16,0 0-78 0,0 0-66 15,8 46 16-15,1-22-31 0,1 1 17 16,-2 0 13 0,1-3-3-16,-3-8 5 0,0-5-27 15,-4-9 1 1,0 0-1-16,-2 0-12 0,2-15-28 16,0-14 28-1,2-6-13-15,1-7-8 0,1 0-13 16,6 4-1-1,-1 7 32-15,1 9-4 0,-2 10 1 16,-1 12 7-16,3 0 5 16,-1 14 17-16,-1 16 19 15,4 9-14-15,-3 1 9 0,-2-4 41 16,-2-4-30 0,0-8-3-16,-5-11-38 15,2-8-2-15,-2-5-77 16,3 0-93-16,1-37-157 0,1 0-8 15,0 1-501-15</inkml:trace>
  <inkml:trace contextRef="#ctx0" brushRef="#br0" timeOffset="76752.78">2039 10543 523 0,'0'0'822'0,"0"0"-690"0,0 0-32 16,0 0 68-1,0 0 23-15,0 0-119 0,0 0-21 16,-42-14-27-16,26 14 10 0,1 0-9 16,1 17-13-1,3 5-11-15,0 9 11 0,4 6-20 16,3 1 16 0,4 0-8-16,0-6 0 0,0-8 0 15,2-8 0 1,10-7 0-16,-2-9 3 0,6 0-2 15,-1-9 26-15,4-15-21 16,-4-8 18-16,1-7-18 16,-3 2-9-16,-5-4 3 0,-2 10-6 15,-4 4 5 1,-2 9 1-16,0 10 0 0,0 8 0 16,0 0 35-1,0 8-29-15,0 12-6 0,0 7 3 16,0 1-3-1,0 4 0-15,0-2 0 0,0-4 12 16,9-4-12 0,3-7 0-16,2-12 8 15,-1-3-18-15,6-6 4 0,-4-20 5 16,3-11-5-16,-5-4-5 16,-1-4-9-16,-4 1 1 15,1 7 17-15,-5 8-14 16,2 11 7-16,-6 12 18 15,0 6-2-15,0 8 9 16,0 23 5-16,0 10-20 16,2 13 8-16,0 8 12 0,2 5-14 15,3 3 29 1,-5-1-25-16,2 2 35 0,-4-8-19 16,2-9 38-1,-2-17-45-15,0-14-20 0,0-15-21 16,0-8-95-1,0-8-70-15,0-27-138 0,0-40 47 16,0 4-86-16,-4 1-370 0</inkml:trace>
  <inkml:trace contextRef="#ctx0" brushRef="#br0" timeOffset="77022.73">2164 10488 149 0,'0'0'788'15,"0"0"-575"-15,0 0-96 16,0 0 79-16,0 0-36 0,0 0-49 15,0 0 20 1,22-5-15-16,-1 11-31 0,0 7-40 16,4 0 32-1,-3 6-25-15,-1 2 22 0,-6 6 0 16,-1 1 16 0,-8 2-45-16,-6-2 4 0,0 0 6 15,0-6-30-15,-4-5 10 16,-12-3-34-1,-1-3-2-15,-4-4-16 0,1-4-31 16,-3-3-51-16,6 0-35 0,-3 0-66 16,5-14-188-1,3-2-396-15</inkml:trace>
  <inkml:trace contextRef="#ctx0" brushRef="#br0" timeOffset="77507.37">2664 10457 1007 0,'0'0'273'15,"0"0"-225"-15,0 0-48 16,0 0 100-16,0 0 15 16,124 19 0-16,-82-19 11 15,3 0-30-15,2 0-3 16,-4-5-31-16,-1-1 10 0,-5 2-50 16,-6 0 4-1,-4 2-19-15,-6 0-7 16,-11 0 0-16,0 0-5 0,-8-3-14 15,-2 0-87-15,0-4-41 16,0-14-35 0,-12 5-77-16,0-2-288 0</inkml:trace>
  <inkml:trace contextRef="#ctx0" brushRef="#br0" timeOffset="77997.2">3007 10193 335 0,'0'0'617'0,"0"0"-487"0,0 0-13 15,0 0 81-15,0 0-27 16,0 0-85-16,0 0 41 15,-34 36-26-15,34-30-16 16,0-1-56-16,0 4 6 16,11 0-19-16,5 3 2 15,5 3 2-15,0-1-20 16,4 1 0-16,-1-3 13 16,1 2-19-16,-3 1 16 15,-4-1-17-15,0 0 14 16,-7 2-7-16,-2 3 6 0,-5 0-6 15,-2 3 9 1,-2 0-3-16,0-1 29 0,0-1 8 16,-11-3 18-1,-2 1-32-15,-5 0 19 0,3 3-30 16,-1-2-5 0,1-1 15-16,3-1-16 0,3-7-9 15,5-2 9 1,0-7-24-16,4-1-19 0,0 0-54 15,0 0-114-15,0 0-148 0,0-1-156 16,0-5-722-16</inkml:trace>
  <inkml:trace contextRef="#ctx0" brushRef="#br0" timeOffset="80308.52">3671 10240 849 0,'0'0'184'0,"0"0"-99"0,0 0 31 15,0 0 34 1,0 0-70-16,0 0-45 0,-58 120 3 15,58-77 13 1,0 3 16-16,0 2-13 0,16-3 16 16,-1-7-20-1,8-10 30-15,-1-10-26 0,2-11 1 16,3-7-35 0,0 0 33-16,0-25-12 0,-1-10-31 15,-1-9-1-15,-5-6 1 16,-2-2-7-16,-5 4 5 15,-4 6-16-15,-7 6 7 16,1 10-1-16,-3 9-6 16,0 12 8-16,0 5 9 15,0 0-3-15,0 3 18 16,0 18-23-16,0 4 12 0,0 4-12 16,0 3 26-1,4 0-11-15,2-4 6 0,3 0 0 16,1-6-5-16,-2-6 8 15,3-3-24-15,1-10 2 16,1-3 5-16,-1 0 7 16,-2-12-14-16,-1-10 25 15,1-5-20-15,-6-6 7 16,-2-1-8-16,-2-3-4 16,0 4-2-16,-2 3 2 15,-10 4-14-15,-1 6 28 16,-1 6-27-16,1 5 21 15,3 8-10-15,-2 1 1 0,3 0 0 16,1 0 0 0,0 10 0-16,4 4-9 0,2-1 16 15,2 4-24 1,0 1 33-16,0 0-29 0,0-1 14 16,14-3-1-1,-2-2 1-15,5-1-1 0,0-7 16 16,5-2-15-1,1-2 19-15,-2 0-11 0,4-14-3 16,0-10-5-16,-3-2 18 0,-2-9-19 16,-2-1 1-1,-5-4 0-15,-3-2 7 0,-6 3-16 16,-4 0 16 0,0 5-17-16,0 5 18 0,0 10-18 15,-4 7 15 1,-3 6-6-16,-2 6 6 0,2 0-5 15,1 2-2 1,1 14 0-16,0 6-9 0,3 7 17 16,0 2-19-16,2 5 24 15,0-2-7-15,0 2-5 16,0-4 0-16,9-3-3 16,0-4 9-16,4-4-12 15,1-7 18-15,-1-9-17 16,5-5 14-16,1 0-2 15,4-7 5-15,-1-19-12 16,3-11 9-16,-2-11-8 16,0-10-1-16,-2-10 11 15,-1-8-23-15,-5-5 18 0,-6 2-18 16,-2-2 18 0,-7 9-17-16,0 10 1 0,0 10 3 15,-4 16 6 1,-5 15 1-16,0 14 9 0,2 7-8 15,1 6-1 1,-4 20 9-16,2 14-18 0,-1 10 17 16,4 10-9-1,3 10 1-15,2 23 0 0,0 23-1 16,2 22 3-16,7-10-10 0,0-24 22 16,-3-29-10-1,2-25-3-15,-2 4 50 0,3 3-41 16,2-1 10-1,-2-12-6-15,0-12-13 0,0-8-1 16,-3-8 7 0,2-8-21-16,-4-3 24 0,0-5-20 15,1 0 10 1,-1 0-8-16,3-15-2 0,0-7-2 16,-1-7 6-1,1-7-17-15,-5-5 3 0,0-5-13 16,-2-3 26-16,0 1 10 0,0 6-17 15,-4 2 12 1,-7 6 2-16,-3 3 1 0,-1 6 0 16,-1 2-2-1,-1 5 8-15,3 4-20 0,3 7 20 16,4 0-20 0,5 7 23-16,2 0-17 0,0 0 7 15,0 0 0 1,0 4 11-16,0 5-10 0,0-1-2 15,9 2 12-15,6-2-10 0,1-2 11 32,2-3-8-32,2-3 4 0,0 0-11 0,-3 0 3 15,2-3-17 1,-3-14-23-16,5-12-93 0,-2 3-165 16,-7-1-328-16</inkml:trace>
  <inkml:trace contextRef="#ctx0" brushRef="#br0" timeOffset="80478.53">4718 10162 1796 0,'0'0'563'16,"0"0"-527"-16,0 0-4 15,0 0 35-15,0 0-67 16,0 0-88-16,0 0-206 15,-29 14-518-15</inkml:trace>
  <inkml:trace contextRef="#ctx0" brushRef="#br0" timeOffset="83138.14">427 12280 758 0,'0'0'173'16,"0"0"-131"-1,0 0 38-15,0 0 34 0,0 0-4 16,0 0-13-1,0 0-24-15,9 0 2 0,-4-7-24 16,4-2 13-16,-3-5-30 0,5-6 17 16,1-9-28-1,-1-4 12-15,3-7-29 0,-1-3 3 16,0-3-8 0,-4 4-1-16,0 7 0 0,-3 0-18 15,-4 6 18 1,-2 6-17-16,0 5 1 0,0 7-2 15,0 4 18 1,0 7 0-16,0 0-1 0,-4 0-28 16,-5 4-2-16,3 10 19 15,-4 4-23-15,4 5 27 16,-1 2-3-16,3 2 4 16,2-1 3-16,2 6 4 15,0-5 0-15,0 2 0 16,2-1 0-16,11-5 1 15,1 0 4-15,5-6-4 16,2-2 1-16,1-8 8 0,0 0-10 16,-2-7 0-1,-1 0-1-15,-4-12 1 0,1-17 0 16,-3-6 1 0,1-9 6-16,-4-7-13 0,-1 0 12 15,-1-4-12 1,-6 1 2-16,0 3 4 0,-2 7 0 15,0 11 0 1,0 8 1-16,0 14 0 0,0 4 15 16,0 7-3-16,0 0 54 0,0 8-37 15,0 14-25 1,0 6-4-16,0 8-1 0,0 7 1 16,6 5 0-1,3 0-1-15,3 1 10 0,-2-8-4 16,1-5 1-1,-1-8 2-15,-2-10-8 0,3-9-2 16,-1-9-14-16,-4 0-14 16,3-14-4-16,-3-17 9 15,1-7-9-15,0-8-31 16,-4-6 22-16,1-3-6 16,0 0 33-16,3 1-15 15,0 8 18-15,0 8 10 16,1 9 2-16,-1 12 6 15,-3 9-5-15,1 8 17 16,0 0 41-16,-1 13 42 16,2 13-55-16,1 11 27 0,5 3 32 15,-2 4 49 1,3 4-38-16,1 0-29 0,-1-2 30 16,-1-2-28-1,-1-4 14-15,-5-8-67 0,2-4-14 16,-2-7-21-1,-4-8-2-15,-2-6-35 0,2-6-82 16,1-1-102-16,-1-16-267 0,0-5 89 0</inkml:trace>
  <inkml:trace contextRef="#ctx0" brushRef="#br0" timeOffset="83391.42">1085 11502 1114 0,'0'0'283'15,"0"0"-209"-15,0 0-9 0,27 104 97 16,-16-54-6 0,2 6-20-16,-3 0-58 0,-4 1 16 15,0-5-42 1,-3-8-2-16,-1-8-30 0,-2-12-20 15,2-9-9-15,-2-10-82 0,0-5-100 16,0 0-125 0,0-10-52-16,-2-5-199 0</inkml:trace>
  <inkml:trace contextRef="#ctx0" brushRef="#br0" timeOffset="83923.33">1074 11930 939 0,'0'0'237'16,"0"0"-156"-16,0 0 35 15,0 0 29-15,0 0-46 16,0 0-50-16,0 0 29 16,51-19-4-16,-22 6-3 15,0-4-44-15,2-4 14 16,1 1-39-16,-1 3 14 16,0-1-16-16,-4 6 0 15,-5 6-1-15,-4 4 1 16,-7 2-2-16,-4 0 4 15,-1 0 27-15,1 13-3 16,-3 3 6-16,4 7-13 0,-4 0 26 16,-2 2-17-16,2 3-6 15,-4-2-16-15,2-1 1 16,3-4 5-16,-3-5-11 16,2-2 7-1,-1-4 1-15,-3-6-18 0,3-4 7 16,-3 0 1-1,0 0-4-15,0-10-25 0,0-10 14 16,0-8 9-16,0-6-5 0,0-5 6 16,2 1 5-1,2 1-15-15,2 7 15 0,3 5-4 16,-1 11-7 0,0 4 11-16,1 9 2 0,-1 1 0 15,4 0 6 1,1 0 29-16,3 10-13 0,2 4 22 15,-2-2-36 1,-1 2 2-16,-4-2-10 0,-2-3 0 16,-2-2-1-16,-3-3-60 0,3-3-68 15,4-1-185 1,-2-9-83-16,0-6-166 0</inkml:trace>
  <inkml:trace contextRef="#ctx0" brushRef="#br0" timeOffset="84343.18">1758 11721 149 0,'0'0'891'0,"0"0"-745"16,0 0-52-1,0 0 64-15,0 0-55 0,0 0-15 16,0 0-40-16,-39 0-2 16,22 9-21-16,2 8 32 15,-1 3-48-15,3 4 4 16,4 2-13-16,2 0 0 15,3 3 16-15,4-6-9 16,0-3 9-16,0-5-16 16,0-4 14-16,4-5-6 0,5-6-10 15,3 0 11 1,1-6 7-16,1-17-6 0,-2-6-4 16,2-7-6-1,-3 0-24-15,-4 4-1 0,-1 5-26 16,-2 12 50-1,0 7 2-15,-4 8 7 0,2 0 52 16,-2 8 5-16,4 14-30 16,0 4-33-16,3 0 8 15,1 0-9-15,4-2-2 16,1-4-23-16,1-6-39 16,-1-6-98-16,5-6-31 15,11-2-111-15,-5-2-8 16,-1-10-26-16</inkml:trace>
  <inkml:trace contextRef="#ctx0" brushRef="#br0" timeOffset="84775.89">2006 11780 575 0,'0'0'234'0,"0"0"-112"16,0 0 33-16,0 0-4 0,0 0-8 16,0 0-24-1,0 0-42-15,-34-75 44 0,26 75-13 16,-4 5-5-1,1 14-49-15,3 3-34 0,-2 6-11 16,6 2-9 0,4 1 9-16,0 1-6 0,0-9 0 15,2-5-2-15,7-8-2 16,4-10-12-16,-2 0 11 16,3-10-14-16,-1-18 11 0,3-10 4 15,-3-11-18 1,-3-5-5-16,-2-4-45 0,-3 2 15 15,-3 2 0 1,-2 10 48-16,0 9-5 0,0 16 11 16,0 12 42-1,0 7 59-15,0 0 30 0,-2 17-54 16,-3 12-34-16,3 6-31 0,2 7 39 16,0 4-21-1,0-2 17-15,0-2-29 0,7-7-6 16,3-7-12-1,2-10-13-15,-1-11-24 0,0-4-171 16,7-3-105 0,-2-12-90-16,-3-4-220 0</inkml:trace>
  <inkml:trace contextRef="#ctx0" brushRef="#br0" timeOffset="85572.57">2294 11703 814 0,'0'0'256'0,"0"0"-189"15,0 0 47-15,0 0 120 16,0 0 15-16,0 0-131 0,0 0-55 16,-21-36 9-1,7 29 39-15,1 7-56 0,1 0 4 16,-2 0-37 0,1 4 13-16,1 12-5 0,3 7-21 15,1 0-9 1,1 7 1-16,2-1-9 15,5-2 19-15,0 0-16 0,0-6 16 16,0-9-19 0,0-1 8-16,5-11-1 0,4 0-11 15,2-2-1 1,0-19 13-16,0-8 0 0,-2-8-15 16,-1-1 15-16,0-1 0 0,-6 2-6 15,0 7 6 1,0 6 0-16,-2 11 0 0,0 8 9 15,0 5 7 1,0 0 54-16,0 2-24 0,0 14-21 16,0 5-16-1,0 3-18-15,0-1 5 0,0 1 4 16,0-3-1 0,7-4-10-16,5-2 10 15,-2-6-22-15,1-2 22 0,1-3-19 16,1-4 20-16,1 0-42 15,-1 0 10-15,0-6-8 16,3-11 22-16,-5-4 18 16,2-5-6-16,-4-2 0 15,-2-3 0-15,-1 5-6 16,-3 3 20-16,-3 4-17 16,0 7-2-16,0 6 11 15,0 2 15-15,0 1-3 0,0 3 26 16,0 0-15-1,0 0 24-15,0 0-47 0,0 0 0 16,0 3 2 0,0 1-8-16,4 2-4 0,3 2 3 15,2 3 6 1,4 3 2-16,-2 6-2 0,4-1 7 16,-1 3-15-1,-1 2 22-15,1 1-22 0,-3 1 11 16,-5-1-2-16,-3 0 13 0,-3-1 9 15,0-2 27 1,0-2-1-16,-3-2 24 0,-10 1-33 16,-3-2 37-1,1-1-63-15,-3-3 11 0,5-4-24 16,-1-4-22 0,6-5-53-16,3 0-92 0,1-9-82 15,4-7-376-15</inkml:trace>
  <inkml:trace contextRef="#ctx0" brushRef="#br0" timeOffset="85794.49">2824 11737 1949 0,'0'0'128'0,"0"0"-103"16,0 0-25-1,0 0 0-15,0 0-114 0,0 0-216 16,0 0-698-16</inkml:trace>
  <inkml:trace contextRef="#ctx0" brushRef="#br0" timeOffset="93238.46">548 12721 932 0,'0'0'172'0,"0"0"-165"16,0 0 84-1,0 0-30-15,0 0 0 0,0 0 3 16,0 80 3 0,0-49-1-16,4 6 1 0,3 6 12 15,0 9-31 1,2 4 35-16,-1 4-33 0,4 5 3 15,-3-5-36-15,-1-2 7 0,1-10-1 16,-2-13-5 0,-2-10 8-16,-3-12-25 0,0-10 16 15,-2-3-11 1,2 0-2-16,5-20-4 0,-1-8 28 16,6-11-27-1,-1-3 7-15,3-4-8 0,1-2 7 16,3 6-14-1,5 4 14-15,-2 9-17 0,4 12 7 16,2 13 2 0,0 4-11-16,-3 6 12 0,3 20 22 15,-5 9-12-15,-4 2 9 16,-5 5-19-16,-4 0 23 16,-4 1-23-16,-5-6 14 15,0-5-13-15,0-8 12 16,0-7-13-16,-12-9-2 0,-3-8 2 15,-3 0-38 1,-4-4 27-16,0-10-3 0,-1 0 2 16,5 2 22-1,5 2-17-15,4 2 7 0,3 6 0 16,3 2 0 0,3 0 6-16,0 0-7 0,0 0 2 15,0 0 10 1,0 7-4-16,0 4-6 0,9-2-1 15,0 0 15-15,2-4-15 0,3 2 0 16,1-7 12 0,3 0-11-16,2 0 38 0,0-2-19 15,4-14 22 1,-3-4-41-16,0-7 30 0,-2-7-30 16,-1-2 10-1,-5-5 1-15,1-2-12 0,-6 3 0 16,-1 4-11-1,-3 7 3-15,-2 12 16 0,0 8-13 16,1 9 15-16,2 0 14 16,1 9 24-16,1 15-14 15,4 4-17-15,0 7-8 16,0-3 39-16,0-1-30 16,-1-4 20-16,-4-8-36 15,-2-7-4-15,-2-4-4 16,1-8-41-16,-3 0-113 15,0-20-191-15,-7-6-133 16,-8-4-434-16</inkml:trace>
  <inkml:trace contextRef="#ctx0" brushRef="#br0" timeOffset="93418.6">1007 12901 1437 0,'0'0'136'0,"0"0"-115"0,0 0-5 16,0 0-9-1,0 0-7-15,49-129-105 0,-31 98-192 16,-5 9-473-16</inkml:trace>
  <inkml:trace contextRef="#ctx0" brushRef="#br0" timeOffset="94042.91">1422 13017 626 0,'0'0'294'0,"0"0"-166"16,0 0 28-16,0 0 22 16,0 0-55-16,0 0-44 15,0 0 5-15,-14-99-25 16,5 85 42-16,-1 6-33 15,-7 2 10 1,2 4-44-16,-3 2 2 0,1 0-12 16,3 12-24-16,3 10-5 15,2 6-20-15,4 6 25 16,3 6-8-16,2 2-4 16,0 0 24-16,0-5-21 15,14-6 9-15,-1-11-5 0,5-8 4 16,-3-10-12-1,1-2 13-15,-1-5 0 0,2-21 12 16,-2-11-3 0,-4-7 7-16,0-6-9 0,-4-1-7 15,-1 5 0 1,-1 8 3-16,-2 11-6 0,-1 13 6 16,0 9 3-16,0 5 12 0,-2 9 86 15,2 15-68 1,0 6-5-16,3 4-23 0,-1-1 13 15,0-1-3 1,4-6-18-16,-4-3 0 0,3-7-54 16,1-9-54-1,6-7-181-15,-3 0-106 0,1-14-409 0</inkml:trace>
  <inkml:trace contextRef="#ctx0" brushRef="#br0" timeOffset="94384.39">1676 12784 537 0,'0'0'730'0,"0"0"-605"15,0 0-12 1,0 0 117-16,0 0-88 0,0 0-44 16,0 0-1-1,-56 113-6-15,49-87-48 0,5 1-11 16,2-3 1-1,0-4-32-15,0-2 4 0,9-1 6 16,7-3-22-16,4-2 18 16,2 3-14-16,-2-5 8 15,1 2-1-15,-4 0 1 16,-3-2-1-16,-8-2 18 16,-1 0 0-16,-5-2 75 15,0-2-23-15,0 1 7 16,-5-2-53-16,-9-3-24 15,-5 2-9-15,-2-2-68 16,-3 4-50-16,-5 13-84 16,5-2-188-16,4 6-643 0</inkml:trace>
  <inkml:trace contextRef="#ctx0" brushRef="#br0" timeOffset="95393.37">851 14101 819 0,'0'0'265'0,"0"0"-145"15,0 0 22 1,0 0 12-16,0 0-13 0,0 0-30 16,0 0-18-1,-2-8 38-15,2 8-28 0,0 0-10 16,0 0-56-16,0-2 9 0,-2 2-30 15,2-2 9 1,0-4-19-16,0-2 2 0,0-6 6 16,0-2-12-1,0 0-4-15,0 0 14 0,0 5-16 16,0 3 5 0,0 6-2-16,0 2 2 0,0 0 17 15,0 0 33-15,0 10-23 16,0 4 4-1,4 13-32-15,0 1 26 0,-2 6-25 16,3 6 31-16,-3 4-26 0,-2 0 23 16,0 4-11-1,3-1 6-15,-1-1 10 0,0-2-20 16,1-4 1 0,3-4-5-16,-2-10-17 15,1-5 16-15,2-1-17 16,-3-6 8-16,1-9 0 15,-1-1-8-15,-2-1-16 0,3-3-41 16,-1 0-107 0,0-9-58-16,4-7-138 15,-6-3-219-15</inkml:trace>
  <inkml:trace contextRef="#ctx0" brushRef="#br0" timeOffset="96007.05">1087 14137 902 0,'0'0'207'0,"0"0"-115"0,0 0 47 15,0 0-56-15,0 0 0 16,0 0-26-16,0 108 20 16,0-83-7-1,0 4 44-15,0-3-28 0,0-6-27 16,5-3-17-16,1-5-41 0,3-9 19 16,-2-3-20-1,0 0 24-15,1 0-14 0,-1-8 23 16,0-11-32-1,2-8 9-15,0-5-5 0,-3-1-5 16,-1-2-10 0,0 5-9-16,-1 5 19 0,-2 11-4 15,0 5-8 1,-2 9 24-16,0 0-12 0,0 2 15 16,0 14-5-1,0 6-10-15,5 2 7 0,-1 6-17 16,6-6 20-16,3 2-19 15,3 1 17-15,1-11-14 16,1-5 6-16,-1-4 0 16,-1-6-1-16,0-1 1 15,-5-4 28-15,-2-18-26 16,-3-10 41-16,-3-10-29 16,-3-9 14-16,0 2-26 15,0-1 4-15,-3 6-6 0,-3 9 0 16,-1 12-1-1,3 11-21-15,2 9-25 0,2 3-83 16,0 13-136 0,0 5-312-16</inkml:trace>
  <inkml:trace contextRef="#ctx0" brushRef="#br0" timeOffset="96424.95">1518 14119 907 0,'0'0'286'16,"0"0"-171"-16,0 0 69 0,0 0-30 15,0 0-30 1,0 0-96-16,0 0 1 0,0 64-29 15,8-44 30 1,4-2-15-16,-1 0 13 0,-3-8 0 16,2-1-11-16,-1-9 4 0,-3 0-14 15,-2 0 50-15,3-13-44 16,-2-9 40 0,-1-6-10-16,-1-4 1 15,-3-2-43-15,0 6 20 0,0 0 4 16,-3 7-5-1,-6 12 38-15,-2 9 7 0,0 0 12 16,-3 0-44 0,1 19-33-16,-1 8-3 0,6-1-22 15,-1 1-57-15,5-3-60 16,4-5-109-16,0-4-133 0,0-10-432 16</inkml:trace>
  <inkml:trace contextRef="#ctx0" brushRef="#br0" timeOffset="96746.29">1678 13832 738 0,'0'0'644'0,"0"0"-550"16,0 0-46-16,0 0 91 15,0 0-4-15,0 0-32 16,76 114-52-16,-47-76 15 16,2 8 20-16,-2 8 12 15,0 4 47-15,-7 5-21 16,-4-3 16-16,-9-6-52 16,-5-9-15-16,-4-9-60 15,0-13 10-15,0-5-23 0,-11-5-24 16,-4-8-60-1,-5 0-99-15,-16-5-54 0,7 0-255 16,2-10 89-16</inkml:trace>
  <inkml:trace contextRef="#ctx0" brushRef="#br0" timeOffset="97872.37">2246 13287 441 0,'0'0'706'0,"0"0"-567"15,0 0 15-15,0 0 130 16,0 0-43-16,0 0-72 0,0 0-64 16,-26 8-20-1,26-8-36-15,0 0-26 0,8 0-1 16,15 0 19-1,8-2 40-15,7-8-61 0,7-2 21 16,4-5-29-16,4 3 25 16,-2-1-37-16,-1-2 1 15,-6 5-1-15,-11 2 1 16,-6 4-2-16,-6 2 15 16,-11 0-25-16,-1 4 17 15,-5-1-12-15,-1 1-13 0,-3 0-33 16,0 0-48-1,0-5-26-15,0-2 6 16,0-2-29-16,0-3 28 16,0-2-86-16,0-2 51 0,-7 2 2 15,1 2 51 1,-1 2 16-16,-2 0 54 16,2 0 33-16,-4 4 14 0,3-2 53 15,-4 4 26-15,3 2 26 0,1-1-26 16,-2 3 56-1,3 0-7-15,1 0 8 0,2 0-24 16,2 0-20 0,-1 0 1-16,3 5-50 0,0-1-18 15,0 1-30 1,0 2-16-16,11 1 20 0,5 2-26 16,1 0 13-1,4 1 0-15,1-2-1 0,-2 1 2 16,0 0-8-16,-1 0 17 15,-4 2-13-15,-2 0 11 16,-6 0 4-16,-3 0-11 16,-4 1 24-16,0-2 4 15,0 3 16-15,-14 2-14 16,-3 1-30-16,-3 1 4 16,2 0 4-16,5-3-18 15,2-2 9-15,1-3 0 16,6-6-47-16,2-3-43 15,2-1-71-15,0 0-143 0,0-1-191 16,0-8-249-16</inkml:trace>
  <inkml:trace contextRef="#ctx0" brushRef="#br0" timeOffset="98303.62">3118 12976 745 0,'0'0'545'15,"0"0"-443"-15,0 0-76 16,0 0 112-16,0 0 2 15,11 137-13-15,-2-96 19 0,-2-1-24 16,2-5-28 0,-5-8-64-16,0-7-1 0,-4-5-29 15,3-13 0-15,-3-2-120 16,0-18-167-16,0-10-70 16,-11-7-405-16</inkml:trace>
  <inkml:trace contextRef="#ctx0" brushRef="#br0" timeOffset="98465.23">3015 12777 1137 0,'0'0'503'0,"0"0"-491"0,0 0 0 16,0 0-1-1,0 0-11-15,0 0-90 0,0 0-198 16,23 20-369-16</inkml:trace>
  <inkml:trace contextRef="#ctx0" brushRef="#br0" timeOffset="99225.26">3345 12893 778 0,'0'0'273'16,"0"0"-191"-16,0 0 78 15,0 0 9-15,0 0-103 16,0 0-18-16,0 0 7 0,16 109 37 16,-9-82 7-1,1-1 30-15,-1-1-58 16,3-4 16-16,-6-9-22 15,0-4 0-15,-2-5-34 16,-2-3-25-16,0 0 9 16,0 0 1-16,0-6 0 15,0-11-7-15,0-9-10 0,0-3 2 16,0-8-2-16,0-1-11 16,0 4 2-16,7 6 9 15,2 9-11 1,-2 5 11-16,1 7-4 0,1 7 4 15,3 0 2 1,3 12 35-16,1 11-12 0,1 3 2 16,2 2 28-1,-3-2-17-15,-3-1 24 0,-3-5-36 16,-2-6 2-16,-4-5-26 0,-4-6-2 16,0-3-71-1,0 0-36-15,0 0-70 0,2-12-167 16,-2-5-47-1,0-1-492-15</inkml:trace>
  <inkml:trace contextRef="#ctx0" brushRef="#br0" timeOffset="99581.67">3602 12378 829 0,'0'0'563'0,"0"0"-472"16,0 0-50-16,0 0 55 15,38 144 85-15,-21-79-45 16,1 5 12-16,1 2-55 16,-2 3-30-16,1-5 14 15,-3-5-18-15,-1-10-38 16,-1-13-21-16,-3-14-1 16,-4-14-113-16,-4-12-67 15,-2-12-206-15,0-17-166 0,-12-7-485 0</inkml:trace>
  <inkml:trace contextRef="#ctx0" brushRef="#br0" timeOffset="99781.56">3534 12779 1048 0,'0'0'529'0,"0"0"-433"0,0 0-48 16,0 0 176-16,0 0-80 0,0 0-85 15,0 0-18 1,30 8-23-16,-10-20-18 0,2 0-37 16,3-4-55-1,13-5-180-15,-7 4-19 0,-4 8-369 16</inkml:trace>
  <inkml:trace contextRef="#ctx0" brushRef="#br0" timeOffset="100512.36">3923 12962 892 0,'0'0'147'16,"0"0"-90"-16,0 0 51 15,0 0 39-15,0 0-66 16,0 0-7-16,0 0-4 15,29-58-25-15,-27 35 1 0,0 1-28 16,0 0 26 0,-2 3-27-16,0 0 27 0,0 7-25 15,-2 0 26 1,-9 7-34-16,3 0-11 0,-2 3 0 16,3 2-6-16,1 0 6 15,2 9 0-15,1 8 0 0,3 5 12 16,0 4-24-1,0 4 10-15,0 3 2 0,7 1 1 16,4-4-1 0,3-6 0-16,-1-8 3 0,3-8-16 15,-1-8 26 1,1 0-11-16,1-16-1 0,-1-9 20 16,-3-9-11-1,1 1-4-15,-5-6-4 0,-1 4 9 16,-3 1-16-16,-2 3 13 15,-3 5-2-15,0 6-4 16,0 4 18-16,0 8-2 16,0 2 21-16,0 4 4 15,0 2 2-15,0 0 27 16,0 0-39-16,0 13 10 16,0 1-43-16,4 5 3 15,7 7 8-15,0-1-5 16,0 7-6-16,0-5-7 15,-2-1 7-15,-2-4 0 0,-2-4 4 16,-3-7 2 0,-2-8 17-16,0-3-13 0,0 0 52 15,0-7-37 1,0-13-14-16,-5-7-4 0,-2-3-7 16,1-4 0-1,3 4 8-15,3 4-19 0,0 8 22 16,0 6-24-1,0 5 1-15,3 0-14 0,6 2-35 16,4-8-20-16,0-1-184 0,-1 0-370 0</inkml:trace>
  <inkml:trace contextRef="#ctx0" brushRef="#br0" timeOffset="101843.95">4433 12631 605 0,'0'0'374'15,"0"0"-192"-15,0 0-92 16,0 0 30-16,0 0-4 16,0 0-75-16,0 0 17 15,-18-28 12-15,16 26 68 0,-2 2-38 16,1 0-21-1,-1 0-16-15,2 0-37 0,-5 8-26 16,3 5 0 0,-3 6-13-16,2 3-26 0,3 2 29 15,0 3-5 1,2-2 9-16,0 1 3 0,0-2-3 16,4-4 0-1,10-1 3-15,1-5-5 0,1-2 13 16,2-2-12-16,2-5 14 0,1 0-4 15,-4-5 5 1,3 0-8-16,-3 0 14 0,2-5 1 16,-1-13 20-1,-1-3-15-15,-3-10 23 0,-1-1-31 16,-4-4 23 0,0-2-26-16,-4 2 24 0,-3 0-20 15,-2 2-4-15,0 4 7 16,0 3-15-16,-5 5 33 15,-9 4-28-15,2 7 28 16,-2 3-34 0,-1 1 15-16,1 7-14 0,3 0-1 15,0 0 13-15,5 11-7 16,-2 6-1-16,6 6 4 16,0 3-18-16,2 2 16 15,0 4-16-15,0-2 18 16,8 2-13-16,8-4 4 15,0-2 0-15,2-4-1 0,-2-6 2 16,1-6-10 0,-1-3 21-16,1-7-24 0,2 0 24 15,-2 0-24 1,1-13 8-16,0-8 3 0,0-8-4 16,0-5-7-1,-3-4 12-15,-1-3-35 16,-1 0 34-16,-7-3-1 0,2 4-7 15,-6 3-3-15,-2 5 11 16,0 6-9-16,0 6 10 16,0 8 0-16,0 5 0 15,0 2 34-15,-4 5-27 16,1 0 48-16,0 2-36 16,1 15 27-16,0 8-34 15,2 11-3-15,0 9-9 16,0 9 0-16,0 10 0 0,7 8 12 15,6 7-16 1,3 2 11-16,0 0 9 0,2-11-1 16,-5-12 45-1,-2-14-51-15,-4-15-9 0,-3-17 0 16,-1-7-28-16,-1-5-32 16,-2 0-76-16,0-16 12 15,0-31-68-15,0 1-81 16,0-1-360-16</inkml:trace>
  <inkml:trace contextRef="#ctx0" brushRef="#br0" timeOffset="102215.7">4807 12468 679 0,'0'0'362'15,"0"0"-278"-15,0 0 48 0,0 0 40 16,0 0-38 0,0 0-74-16,0 0-37 0,-2-1 9 15,14 1 5-15,3 0 28 0,1 0-33 16,-1 8 34 0,1 4 2-16,-1 0 24 0,-3 4-39 15,-1 4 14 1,-5 0 10-16,-1 1-10 0,-5 2 5 15,0-1-60 1,0-4 37-16,-2 0-49 0,-11-2 20 16,-1-4-19-1,-3-2 20-15,0 0-21 0,2-3-27 16,-1 0 0 0,5 0-16-16,3-4-4 0,3 1-73 15,2-2-4-15,3-2-144 0,0 0-113 16,0-4-434-16</inkml:trace>
  <inkml:trace contextRef="#ctx0" brushRef="#br0" timeOffset="102625.72">5006 12005 557 0,'0'0'632'0,"0"0"-557"16,0 0 14 0,25 126 75-16,-12-68 13 0,-1 11-34 15,1 3 36 1,0 0-14-16,-2-6-13 0,-2-8 1 16,0-9-88-1,0-15-23-15,-4-10-36 0,-1-10-12 16,0-6-14-16,-4-4-35 15,0-4-78-15,0 0-73 16,0-17-139-16,0-3-177 0,-4-1-147 0</inkml:trace>
  <inkml:trace contextRef="#ctx0" brushRef="#br0" timeOffset="102887.13">4850 12351 1358 0,'0'0'323'15,"0"0"-244"-15,0 0 66 16,0 0 54-16,0 0-23 16,0 0-76-16,0 0 6 0,100 0-68 15,-66-14-14 1,-1-3-24-16,0-1-6 0,-4 0-40 15,-2 1-71 1,-2 4-46-16,4-6-173 0,-6 6-55 16,-6 0-432-16</inkml:trace>
  <inkml:trace contextRef="#ctx0" brushRef="#br0" timeOffset="103257.62">5314 12191 965 0,'0'0'336'16,"0"0"-206"-16,0 0 86 16,0 0 83-16,0 0-80 15,0 0-163-15,0 0-16 16,6 119-12-16,-1-83 9 16,2 3-37-16,2-6 1 0,1-3-1 15,2-6 6 1,1-6-12-16,3-7 12 0,-3-6-17 15,3-5 6 1,-1 0-3-16,1-7 10 0,-3-13-2 16,0-6 13-1,-1-5-7-15,-5-1 13 0,-5-2-17 16,-2 0 21 0,0 5-23-16,-7-2 31 0,-13 9-31 15,-7 6 30-15,-4 6-15 16,-5 10 4-16,-4 0-19 15,-3 16-15-15,-3 12-59 0,-30 32-128 16,14-6-292 0,4-2-823-16</inkml:trace>
  <inkml:trace contextRef="#ctx0" brushRef="#br0" timeOffset="104191.3">3370 13622 375 0,'0'0'166'15,"0"0"-123"-15,0 0 52 16,0 0 47-16,0 0 11 16,0 0-49-16,129-51-3 15,-90 44-24-15,9-3-39 16,14-3-2-16,10-3-19 16,10-4 47-16,12-4-13 15,1-4-16-15,9-4-35 16,0 0 11-16,3-2-3 15,2 2 3-15,1 0 5 16,-3 2-10-16,-3-1 35 0,-1 4-12 16,-2 0 29-1,-4 1-33-15,3-2 32 0,-4 0-16 16,3-4-22 0,-3-1-9-16,-5-2-7 0,-4 0-3 15,-7 3 12-15,-8 5-6 16,-8 5-5-16,-8 3 24 15,-7 7-24-15,-14 2 18 16,-8 6-6-16,-9 3-12 16,-11 1-2-16,-7 0-6 15,0 0-2-15,0 0-61 16,-13 0-50-16,-6 0-32 16,-7 0 30-16,6 0-50 15,0 3-149-15</inkml:trace>
  <inkml:trace contextRef="#ctx0" brushRef="#br0" timeOffset="106576.57">18060 14780 474 0,'0'0'238'15,"0"0"-107"1,0 0 38-16,0 0-21 0,0 0 0 16,0 0-43-1,0 0-16-15,0-43 16 0,0 36-16 16,0-3 27 0,0 2-29-16,0 0-12 0,0 2-37 15,-2-1 23-15,0 7-32 16,2-5 16-16,0 5 0 15,0 0-2-15,0 0-1 16,0 0-20-16,0 0 13 16,0 0-35-16,0 0 29 0,0 5-27 15,0 16 22 1,0 6-24-16,0 10 0 0,0 8-1 16,2 3 2-1,2-2-3-15,1-2 11 0,1 0-9 16,-1-10 12-1,0-2-21-15,-1-6 19 0,0-2-11 16,1-10 1-16,-1-2-1 16,-2-2 1-1,0-2 0-15,0-8-9 0,-2 0 25 16,0 0 7 0,0 0 3-16,0 0 31 0,0 0-36 15,0 0 2-15,0 0-10 0,0 0-12 16,0 0-2-1,0 0 12-15,0 0-25 0,0 0 7 16,0 0-14 0,0-4-35-16,0 0 5 0,0 0-59 15,-6 0-58 1,-3-2-84-16,1-2 34 0,-8-6-51 16,3 4-125-1,1 2-124-15</inkml:trace>
  <inkml:trace contextRef="#ctx0" brushRef="#br0" timeOffset="106848.4">17967 15105 861 0,'0'0'251'15,"0"0"-116"-15,0 0 55 0,0 0-23 16,0 0-55 0,0 0-8-16,0 0 13 0,-7 19-33 15,7-19 30 1,13 3-15-16,5-1 16 0,2 2-59 15,0-1 7 1,1-3-42-16,0 0 1 0,0 0-11 16,-3 0-10-16,-3 0-2 15,-3 0-10-15,-4 0 10 16,-3 0-35-16,-1 0 1 16,0 0-59-16,-2-7-29 15,-2 2-81-15,0-7-46 16,0-13 9-16,0 4-120 15,0 2-302-15</inkml:trace>
  <inkml:trace contextRef="#ctx0" brushRef="#br0" timeOffset="107223.15">17971 14708 175 0,'0'0'581'0,"0"0"-400"15,0 0-34-15,0 0 50 16,0 0 25-16,0 0-84 15,0 0-34-15,-9 0-30 0,9 0 35 16,0 0 12 0,11-8-28-16,5 2-28 0,1-2-43 15,4 1 9 1,-2 0-25-16,2 3-3 0,-5-2 6 16,-3 3-18-1,-7 3-6-15,2 0-50 0,-6 0-81 16,0 0-130-1,-2 9-81-15,0 2-500 0</inkml:trace>
  <inkml:trace contextRef="#ctx0" brushRef="#br0" timeOffset="107872.38">18252 14950 600 0,'0'0'173'0,"0"0"-86"0,0 0 25 15,0 0 85 1,0 0-48-16,0 0-31 0,0 0-28 16,-16-71-7-1,16 64 10-15,0 7-33 0,0 0 33 16,0 0-21 0,0 0 10-16,5 16-37 0,1 5 8 15,3 6-17-15,-2-1-19 0,2 0 6 16,-5 1-13-1,1-5 21-15,-3-4-30 0,0-4 25 16,-2-4-26 0,0-6 7-16,0-4-7 0,0 0-7 15,0-4-9 1,2-18 8-16,1-6-1 0,2-6 18 16,1-2-22-1,3 0 25-15,2 8-24 16,0 3 19-16,0 10-14 0,1 11 7 15,-1 4 0-15,1 0 15 16,0 6 0-16,1 16 18 16,1 8-33-16,-3-2 29 15,-3 2 1-15,-2-4 22 16,-2-2-27-16,0-8 2 16,-4-2-16-16,3-12-11 15,-3-2-10-15,0 0-70 16,0 0-16-16,0-2-96 15,0-20-54-15,0 0-48 0,2-2-368 0</inkml:trace>
  <inkml:trace contextRef="#ctx0" brushRef="#br0" timeOffset="108286.16">18533 14540 613 0,'0'0'365'0,"0"0"-209"16,0 0-20-16,0 0 2 15,0 0-7-15,0 0-34 16,0 119 29-16,2-74 1 16,7 3-23-16,2 7 0 15,-2-7-29-15,2-2-5 16,-4-6-53-16,-1-6 16 15,-2-10-33-15,0-8 0 0,-2-6-15 16,-2-8-31 0,0-2-67-16,0 0-148 0,0-12 0 15,0-6-128 1,-8-3-153-16</inkml:trace>
  <inkml:trace contextRef="#ctx0" brushRef="#br0" timeOffset="108507.85">18457 14872 666 0,'0'0'503'0,"0"0"-365"16,0 0-21-16,0 0 87 16,0 0-42-16,0 0-37 0,0 0-56 15,83-84 0 1,-66 68-60-16,1 5 9 0,-5 2-18 15,1 1-30-15,-3 4-72 16,5 4-114-16,-3 0-54 16,-2 0-322-16</inkml:trace>
  <inkml:trace contextRef="#ctx0" brushRef="#br0" timeOffset="109292">18807 14887 454 0,'0'0'316'15,"0"0"-179"-15,0 0 1 0,0 0 24 16,0 0-16 0,0 0-59-16,0 0-11 0,9-46-20 15,-9 34-2 1,0-5-13-16,0 2-24 0,0 1 5 15,0 1-20 1,-9 1 21-16,2 3-23 0,-4 0 26 16,2 3-26-16,0 4 22 0,0 2-11 15,1 0 9 1,1 0 25-16,2 17-34 0,1 0-7 16,1 1 8-1,3 9-18-15,0-4 12 0,0 1 0 16,0 1-5-1,3-4-1-15,8-2 9 0,0-5-8 16,2-1-2-16,1-13 7 16,1 0 7-16,3 0-12 15,1-11 21-15,-2-10-22 16,1-2 4-16,-1-3-4 16,-3-6-7-16,-3 2 6 15,-2-1-24-15,-2 4 19 16,-3 0-48-16,-4 5 31 15,0 4 9-15,0 8 13 16,0 0 2-16,0 6 13 16,0 2 28-16,0 2-8 0,0 0 24 15,0 0-15 1,0 2 18-16,0 8-45 0,0 6-5 16,0 0-1-1,5 6 0-15,3 5-10 0,-1-4-6 16,2 5 4-1,0 1 4-15,-3-5-12 0,1-2 24 16,-2-2-13 0,-3-6 0-16,-2-5 18 0,0 0-17 15,0-9 24-15,0 0 8 0,0 0-25 16,0-4 7 0,0-10-5-16,0-8 14 15,0-8-4-15,0 2 13 16,0-6-33-16,0 5 13 0,0 3-14 15,0 8-10 1,0 4 9-16,5-3-24 0,-3 8 15 16,2 3-64-1,-2 2-19-15,5 0-101 0,-2 4-34 16,-1-4-292-16</inkml:trace>
  <inkml:trace contextRef="#ctx0" brushRef="#br0" timeOffset="110620.91">19271 14698 464 0,'0'0'339'0,"0"0"-135"16,0 0-85 0,0 0 40-16,0 0-50 0,0 0-40 15,0 0 8 1,6-14 11-16,-4 9-17 0,-2-2-13 15,0 3 27 1,0 0-44-16,0 2 27 0,0 2-39 16,0 0 5-1,-6 0-27-15,-1 0 1 0,-2 12-8 16,0 5-2-16,1 0-6 0,3 5 6 16,1 0-10-1,1-4 18-15,3 2-17 0,0-3 9 16,0 1 2-1,0-6-2-15,12 2-5 0,0 0 6 16,2-4 1 0,2-2-13-16,0-3 26 0,-1-1-14 15,1-4 2 1,-1 0 20-16,1 0-20 0,-1-4 5 16,1-7 3-16,-1-8-7 15,-1 0 12-15,-1-1-12 16,1-4 8-16,-5-1-3 15,-3 4-10-15,-2-2 9 16,-1-3-1-16,-3 5-5 16,0-2 2-16,0 3 14 15,0 4-15-15,0 3 0 16,-7 4 9-16,1 5 1 0,1 2-10 16,-1 2 16-1,-2 0-17-15,0 2-5 0,1 14 4 16,3-2 2-1,2 7-9-15,2 2 16 0,0 0-19 16,0-2 23 0,0 4-24-16,4-1 14 0,5-1-3 15,4 0 2-15,-1-5-1 0,0-6 0 16,2-6-8 0,-3-3 0-1,0-3 16-15,1 0-9 0,1-17 2 16,-2-5 1-16,0-9-2 0,-2 4-16 15,0-10-15 1,-4 4-9-16,-3-1 26 0,-2 3 6 16,0 4-4-1,0 4 22-15,0 7-16 0,0 8 12 16,0 6 10-16,0 2 15 16,0 0 22-1,0 8-12-15,0 16-40 0,0 6 4 16,4 10 10-16,3 11-22 15,1 2 17-15,2 10-12 16,1 0 8 0,3 6-6-16,-4 0 1 0,1-11 8 15,-1 0 35-15,-2-19-10 16,-3-12 14-16,-3-13-48 16,-2-13-10-16,0-1-85 15,0-1-31-15,0-26 23 0,0-3-42 16,0-10-46-1,0-30-97-15,0 9-13 0,-4 8-192 0</inkml:trace>
  <inkml:trace contextRef="#ctx0" brushRef="#br0" timeOffset="110991.99">19643 14616 563 0,'0'0'353'0,"0"0"-189"0,0 0-9 15,0 0 32 1,0 0-18-16,0 0-75 0,0 0-12 16,-34-22-22-1,34 20 41-15,0 2-38 0,0-5 4 16,0 5-31 0,9-3 3-16,5 1-9 0,1 2-24 15,1 0 3 1,-1 5-3-16,3 8 5 0,-5 5-2 15,-3 2 0-15,-6 1-9 0,-2 4 24 16,-2-1 2 0,0-6 7-16,-6 5 2 15,-8-11-34-15,-3 2-1 16,-1-1 12-16,-3-6-25 16,4-2 4-16,1 2-16 15,5-7-31-15,2 4 5 16,4-4-27-16,3 0-67 0,2 0-71 15,0 0-65 1,0 0-92-16,10-9-412 0</inkml:trace>
  <inkml:trace contextRef="#ctx0" brushRef="#br0" timeOffset="111411.84">19817 14253 446 0,'0'0'571'16,"0"0"-395"-16,0 0-63 15,0 0 31-15,0 0-56 16,0 0 0-16,2 138-39 16,7-90 45-16,-1 7-10 15,2-1 31-15,-1 2-13 16,-3-6-12-16,0-10-7 15,0-8-29-15,-4-16-21 0,0-6-33 16,-2-10-1 0,0 0-87-16,0 0-44 0,0-15-86 15,0-19-13 1,-4 3-170-16,-6 4-530 0</inkml:trace>
  <inkml:trace contextRef="#ctx0" brushRef="#br0" timeOffset="111667.48">19736 14471 916 0,'0'0'363'0,"0"0"-255"0,0 0-5 16,0 0-7-1,0 0 6-15,0 0 34 0,0 0-63 16,45-30 14-16,-27 19-41 0,2 1 12 15,0-1-52 1,0 3 11-16,-2-2-17 16,-1 2-12-16,-1 2-38 15,-3-4-111-15,1 2-39 0,-7 0-132 16,-1 2-261-16</inkml:trace>
  <inkml:trace contextRef="#ctx0" brushRef="#br0" timeOffset="112219.66">20044 14541 704 0,'0'0'329'15,"0"0"-242"-15,0 0 11 0,0 0 14 16,0 0-34 0,0 0-37-16,0 0 15 0,-7 77-3 15,7-67-34 1,2 0 13-16,7-3-22 0,3 2 32 15,-1-1-21 1,0-2 31-16,0-2-21 0,0-4 14 16,1 0-10-1,-1 0-28-15,-1 0 4 0,4 0-4 16,-3-10 16-16,-1-2-9 0,-2-5 34 16,1-2-17-1,-5-3 51-15,1 0-25 16,-5-2-13-16,0 0-8 15,0 2-35-15,0 2 30 0,-3 4-18 16,-10 2 33 0,-1 3-10-16,-3 8 19 0,-1-3-15 15,1 6 9-15,-1 0-42 16,-1 6-7-16,2 12-22 16,1 6-57-16,3 6-20 15,-1 5-49-15,-1 18-79 16,6-9-128-16,-2-4-554 0</inkml:trace>
  <inkml:trace contextRef="#ctx0" brushRef="#br0" timeOffset="125891.12">24627 7437 998 0,'0'0'233'0,"0"0"-164"15,0 0 4-15,0 0 82 16,0 0-54-16,0 0-36 16,-7-2-37-16,7 2 20 15,0 0 46-15,0 0-9 0,-4 2 7 16,2 13-19-1,-2 7-29-15,-4 10-42 0,2 8 18 16,-1 8-19 0,3 6 3-16,2 6-3 0,2 0-1 15,0 0 0 1,0-3 2-16,11-10-4 0,5-7 12 16,3-12-14-1,6-11 13-15,2-9 1 0,0-8 8 16,4-5-8-16,-2-18 6 15,-2-12-8-15,-1-6 11 16,-4-10-18-16,-4-3 27 16,-5-1-28-16,-3-3 15 15,-8 5-14-15,-2 0 13 0,0 8-6 16,-10 0-1 0,-9 9 6-16,-6 6-12 0,-2 6 12 15,1 10-11-15,-3 10 21 16,2 4-6-16,-1 14-7 15,3 20-10-15,0 12-1 16,5 9 0 0,5 5-9-16,3 2 8 0,8 0-21 15,4-4 14 1,0-6-36-16,0-6 33 0,16-11-23 16,5-11 2-16,2-13-17 0,6-11 6 15,4 0 14 1,1-27 24-16,4-16-1 0,2-12 13 15,0-8-15 1,-3-7 18-16,2-6-15 0,-3 2 13 16,-5 2-7-16,-7 5 6 15,-4 10-5-15,-6 10 12 16,-6 10-13-16,-5 12 40 16,-3 7-18-16,0 12 30 15,0 6-9-15,0 0 23 16,0 19-45-16,-7 14-20 15,-6 10 0-15,-1 10 0 16,1 10-2-16,-1 0 13 16,1 3-18-16,2 1 13 15,2-9-13-15,3-6 12 16,3-8-7-16,3-12 1 0,0-6-8 16,0-10 8-1,5-5-15-15,3-8 14 0,6-3-2 16,1 0-5-16,1-2 16 15,0-13-3-15,2-5-5 16,-5 1 0-16,1 0 2 16,-6-2-2-16,-3 3 9 15,-5 0-8-15,0 4 15 16,0 0-16-16,0 4 18 16,-11 4-18-16,-3 2 28 0,-3 4 5 15,-2 0-8 1,2 10 4-16,-3 10-29 0,4 6 0 15,3 0 13 1,2 4-26-16,6 1 21 0,2 1-16 16,3-5 3-1,0-5 4-15,8-5-1 0,7-8-19 16,5-9-11 0,5 0 0-16,1-13 25 0,8-17 11 15,0-13-11-15,-1-3 4 16,0-4 3-16,-1 0 0 15,-8 8 0-15,-7 4-1 16,-5 12 2-16,-5 6 10 16,-3 10-11-16,-4 5 47 15,0 5-3-15,0 0 27 16,0 23-46-16,-4 7-13 16,-7 7-6-16,1 12-6 0,2 3 0 15,-1 6 11 1,-1 3-2-16,2-2-8 0,-3 4 34 15,-3-7 1 1,3-7 21-16,1-8-20 0,0-13-4 16,1-10-3-16,5-8-15 15,-2-8 6-15,-4-2-20 16,1 0-2-16,1-2 0 16,-2-12-20-16,1-5-55 15,3-4 0-15,2-7-30 16,4-7-42-16,0-4-52 15,0-10-100-15,15-3-28 0,12-29-49 16,2 0-155 0,-5 11 160-16</inkml:trace>
  <inkml:trace contextRef="#ctx0" brushRef="#br0" timeOffset="126021.41">25231 7590 374 0,'0'0'331'0,"0"0"10"0,0 0-29 16,0 0-46-1,0 0 44-15,0 0-50 0,18-57-41 16,-18 57-102-16,0 0-38 0,0 0-40 15,0 3-39 1,0 2-18-16,3 6-92 0,-3 11-68 16,0-2-202-1,0-3-198-15</inkml:trace>
  <inkml:trace contextRef="#ctx0" brushRef="#br0" timeOffset="126663.42">24610 8139 963 0,'0'0'266'16,"0"0"-215"-1,0 0 27-15,0 0 30 0,0 0-18 16,0 0-32-16,0 0 67 15,89 0 23-15,-36 0 6 16,9 0-56-16,10 0-31 16,8-3-23-16,5-6-17 15,4 1-4-15,-2 2-17 16,-2 3 30-16,-10 0 5 16,-10 3-7-16,-14 0-1 15,-11 0 15-15,-15 0-40 16,-11 0-7-16,-6 3-1 15,-6-3 1-15,-2 1-1 0,0-1 0 16,0 0-6 0,3 0-50-16,-3 0-48 0,6 0-136 15,-1 0-162-15,2 0-366 16</inkml:trace>
  <inkml:trace contextRef="#ctx0" brushRef="#br0" timeOffset="126853.03">25844 7993 1392 0,'0'0'503'0,"0"0"-503"0,0 0 0 15,0 0 4 1,0 0-4-16,0 0-226 0,0 0-123 15,-17-7-305-15</inkml:trace>
  <inkml:trace contextRef="#ctx0" brushRef="#br0" timeOffset="127052.88">25806 7553 1528 0,'0'0'554'0,"0"0"-548"16,0 0 20-16,0 0 39 16,0 0-3-1,0 0-62-15,0 0-52 0,0 69-55 16,9-60-117 0,-2-4-64-16,-2-1-277 0</inkml:trace>
  <inkml:trace contextRef="#ctx0" brushRef="#br0" timeOffset="128690.81">26816 7493 719 0,'0'0'296'15,"0"0"-228"-15,0 0-19 16,0 0 86-16,9-124-37 16,-9 90-41-16,0 2-12 0,0 4 40 15,-7 3-3 1,-8 8 17-16,-1 11-4 0,-1 6 16 16,-4 6-40-1,-4 28-53-15,4 15-9 0,-4 16-8 16,5 29 23-1,7-4-14-15,1 7 17 0,10-3-13 16,2-22 35 0,0-1-28-16,12-17-5 0,7-21-16 15,4-12 0 1,6-13-16-16,2-8-54 0,2-9-37 16,17-40-120-16,-8 5-47 0,-5-2-259 0</inkml:trace>
  <inkml:trace contextRef="#ctx0" brushRef="#br0" timeOffset="129394.2">27129 7678 618 0,'0'0'353'0,"0"0"-196"0,0 0 16 16,0 0 16 0,0 0-45-16,0 0-52 0,0 0 19 15,4 4 46 1,-4-4-48-16,0-8-26 0,0-6-59 15,-4-1-7-15,-8-2-17 0,-1 4 9 16,-1 6 2 0,-1 5 2-16,-1 2 27 0,-1 2-28 15,0 18 19 1,0 8-31-16,3 7 9 0,4 9-3 16,5-4-5-1,5-1-1-15,0-7 0 0,0-8 0 16,15-9 2-1,6-12-12-15,3-3 20 0,3-10-17 16,2-19 14-16,0-10-5 16,-3-5-2-16,-3-2-2 15,-3 0 0-15,-9 8-1 16,-2 10-3-16,-6 10 12 16,-3 11 3-16,0 7-3 15,0 0 27-15,-6 21-32 16,-4 7-2-16,-1 6 1 0,3 3 0 15,6-2-2 1,2-1 2-16,0-6-1 16,0-6 2-16,16-8-5 0,2-10 11 15,4-4 1 1,5-1-7-16,2-28 8 0,4-9 2 16,3-14-11-16,2-11 0 15,-4-7 8-15,-5-2-19 16,-5-2 19-16,-6 4-16 15,-7 6 13-15,-9 7-7 16,-2 16 2-16,0 10 0 0,0 17 1 16,-13 14 10-1,0 2 5-15,-3 32-9 0,1 19-10 16,-4 10 12 0,3 16-13-16,3 4 5 0,3 3-1 15,2-8 2 1,6-8 4-16,2-16-6 0,0-13-9 15,0-16-6 1,12-13-98-16,13-12-113 0,-6-22-131 16,-1-5-290-16</inkml:trace>
  <inkml:trace contextRef="#ctx0" brushRef="#br0" timeOffset="130436.29">27800 7662 799 0,'0'0'202'0,"0"0"-150"16,0 0 101-16,0 0 14 15,0 0-70-15,0-114-37 16,0 94-8-16,-5 3 46 16,3 8-28-16,-3 2 30 15,3 7-3-15,-5 0-11 16,1 8-33-16,-1 17-45 15,-2 4 0-15,2 10-6 0,1 1 10 16,3 1-11-16,3-4 16 16,0-7-17-16,0-6 17 15,13-8-16 1,8-7-1-16,1-9 12 0,7 0-11 16,0-11 3-16,3-17 8 15,-3-4-21-15,0-7 10 16,-3 1-2-16,-4 1-7 15,-4 4 8-15,-5 8-2 16,-6 7 2-16,-2 7 0 0,-5 11 0 16,0 0 22-1,0 7 0-15,0 15-1 0,-12 10-20 16,4 8 10 0,-1 0-11-16,2 1 6 0,4-4 4 15,3-3-9-15,0-10 10 16,0-6-5-16,8-7 8 15,7-10-12-15,5-1 26 16,2-12-16-16,5-18 7 16,0-7-11-16,0-4-8 15,-5-1 0-15,-5 7-8 16,-5 3 2-16,-8 11 12 16,-1 8-5-16,-3 9 0 15,0 4 25-15,0 0-16 16,-7 18-2-16,-5 9-8 0,4 3 0 15,-1 4-1 1,7-1 7-16,2-7-3 0,0-3-3 16,0-5 0-1,9-6 2-15,7-6 9 0,1-4-9 16,1-2 8 0,4-2-4-16,0-18-6 0,3-8 1 15,0-9 7-15,-1-2-16 0,-2-10 14 16,-2-1-15-1,-4-2 0-15,-5 0 8 0,-2 6-1 16,-7 6-4 0,-2 7 5-16,0 12 2 0,0 7 13 15,-2 10-13 1,-7 4 37-16,1 5-20 0,-6 22 1 16,3 9-19-1,-3 10 0-15,5 7-1 0,1 1 2 16,3-3 1-16,3-4 5 15,2-9-13-15,0-9 8 16,0-10-4-16,9-7-24 16,2-4-38-16,3-7-62 15,3-1 2-15,-1 0-76 16,9 0-73-16,-6-3-46 16,-3-8-248-16</inkml:trace>
  <inkml:trace contextRef="#ctx0" brushRef="#br0" timeOffset="131362.06">28680 7648 719 0,'0'0'414'0,"0"0"-283"16,0 0-36 0,0 0 27-16,0 0 18 0,0 0-61 15,0 0-24 1,-4-96 41-16,-8 85-11 0,-1 6-14 15,-5 2-39-15,-2 3 7 0,-4 3-22 16,-3 14-1 0,2 12-15-16,0 0 7 15,6 8 2-15,5-3 4 16,5-2-11-16,9-2 4 16,0-8-10-16,0-6 10 15,11-8-14-15,10-5 14 16,1-3-2-16,5-9-5 0,1-14-2 15,1-6 1 1,0-7-11-16,-2 0 6 0,-4-2-20 16,-3 2 18-1,-7 7-20-15,-2 8 28 0,-6 6-10 16,-3 11 10 0,-2 4 17-16,0 0 17 0,0 4 4 15,-7 14-37 1,-4 7 5-16,2 5 2 0,1 0-11 15,0 2 12-15,6-2-15 0,2-6 6 16,0-6-2 0,0-8-5-16,16-8-23 0,1-2 22 15,6-4-3 1,2-20 4-16,-1-8-2 16,0-3 2-16,-4-4-26 15,-1 3 32-15,-9 2-17 0,-1 5-3 16,-1 7 19-16,-8 11 2 15,0 4 0-15,0 7 20 16,0 0 38-16,0 4-35 16,0 15-7-16,0 4-16 15,0 5 2 1,0 6-2-16,0 1 0 0,0 0-1 16,0 2 7-16,2-5-12 15,-2-4 14-15,0-4-4 16,0-8-3-16,0-5 31 0,0-9 1 15,0-2 27 1,0-2 42-16,0-23-56 0,0-5-18 16,6-8-28-1,3-2 11-15,7 0-4 0,1 3-14 16,4 7 5 0,-1 5 1-16,-3 8-17 0,-1 5-25 15,-3 6-38 1,3 3-94-16,-5-2-109 0,-2 3-202 0</inkml:trace>
  <inkml:trace contextRef="#ctx0" brushRef="#br0" timeOffset="132834.93">29629 7397 150 0,'0'0'358'16,"0"0"-208"-16,0 0-65 0,0 0 48 15,0 0 46 1,0 0-66-16,0 0-9 0,7-32-15 16,-7 32 43-1,0 0 2-15,0 0-22 0,0 4-17 16,0 4-25-1,0 6-19-15,-2 6-34 0,-3 2 38 16,1 6-17 0,0 3 2-16,4 1-15 0,0 0 3 15,0-1 7-15,0-3-10 0,0-1-8 16,11-5-11 0,5-4 5-16,-1-6 3 0,5-3 32 15,1-4-18 1,0-5 3-16,4 0-22 0,2-8 1 15,0-12 7 1,-1-10-16-16,1-9 0 0,-3-5 5 16,-4-6-12-16,-4-3-6 15,-7-4 12-15,-2 1-17 16,-7 0 17-16,0 6 2 16,-3 4 4-16,-13 8 3 15,-1 9-8-15,-1 14 19 16,-2 8-10-16,-2 7 35 15,-3 12-36-15,-2 19 8 16,-2 6-17-16,2 6 0 16,4 3 15-16,2 0-14 15,7-4-2-15,4-3-7 16,7-10 0-16,3-7-73 16,0-5-62-16,5-10-175 0,17-7 5 15,1 0 28 1,-6-6-212-16</inkml:trace>
  <inkml:trace contextRef="#ctx0" brushRef="#br0" timeOffset="133094.87">29663 7439 519 0,'0'0'610'15,"0"0"-464"-15,0 0-40 0,0 0 67 16,0 0 13-1,0 0-66-15,0 0-49 0,-9 13 29 16,26-8 17 0,6-1-13-16,4-1-53 0,4-2-1 15,2-1-34 1,-4 0 4-16,-4 0-20 0,-5 0-6 16,-7 0-25-16,-4 0-37 15,-4-1-55-15,-5 1-165 16,0 0-60-16,0 0-470 0</inkml:trace>
  <inkml:trace contextRef="#ctx0" brushRef="#br0" timeOffset="133555.09">29930 7654 772 0,'0'0'333'15,"0"0"-239"-15,0 0-24 16,0 0 40-16,0 0-5 16,0 0-25-16,0 0-21 0,3-2 20 15,1 14-40 1,0 4-5-16,0 2-34 0,6 2 9 15,-1-2-2 1,2-2 3-16,0-2 5 0,2-5-9 16,1-2 14-1,1-5-5-15,3-2 42 0,0 0-7 16,0-16-6-16,-3-6-29 16,-1-2 0-16,-3-4-2 15,-4-2-1-15,-5-1 9 16,-2 4-14-16,0 4 26 15,-2 5-14-15,-14 10 28 16,0 8-23-16,-3 0-7 16,-4 8-17-16,3 13-16 15,2 3-16-15,2-1-69 16,6 8-111-16,3-6-103 16,3-6-234-16</inkml:trace>
  <inkml:trace contextRef="#ctx0" brushRef="#br0" timeOffset="134256.06">30588 7481 373 0,'0'0'759'0,"0"0"-585"15,0 0-93 1,0 0 34-16,0 0-22 15,0 0-33-15,0 0-22 0,-7 79 38 16,7-52 5-16,2 4 12 16,5-4-43-16,2-2 1 15,-2-9-35 1,2-4-12-16,2-7-4 0,-2-5-20 16,2 0-18-16,2-3-24 15,0-17 17-15,3-6-27 16,-3-3 24-16,-1-2 7 0,-3 2 28 15,-3 5 3 1,-2 7 10-16,0 6 10 0,-4 11 20 16,0 0 93-1,0 7-26-15,0 21-25 0,-12 10-58 16,1 12 41 0,-5 5 17-16,3 10 12 0,-3-1-20 15,1 1-15-15,1-7 3 16,1-12-41-16,4-15-11 15,2-12-60-15,5-11-84 16,2-8-159-16,0-18-47 16,0-4-381-16</inkml:trace>
  <inkml:trace contextRef="#ctx0" brushRef="#br0" timeOffset="134944.09">31154 7279 1046 0,'0'0'297'0,"0"0"-238"0,0 0 21 15,0 0 191-15,0 0-43 0,0 0-105 16,0 0-65 0,-29 12-20-16,25 10-20 15,-3 5 3-15,3 4 8 16,2 4-10-16,-1-2 7 16,3-1-25-16,0-1 20 15,0-5-20-15,5-6 13 16,3-4-14-16,6-6 7 0,1-9 0 15,4-1 1 1,0 0 10-16,1-11-18 0,3-14 21 16,-1-4-20-1,0-6 4-15,-1-3 1 0,-6-2 1 16,-4 0-7 0,-4 2 0-16,-5 1 1 0,-2 5-1 15,0 4 8 1,0 6-7-16,-9 4 18 0,-5 9-11 15,-3 2 29 1,-1 7-21-16,1 0 13 0,-1 2-7 16,-3 17-21-16,4 5-1 0,1 0-3 15,3 4 2 1,3-2-88-16,6 4-83 0,2-7-315 16,2-4-153-16</inkml:trace>
  <inkml:trace contextRef="#ctx0" brushRef="#br0" timeOffset="135203.24">31137 7345 942 0,'-3'2'339'0,"3"0"-257"0,0 2-8 15,0 0 74 1,9 0-18-16,6 2-41 0,8-2-54 16,1 2 22-1,3 0-23-15,-2 2-11 0,-3-2-21 16,-4 0-2 0,-7-2 0-16,-2 0-50 0,-7-2-103 15,1 0-120-15,-3-2-409 0</inkml:trace>
  <inkml:trace contextRef="#ctx0" brushRef="#br0" timeOffset="135674.63">31453 7517 590 0,'0'0'251'0,"0"0"-183"0,0 0 47 16,0 0 100 0,0 0-23-16,0 0-39 0,0 0 0 15,14 3-57 1,-14 23-18-16,0 6-2 0,0 4 6 16,-6 0-24-16,6-3-2 15,0-1 6-15,0-5-14 16,0-5 12-16,6-8-29 15,2-6 15-15,5-8-27 16,1 0-19-16,-1-4-7 16,3-14-35-16,-1-6-20 15,-1-4-83-15,-3-18-141 16,-2 8-46-16,-7 2-250 0</inkml:trace>
  <inkml:trace contextRef="#ctx0" brushRef="#br0" timeOffset="135874.88">31546 7291 570 0,'0'0'964'16,"0"0"-664"-16,0 0-81 0,0 0 112 15,0 0-111 1,0 0-116-16,0 0-104 0,-31 11-4 15,29-10-130 1,2 1-138-16,-4 1-478 0</inkml:trace>
  <inkml:trace contextRef="#ctx0" brushRef="#br0" timeOffset="138287.35">26843 8731 810 0,'0'0'357'15,"0"0"-257"1,0 0-66-16,0 0 55 0,0 0 75 16,0 0-78-1,0 0-54-15,-11 83 1 0,4-28 43 16,0 15 53 0,-4 25-29-16,3-7 2 0,-1 5-25 15,-1 2 25-15,4-17-44 16,-1 1-21-16,1-15-23 15,3-17-14-15,3-15-6 16,0-20-62-16,0-10-86 16,0-2-157-16,0-51 35 15,7-2-15-15,-2-5-336 0</inkml:trace>
  <inkml:trace contextRef="#ctx0" brushRef="#br0" timeOffset="138628.88">26828 8797 662 0,'0'0'552'16,"0"0"-422"0,0 0-117-16,0 0 70 0,0 0 41 15,0 0-50 1,0 0-30-16,131 24-12 0,-104 4 23 15,-7 6 30-15,-7 2-12 16,-9 4-16-16,-4 0 37 16,0 0 9-16,-19-1-7 15,-6-7-38-15,1-6-17 16,-1-8-8-16,2-6-33 16,4-9 0-16,5-3-12 15,1 0 0-15,7 0-49 16,3-9-29-16,3-3-57 0,0 2-69 15,3 3 2 1,23-10-19-16,-2 2-94 16,3 1-172-16</inkml:trace>
  <inkml:trace contextRef="#ctx0" brushRef="#br0" timeOffset="139818.16">27213 8992 704 0,'0'0'164'0,"0"0"-106"15,0 0 123-15,0 0 16 16,0 0-71-16,0 0-23 16,0 0-13-16,47-86-4 0,-47 66-4 15,0 3 4 1,0 1 4-16,-2 3-40 0,-9 6 20 16,-3 5-16-1,1 2 24-15,-5 4-47 0,1 18-20 16,-2 7-6-1,3 6-4-15,3 3 0 0,9 0 8 16,2-6-9 0,2-5 7-16,0-10-14 0,17-10-2 15,3-7 8-15,7 0 1 0,0-23 0 16,2-7 0 0,0-7 0-16,-7-4-1 0,-2 3-13 15,-6 1 12 1,-5 8-2-16,-3 5-2 0,-6 12 12 15,0 10-6 1,0 2 27-16,0 9-5 0,-8 18-19 16,-4 9 4-16,1 6-4 15,2 6 3-15,5-2-6 16,4-4 6-16,0-7-12 16,0-12 5-16,15-7-5 15,6-11-2-15,3-5-17 16,2-12 24-16,5-16-24 15,1-8 19-15,-3-5-33 16,-7 1 16-16,-1 0-16 0,-9 4 19 16,-5 7 8-1,-2 6 10-15,-3 11 2 0,-2 6 0 16,0 6 40 0,0 0 8-16,0 2 0 0,0 18-48 15,0 6 14 1,0 8-13-16,0 2 11 0,0 3 17 15,0 0-1 1,0-3 27-16,-2-5-9 0,0-8 31 16,-1-6-25-16,3-13 2 0,0-4-32 15,0-7 5 1,0-20 2-16,12-14-18 0,8-7-11 16,2-5-14-1,2 2-9-15,3 5-45 0,0 12-19 16,-2 10-57-1,-4 9-18-15,-2 12-110 0,-1 3 16 16,-3 0 19-16,1 14-3 16,-3 6-2-16,0 0 70 15,1 0 106-15,-3 1 66 16,3-6 1-16,-6-1 47 16,3-2 20-16,-1-7 36 15,-2-5 26-15,-1 0-1 16,1 0-31-16,2 0 9 15,-4-13-27-15,-1-3 10 16,-1-4-39-16,-4 2 6 16,0-2-20-16,0 3 6 0,0 5 13 15,-13 10 23 1,-7 2 22-16,-3 0-31 0,-1 21-14 16,0 9-40-1,-1 8 11-15,5 3-6 0,5 0 2 16,6-1-16-1,4-1-5-15,5-9-4 0,0-10 4 16,9-10-4-16,11-10 4 16,2 0-12-16,7-23 20 15,0-10-23-15,-2-6 7 0,0-5-7 16,-8 3-2 0,-3 0-2-16,-3 10 16 0,-5 8 1 15,-6 11-1 1,0 12 2-16,-2 0 49 0,0 14-16 15,0 16-9 1,-2 7-24-16,-8 0 27 0,4-2 12 16,2-10-23-16,1-6-17 15,3-10-5 1,0-6-39-16,0-3-95 0,3-5-119 16,7-11-111-16,0-2-756 15</inkml:trace>
  <inkml:trace contextRef="#ctx0" brushRef="#br0" timeOffset="140759.46">28894 8560 758 0,'0'0'351'0,"0"0"-228"15,0 0-20-15,0 0 135 16,0 0 1-16,0 0-58 16,0 0-80-16,0-61 0 15,0 66-33-15,0 13-25 16,-2 10-24-16,0 11-18 0,2 3 29 16,0 5-17-1,0 4 23-15,0-5-21 0,4-6 9 16,9-8-24-1,5-10 7-15,-1-10-6 0,6-12 0 16,2 0-2 0,2-21 12-16,2-11-16 0,-3-11 5 15,-1-6 0-15,-8-2-18 0,-1-2 17 16,-7 3-7 0,-7 6 7-16,-2 5 0 0,0 10 2 15,0 9 7 1,-6 9-7-16,-1 8 24 0,-2 3-10 15,2 0 5 1,1 17-18-16,-1 12-4 0,2 5 2 16,3 10 0-16,0 6-1 15,2 6 2-15,0 7-10 16,0 5 18-16,0 0-15 16,0-1 12-16,2-4 1 15,3-5-7-15,-1-10 0 16,1-5-1-16,-1-11 2 15,-2-5-6-15,-2-10 13 16,0-7 1-16,0-2-8 16,-6-4 17-16,-15-2-9 15,-8-2 18-15,-6 0-3 0,-1 0 7 16,1-2 2 0,6-5-1-16,6 2 24 0,13-3-10 15,7 0 33 1,3-6-52-16,13-4-20 0,21-7-7 15,5-1-29 1,7-4-70-16,14-7-95 0,-12 7-86 16,-7 3-380-16</inkml:trace>
  <inkml:trace contextRef="#ctx0" brushRef="#br0" timeOffset="141040.97">29542 8930 1294 0,'0'0'657'0,"0"0"-657"16,0 0 7-16,0 0-31 15,0 0 16-15,0 0-172 16,0 0-132-16,50-44-583 0</inkml:trace>
  <inkml:trace contextRef="#ctx0" brushRef="#br0" timeOffset="142306.07">29924 8322 899 0,'0'0'154'0,"0"0"-152"16,0 0 44-1,0 0 90-15,0 0-37 0,-29 148-60 16,20-82 29-1,2 11 10-15,-2 6 29 0,3 2-8 16,1-6-3 0,5-9-21-16,0-10-52 0,0-12-23 15,9-11-64 1,6-11-34-16,12-16-105 0,-4-7-109 16,-3-3-427-16</inkml:trace>
  <inkml:trace contextRef="#ctx0" brushRef="#br0" timeOffset="142725.87">30258 8693 546 0,'0'0'182'0,"0"0"-144"16,0 0 33-16,0 0 153 15,-138 68-57-15,111-38-61 16,7 0-17-16,6-2-12 16,12-3-41-16,2-6-23 0,0-3 2 15,21-4-14 1,3-3 19-16,5-2-20 0,0 0 0 15,-3-2 1 1,-3 1 5-16,-5 4-5 0,-7 1 18 16,-9 3 51-1,-2-1 7-15,0 1 73 0,-11 1-68 16,-7-4-28 0,1-3-47-16,3-2-7 0,3-6-42 15,5 0-90-15,6 0-7 0,0 0-59 16,13-9-129-1,5-3-194-15</inkml:trace>
  <inkml:trace contextRef="#ctx0" brushRef="#br0" timeOffset="143543.45">30506 8816 687 0,'0'0'358'0,"0"0"-271"0,0 0-12 15,0 0 89-15,0 0-44 16,0 0-29-16,0 0-23 16,-48-37 25-16,33 55-39 15,-3 4 9-15,3 8-29 16,-1 4 22-16,3 2-23 16,1-2-9-16,8-4-11 15,2-6-3-15,2-7-10 16,0-12-10-16,2-5 10 0,14 0-14 15,3-23 14 1,4-7-32-16,-1-7-5 0,1-3-37 16,-6 1 15-1,-3 7 36-15,-5 9 4 0,-5 7 18 16,-4 14 1 0,0 2 21-16,0 7 9 0,-4 18-8 0,-7 5-20 15,1 0 18 1,4 0 23-16,6-4-29 0,0-6-12 15,0-8 4 1,8-3 1-16,11-9-7 0,5 0 14 16,3-15-6-1,2-11 24-15,0-10-27 16,0-3-5-16,-3-10 0 0,-1-1 0 16,-5-4-7-1,-5-1 1-15,-3 4 6 0,-5 2-12 16,-7 8 11-16,0 15-5 15,0 9 6-15,-2 13 1 16,-9 4 1-16,-1 14 18 16,-1 19-19-16,-1 8 16 15,3 11-3-15,3 5 21 16,2 3-20-16,6-4 10 16,0-5-24-16,0-5 11 15,10-9 4-15,5-9 6 16,3-12 13-16,3-7-34 15,0-9-1-15,2 0 10 16,2-15-20-16,-1-13 8 16,0-7 2-16,1 0-13 0,-5-2-12 15,-2 4 6 1,-5 8-4-16,-4 9 22 0,-5 11 2 16,-4 5 23-16,0 0 41 15,0 12 13-15,0 14-57 16,0 6 11-16,0 3 8 15,0 2-7-15,-2-3-2 16,2-6-30-16,0-8 8 0,0-8-9 16,0-7-32-1,0-5-125-15,0-29-156 0,0-5-61 16,8-5-452-16</inkml:trace>
  <inkml:trace contextRef="#ctx0" brushRef="#br0" timeOffset="143664.7">30918 8488 1197 0,'0'0'519'0,"0"0"-519"0,0 0-6 15,0 0-7 1,0 0-94-16,0 0-376 0</inkml:trace>
  <inkml:trace contextRef="#ctx0" brushRef="#br0" timeOffset="144244.66">31288 8756 363 0,'0'0'344'15,"0"0"-170"1,0 0-93-16,0 0 62 0,0 0 8 16,0 0-29-1,0 0-57-15,-18-75-8 0,1 72-11 16,-1 3 4-16,-3 3 18 0,0 16-34 16,0 7-18-1,3 4-2-15,5 1 24 0,1-2-26 16,8 2-1-1,4-4-11-15,0-4 0 0,4-7 0 16,14-8 0 0,3-6 0-16,0-2 0 0,2-8-1 15,4-18 1 1,0-12-11-16,2-12 7 0,0-8 2 16,0-7-39-16,-5-7 17 15,-4 0-19-15,-4 3 18 16,-5 10 24-16,-7 11 1 15,-4 15 51-15,0 14 24 16,0 13 68-16,0 6 27 0,-9 7-15 16,-1 23-103-1,-4 11-29-15,1 11 11 0,1 3 9 16,1 0 9 0,7-5-28-16,2-5-17 0,2-12-7 15,0-6-34-15,2-10-87 16,13-7-76-16,12-10-154 15,-2 0-147-15,-1 0-457 0</inkml:trace>
  <inkml:trace contextRef="#ctx0" brushRef="#br0" timeOffset="144690.44">31718 8668 588 0,'0'0'513'0,"0"0"-371"15,0 0-41-15,0 0 81 16,0 0-41-16,0 0-52 16,0 0-19-16,2-84-8 15,-18 78 1-15,-3 6-12 16,-6 0-10 0,-2 6-24-16,-2 18 8 0,2 8-4 15,3 3-9-15,2 5-5 16,6-2 3-16,7-2-2 15,5-6-7-15,4-6-2 16,0-7 1-16,4-10-1 16,14-7 1-16,6 0-1 0,3-18 1 15,5-10 0 1,-1-11-9-16,-2 0-9 16,-5-1 8-16,-5 5-13 15,-6 7 22-15,-9 10 2 0,-4 11 3 16,0 7 10-1,0 0 46-15,-4 16-19 0,-7 7-22 16,1 4 2-16,6 2-15 16,2-3-6-16,2-1 7 15,0-7-15 1,0-4-3-16,0-8-29 0,8-6-101 16,15-5-153-16,-3-14-31 0,1-5-419 0</inkml:trace>
  <inkml:trace contextRef="#ctx0" brushRef="#br0" timeOffset="145003.84">31963 8083 1007 0,'0'0'322'16,"0"0"-226"-16,0 0 22 15,0 0-6-15,0 0-64 16,0 0 7-16,0 0 20 16,48 122-8-16,-25-82-30 0,-2 6-9 15,-6 9 6 1,-5 6 0-16,-10 8 18 0,0 3 21 16,-7-2 35-1,-13-3 5-15,-5-13-20 0,0-11-70 16,6-11-23-1,1-15-41-15,1-5-62 0,5-8-82 16,-9-4-185 0,6 0-193-16,-3 0-609 0</inkml:trace>
  <inkml:trace contextRef="#ctx0" brushRef="#br0" timeOffset="146721.75">27249 9787 727 0,'0'0'358'0,"0"0"-238"15,0 0-75 1,0 0 77-16,0 0-29 0,0 0-63 15,0 0 20 1,-58 111 12-16,46-87 21 0,4-2-24 16,1-2 6-1,5-4-32-15,2 1-22 0,0 0-11 16,0 0 5-16,13 2-11 16,7 3 12-16,5 2-17 15,0 0 7-15,-2 3 3 16,0-3-24-16,-7 1 16 15,-7 0 9-15,-9-2 0 16,0 0 11-16,-2-1-10 16,-17-4 32-16,-3-6-26 0,0-5 17 15,0-5-22 1,3-2 21-16,6 0-15 16,7 0-7-16,6-5 4 0,0-4 2 15,0-4-14 1,17-1 10-16,8-5-11 0,4 2 14 15,4-5-7 1,3-2 1-16,0 0 0 0,-2-3-1 16,1 0 1-1,-4-2-1-15,-4 0 2 0,-5 3 2 16,-4-3-1-16,-7 0 5 16,-4 2-6-16,-2 1 7 15,-5 4-8-15,0 4 7 0,0 7 6 16,-12 8-1-1,-1 3 46-15,0 3-15 0,-3 22 3 16,3 8-39 0,1 10 31-16,8 6 9 0,2-2 4 15,2-1-13 1,0-8-19-16,16-10-17 0,1-10-2 16,8-9-19-1,2-9-66-15,17-12-105 0,-4-17-196 16,-2-3-451-16</inkml:trace>
  <inkml:trace contextRef="#ctx0" brushRef="#br0" timeOffset="147141.72">27968 10020 773 0,'0'0'332'0,"0"0"-249"16,0 0-8 0,0 0 31-16,0 0-13 0,0 0-47 15,0 0 17 1,-77-30 11-16,52 44-11 0,-2 14-34 16,0 9 12-1,1 2-24-15,6 2 13 0,8-5 18 16,8-9-7-16,4-8-37 0,0-15 5 15,18-4-18 1,11-11 2-16,5-20 7 0,3-12-36 16,-1-6 0-1,-3 5-14-15,-6 5 24 0,-9 11 24 16,-7 14 2 0,-7 10 6-16,-4 4 67 0,0 10 53 15,0 14-82 1,0 4 15-16,0 0-23 0,0-4-5 15,0-4-31-15,10-8-66 16,12-8-124-16,-2-4-70 16,0 0-276-16</inkml:trace>
  <inkml:trace contextRef="#ctx0" brushRef="#br0" timeOffset="148025.35">28836 10239 87 0,'0'0'959'16,"0"0"-805"-1,0 0-148-15,0 0 51 0,0 0 28 16,0 0-51-16,69-121 0 0,-49 72 8 16,-3-4 31-1,0-7-7-15,-2-4 9 0,-6 0-43 16,0 1-5 0,-5 7-3-16,-2 12-2 0,0 15-4 15,-2 15-12 1,0 14 55-16,0 0 56 15,0 14-32-15,-2 18-70 16,-4 11-2-16,-1 11-11 0,5 11 12 16,2 3 0-16,0-2-14 15,0-2 15-15,5-8-14 16,7-12 24-16,7-13-25 16,1-14 18-16,2-11-17 15,2-6-2-15,5-7-4 16,3-21 4-16,-3-9 0 15,2-4-20-15,-4-4 20 16,-5 1-8-16,-2 3 0 16,-6 4 18-16,-6 11-13 15,-4 10 5-15,-1 7-1 0,-3 9 11 16,0 0 21 0,0 14-11-16,0 11-14 0,0 4-10 15,0 5 9 1,0 1-12-16,0-7 14 0,4-4-10 15,8-8 2 1,1-6-5-16,1-7 5 0,-1-3 0 16,0-7 16-16,3-15-10 0,-6-10 15 15,0-4-20 1,-4-4 2-16,-6 1-1 0,0 7-2 16,0 4 9-1,-18 13-3-15,-1 7 13 0,-6 8-18 16,-2 0 7-1,2 20-8-15,1 4-19 0,4 3-33 16,6-2-35 0,8 3-142-16,4-6-62 0,2-8-298 0</inkml:trace>
  <inkml:trace contextRef="#ctx0" brushRef="#br0" timeOffset="148971.6">30182 9765 103 0,'0'0'965'0,"0"0"-739"16,0 0-134-16,0 0 107 15,0 0-25-15,0 0-89 16,0 0-46-16,-2 56 18 0,2-28 14 16,0 4-36-1,0 5 22-15,0 1-7 0,0 0 16 16,0-4-8-1,0-5-6-15,0-8-37 0,0-7-6 16,0-8 1-16,0-6-10 16,0 0-8-16,6-18 8 15,6-12-12-15,3-9 12 16,1-4-27-16,2-3-29 16,2 0-2-16,0 7 5 0,0 9 24 15,-2 12 8 1,-3 8-4-16,-3 10 25 0,-4 0 0 15,-1 10 9 1,-5 19 1-16,-2 2 17 0,0 8-10 16,0-1 10-1,0-4 17-15,0-4 17 0,0-12 10 16,0-8-33 0,0-10-4-16,0 0-25 0,3-12 9 15,10-18-12 1,5-7-12-16,4-7-6 0,3 3-28 15,-1 5 2-15,-1 9-4 0,-6 13 17 16,-3 14-9 0,-7 0 34-16,-3 12 0 0,-4 14 30 15,0 5-7 1,0 1 8-16,0-4-7 0,-4-4-23 16,-1-8-1-1,3-6-14-15,2-6-60 16,0-4-180-16,13 0-112 0,5-9-280 0</inkml:trace>
  <inkml:trace contextRef="#ctx0" brushRef="#br0" timeOffset="149624.44">30815 9800 538 0,'0'0'750'0,"0"0"-661"15,0 0-31-15,0 0 62 0,0 0 6 16,0 0-86 0,0 0-3-16,-69-57 29 0,47 57 5 15,-5 17-5 1,0 7-32-16,3 6 5 0,2 2-21 16,4 3 20-1,9-4-32-15,5-4 7 0,4-4-13 16,0-5-1-1,6-10 0-15,12-6 1 0,6-2-7 16,1-8 14 0,4-14-7-16,0-8 0 0,-2-2 0 15,-3-5-28-15,-1 1 0 0,-8 7-17 16,-4 2 7 0,-6 10 22-16,-5 10 16 0,0 7 8 15,0 0-2 1,-12 12 15-16,-1 10-20 0,0 6 25 15,4 0-20 1,7 2 4-16,2-3 0 0,0-3-10 16,0-8 3-1,11-4 5-15,5-8 7 0,4-4-14 16,2-2 15-16,0-18-15 16,3-6-1-16,0-9-7 15,-2-2-11-15,-2-2 12 16,1 2 3-16,-5 0-5 15,2 7 16-15,-4 8-6 16,-3 8-2-16,-2 10 28 16,2 4-10-16,-5 2 22 0,1 19-8 15,-3 10-10-15,-5 8-2 16,0 0-20 0,0 2 31-16,0-8-9 0,-9-3 3 15,0-13-25 1,-5-9 0-16,1-8-64 0,-13-8-143 15,1-14-123-15,0-5-304 16</inkml:trace>
  <inkml:trace contextRef="#ctx0" brushRef="#br0" timeOffset="149794.57">30815 9363 423 0,'0'0'929'16,"0"0"-766"0,0 0-118-16,0 0 87 0,0 0-40 15,0 0-92-15,-98 136-61 0,76-106-102 16,-1-7-191-16</inkml:trace>
  <inkml:trace contextRef="#ctx0" brushRef="#br0" timeOffset="152440.38">27599 10730 694 0,'0'0'271'16,"0"0"-210"-16,0 0 5 15,0 0 63-15,0 0-38 16,0 0-33-16,0 0-7 0,-30-56 51 16,20 56-2-1,-4 10-6-15,-1 14-65 0,-1 6 6 16,3 4-2-1,4 6 17-15,5-1 3 0,4 2-28 16,0-5 3 0,8-6-27-16,15-7 9 0,1-10-4 15,5-6-3-15,4-7-3 16,0 0-10-16,4-11 1 16,-6-8-3-16,-2-6 11 15,-2-3-21-15,-8 0 21 16,0-2 2-16,-4 2-8 15,-6 1 8-15,-4 2-1 16,-5 3 1-16,0 4 8 16,0 2 3-16,-3 7-5 15,-6 8 19-15,-2 1 16 16,0 0 38-16,-3 16-48 0,4 8-5 16,-2 10-27-1,5 6 6-15,3 6 1 0,4 2-5 16,0 1-4-1,0-5 4-15,9-10-10 0,9-10 7 16,2-12 1 0,7-10-22-16,-1-2-4 0,3-12-2 15,-2-14-8-15,-2-6 5 0,-3-2 1 16,-5-1 24 0,-3 1 0-16,-7 2-3 0,-3 6 18 15,-2 9-6 1,0 4-3-16,-2 9 7 0,0 4 31 15,0 0 22 1,0 8-14-16,0 10-46 0,0 5 17 16,0 3-16-1,0-1 19-15,0 1-18 0,0-3 33 16,0-5 17-16,0-6 7 16,0-7 6-16,0-5-32 15,0 0 37-15,3-17-33 16,2-15-5-16,3-11-32 15,5-6 6-15,4-2-6 16,0 4-9-16,3 8-16 16,1 11-39-16,-4 10-11 15,1 12-45-15,-5 6-18 16,1 0-86-16,-1 13 43 16,3 22-77-16,-1-3-239 0,-3-2-418 0</inkml:trace>
  <inkml:trace contextRef="#ctx0" brushRef="#br0" timeOffset="152712.98">28365 10826 591 0,'0'0'380'0,"0"0"-237"15,0 0-46 1,0 0 74-16,0 0-43 0,0 0-53 15,0 0 26 1,-71 39-31-16,51-5-16 0,2-1-7 16,0 2 32-16,5-1-29 15,5-5-15-15,8-2-25 16,0-8-10-16,0-6-1 16,15-9-61-16,5-4-58 15,16-6-53-15,-3-14-28 16,-4-4-194-16</inkml:trace>
  <inkml:trace contextRef="#ctx0" brushRef="#br0" timeOffset="153604.06">28651 10848 948 0,'0'0'245'0,"0"0"-180"15,0 0 106 1,0 0-61-16,0 0-37 0,0 0-32 16,0 0 10-1,-83-62-3-15,66 62-11 0,-6 0-4 16,3 19-4-16,0 8 14 0,5 5-34 16,2 3 14-1,5-2-13-15,6-1 5 0,2-2-15 16,0-7-1-1,12-5 1-15,3-6 0 0,7-10-6 16,3-2 12-16,2-8-3 16,1-16-3-16,-1-8 4 15,0-5-4-15,-5 1-1 16,-3-4 1-16,-9 4-12 16,-3 0 11-16,-3 8-3 15,-4 5 3-15,0 9 2 16,0 11 8-16,0 3-8 15,-2 0 38-15,-4 15-18 16,-1 12-20-16,3 4 5 16,4 3-6-16,0-1 0 15,0-1 11-15,2-4-19 16,11-5 17-16,1-7-18 16,3-11 4-16,1-5-1 15,2 0-2-15,2-14-6 0,1-9 13 16,-3-10-20-1,0 1-4-15,-4-2-22 0,-6 1 33 16,-3 6 2 0,-5 5 12-16,-2 6 1 0,0 6 6 15,0 6 27-15,0 4 15 16,-6 0 32-16,-3 14-34 16,-2 11-12-16,-1 6-25 15,4 7 21-15,3 3-17 16,1-4-5-16,4-3 1 15,0-3-9-15,0-9-2 16,4-6 3-16,5-8-5 16,2-8 10-16,3 0-14 15,-1-8 5-15,5-19 1 0,-3-5 0 16,1-4-35-16,-1-4 6 16,-1 2 5-16,-1 4 13 15,-1 6-17-15,-3 7 29 16,-1 14-1-1,-1 7 1-15,-2 0 0 0,1 14 40 16,-1 14 7 0,-1 10-8-16,-2 5 9 0,0-2 13 15,0 1 17-15,-2-8-20 0,3-7-6 16,-3-9-52 0,2-13 0-16,-2-5-42 0,3 0-89 15,-3-14-25 1,2-26-107-16,-2 5-73 0,0-2-913 0</inkml:trace>
  <inkml:trace contextRef="#ctx0" brushRef="#br0" timeOffset="154124.56">29364 10900 133 0,'0'0'691'0,"0"0"-548"16,0 0-58-16,0 0 86 0,0 0-28 15,0 0-44 1,0 0-53-16,-22-56 24 0,6 51-2 15,-2 2-8-15,-1 3-10 16,-2 0-18-16,4 12 13 16,1 8-23-1,3 4-4-15,3 2-17 0,6 0-2 16,4 1 7-16,0-5-12 0,0-7 0 16,14-6-18-1,3-9-1-15,6 0-9 0,4-20 22 16,2-13-5-1,0-5 16-15,0-3-53 0,-6 0 3 16,-2 7 3 0,-7 8 32-16,-6 10 16 0,-3 9 0 15,-5 7 65 1,0 6 49-16,0 15-35 0,0 7-45 16,0 0 51-16,0-1-14 0,0-10-28 15,0-5-43 1,4-8-33-16,6-4-109 0,5-2-65 15,-2-12-68 1,1-3-601-16</inkml:trace>
  <inkml:trace contextRef="#ctx0" brushRef="#br0" timeOffset="155091.99">30325 10800 354 0,'0'0'190'0,"0"0"-76"15,0 0 55-15,0 0 20 16,0 0-51-16,0 0-41 0,0 0-39 16,-20-58 0-1,20 58-28-15,0 0-1 0,0 0-22 16,0 0 27-1,0 0-4-15,0 0 12 0,0 0 11 16,0 0 2 0,0 0 6-16,0 0-5 0,0 0 2 15,0 0-30 1,0 0 0-16,0 0-28 0,0 0 17 16,0 0-16-16,0 0 17 0,0 0 8 15,0 0 4 1,0 0 11-16,0 0-15 0,0-2 5 15,-3-3-25 1,-1-2 9-16,0 1-14 0,-3-2-1 16,-2 2 4-1,0-1-2-15,-2 6-4 0,0 1-2 16,-2 0 4 0,-4 1 0-16,2 16 10 0,-1 3-10 15,3 3 11 1,5 6-11-16,0 0 0 0,6 3-1 15,2-5 2-15,0-1-7 0,0-5 12 16,12-6-11 0,3-7 11-16,1-8-1 0,3 0 4 15,2-8 4 1,-1-14-13-16,0-8-18 0,-2-4 0 16,-2-4-18-1,-3 0 21-15,-2 4-10 0,-4 5 25 16,-2 10 0-16,-3 9 6 15,-2 8 11-15,0 2 48 16,0 8 3-16,0 15-33 16,0 9-12-16,0-3 3 15,-2 0 36-15,-1-8-44 16,3-5-18-16,0-7-6 16,0-6-35-16,0-3-73 0,11 0-141 15,5-14-105 1,-1 0-387-16</inkml:trace>
  <inkml:trace contextRef="#ctx0" brushRef="#br0" timeOffset="155537.43">30836 10910 801 0,'0'0'244'0,"0"0"-205"16,0 0 19-16,0 0 85 16,0 0-64-16,93-114-40 15,-68 70-19-15,2-5 12 16,-4 0-20-16,-2-6 5 0,-8-1-15 15,-1 1 6 1,-8-3-7-16,-4 7 0 0,0 7-1 16,-2 10 1-1,-12 14-2-15,-1 14 2 0,-4 6 36 16,4 7 0-16,-1 22 19 16,1 7-8-16,3 10 14 15,4 5-15-15,1 7-25 16,5-3 3-16,0 2-24 15,2-5 21-15,0-6-13 0,0-11 28 16,2-10-15 0,7-13-22-16,5-8-3 0,3-4-65 15,16-21-16 1,-4-11-85-16,-2-2-197 0</inkml:trace>
  <inkml:trace contextRef="#ctx0" brushRef="#br0" timeOffset="155977.95">31348 10599 1231 0,'0'0'8'16,"0"0"22"-16,0 0-30 0,0 0 133 15,0 0-85 1,0 0-20-16,0 0-28 0,-72-70 67 15,57 70-11-15,-3 14 7 16,3 12 17-16,3 2-49 16,4 6-16-16,3 3-7 15,5-5 16-15,0-2-23 16,0-8 11-16,9-10-11 16,5-8-2-16,3-4 1 15,4-7-7-15,1-19 7 16,-3-6-28-16,2-3 8 15,-6-4-40-15,-5 6 22 16,-4 2 23-16,-6 12 15 0,0 7 0 16,0 7 37-1,0 5 67-15,-9 10-1 0,0 16-23 16,0 8-53 0,5 3 9-16,2-4-24 0,2-2-12 15,0-9-30 1,6-4-72-16,19-11-75 0,-3-5-18 15,-2-2-198-15</inkml:trace>
  <inkml:trace contextRef="#ctx0" brushRef="#br0" timeOffset="156757.82">31689 10502 1111 0,'0'0'224'15,"0"0"-224"-15,0 0 0 16,0 0 52-16,0 0 50 16,-8 134-63-16,8-98 41 15,0 0 15-15,0-4-19 16,-3-4 45-16,0-8-14 15,-1-10-31-15,2-10-55 0,2 0-5 16,0-10-14 0,0-14-4-16,0-2-10 0,0-6 12 15,0-5 0-15,12-3-14 16,1 1-26-16,5-1-48 16,-1 5 16-1,6 8-17-15,1 3 44 0,1 7-6 16,1 5 11-1,1 4 4-15,-5 4-16 0,-1 4 12 16,-4 0 17-16,-3 0 23 0,-5 0-18 16,-3 7-2-1,0 0-17-15,-2 3 10 0,-4-2-4 16,0-4 4 0,0 1 14-16,2-4 13 0,-2-1 7 15,2 2 35 1,0-2 41-16,0 2-19 0,3 0 38 15,-1-2 1-15,2 0-21 16,2 0-50-16,0-12-19 16,1-3 2-16,1-6-15 15,-4-1 0-15,1 2 8 16,-5-1-3-16,-2 4-4 16,0 5 32-16,0 6-4 15,-5 2-7-15,-5 4-17 16,-6 0-5-16,-5 14 0 15,0 8-9-15,-4 7 9 16,0 8 1-16,5-1 35 0,5 2-12 16,3-4 3-1,8-4-10-15,4-4 4 0,0-5 8 16,2-7-11 0,14-8 8-16,4-6-26 0,2 0-1 15,5-6-28 1,2-12-5-16,4-4-63 0,0 0-102 15,3-1-10-15,11-1-25 0,-11 6-100 16,-7 4-329-16</inkml:trace>
  <inkml:trace contextRef="#ctx0" brushRef="#br0" timeOffset="157438.94">32289 10449 690 0,'0'0'485'0,"0"0"-408"15,0 0-31-15,0 0 86 0,0 0-4 16,0 0-26 0,0 0-22-16,13-84-8 0,-19 74-2 15,-10 2-33-15,-2 6 8 16,-2 2-2-16,-1 0 18 16,0 18-20-16,-2 4 4 15,3 6-44-15,5 3 12 16,1 1-3-16,5-1-8 15,7-4 6-15,2-6 0 16,0-7-16-16,7-5 8 16,11-7-2-16,1-2-6 0,6 0 7 15,0-19-52 1,-1-5 24-16,1-6 17 0,-5-1 2 16,-2-6-10-1,-3 3-16-15,-6 6 36 0,-4 8-14 16,-3 8 13-1,-2 10 1-15,0 2 15 0,0 8-1 16,-7 10-14 0,1 4 14-16,3-2-13 0,3-4 30 15,0-6-30-15,0-6-2 0,16-4 10 16,9 0-5 0,-1-18-2-16,12-8 32 0,4-8-13 15,-1-6-20 1,7-2-2-16,-9-4 8 15,-3-3-1-15,-5-1-5 16,-9 3 19-16,-7 1-19 0,-6 2 0 16,-7 13 4-16,0 11 1 15,0 8-2-15,-11 12-3 16,-10 0 20-16,0 20-13 16,-4 12 26-16,-2 8 1 15,2 6 23-15,6 2 1 16,7 3-4-16,8-3 3 15,4-4-10-15,0-2 4 16,11-9-28-16,9-4 10 16,-2-9-33-16,-3-8-1 15,-1-6-42-15,-1-6-28 0,1 0-45 16,8-2-101 0,-2-12-175-16,-2-3-337 0</inkml:trace>
  <inkml:trace contextRef="#ctx0" brushRef="#br0" timeOffset="157559.38">32817 10405 2154 0,'0'0'232'0,"0"0"-218"16,0 0-28-16,0 0-72 0,0 0-448 0</inkml:trace>
  <inkml:trace contextRef="#ctx0" brushRef="#br1" timeOffset="191838.83">19119 11851 365 0,'0'0'359'0,"0"0"-187"0,0 0-108 15,0 0 47 1,0 0-28-16,0 0-7 0,0-2-54 15,0 2 69 1,0 0-41-16,0 0 41 0,0 0-41 16,0-2 2-16,0 2 16 15,0 0-5-15,0 0 44 16,0 0-58-16,0 0 51 16,0 0-75-16,0 0 47 15,0 0-62-15,0 0 28 16,0 0-25-16,0 0-12 0,0 0-1 15,0 0 12 1,0 0-26-16,0 10 19 0,-2 12-27 16,-4 4 44-1,-2 4-34-15,4 0 12 0,-1 1-1 16,3-4 1 0,2-2-3-16,0-4-8 0,0-3 22 15,0-5-42 1,9-5 41-16,3-4-20 0,1-4-17 15,3 0 20-15,-1 0-2 0,3-12 3 16,-1-6 5 0,2-3 2-16,-4 1-25 0,-1-4 31 15,-4 4-30-15,-1 2 39 16,-2 4-37 0,-2 4 15-16,-3 5 5 0,0 2 1 15,-2 3 0 1,0 0-11-16,0 0-6 0,0 0 10 15,0 12-19 1,0 5 17-16,0 3 12 0,2-1-15 16,3 3 12-16,-1-2 0 15,3-2-6-15,0-4 18 16,1-2-37-16,1-5 29 16,1-3-24-16,-2-4 40 15,1 0-8-15,3 0-12 16,-2-15 57-16,-1-4 4 15,1-2-27-15,-4-1 6 0,-4 0-31 16,-2 0 44 0,0 2-52-16,0 0 46 0,-4 2-41 15,-6 6 18 1,2 0-24-16,1 7-7 0,1-2 6 16,1 5-69-1,2 2-29-15,3 0-161 0,0 0-56 16,0 0-477-16</inkml:trace>
  <inkml:trace contextRef="#ctx0" brushRef="#br1" timeOffset="192368.25">19585 12025 586 0,'0'0'265'0,"0"0"-99"15,0 0-19-15,0 0 59 16,0 0-104-16,0 0-17 15,0 0-25-15,-27 0-60 16,23 14 1-16,-1 4 23 16,3 3-39-16,2-2 38 0,0 6-43 15,0-4 27-15,0 2-7 16,2-7 0-16,5-2 0 16,2-9-1-16,0-2-2 15,0-3-17-15,-1 0 40 16,2-8-13-16,-2-12 2 15,1-5 27 1,1-3-34-16,-6-2 23 0,-4 1 11 16,0 2-11-16,0 3 52 0,0 7-31 15,-14 0 67 1,1 7-81-16,-1 5 41 0,1 3-65 16,0 2 2-1,2 0-10-15,0 14-19 0,1 9-55 16,6 3-113-1,2 13 6-15,2-10-185 0,0-3-485 0</inkml:trace>
  <inkml:trace contextRef="#ctx0" brushRef="#br1" timeOffset="193962.79">21032 11967 588 0,'0'0'328'0,"0"0"-250"15,0 0 37-15,0 0-11 16,0 0 20-16,0 0-95 16,0 0 29-16,-7-46-47 15,7 43 37-15,0 3 6 16,0 0-19-16,0 0 7 0,0 0-39 15,-2 9 26 1,-1 8-16-16,-1 8-13 0,-1 3 19 16,1 2-23-1,2-3 4-15,2-3 0 0,0-2-1 16,0-5 2 0,0-3-14-16,0-4 30 0,9-4-42 15,0-3 50-15,0-3-48 0,-1 0 30 16,3 0-7-1,-1-10 7-15,-2-4-7 0,-1-4 0 16,2-5 18 0,-2 4-36-16,-3-4 40 0,1 5-39 15,-5 4 37 1,2 4-23-16,-2 5 5 0,0 2-2 16,0 3 23-1,0 0-8-15,0 0-15 0,0 4 27 16,-2 9-53-16,-1 4 57 15,3 2-55-15,0-1 26 16,0 1-2-16,0-1 0 0,5-2 0 16,3-2-1-1,4-4 7-15,1-1-30 0,1-5 48 16,-1-3-30 0,1-1 16-16,-1 0 40 0,0-8-9 15,1-10 32 1,-1-6 2-16,-2-1-29 15,-4-4 15-15,-1 3-60 0,-6 0 56 16,0 3-56-16,0 4 36 16,0 1-25-16,-2 4 3 15,-4 4-15 1,-1 4 0-16,3 4-1 0,4 2-29 16,0 0-6-1,0 0-152-15,0 0-46 0,0 0-305 16,0 8-355-16</inkml:trace>
  <inkml:trace contextRef="#ctx0" brushRef="#br1" timeOffset="194353.89">21387 12083 561 0,'0'0'367'0,"0"0"-238"0,0 0-25 16,0 0-3-16,0 0-47 15,0 0-11-15,0 0-24 16,6-1 62-16,0-8-79 16,3 0 39-16,1-4-40 15,-4 1 37-15,-2 2-23 16,1 3 7-16,-3 0 27 15,-2 5-15-15,2 0 40 16,-2 2-62-16,0 0 62 16,4 0-58-16,2 0 34 15,-2 11-49-15,5 8 35 0,-3 6-12 16,3 1-23 0,-4 1 9-16,-1-3 11 0,-1-5-25 15,-1-5 21 1,0-4-34-16,-2-9-39 0,2-1-98 15,-2 0-76 1,0-10-259-16</inkml:trace>
  <inkml:trace contextRef="#ctx0" brushRef="#br1" timeOffset="195501.17">22920 11943 567 0,'0'0'288'16,"0"0"-169"0,0 0-96-16,0 0 130 0,0 0-50 15,0 0 3-15,0 0-2 16,-23-48 14-16,23 48 13 16,0 0-62-16,0 0 14 15,0 0-83-15,0 12 22 16,0 8-3-16,0 6-16 15,0 2-3-15,12 4 0 16,1-4-1-16,3-1 0 0,1-6-18 16,-1-5 31-1,-1-6-36-15,-1-6 32 16,-1-4-30-16,1 0 20 0,-3-9 2 16,-2-12 2-1,-5 0-2-15,1-8 0 0,-5 3 11 16,0 1-31-1,0 1 43-15,0 3-40 0,0 8 40 16,0 4-26-16,-5 6 3 16,3 0 0-1,0 3 3-15,2 0 10 0,-3 0-26 16,3 8 35-16,0 6-39 16,0 2 42-16,0 2-50 15,0 2 24-15,9-1 1 16,1-4 0-16,-2-1 2 15,1-6-8-15,0-4 13 16,0-4-27-16,0 0 43 16,-1-3 24-16,0-16 1 15,0-5 46-15,-3-5-69 16,-3-4-7-16,0 1-2 16,-2 0-10-16,0 6-12 0,0 6 29 15,0 8-51 1,0 3 5-16,0 9-49 0,-4 0-151 15,2 17-49 1,2 7-239-16,0 0-12 0</inkml:trace>
  <inkml:trace contextRef="#ctx0" brushRef="#br1" timeOffset="195913.78">23267 11983 423 0,'0'0'265'0,"0"0"-142"0,0 0-23 16,0 0 47-16,0 0-20 0,0 0-69 15,0 0 22 1,0-19-31-16,10 17 44 0,0 2-75 16,-1 0 19-1,-2 0-29-15,2 11 2 0,-5 7-9 16,-1 6-1 0,-3 2 0-16,0 2 16 0,0 0-33 15,0-3 40 1,0-6-14-16,0-5 8 0,2-6 50 15,7-5-48 1,4-3 15-16,5-3 26 0,2-17-15 16,2-1-42-16,1-5-3 0,4-4-59 15,-8 5-194 1,-5 7-526-16</inkml:trace>
  <inkml:trace contextRef="#ctx0" brushRef="#br1" timeOffset="197200.89">25021 11881 851 0,'0'0'192'16,"0"0"-137"-16,0 0 102 0,0 0-45 15,0 0-13 1,0 0-79-16,0 0 41 0,0-14-41 16,0 14 31-1,0 12-23-15,0 7-28 0,0 8 0 16,0 3 20-16,0 3-40 16,5-2 43-16,4-4-46 15,0-5 41-15,2-7-36 16,3-5 6-16,-1-7-24 15,1-3 26-15,-4 0-11 16,4-3 13-16,-3-10-11 16,-2-6 7-16,-3-1-8 15,0-4 13-15,-4 3-33 16,0-4 40-16,-2 4 0 16,0 1 1-16,0 3-2 0,0 2 17 15,-2 8 4 1,-4 3-8-16,4 4 31 0,0 0-42 15,2 0 48 1,0 11-49-16,0 9-7 0,0 1 6 16,0 2 2-1,2-2-14-15,10 1 36 0,1-4-50 16,1-4 50 0,-1-4-48-16,1-6 28 0,-3-4-3 15,-1 0 10-15,0-8 11 0,-1-12 28 16,-1-4-34-1,-4-2 64-15,-1-4-36 0,-3 0 35 16,0 0-68 0,0 2 43-16,-3 2-53 0,-3 6 0 15,0 4-1 1,-1 8-28-16,2 3-20 16,3 5-97-16,2 5-4 15,0 12-178-15,0 0-243 0</inkml:trace>
  <inkml:trace contextRef="#ctx0" brushRef="#br1" timeOffset="197803.25">25391 11959 555 0,'0'0'335'0,"0"0"-193"0,0 0-54 15,0 0 103 1,0 0-82-16,0 0-15 0,0 0-60 16,-19 30 53-1,19-30-46-15,0 0-19 0,0-1 11 16,6-11-24-16,5 3 26 15,3-3-23-15,-1 0-12 16,1 2 23-16,-5 7-43 0,-1 0 20 16,0 3 0-1,-4 0 9-15,-4 10-9 0,0 4 20 16,0 2-7 0,0 0-8-16,0-2 12 0,0-3-17 15,0-6 21 1,0-1-40-16,0-4 19 0,0 0-19 15,0 0 18 1,0 0 1-16,4-2-16 0,7-3 36 16,1-2-45-16,1 5 44 0,-2 2-38 15,0 0-8 1,0 0 16-16,-2 7 0 0,-2 7 6 16,-5 3-6-1,-2 3 21-15,0 3-10 0,-2-1 14 16,-12 2 101-1,-3-2-52-15,1-4 64 0,-2-4-68 16,3-7-21-16,-1-5-36 16,3-2-2-16,0 0-20 15,1-9-128-15,3-10-39 16,3 2-140-16,4 7-403 0</inkml:trace>
  <inkml:trace contextRef="#ctx0" brushRef="#br1" timeOffset="-107044.49">15124 11215 428 0,'0'0'274'0,"0"0"-169"15,0 0-18-15,0 0-19 0,0 0 52 16,0 0-55-1,0-28 20-15,0 18-60 0,0-2 27 16,7 0-10 0,0 1-20-16,2 0 0 0,-3 2-15 15,3 6 6 1,-2 1-3-16,0 2-13 0,-3 0 21 16,2 0 2-1,-1 0 19-15,2 12 25 0,2 4-7 16,-1 4-38-16,4 4 19 15,-1 2-37-15,0 5 37 16,1 0-27-16,-4 7 2 16,3 1-7-16,-4 3 18 15,2 4-5-15,0 0-3 16,-1 4 11-16,2 2-27 16,-1-2 35-16,1 3-28 15,2-3 36-15,-1 0-42 16,1-4 28-16,-2-2-18 0,1-2-9 15,-1-2 2 1,1-4-2-16,-3 0-4 0,2-2 18 16,1-1-29-1,-1-4 29-15,2-2-29 0,-1-7 32 16,0-2-26 0,3-7 7-16,-1-4-19 0,1-2 13 15,-1-5 2-15,3 0-4 16,-1 0 16-16,3-17 11 15,-3-3-6-15,3-4-10 16,-3-3 7-16,-3 2-10 16,-1 2 1-16,-5 6-1 15,2 0 0-15,-6 9 8 16,-2 2-24-16,0 4 37 0,0 2-4 16,0 0-16-1,-10 2-2-15,-3 16-20 0,-3 7 21 16,-1 5-6-16,-1 10 12 15,1 4-12 1,1 6 19-16,-3 4-13 0,6 6 17 16,3 0-31-16,-2 7 36 15,5 0-39-15,5 3 17 16,2 3 0-16,0 2-1 16,0 1 4-16,9 1-19 15,11 2 29-15,3 1-29 16,0 0 32-16,4-2-28 15,2-4 18-15,-2-7-6 0,0-11 9 16,-4-10-9 0,-6-9 5-16,-1-11 9 0,-7-6-7 15,-5-8 5 1,-4-3-9-16,0-4-3 0,-13 0-27 16,-43-5-183-1,8 0-86-15,-8 0-387 0</inkml:trace>
  <inkml:trace contextRef="#ctx0" brushRef="#br1" timeOffset="-105414.45">13415 13397 872 0,'0'0'198'0,"0"0"-133"15,0 0-18 1,0 0 2-16,0 0 78 0,0 0-64 16,0 0 18-16,-5 24-13 0,5-50 30 15,2-16-47 1,-2-16-9-16,0-30-12 0,-2-32-30 16,-25-31 4-1,-6-8 15-15,-8 7-26 0,-5 16 26 16,6 35-35-1,6 21 23-15,12 22-7 0,6 12 0 16,5 4 0 0,3 6-1-16,0 7 9 0,8 17-29 15,0 12 1-15,3 4 20 16,17 29 7-16,7 13 73 16,6 10-72-16,5 8 6 15,3-1-3-15,-4-2-10 16,-1-9-2-16,-3-13 21 15,-6-16-46-15,-2-12 23 16,-3-11 3-16,-5-11 0 16,0-25 36-16,-5-18-23 0,-5-16-3 15,-5-26-10 1,-2-24 15-16,0 7-30 0,-9 11 28 16,-3 18-32-1,4 22 38-15,2 2-45 0,1 3 30 16,5 20-4-1,0 16 0-15,0 17-12 0,0 4-15 16,9 20 7-16,9 21 9 0,7 14 22 16,4 10-4-1,0 7 6-15,0 2-3 0,4 0-9 16,-2-3-1 0,1-6 0-16,-1-8 6 0,-4-11-19 15,-3-12 27 1,-4-13-36-16,0-14 19 0,-3-7 2 15,0-2 1 1,-2-24 0-16,-1-14 1 0,-4-10-1 16,0-8 0-16,-4-3 12 15,-1 3-31-15,-3 6 37 16,-2 8-36-16,0 10 36 16,0 7-30-16,2 14 13 15,0 6-2-15,3 7 1 16,2 0-25-1,6 20 11-15,2 5 28 0,5 5-8 16,1-1 7-16,-2 0-20 0,2-9 28 16,-3-5-30-1,-5-10 9-15,1-5-21 0,-6 0 21 16,1-12 1 0,-3-16 33-16,-3-8-33 0,-3-8 27 15,0-3-16 1,-5-5 3-16,-12 5-6 0,-3 5 1 15,-5 5 3 1,0 13 8-16,-1 8 27 0,2 14-34 16,1 2 38-1,3 12-52-15,5 18 22 0,4 12-7 16,3 4-30-16,8 0-10 16,0-1-56-16,0-11-96 15,23-10-58-15,-3-11-72 16,-2-8-399-16</inkml:trace>
  <inkml:trace contextRef="#ctx0" brushRef="#br1" timeOffset="-104063.39">14345 11448 871 0,'0'0'222'16,"0"0"-139"-16,0 0-54 0,0 0 61 16,0 0-12-1,0 0 23-15,-70-109-61 0,50 85-1 16,-2 6-1 0,1 6-15-16,4 8 29 0,1 4-50 15,5 6 34 1,2 22-12-16,4 11-43 0,5 7 29 15,0 2-19 1,0 1 9-16,14-6 0 0,4-7-1 16,2-14-2-16,0-10-8 15,-2-12-13-15,2-4 16 16,-5-30 16-16,1-15 13 16,-3-12-14-16,-5-13-3 15,-8-4 2-15,0-3-6 16,0 0 0-16,-17 8 17 15,-3 2-15-15,-4 13 8 16,0 11 7-16,1 13-15 0,5 15 40 16,5 12-18-1,4 7-5-15,3 5 11 0,3 22-19 16,3 11-20 0,0 6 28-16,0 6-34 0,16 4 33 15,6-1-36 1,2-6-12-16,3-4 15 0,4-8 5 15,-2-7 1-15,0-12 9 16,-2-6-32-16,-2-10 31 16,-3 0-35-16,0-20 23 0,-4-11 26 15,0-13-13 1,-5-5 0-16,-4-7 0 0,-2-4 0 16,-7 2 1-1,0 1-7-15,0 8 24 0,0 8-24 16,-7 13 22-1,0 8-3-15,3 12-5 0,2 7 57 16,2 1-44-16,0 3-8 16,0 17-3-16,0 9 1 15,4 8-20-15,12 4 34 16,-1-2-46-16,4 0 43 16,0-10-44-16,1-6 18 15,1-9-8-15,-4-11-19 16,1-3-10-16,3-5 28 0,-6-23 10 15,-2-11-11 1,-1-8 28-16,-8-14-17 16,-2-5 19-16,-2-6-20 15,0-2 4-15,-4 2-1 16,-12 3 0-16,-2 9-2 0,-4 10-12 16,1 9 30-1,2 9-30-15,1 15 34 0,5 8-36 16,3 9 27-1,6 0-20-15,2 24 7 0,2 10 3 16,0 7-8-16,0 5 16 0,12 2-29 16,5-1 42-1,5-2-40-15,1-3 38 0,4-5-34 16,-1-5 15 0,-2-8 0-16,3-8-7 0,-2-7-28 15,-3-9 35 1,-2 0-49-16,-2-9 48 0,-3-15 2 15,-3-8-2 1,-3-5 11-16,-5-2 1 0,-2-3-10 16,-2 2-1-16,0 4 10 15,0 5-10-15,0 11 32 16,0 8-31-16,0 8 46 16,0 4-35-16,0 0 14 15,0 11-24-15,2 14 11 16,12 1-1-16,6 6-12 15,0 1 0-15,3-1-7 16,-1-4-3-16,-3-5 2 16,2-4-8-16,-6-9 4 15,1-8 11-15,-5-2-5 0,-2-8 6 16,-2-17 28 0,-5-7-15-16,-2-5 4 0,0-4-2 15,-2-2 8 1,-14 6-15-16,-1 5 31 0,-4 6-30 15,-1 8 60 1,0 10-8-16,0 8-21 0,1 5-34 16,2 26 1-16,3 10-14 15,1 12-49-15,1 35-52 16,3-13-131-16,1-5-75 0</inkml:trace>
  <inkml:trace contextRef="#ctx0" brushRef="#br1" timeOffset="-103179.86">14279 13339 25 0,'0'0'970'0,"0"0"-763"16,0 0-142-16,0 0 99 15,0 0-39-15,0 0 16 16,0 0-109-16,-21-76-8 15,-2 11-17-15,-2-9-7 16,-2-4 0-16,1 0 16 16,2 7-32-16,3 11 34 15,5 16-30-15,8 16 33 16,6 16-42-16,2 12 20 16,0 5-4-16,16 21 5 0,9 15 16 15,7 6-1 1,2-1-2-16,-3-5-8 0,0-4 15 15,-2-13-30-15,-7-12 10 16,-4-12-1-16,-3-3 1 16,-3-30 26-1,-3-19 15-15,-7-28-41 0,-2-5 0 16,0-5 25-16,0 0-50 0,-4 21 49 16,-5 3-45-1,-1 18 22-15,6 20-1 0,4 18 0 16,0 10 7-1,0 19-4-15,18 25 22 0,7 9 41 16,4 14-64 0,2 1 41-16,0-2-42 0,-4-8 33 15,-1-7-34 1,-3-13-7-16,-5-13-17 0,3-13-148 16,-2-8-77-1,-5-4-334-15</inkml:trace>
  <inkml:trace contextRef="#ctx0" brushRef="#br1" timeOffset="-103009.45">14756 12645 674 0,'0'0'810'15,"0"0"-722"1,0 0-88-16,0 0-35 0,0 0-49 15,0 0-184-15,0 0-85 0</inkml:trace>
  <inkml:trace contextRef="#ctx0" brushRef="#br1" timeOffset="-102718.64">14746 12122 1119 0,'0'0'224'0,"0"0"-108"0,0 0-37 16,0 0 71-1,0 0-20-15,0 0-1 0,0 0-66 16,42 84-30 0,-18-40-12-16,-1 2-12 0,-2-2-4 15,2-6 12 1,-3-7-14-16,-2-10 14 0,2-8-34 15,0-10 9 1,0-3 7-16,-2 0-1 0,2-22 2 16,-2-5-17-16,4-24-153 0,-3 5-57 15,-9 4-294-15</inkml:trace>
  <inkml:trace contextRef="#ctx0" brushRef="#br1" timeOffset="-102567.34">15091 12140 1041 0,'0'0'536'0,"0"0"-427"16,0 0 17-16,0 0-15 15,0 0-87-15,0 0-24 0,0 0-154 16,0 40-217-16</inkml:trace>
  <inkml:trace contextRef="#ctx0" brushRef="#br1" timeOffset="-86579.13">21161 12984 517 0,'0'0'144'16,"0"0"-90"-16,0 0 28 0,0 0 9 15,0 0-22 1,0 0-11-16,-2-6-42 0,2 6 17 16,0-2-11-1,0 2 32-15,-3 0-28 0,3 0 0 16,0 0-7-16,0 0-17 16,0 0 6-16,0 0 0 15,0 0 0-15,0 0-7 16,0 0 10-16,0 0-10 15,0 0 10-15,0 0-10 0,0 0-1 16,0 0 0 0,0 0 1-16,0 0 5 0,7 0-5 15,15 6 18 1,5 8-10-16,2 4 10 0,5 0-18 16,-1 0-1-1,-2 0 1-15,-2-2-1 0,-2-4 0 16,0-4 7-1,0-4-14-15,-3-4 14 0,-2 0-14 16,1-4 16-16,-6-13-19 0,1-4-3 16,0-5-31-1,6-6-85-15,-6 4-111 0,-3 7-591 16</inkml:trace>
  <inkml:trace contextRef="#ctx0" brushRef="#br1" timeOffset="-85694.9">23424 12985 557 0,'0'0'158'16,"0"0"-67"-16,0 0-63 16,0 0 110-16,0 0-2 15,0 0-53-15,0 0-27 16,-33-11-8-16,33 11-36 0,0 0-12 15,12 2 16 1,13 14 9-16,11 1 5 0,6 3-30 16,7-1 10-1,5-7-4-15,6-4-12 0,20-8-23 16,-16 0-138 0,-8 0-232-16</inkml:trace>
  <inkml:trace contextRef="#ctx0" brushRef="#br1" timeOffset="-84832.05">25753 12956 492 0,'0'0'166'0,"0"0"-140"15,0 0-13-15,0 0 10 0,0 0 2 16,0 0 18-16,0 0 5 16,-53-5 35-16,45 0-42 15,0 3-21-15,-1-3-20 16,3 5 10-16,-2 0 27 16,4 0 21-16,2 0-14 15,2 0-5-15,0 7 10 16,2 6-48-16,23 6 12 15,10 3-11-15,10 0 24 16,8-1-12-16,5-4-1 16,2-2-13-16,16-15-13 15,-13 0-136-15,-15 0-231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5-17T17:01:45.423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12160 3771 755 0,'0'0'196'0,"0"0"-103"15,0 0 33-15,0 0-2 0,0 0-63 16,0 0 4 0,-5-4-1-16,5 4 20 0,0 0-5 15,-2 0-12 1,2 0 12-16,0 0-29 0,0 0 11 16,0 0-43-1,0 0 20-15,0 0-19 0,-3 0 16 16,3 0 4-1,-4 0 3-15,0 0 18 0,-3 8-35 16,-2 5-16-16,0 9 0 16,0 6-15-16,3 8 16 15,-2 8-11-15,6 8 1 16,2 3 0-16,0 4 0 16,0 2 0-16,6-3 13 15,7 0-13-15,5-2 32 16,-1-2-17-16,3-5 35 15,0-6-22-15,-2-7 14 0,0-7-17 16,-5-7-6 0,0-5 6-16,-3-2-17 0,-2-7 5 15,-3-2-7 1,-1-2-4-16,1 0 5 0,-2-2-14 16,-1-2 6-1,0 2 1-15,-2-2 0 0,4 2-28 16,0 1-49-1,7 0-121-15,1-1-274 0,-3-2-310 0</inkml:trace>
  <inkml:trace contextRef="#ctx0" brushRef="#br0" timeOffset="2260.87">12458 4122 542 0,'0'0'233'16,"0"0"-140"-1,0 0 82-15,0 0-23 0,0 0-29 16,0 0-46 0,0 0 8-16,0-1-22 0,0 1-12 15,0 0-12 1,0 6-14-16,0 8-10 0,0 5-14 15,0 6 13-15,5 1-14 16,4 4 29-16,-1 2-11 0,1-2 15 16,1-2-8-1,-2-4 1-15,1-2-8 16,1-8-12-16,-6-5 4 0,0-2-4 16,-2-5-3-16,0-2 3 15,1 0 1-15,-3 0 5 16,0-6 77-16,0-11-35 15,0-12-35-15,0-7-11 16,0-6-8-16,2-2-10 16,0 0-12-16,0 2 7 15,2 3-24-15,2 7 38 16,0 9-22-16,1 9 14 16,1 10-1-16,4 4-12 15,-1 5 16-15,7 24 6 16,-1 9 24-16,4 7-18 0,-1 6 26 15,-3-1-16 1,-1-2 34-16,0-9-27 16,-5-6 8-16,-4-10-7 15,-1-9-17-15,-1-6-7 0,-3-8 11 16,-2 0-8 0,2 0-1-16,-2-15 35 0,0-9-35 15,0-6 11-15,0-5-13 16,0-2-12-16,0 3 11 15,2 4-22-15,3 7 21 16,4 11-8-16,0 9 10 16,5 3 0-16,1 8 33 15,3 16 2-15,-1 8 11 16,-1 4 7-16,-1-2 5 0,-1-3 16 16,-5-5-40-1,-1-3-2-15,0-7-25 16,-4-6-14-16,-2-4-26 15,1-4-68-15,-1-2-128 16,-2-4-284-16,0-10-175 0</inkml:trace>
  <inkml:trace contextRef="#ctx0" brushRef="#br0" timeOffset="2814.61">13180 4037 791 0,'0'0'312'16,"0"0"-158"-16,0 0 0 16,0 0 36-16,0 0-30 0,0 0-90 15,0 0-37 1,-85 39 6-16,70-12 17 0,-1 2 1 16,3 2-7-1,5-2-34-15,-2 0 19 0,8-9-26 16,2-4 9-16,0-6-18 15,0-2-9-15,0-2 3 16,14-3 3-16,3 2 3 16,3-1-3-16,3-1-8 15,-1 2 5-15,0 1-1 16,-1 0 0-16,-6 2-1 16,-4 2 14-16,-6 1-6 15,-3 4 16-15,-2 2 11 0,0-2 26 16,0 1 8-1,-11-1 23-15,-1-5-32 0,2-5-3 16,1-1-49 0,-1-2 0-16,4-2-40 0,1 0-71 15,3-2-172 1,2-10-222-16,0-3-456 0</inkml:trace>
  <inkml:trace contextRef="#ctx0" brushRef="#br0" timeOffset="3385.27">13479 4275 591 0,'0'0'241'0,"0"0"-166"16,0 0 51-1,0 0 45-15,0 0-16 0,0 0-43 16,0 0-56-16,18-72-14 0,-18 46-26 15,0-2 18 1,0 1-17-16,0 4 27 0,-2 0-21 16,-5 4 4-1,-4 0-8-15,2 6 16 0,-5 6 7 16,4 5-4 0,-4 2 49-16,1 0-30 0,2 7-2 15,-1 8-54 1,1 7 14-16,5 5-14 0,-1 4-1 15,7 4 1-15,0 4-1 16,0 4 4-16,0 1 5 16,11-2 0-16,2-2-8 15,3-3 16-15,-1-10-3 16,2-4 22-16,-2-8-23 16,1-7-4-16,-3-4-9 15,3-4 7-15,-1 0-14 16,1-4-2-16,1-14-28 0,8-15-151 15,-5 2-87 1,-5 1-390-16</inkml:trace>
  <inkml:trace contextRef="#ctx0" brushRef="#br0" timeOffset="3926.26">13550 3662 215 0,'0'0'531'15,"0"0"-416"-15,0 0 2 0,0 0 26 16,0 0-18 0,0 0-35-16,0 0 23 0,25 51-19 15,-7-34-40 1,2 0 33-16,4 7-44 0,1 3 21 15,2 3-11 1,0 5 8-16,0 6-34 0,-3 1 2 16,-4 4 12-16,-4 0-9 15,-3 3 24 1,-5-4-24-16,0 0 27 0,-8-4-31 16,0 0 27-16,0 1-39 15,0-4 11-15,-12 2-27 16,-1-2-7-16,-3-4 6 15,3-2-17-15,-1-6-9 16,3-7-48-16,3-8 8 16,-2-4-85-16,4-7-98 15,-1-3-267-15,1-8-654 0</inkml:trace>
  <inkml:trace contextRef="#ctx0" brushRef="#br0" timeOffset="4757.01">13383 4305 271 0,'0'0'188'0,"0"0"-29"15,0 0-9-15,0 0-23 16,0 0-1-16,0 0-30 16,0 0 16-16,0 0-34 15,0 0-1-15,0 0-23 16,0 0 4-16,0 0 3 15,0 0-12-15,0 0 1 16,0 0-30-16,0 0 21 16,0 0-25-16,0 0 25 15,0 0-29-15,0 0 18 16,0 0-21-16,0 0-8 16,0 0-1-16,0 0-10 0,0 0-1 15,0 0-8 1,5 0 11-16,11 0-5 0,3-14-64 15,0 2-88 1,-4-3-136-16</inkml:trace>
  <inkml:trace contextRef="#ctx0" brushRef="#br0" timeOffset="24072.15">22157 6613 601 0,'0'0'142'16,"0"0"-77"-16,0 0 26 0,0 0 30 15,0 0 5-15,0 0-16 16,7-70-19-16,-7 64 2 16,0 0 15-16,0 0-2 15,0 1 11-15,0 0-12 16,0-2-11-16,0 2-47 16,0-1 2-1,0 2-9-15,-2-1-3 0,2 2 14 16,-2 3-15-16,2 0 10 15,0 0-35-15,0 0 18 16,0 0-29-16,0 0 20 0,0 0-20 16,0 8 0-1,0 7 23-15,0 9-12 0,0 5 13 16,0 2-22 0,0 6 33-16,4 1-33 0,0 3 25 15,4 0-26 1,-4-1 10-16,2-4-5 0,-1-3 0 15,-1-9 9 1,0-4-12-16,-1-6 0 0,-1-6 9 16,1-4-12-16,-3-4 7 0,0 0 5 15,2 0-11 1,-2 0 20-16,2 0 12 0,0-4-9 16,0-13 19-1,1-8-37-15,1-8 23 0,2-4-27 16,1-9 2-1,2-3 4-15,2-3-8 0,3-2 0 16,-1 2 0-16,3 6-1 16,-1 5 8-16,1 10-17 15,-3 8 16-15,-2 9-17 16,-1 6 13-16,-2 8-4 16,3 0-14-16,1 0 16 15,1 7 6-15,1 6-5 16,1 8 7-16,1 1 1 15,-3 2 2-15,0 4-5 16,1 4 7-16,-3 0-11 16,-2 6 16-16,-2 4-11 0,-1 2 5 15,1 4 10 1,-1 3-11-16,-1 0 19 0,2-2-21 16,-3-6 35-1,3-2-29-15,-3-9 24 0,0-6-37 16,2-6 17-1,-4-6-7-15,0-6-11 0,-2-4-1 16,2-4 3 0,-2 0-12-16,0 0 6 0,0 0 3 15,0 0-54-15,2 0-49 0,0-16-100 16,3-4-174 0,-3 2-412-16</inkml:trace>
  <inkml:trace contextRef="#ctx0" brushRef="#br0" timeOffset="25428.09">23113 6708 54 0,'0'0'150'0,"0"0"-62"16,0 0 40 0,0 0 39-16,0 0 38 0,0 0-24 15,0 0-15-15,2-21-38 16,-2 19 2-16,-4-1-21 16,-2 0 7-16,-1 1 5 15,-2 2-5-15,2-2-14 16,-2 0-29-16,3 2 5 15,2-2-32-15,1 2 34 16,1 0-29-16,2 0-14 0,0 0-19 16,0 0-18-1,0 0-7-15,7 0 1 0,10 0-3 16,6 0 18-16,6 0-18 16,2-4 19-1,0 0-16-15,0-2 6 0,0 2-1 16,1 0-6-1,-6 0-16-15,-1 4-12 0,-5 0-51 16,-2 0-4-16,-4 0-106 16,-6 0-17-16,-1 0-68 15,-5 0-278-15</inkml:trace>
  <inkml:trace contextRef="#ctx0" brushRef="#br0" timeOffset="25825.53">23277 6517 798 0,'0'0'254'0,"0"0"-174"0,0 0 81 15,0 0-22-15,0 0-49 0,0 0-17 16,0 0-46-1,-14 0 5-15,14 6 31 16,9 3 23-16,4 8-29 16,5-3-10-16,2 1-29 0,2 2-17 15,3-1 13 1,0-2-12-16,-6 2 5 0,2 0 3 16,-5-2-4-16,-8 2-6 15,-1 0 37-15,-7 1 4 16,0-2 23-16,0 4 19 15,-11-3-39 1,-9 2 5-16,-5-3-34 0,2-1 1 16,2 1-16-16,0-3 0 15,8-2-50-15,4-3-42 16,9 6-115-16,0-4-149 16,2-2-316-16</inkml:trace>
  <inkml:trace contextRef="#ctx0" brushRef="#br0" timeOffset="26657.25">24064 6453 700 0,'0'0'203'0,"0"0"-143"16,0 0 8-16,0 0 35 15,0 0-16-15,0 0-32 16,-3 110-2-16,3-76-25 15,0 5 36-15,0 4-9 16,0 6 16-16,0-3-11 16,0 0-1-16,0-5-18 15,0-7-4-15,0-13-4 0,0-9-25 16,0-8 12 0,0-4-7-16,3-4 82 0,1-22-56 15,2-13-16-15,1-9-22 16,2-6 1-16,2 2-1 15,2 6-1 1,1 7 0-16,-3 10 8 0,3 9-10 16,-3 10 2-1,-1 10-5-15,4 0 5 0,-3 24 57 16,3 12-23-16,-1 9-1 0,1 0 20 16,-6-1-5-1,1-3 8-15,-2-7-38 0,0-8-4 16,-1-6-8-1,-1-8-12-15,-1-6-44 0,3-4-77 16,2-2-161 0,0-8-46-16,-1-9-259 0</inkml:trace>
  <inkml:trace contextRef="#ctx0" brushRef="#br0" timeOffset="27348.57">24404 6695 970 0,'0'0'185'0,"0"0"-97"15,0 0 60-15,0 0-7 16,0 0-16-16,0 0-61 0,0 0-15 16,-4-13-23-1,11 34 54-15,5 9-37 0,2 7 7 16,-1 0-17-1,-1 0 5-15,-3-3 6 0,-5-6-17 16,0-6 7 0,-4-9-25-16,3-6 19 0,-3-7-17 15,0 0 26 1,0-8-6-16,0-16-18 0,0-6-13 16,0-9-11-1,2-1 11-15,9 3-25 0,5 0 24 16,2 7-28-16,-1 6 18 0,1 7-15 15,-2 4 10 1,-3 9-18-16,-4 2 20 0,-2 2 13 16,-2 0 1-1,-1 0 0-15,-2 0 2 0,-2 2 23 16,0 3-9 0,2 2 28-16,-2 1-29 0,0 0 10 15,2 4-10-15,1 5-5 16,1 2-5-16,0 3 1 15,4 2-9-15,-2 2 13 16,3-2-19-16,3-1 20 16,-2-3-22-16,3-6 11 15,1-5-1-15,1-4 0 16,4-5 1-16,-4 0 2 16,1-10-1-16,-3-10 35 15,-2-9-27-15,-2 0 22 16,-2-1-22-16,-5 2 21 0,-2 3-12 15,0 7 2 1,0 6 22-16,-11 4 4 0,-7 8-3 16,-4 0-43-1,-5 6 7-15,3 12-7 0,3 0-23 16,4 3-68 0,7-6-66-16,10 6-123 0,0-8-197 15,8-1-179-15</inkml:trace>
  <inkml:trace contextRef="#ctx0" brushRef="#br0" timeOffset="28380.93">25902 6513 464 0,'0'0'674'15,"0"0"-550"-15,0 0-86 0,0 0 87 16,-11-104 26 0,5 86 5-16,-6 6-38 0,3 5-20 15,-1 7-39 1,-4 0-21-16,1 17-34 0,-3 12-3 15,1 14-2 1,1 4 2-16,5 8-13 0,5-3 13 16,2-2-2-16,2-7-8 0,0-13 8 15,0-9-7 1,10-9 5-16,4-8-5 0,-1-4 16 16,5-14 7-1,0-19-3-15,2-13 23 16,-3-11-34-16,-1-5 17 15,-5-4-18-15,1-1 1 0,-6 5 5 16,-1 6-5-16,-3 8 6 16,-2 13-6-16,0 6 29 15,0 13-29-15,0 10 32 16,0 6-7-16,0 0 7 16,0 22-33-16,-2 10 0 15,0 11-1 1,-1 4 7-16,3 5-13 0,0 2 11 15,0 1-13-15,0-4 18 0,9-2-18 16,3-7 9 0,-1-4 0-16,5-4 0 0,1-7-7 15,3-9 6 1,2-6 2-16,3-10-8 0,-1-2 16 16,3-13 6-1,0-13-4-15,0-7 18 0,-6-4-21 16,-2-3-7-16,-5 4 7 15,-8 2-7-15,-4 4 11 16,-2 8-12-16,0 6 49 16,-4 8 10-16,-10 6 14 15,-1 2-40-15,1 8 7 16,1 15-30-16,3 10-10 16,8 5 0-16,2 0-10 15,0-4 9-15,10-2-28 16,7-3-32-16,16-6-131 0,-1-7-172 15,-5-6-415-15</inkml:trace>
  <inkml:trace contextRef="#ctx0" brushRef="#br0" timeOffset="29032.05">26843 6517 785 0,'0'0'296'15,"0"0"-172"1,0 0-28-16,0 0 59 15,0 0-37-15,-127 20-66 16,112 21-26-16,5 8-14 0,8 3 19 16,2-2-12-1,0-5 17-15,16-14-15 0,6-12 27 16,4-15-7 0,8-4 29-16,2-23-10 0,2-18-4 15,-3-18-20 1,1-10-27-16,-5-10-4 0,-4-2 3 15,-7 8-8 1,-7 6 8-16,-6 15-2 0,-4 17-6 16,-3 15 33-16,0 15 23 0,0 5 52 15,0 20-46 1,-10 23-61-16,4 12 4 0,2 12 3 16,1 3 14-1,3 0-22-15,0-10 17 0,0-7-17 16,13-13-2-1,1-13-14-15,4-11-64 0,0-9-59 16,11-7-158 0,-4-19-31-16,-4-5-239 0</inkml:trace>
  <inkml:trace contextRef="#ctx0" brushRef="#br0" timeOffset="29494.04">27318 6557 666 0,'0'0'310'0,"0"0"-165"15,0 0 26 1,0 0 59-16,0 0 37 0,0 0-65 16,0 0-104-1,-2-49-33-15,-10 36 31 0,1 1-26 16,-2 3 1-16,-3 7-33 16,1 2 4-16,-3 4-42 15,0 23-21-15,5 9 9 16,2 6-1-16,3 2 12 15,6-2-8-15,2-7 3 16,0-9-6-16,8-12 11 16,7-13-42-16,5-1 23 15,3-15 20-15,-2-19 0 16,0-11 0-16,-1-3 9 16,-5 2-17-16,-4 4 19 0,-1 10-16 15,-8 8 13 1,-2 9 5-16,0 14 0 0,0 1 38 15,0 8-22 1,0 19-27-16,0 10-4 0,0 3 13 16,0-1-11-1,0-2 7-15,0-7-14 0,6-10-5 16,3-8 2-16,3-8-48 16,3-4-30-16,5-13-25 15,1-22-55-15,2-11-132 0,8-38-13 16,-6 8-62-1,-4 3-268-15</inkml:trace>
  <inkml:trace contextRef="#ctx0" brushRef="#br0" timeOffset="29674.49">27559 6036 544 0,'0'0'514'16,"0"0"-282"-16,0 0 0 0,0 0-52 16,0 0-23-1,-36 123 40-15,32-56-52 0,1 7-37 16,3 7-31-16,0-3-43 0,0-3 0 15,0-10-28 1,0-11-12-16,3-13-37 0,3-18-55 16,1-20-112-1,-1-3-135-15,-1-11-149 0</inkml:trace>
  <inkml:trace contextRef="#ctx0" brushRef="#br0" timeOffset="30291.21">27401 6409 1159 0,'0'0'341'16,"0"0"-253"-16,0 0 119 15,0 0-19-15,0 0-53 16,0 0-88-16,0 0-21 16,55 33-17-16,-26-33-9 15,0 0 0-15,-3 0-31 16,3 0 6-16,-6 0-34 15,0 0 33-15,-8 0-22 16,-1-5 23-16,-4 0 9 0,-3 0 16 16,-3-1 23-1,1 1 16-15,-5 2 32 0,0-1-5 16,0 4 35 0,0 0-5-16,0 0 27 0,0 0-68 15,0 14-27-15,0 10-28 16,0 5-1-16,0 8 1 15,-3 1-19-15,3-4 18 16,0-4-22-16,0-6 21 16,0-10-27-16,8-5 12 15,0-9-18-15,3 0 30 16,3-12 5-16,-3-13 9 16,3-5 0-16,-6-6-3 0,-1 0 12 15,-3 3-17 1,-4 8 17-16,0 5-18 15,0 7 21-15,-4 9-8 0,-9 4 17 16,-1 0-30-16,-1 13-4 16,1 7 3-16,5-2-11 15,5-4 5 1,4-2-7-16,0-9-7 0,2-3-62 16,19 0 46-16,5-5 30 15,3-10 2-15,2-1-1 16,-2 6 11-16,-2 2-16 15,-9 8 22-15,-5 0-22 16,-7 0 16-16,-6 8-14 16,0 11-49-16,-21 11-162 15,-8-2-278-15,-5-4-468 0</inkml:trace>
  <inkml:trace contextRef="#ctx0" brushRef="#br0" timeOffset="30892.18">26747 6631 616 0,'0'0'270'0,"0"0"-159"0,0 0 67 16,0 0-21-16,0 0-25 0,0 0-45 16,0 0-10-1,0-2-27-15,0 2 34 0,4-2-18 16,6 2 0 0,3 0-24-16,5 0-8 0,4 0 9 15,0 0-37 1,3 0 3-16,0 0-9 0,-4-3-20 15,4-8-138 1,-7 2-80-16,-7 2-291 0</inkml:trace>
  <inkml:trace contextRef="#ctx0" brushRef="#br0" timeOffset="32427.91">22693 7660 757 0,'0'0'287'0,"0"0"-165"0,0 0 36 16,0 0-16-1,0 0 32-15,0 0-29 0,0 0-11 16,-16-40-49-1,16 40 2-15,0 0-30 0,0 0-21 16,0 0-11 0,0 2-24-16,0 12 16 0,0 7-15 15,0 4 5-15,0 1 1 0,4-2-13 16,2 0 7 0,4-2-2-16,-1-5 0 15,1-2 0-15,2-5 0 16,-3-6 1-16,2-4-10 15,3 0 18-15,-4-16 5 16,4-11-13-16,-1-12 4 16,-2-3-5-16,-1-6 0 0,-4 0 0 15,-2 4 0 1,-4 5 0-16,0 10 0 0,0 8 10 16,0 7-9-1,0 6 15-15,0 4-16 0,0 4 29 16,0 0-15-16,-2 0 3 15,0 7-8-15,0 11 2 16,0 7-22 0,2 8 24-16,0 4-21 0,0 6 17 15,6 5-18-15,5 4 9 16,3 1 0-16,-1 6 1 16,1-1-1-16,-1 0 0 0,-1-1 9 15,-4-7-8 1,-1-4 1-16,-3-8 13 0,-4-6-9 15,0-8 32 1,0-4 2-16,0-6 18 0,-2-5 11 16,-7-2-17-1,-3 0 7-15,2-4-45 0,-3 3 22 16,-1-2-35-16,3 0 19 16,-3-1-14-16,8 0-3 15,-1-1-1-15,3 0-2 16,4-2 0-16,0 0-12 15,0 3 11-15,0-1-41 16,0 0-7-16,0 1-69 16,0 2-25-16,17-1-102 15,-1-2-125-15,-1-2-265 0</inkml:trace>
  <inkml:trace contextRef="#ctx0" brushRef="#br0" timeOffset="34061.54">23430 7728 603 0,'0'0'608'0,"0"0"-446"0,0 0 2 16,0 0 43 0,0 0 59-16,0 0-73 0,0 0-54 15,-35-13-77 1,35 12-10-16,0 1-51 0,6-2 18 15,17 2-17 1,6-2 19-16,4 0-8 0,7-3-12 16,4-2 2-16,-1 1 6 15,-1-2-18-15,-3 3 6 16,-6-2 3-16,-9 3-44 16,-4 2-17-16,-6 2-65 15,-7-2-22-15,-3 0-54 16,-2-4-39-16,-2 0 44 15,0-4 62-15,0-4 24 16,-11-2 35-16,-3 0 69 16,-1 2 7-16,-3 3 50 15,3 4 40-15,-3 3 15 0,2 1-2 16,0 3 4-16,0 0 30 16,3 0 4-16,5 4-1 15,0 3-47 1,4-4-6-16,4 4-38 0,0-2-21 15,0 3-9 1,10 4-1-16,9 3 16 0,8-1-22 16,2 3 21-16,4 0-32 0,1-1 1 15,-3 2 10 1,-7 0-13-16,-3-3 1 0,-8 2 0 16,-9-2 9-1,-4-1-1-15,0 1 38 0,-2-1-6 16,-15-2 12-1,-4-1-40-15,1-6-2 0,-2-1-10 16,4 0-9 0,5-2-47-16,6 0-48 0,7 0-59 15,0-2-215-15,12 0-123 16,3 0-113-16</inkml:trace>
  <inkml:trace contextRef="#ctx0" brushRef="#br0" timeOffset="34572.67">24353 7557 1020 0,'0'0'286'16,"0"0"-151"0,0 0 42-16,0 0 29 0,0 0-20 15,-123 25-80 1,101-3-41-16,4 2-48 0,4-2 9 15,8-2-25 1,6-1-2-16,0-8-4 0,10-1 4 16,11-2-7-1,8-2-4-15,2 2 12 0,3-2-13 16,-1 5 5-16,-2 1 14 0,-8 2-15 16,-5 4 18-1,-11 1 3-15,-7 2 1 0,0 2 36 16,-11-1 43-1,-12 0-23-15,-2-6 1 0,-1-1-46 16,-1-7-3 0,5-7-15-16,2-1-12 15,7 0-52-15,8-4-48 16,5-14-95-16,9-14-126 0,15 4-33 16,3 0-350-16</inkml:trace>
  <inkml:trace contextRef="#ctx0" brushRef="#br0" timeOffset="35524.64">24668 7795 682 0,'0'0'155'16,"0"0"-109"-16,0 0 55 15,0 0 29-15,0 0 42 0,0 0-40 16,0 0-17-1,29-71-39-15,-37 57 26 0,-5 0 1 16,-3 4 20 0,1 2-31-16,-3 1-17 0,3 7-13 15,-1 0-28 1,3 6-29-16,1 11 4 0,1 11-18 16,7 4 12-16,2 2-11 0,2 2 13 15,0-4-11 1,0-3 6-16,11-10-9 0,3-5 7 15,1-11-17 1,1-3 18-16,1-7-12 0,1-19 4 16,-1-8 18-1,0-4-18-15,-5 0 6 0,-2 4 3 16,-3 5 1 0,-5 10-1-16,0 9 6 0,-2 6-6 15,0 4 34-15,0 0-24 16,0 16-8-16,0 8 10 15,0 6-18-15,0 4 6 16,8 0-1-16,6-1 0 16,-1-8-8-16,6-3 8 15,-2-8 1-15,3-7-12 16,-2-7 3-16,2 0 8 16,0-21 2-16,-1-11 2 15,-2-9-3-15,-1-11 1 16,-3-5-2-16,-1-4 4 0,-4-2-11 15,-6 1 11 1,-2 4-16-16,0 7 22 0,0 11-17 16,-2 10 10-1,-10 12-2-15,2 11 1 0,-1 7-1 16,1 3 0 0,-1 23-10-16,3 8 4 0,4 7 12 15,0 5-12 1,4 0 18-16,0 2-16 0,0-2 4 15,8-7 0-15,5-2 9 0,3-7-9 16,1-8 7 0,1-7 1-16,3-6 3 0,0-5-10 15,2-4 28 1,2 0-28-16,-3-8 0 0,0-9-1 16,-2 0 0-1,-2-3 0-15,-3-2 1 0,-2 0-2 16,-3 2 5-16,-4 3-14 15,-1 6 20-15,-5 2-2 16,0 8-8-16,0 1 27 16,0 0 16-16,2 12-15 15,0 8 3-15,2 6-19 16,4 2 49-16,-4-2-35 16,3-2 26-16,-1-6-41 15,-2-7 1-15,4-2-12 16,-4-9-15-16,1 0-43 15,-1 0-56-15,-2-20-19 0,-2-26-199 16,0 2-194 0,0 1-451-16</inkml:trace>
  <inkml:trace contextRef="#ctx0" brushRef="#br0" timeOffset="35655.32">25169 7449 1239 0,'0'0'278'16,"0"0"-164"-16,0 0 115 0,0 0-90 15,0 0-139 1,0 0-21-16,0 0-189 0,-11 16-50 16,20-23-476-16</inkml:trace>
  <inkml:trace contextRef="#ctx0" brushRef="#br0" timeOffset="36296.94">25517 7583 712 0,'0'0'383'15,"0"0"-256"-15,0 0 51 16,0 0 16-16,0 0-56 16,0 0-20-16,0 0-40 15,-25-26-7-15,14 22-41 16,-2 1 14-16,2 3-28 15,-1 0 6-15,1 7-22 16,3 14-16-16,0 3 9 16,4 6-5-16,4 0 3 15,0-2 11-15,0-3-11 16,2-4 10-16,10-8-8 0,3-6 0 16,1-7-2-1,1 0 3-15,4-21 6 0,-1-11-1 16,-3-14 7-1,-1-3-13-15,-3-6-13 0,-2-1-17 16,-6 3-14 0,-2 6 29-16,-3 11 9 0,0 12 13 15,0 12 26-15,0 10 47 0,0 2 33 16,0 16-46 0,0 19-10-16,0 8-4 0,0 5 62 15,4 2-50 1,7-4-20-16,0-3-28 0,0-11-9 15,0-6-2 1,1-10-35-16,-4-8-32 0,3-8-94 16,7-3-83-1,-2-14-66-15,-5-4-239 0</inkml:trace>
  <inkml:trace contextRef="#ctx0" brushRef="#br0" timeOffset="37332.01">25891 7560 743 0,'0'0'202'0,"0"0"-113"16,0 0 106-16,0 0-37 16,0 0-3-16,0 0-53 0,0 0 5 15,15-35 2 1,-15 23-12-16,0-2-1 0,0-2-37 15,0 3 15 1,-2-2-12-16,-6 4-4 0,-3 2-39 16,-1 7 18-1,-1 2-34-15,-3 2-3 0,1 20-15 16,-1 6-3-16,3 7 17 0,2 1-1 16,4 0-8-1,7-3-5-15,0-2 0 0,0-7-10 16,11-8 13-1,7-9-29-15,2-7-3 0,3 0 31 16,0-21 5 0,0-7 2-16,-1-6-7 0,-3-3 13 15,-4 6-31 1,-1 3 30-16,-4 3-12 0,-1 9 4 16,-5 7 8-16,1 6-7 15,0 3 7-15,-1 0 2 16,1 12 32-16,3 8-23 15,1 5 15-15,1 0-4 16,0 0 30-16,-1-4-11 16,1 0 13-16,-2-8 23 15,-4-1-17-15,1-5 15 16,-5-3-44-16,2-3 15 16,-2-1-32-16,0 0 30 15,2 0-26-15,-2 0 4 0,0 0-2 16,0 0-18-1,0 0 10-15,0 0-5 0,0 0 1 16,0 0-1 0,0 0 5-16,0 0-10 0,0 0 19 15,0 0-20 1,0 0 1-16,0 0 14 0,0 0-15 16,0 0 26-16,0 0-17 0,0 0 35 15,0 0-34 1,0 0 35-16,0 0-36 0,0 0 13 15,0 3-8 1,0 1-5-16,0 0 16 0,3-1-23 16,-3 0 27-1,2 0-28-15,-2-2 19 0,0 1-19 16,0 0 21 0,3-1-21-16,-3 2 6 0,2 1 5 15,0 0-12-15,0 0 7 16,0 1 2-16,0-2 8 15,0-1-16-15,-2-2 15 16,3 2-15-16,-3 0 16 16,0 0-16-16,2-1-1 15,0 2 9-15,0 1-1 16,0-2-16-16,1-2 23 16,-3 2-22-16,0-2 16 15,0 0-12-15,0 0 4 16,0 0-1-16,0 0 0 0,0 0 1 15,0 0-2-15,0 0-5 16,0 0-3-16,0 0-13 16,0 0 5-1,0 0-47-15,0 0-2 0,0-4-80 16,0-10-60 0,-5-5-90-16,-4 0-294 0,-1 3-289 0</inkml:trace>
  <inkml:trace contextRef="#ctx0" brushRef="#br0" timeOffset="39691.69">26944 7541 652 0,'0'0'280'0,"0"0"-174"16,0 0 37-1,0 0-4-15,0 0-7 0,0 0 0 16,0 0-60 0,-35-20 20-16,33 19-2 0,2 1 22 15,0 0-43-15,0 0-21 0,0 0-36 16,0 16-11 0,0 5-2-16,6 5 12 0,0 1-11 15,0-1 6 1,-1-2 2-16,-3-6-7 0,-2-6 20 15,2-4-21 1,-2-8 0-16,0 0 0 0,0 0-6 16,0-12 5-1,0-12-15-15,0-6 15 0,0-3-29 16,4 1 17-16,6 3-17 16,1 2 18-16,0 6 3 15,3 2-6-15,-2 6 9 16,2 7-8-16,1 1 6 15,2 5 13-15,0 0-13 16,1 0 10-16,2 0-11 16,0 10 6-16,0-3 2 15,-1-4-1-15,-2 0-8 16,-1-3 8-16,-1 0 4 16,-1-13-9-16,-1-5 20 15,-5-6-22-15,0-2 10 16,-4-2-2-16,-4 0 1 0,0 0-9 15,0 5-3 1,0 6 2-16,-9 5 0 0,-2 6 20 16,-4 6-8-1,1 0-1-15,3 9-2 0,-1 14-2 16,6 6 3 0,4 5 6-16,2 3-5 0,0-1 18 15,4-2-18-15,12-5 11 16,1-5-12-16,2-11 0 15,3-4-62-15,-3-9-42 0,6 0-55 16,-2-7-22 0,1-13-45-16,0 1-90 0,1-6 22 15,0 4 131 1,-3-2 37-16,-5 3 71 0,-1 2 55 16,-5 1 109-1,-3 3 49-15,-6 2-9 0,-2 3 42 16,0-2 57-16,0 6-80 15,-2-2-27-15,-12 4-35 16,3 1 31-16,-3 2-8 0,3 0 2 16,3 5-86-1,-2 15-32-15,4 6-6 0,-1 7-6 16,7 3 6 0,0 0-6-16,0-5 20 0,0-6-7 15,2-7-5 1,9-6-8-16,1-9-1 0,1-3 10 15,1 0-4-15,1-21 3 16,1-6-1-16,-5-8-16 16,-1 2 12-16,-2-1-10 15,-2 8 5-15,-3 5-5 16,-3 7 6-16,0 8-1 16,0 6 1-16,0 0-13 15,4 2-10-15,0 16 10 16,5 0 3-16,0 0 18 15,4-4-16-15,1-4 0 16,1-10 8-16,6 0 2 0,-2-13 23 16,6-16 11-1,-3-13-35-15,-1-8 2 0,-4-8-2 16,-3-3-2 0,-8 3-23-16,-1 7 24 0,-5 10-12 15,0 15 12 1,0 14 20-16,-5 12 32 0,-1 9-2 15,-4 28-44 1,6 11-6-16,0 13 7 0,4 3-14 16,0-3-14-16,0 0-32 0,0-7-98 15,0 10-81 1,-9-14-95-16,-7-10-565 0</inkml:trace>
  <inkml:trace contextRef="#ctx0" brushRef="#br0" timeOffset="41257.93">22957 8932 667 0,'0'0'199'0,"0"0"-155"15,0 0 12 1,0 0 99-16,0 0 40 0,0 0-60 16,0 0-30-1,0-11-24-15,0 11-11 0,0 0 12 16,0 0-9-16,0 0 5 0,0 0-49 15,0 0 12 1,0 0-32-16,0 0 24 0,0 0-15 16,0 0 12-1,0 0 6-15,0 0 3 0,0 0 23 16,0 0-15 0,0 0 31-16,0 0-42 0,0 0 10 15,0 0-33 1,0 0 8-16,0 0-15 0,0 0-5 15,0 0 5-15,0 0 2 16,0 0 3-16,0 0-9 16,0 6 13-16,2 8-14 0,4 9 6 15,-2 3-7 1,5 6 0-16,-1-1-1 16,2 6 2-16,1-3-3 15,-3 2 4-15,4-7-14 16,-3-3 13-16,2-6-2 15,-5-6-25-15,4-9 26 16,-2-5-23-16,1 0 7 0,0-5 10 16,0-18 3-16,-2-9-9 15,-1-6 18-15,-2-8-15 16,-4-3 18-16,0-1-18 16,0 4 6-16,0 2 3 15,0 6 0-15,-4 10 1 16,0 10-2-16,2 6 12 15,-1 8-1-15,1 4-9 16,2 0 10-16,0 0-3 16,0 7-16-16,0 8 8 0,0 9 0 15,0 6-1 1,7 5 2-16,5 4-7 0,-2 5 16 16,3 5-22-1,1 1 24-15,-3 2-19 0,1 0 8 16,-6 2-1-1,1 0 6-15,-5-6-5 0,-2-4 16 16,0-5-5 0,0-10 34-16,0-4-21 0,-11-9 31 15,-3-6-26-15,-3-4 18 0,-4-5-27 16,-1-1-9 0,0 0-9-16,-2 0-3 0,3 0 0 15,3-3-54 1,7-1-6-16,5-2-82 0,6 0-54 15,4-6-202 1,16-2 15-16,2 0-239 0</inkml:trace>
  <inkml:trace contextRef="#ctx0" brushRef="#br0" timeOffset="43565.32">22949 8668 418 0,'0'0'202'15,"0"0"-94"-15,0 0-11 16,0 0 33-16,0 0-6 15,0 0-24-15,0 0-40 0,0-30 18 16,0 28 22 0,0 2 7-16,0 0 18 0,0 0-8 15,0-1 21 1,-2 1-58-16,-1-3-23 0,1 2-42 16,0-3 20-1,2-1-17-15,-2 1-6 0,0 1 4 16,2 1-6-16,0-1 15 0,0 3-25 15,0 0 27 1,-3 0-27-16,3 0 34 0,-3 0-22 16,-1 5 9-1,2 4-20-15,-2 3 0 0,-1-1 0 16,3 1 5 0,-2 0-12-16,2-1 15 0,0 0-18 15,2-4 18 1,-4 0-12-16,4-2 3 0,-2-2 0 15,2-3 1-15,0 0-1 16,0 0 0-16,0 0 10 16,0 0-2-16,0 0-7 15,0 0 7-15,0 0-1 16,0-8-10-16,0-4 3 16,0-1 0-16,0-3-1 15,2 0 6-15,4 1-16 0,0-2 22 16,-2 2-22-1,3 1 22-15,-3 3-22 0,1 3 8 16,0 4 3 0,-3 2-1-16,2 2-13 0,1 0 14 15,1 0 0 1,4 0 4-16,3 10-2 16,0 5 10-16,5-1-11 0,0 1 13 15,-3-1-13 1,1 3 6-16,-1-5 6 0,-4 0 1 15,-1-3 8-15,-4-2-21 0,-1-1 2 16,-3-5 8 0,0-1-22-16,-2 0 1 0,0 0-42 15,2 0-93 1,0 0-189-16,-2 0-253 0</inkml:trace>
  <inkml:trace contextRef="#ctx0" brushRef="#br0" timeOffset="44226.98">23561 9126 1013 0,'0'0'259'16,"0"0"-185"-16,0 0 39 15,0 0 64-15,0 0-45 16,0 0-46-16,0 0-63 16,19 7 37-16,8-2 15 15,8-1-24-15,5-1-2 16,7 2-26-16,-1-1 20 15,2-2-22-15,-6-1-1 16,-7-1-18-16,-4 0 7 16,-6 0-9-16,-7 0-2 15,-5 0 2-15,-3 0-7 0,-6 0-3 16,0-1-74 0,1-3-32-16,-3-3-100 0,0-2 9 15,-2-12-77 1,0 5-222-16,0 0-256 0</inkml:trace>
  <inkml:trace contextRef="#ctx0" brushRef="#br0" timeOffset="44557.51">23956 9041 46 0,'0'0'704'0,"0"0"-535"16,0 0-13-16,0 0 44 0,0 0-20 16,0 0 7-1,0 0-26-15,-87 0-6 0,85 0-81 16,2 0-25-1,0 0-49-15,0 0-1 0,4 0 0 16,10 0 1 0,1 5 2-16,6 0 5 0,1 4-14 15,0-1 19-15,0 2-20 16,-4 2 17-16,0 2-12 16,-6 1 9-16,-4 4-4 15,-6 3 20-15,-2-2 14 16,0-2 37-16,0-2-14 15,-6-2-9-15,-8-2-50 16,3 0 0-16,0-3-37 16,2-4-34-16,2-5-84 15,3 0-118-15,2 0-46 16,2-12-351-16</inkml:trace>
  <inkml:trace contextRef="#ctx0" brushRef="#br0" timeOffset="45299.26">24832 8833 962 0,'0'0'191'0,"0"0"-131"16,0 0 16-16,0 0 73 15,0 0-11 1,0 0-45-16,0 0-30 0,-33-22 1 16,17 22 12-1,1 17-37-15,-3 0-3 0,2 7-26 16,5 0 20-16,2-2-23 0,5-5-5 16,4-2-2-1,0-7-14-15,4-2 6 0,16-3 2 16,9-3 0-1,5 0 12-15,1 0-6 0,1 3 0 16,-5 3 0 0,-4 4 1-16,-7 2-1 0,-7 6 18 15,-9 1 2 1,-4 0 64-16,0 3-8 0,-10 1 28 16,-11-5-27-16,-2-1-20 0,-2-8-36 15,0-1-12 1,3-6-9-16,6-2-3 0,5 0-9 15,6 0-40 1,5-2-48-16,0-13-89 0,14-8-97 16,8 0-17-1,0 1-190-15</inkml:trace>
  <inkml:trace contextRef="#ctx0" brushRef="#br0" timeOffset="46145.42">25193 8944 751 0,'0'0'208'15,"0"0"-130"-15,0 0 71 16,0 0-18-16,0 0 7 16,0 0-34-16,0 0-22 15,-16-111 21-15,3 99 8 16,-3 2 27-16,1 4-52 0,2 6 0 15,-1 0-49 1,4 10-21-16,-2 14-16 0,3 6 0 16,5 4 0-1,2 2 1-15,2-4-2 0,0-6-3 16,0-8-5 0,8-9 10-16,6-9-2 0,1 0 2 15,4-25 14-15,-2-9-14 0,1-6 0 16,-5-2-1-1,-1 8 8-15,-6 6-17 0,-1 9 22 16,-5 11-10 0,0 8-3-16,0 0 34 0,0 3-33 15,0 19-1 1,0 4 0-16,4 3-5 0,2 0 3 16,6-2 1-1,-1-8-10-15,3-4 16 0,-1-10-11 16,3-5 4-16,-3 0 2 15,0-22 0-15,3-12 2 16,-5-7-1 0,0-8 5-16,-2-4-12 0,-5 0 14 15,-1 0-14-15,-3 9 16 0,0 6-14 16,0 8 4 0,-11 12 0-16,-1 6 7 15,1 8-6-15,0 4-2 16,0 2-1-16,0 21 1 0,4 6-4 15,3 12-4 1,4 0 18-16,0 8-15 0,0-3 6 16,13-4 0-1,7-8 1-15,0-6-1 0,5-7 3 16,-3-9 4 0,3-9 2-16,-4-3-3 0,0 0-4 15,-3-15 6 1,-3-4-8-16,-1-5 0 0,-3 0-1 15,-5 2 1-15,-1 2-10 0,-5 8 9 16,2 3 0 0,-2 8-9-16,0 1 19 0,3 1-18 15,-1 18 5 1,2 5 4-16,3 5 9 0,1 0 0 16,2 0 1-1,-1-6-2-15,-1-5-8 0,-1-6 6 16,-3-7-12-1,1-5-21-15,0-2-85 0,-1-21-209 16,-4-3-192-16</inkml:trace>
  <inkml:trace contextRef="#ctx0" brushRef="#br0" timeOffset="46288.49">25483 8617 1257 0,'0'0'347'0,"0"0"-317"16,0 0-30-16,0 0-24 0,0 0-53 16,0 0-228-1,0 0-923-15</inkml:trace>
  <inkml:trace contextRef="#ctx0" brushRef="#br0" timeOffset="46826.91">25840 8705 355 0,'0'0'382'0,"0"0"-188"0,0 0-32 16,0 0 19-16,0 0-42 15,0 0-37-15,-92 114-53 16,86-78 27-16,4 2-6 16,2-1 16-16,0-6-22 15,0-9 1-15,4-12-26 16,7-8-24-16,3-2-2 15,-1-10 3-15,3-20 38 16,-3-12-38-16,1-8-4 16,-4-8-4-16,-1-3-8 15,-4-2 0-15,-3-1-2 0,-2 5 2 16,0 9-2 0,0 14-4-16,0 14 12 0,0 13 27 15,0 9 49 1,0 5 23-16,0 23-71 0,0 9-15 15,0 10 10 1,5 3-4-16,10 1-22 0,1-7-2 16,1-4-2-1,1-13-51-15,1-6-28 0,10-19-133 16,-8-2-149-16,0 0-275 0</inkml:trace>
  <inkml:trace contextRef="#ctx0" brushRef="#br0" timeOffset="47198.86">26178 8631 1001 0,'0'0'306'15,"0"0"-211"1,0 0 64-16,0 0 64 0,0 0-8 16,0 0-123-16,0 0-46 15,-17-27-20-15,3 27 26 16,-1 0-20-16,-1 4-31 15,1 20-2-15,-1 8-6 16,7 4-5-16,3 4 14 16,4-5-4-16,2-8-1 15,0-8-4-15,0-12-2 16,6-7-19-16,9-9 13 0,1-21 14 16,-1-6-7-1,1-5 8-15,-3 7-10 0,-1 6 16 16,-3 13-16-1,-3 11 10-15,2 4 0 0,-2 1 19 16,3 19 7 0,-3 1 5-16,2-1-20 0,-4-6 17 15,0-6-27-15,-2-4-2 16,3-4-82-16,-1-2-193 16,0-12-209-16,-1-3-892 15</inkml:trace>
  <inkml:trace contextRef="#ctx0" brushRef="#br0" timeOffset="47823.29">27113 8675 1013 0,'0'0'234'0,"0"0"-170"16,0 0 62-16,0 0 98 16,0 0-12-16,0 0-98 15,0 0-86-15,-54 118 35 16,54-51 3-1,12 5 5-15,3 3-19 0,1-2-37 16,-3-9-10-16,1-12 4 16,-6-13-18-16,1-16-32 15,1-15-80-15,-4-8-178 16,-2-14 41-16,-2-47 49 16,1 3-108-16,-3 0-59 0</inkml:trace>
  <inkml:trace contextRef="#ctx0" brushRef="#br0" timeOffset="48723.44">27057 8666 671 0,'0'0'414'16,"0"0"-237"-16,0 0-93 0,0 0 16 15,0 0 66 1,0 0-70-16,0 0-42 0,4-35 36 16,23 40 16-1,4 13-41-15,0 6-22 0,0 3-3 16,-4 3-15-1,-8-2 3-15,-7-2-19 0,-6-1 26 16,-6-4-29 0,0-5 4-16,-6-2-9 0,-11-5-2 15,-3-6-10 1,-3-3-20-16,2 0-9 0,0-5-2 16,1-10 21-16,7 1-30 15,6 4 30-15,5 2-20 16,2-1 25-16,0 4-20 15,9 1 8-15,6-2 7 16,5 2-5-16,5-4 10 16,2 0 1-16,0-3 8 15,-3-6 14-15,-2-3-14 16,-1-3 14-16,-9-1-13 0,0-1 6 16,-3-1 0-1,-3-3 0-15,-1 1-8 0,-3 7 6 16,0 2 1-1,1 9-7-15,-1 6 16 0,3 4-8 16,1 0 7 0,3 19 18-16,5 8 11 0,1 6-12 15,1 2-1 1,-3 2-23-16,-1-4 50 0,-6-1-12 16,0-5 16-16,-1-7-20 0,-5-6 22 15,2-8-24 1,-2-6 1-16,0 0-4 0,0-6-11 15,0-14-18 1,0-5-9-16,4-5 9 0,4 0-50 16,2 2 27-1,3 5-18-15,4 2 16 0,0 5-9 16,3 6 14-16,-2 4-5 16,0 4-26-16,-4 2 27 15,-1 0 10-15,0 0 14 16,-2 4 1-16,-2 3 27 15,0-4-21-15,0-3 9 16,0 0 8-16,-3 0 24 16,2-15 8-16,-2-10-36 15,-4-3 11-15,-2 0-31 16,0 2 9-16,0 2-3 16,0 6 7-16,-8 5 0 0,-6 10 26 15,3 3 9 1,-3 0-24-16,1 17-19 0,4 10 11 15,0 7-24 1,7 2 16-16,2-2-7 0,0-2 0 16,0-5-1-1,4-8 0-15,8-6-9 0,1-3 8 16,1-8-41 0,-1-2-37-16,0 0-110 0,5-7-59 15,-2-9-98-15,-5 0-490 0</inkml:trace>
  <inkml:trace contextRef="#ctx0" brushRef="#br0" timeOffset="49495.99">28007 8518 175 0,'0'0'606'15,"0"0"-506"-15,0 0-61 0,0 0 100 16,0 0 13-1,0 0-44-15,0 0-45 0,-94-38 35 16,74 38-25 0,2 19-9-16,3 4-42 0,-1 10 0 15,7 1-3 1,3 4-11-16,6-4 9 0,0-2-16 16,0-8 19-16,8-6 3 0,5-9 36 15,5-9-2 1,3 0 35-16,-2-18-32 0,4-18-7 15,-3-12-6 1,3-12-33-16,-6-11-8 0,-1-1 3 16,-7-6-12-1,-3 8 12-15,-6 7-12 0,0 10 12 16,0 17-6 0,0 12 21-16,0 16 18 0,-2 8 41 15,0 0-41 1,2 26-39-16,0 14 11 0,0 10-27 15,2 9 26-15,14 1-19 16,1-4 6-16,2-6 0 16,-2-10 1-16,1-10 0 15,-3-10-2-15,1-12 10 16,-1-8-9-16,4 0 7 16,-3-22 3-16,1-10-9 15,-1-7-2-15,-1 2-7 16,-3 4-5-16,-4 10 12 0,-1 9 0 15,-5 10-11 1,2 4 24-16,4 9 0 0,0 22-3 16,3 7 19-1,1 4-12-15,-3 0 26 0,1-3 20 16,-1-10-28 0,-1-7-29-16,0-6-5 0,-1-9-31 15,-3-7-33-15,0-25-113 16,-1-10-138-16,-3-6-187 0</inkml:trace>
  <inkml:trace contextRef="#ctx0" brushRef="#br0" timeOffset="49626.36">28243 8156 1247 0,'0'0'344'0,"0"0"-344"0,0 0-96 16,0 0 26-1,0 0-63-15,0 0-386 0</inkml:trace>
  <inkml:trace contextRef="#ctx0" brushRef="#br0" timeOffset="50037.69">28620 8450 378 0,'0'0'237'16,"0"0"-135"-16,0 0 47 16,0 0 69-16,0 0-22 15,0 0-46-15,0 0-70 16,-27-24 28-16,13 16 1 15,-1 0 15-15,-1 2-25 16,1 4-15-16,2 2-22 16,-1 0-41-16,3 4-21 15,4 14-6-15,4 8 5 0,3 4 0 16,0 1-11 0,3 3 8-16,13-5 3 0,4-7 1 15,0-5-6 1,4-12 5-16,1-5-35 0,0-1 19 15,-1-20-34 1,0-6-46-16,1-6-72 0,6-15-28 16,-4 8-167-1,-5 8-298-15</inkml:trace>
  <inkml:trace contextRef="#ctx0" brushRef="#br0" timeOffset="51161.73">28880 8374 700 0,'0'0'298'0,"0"0"-208"0,0 0-37 16,0 0 82 0,0 0-2-16,0 0 2 0,0 0-36 15,10 7 34 1,-10-7 10-16,0 0-49 0,-10 1-58 16,-1 0-30-1,-2 6-6-15,2 3 11 0,0 2-22 16,2 6 19-16,4 2-16 0,3 2 4 15,2 3 2 1,0-2 2-16,0-5-2 0,11-1 1 16,2-6-7-1,3-5 2-15,2-4-6 0,0-2 12 16,-1 0-40 0,-1-4 18-16,3-11 9 0,-4-8 7 15,-2-3 6 1,-2 0-7-16,0-1 7 0,-4 4-37 15,-2 0 27 1,-5 8 4-16,0 4 0 0,0 2 12 16,0 5 4-16,0 4-3 0,0 0 34 15,2 1-13 1,2 18-26-16,3 0 2 16,1 6 6-16,2-1-10 15,-1-2 6-15,-1-1-9 16,1-9 4-16,-2-1-1 0,0-7 1 15,-3-4-1 1,3 0 9-16,0 0-9 0,0-15 15 16,1-8-6-1,-1-3-18-15,-3 3 3 0,3-2-7 16,-2 6-11 0,-1 5 23-16,-2 5-5 0,3 5-5 15,-1 4 10 1,2 0-9-16,2 6 3 0,0 10 14 15,1 6-10-15,3 2 9 0,-1 0-7 16,3-4 1 0,1-1 0-16,-2-10-1 15,1-3 3-15,1-4 1 16,-4-2-2-16,2 0 16 0,-4-8-16 16,1-8 9-1,-4-2-9-15,-2-3 8 0,-1 0-8 16,-3-1 0-1,0 2 10-15,-3 4-10 0,-10 3 31 16,-3 3-26 0,-1 6 21-16,-3 3-17 0,-1 1 11 15,2 0-20-15,1 12 9 0,5 6 1 16,1 4-10 0,8-2 23-16,-1 1-9 15,5-7 7-15,0-3-16 16,0-5-9-16,5-6 5 15,9 0-2-15,1-5 17 16,3-10-5-16,1-3-12 16,2 2 12-16,-3 4-22 15,-3 3 21-15,-2 9-21 0,1 0 20 16,-5 0-5-16,0 7 1 16,0 7 10-1,-5 3 8-15,0-2 2 0,-1-5 20 16,-1-6-30-16,2-4-10 15,6 0 2-15,5-22-16 16,7-8 8-16,7-6-1 16,2-5-21-16,3 6 1 15,-3 4 21-15,-2 9 0 16,-4 10-1-16,-8 8 2 16,-1 4 50-16,-5 2-10 0,-4 14 26 15,-2 0-12 1,-5 0-7-16,0-2-13 0,0-6-12 15,0-3-23 1,0-5-11-16,0 0-41 0,-16 0-119 16,-5-10-158-1,0-3-305-15</inkml:trace>
  <inkml:trace contextRef="#ctx0" brushRef="#br0" timeOffset="51342.61">28979 8187 727 0,'0'0'858'0,"0"0"-642"15,0 0-144 1,0 0 114-16,0 0-68 0,0 0-118 16,0 0-92-16,-12-2-165 15,22-20 7-15,-2-2-264 0</inkml:trace>
  <inkml:trace contextRef="#ctx0" brushRef="#br0" timeOffset="51574.44">29340 7819 1041 0,'0'0'242'16,"0"0"-181"-16,0 0 100 0,0 0 62 15,0 0-49-15,0 0-80 16,-14 117-60 0,6-84 5-16,-2 4-39 0,3-4-12 15,1 1-80 1,2 6-115-16,4-12-114 0,0-6-315 0</inkml:trace>
  <inkml:trace contextRef="#ctx0" brushRef="#br0" timeOffset="56028.98">12246 8853 742 0,'0'0'138'0,"0"0"-117"15,0 0 3 1,0 0 22-16,0 0 64 0,0 0 3 15,0 0-45 1,0 0-21-16,0 0-26 0,0 0 21 16,0 0-18-16,-2-4-1 15,-2 0-23-15,1 2 22 16,3-1 5-16,0 3 1 0,0 0 1 16,0 0-15-1,0 0 10-15,0 0-23 0,5 3 26 16,15 14 13-1,9 6 6-15,4 5-24 0,7 5-2 16,3 2-1-16,1 1 0 16,1-1 9-16,2 0-3 15,-2-1 31-15,1-1-36 16,-1-3 12-16,-1 0-32 16,1-2 22-16,2-4 3 15,2-2 0-15,2-1 13 16,5-6-12-16,0-5 24 15,4-2-29-15,2-6 6 16,0-2-27-16,3 0 17 16,1 0-11-16,-2 0 2 15,-2 0 2-15,-1 0-1 16,-7-2 4-16,0-4-10 16,-2 2 32-16,-6-4-23 15,-3 0 15-15,-3-1-21 0,-7-3 16 16,1-3 5-1,-5-2 5-15,0-6-1 0,-3 0-19 16,-1-1 21 0,-2 2-20-16,-6 5 11 0,-1-2-18 15,-5 5 19 1,-3 5-25-16,0 0 14 0,-4 4-7 16,-2-1-5-16,1 3 11 0,-3 1-12 15,0 2 2 1,0 0 5-16,0 0-16 0,0 0-5 15,0 0-51 1,0-2-87-16,2-3-96 0,0-2-148 16,-2 0-423-16</inkml:trace>
  <inkml:trace contextRef="#ctx0" brushRef="#br0" timeOffset="73679.45">16885 8992 415 0,'0'0'245'16,"0"0"-119"-16,0 0-72 0,0 0 95 16,0 0-55-1,0 0-21-15,-4-2-16 0,2-3-22 16,-1 3 12-1,1-2-10-15,0 1 81 0,0 0-67 16,0-1 33-16,2 2-33 16,0 0 39-16,0 2-31 15,0-1-17-15,0 1 11 16,0 0-39-16,0 0 23 16,0 0-24-16,0 0 2 15,-2 0 0-15,2 1 10 16,0 10-11-1,0 1-14-15,0 3 18 0,0 4-17 16,0-2-2-16,0 1 20 16,4 0-32-16,2-1 33 15,3-1-37-15,1-5 37 16,1 1-34-16,-1-1 14 16,2-3-11-16,1-1 11 0,1-2 0 15,-1 1-20-15,0-2 49 16,1-2-45-16,-1 1 38 15,1 0-44-15,-1-3 19 16,0 0 3 0,0 0 0-16,3 0 0 0,0 0 3 15,0 0 16 1,1 0-19-16,1 0 15 0,2 0-20 16,0 0 24-16,-2 0-24 0,2 0 5 15,0-3 0 1,0 0-6-16,2-2 15 0,-2 2-26 15,3-3 44 1,-4 2-40-16,4-2 29 0,-1 0-12 16,1 2 5-1,1 2-9-15,0 0 3 0,-1 2 4 16,0 0-13 0,-4 0 33-16,-1 0-29 0,-3 0 16 15,1 4-17 1,-3 4 20-16,1 1-5 0,-3 3-12 15,3 3 0-15,-3 1 3 16,3 4 19-16,-4 4-37 16,3 0 42-16,-1 1-39 15,-5-4 33-15,-1-1-27 16,1-3 13-16,-5-5-7 0,3-1 10 16,-3-4-8-1,0-3-1-15,1-3 23 16,-3-1-24-16,0 0 15 0,0 0-11 15,0 0 12 1,0 0-2-16,0 0-13 0,0 0-1 16,0 0 20-16,0 0-2 15,0-1 18-15,0-7-17 16,0-2-37-16,0-4 45 16,0-3-54-16,0-3 26 15,0 0 1 1,0-2 0-16,2 2 0 0,6 1-9 15,1-1 24-15,3 5-40 0,1 1 47 16,1 4-44 0,1 2 44-16,1 0-38 0,-1 2 16 15,3 2 0-15,-1-2-7 16,4 0 15-16,1-1-27 16,-2 0 46-16,-2-2-46 15,2 0 42-15,-5 0-39 16,4 2 23-16,-2-1-7 15,1-1 0-15,3 1 6 16,0 3 3-16,4-2-8 0,2 2 43 16,2-2-29-1,0 4-15-15,-2-1 18 16,-3 4-11-16,-4-2-7 16,-6 2 0-16,-6 0 0 15,-3 0 6-15,-1 0-21 16,-2 0 15-16,-2 0 0 15,3 0 1-15,-1 6 56 0,1-1-45 16,-1 0-6 0,2 0 14-16,-2-1-19 0,2 0-1 15,1 0 22-15,-1-1-44 16,4 0 49-16,-2-1-35 16,0 0 28-16,1 3-13 15,-1-3-6-15,0 1-1 16,-2-1 0-16,3 3 12 15,-1-3-24-15,4 0 38 0,-2-1-52 16,3-1 52 0,3 2-29-16,-1-2 18 0,5 0-15 15,-3 0 36 1,1 0-24-16,-1 2-12 0,-3-2 22 16,-1 0-44-1,0 3 49-15,-4-3-52 0,2 0 57 16,-3 0-35-1,3 0 11-15,3 0-7 0,3-5 14 16,5 0-9-16,3-4 39 0,-2 4 4 16,0-2 6-1,-3 2-31-15,-5 1-40 0,0-3 25 16,1 3-9 0,-6-1 0-16,1-2 0 15,-2 0-9-15,-2-5 24 16,-1-3-45-16,0-2 65 0,-1-4-70 15,-1 1 46 1,-2 3-23-16,2 8-34 0,-2 5-35 16,0 4-34-16,0 6-151 15,0 13-271-15,-4-2-261 16</inkml:trace>
  <inkml:trace contextRef="#ctx0" brushRef="#br0" timeOffset="90609.9">17655 9807 548 0,'0'0'208'0,"0"0"-97"15,0 0 34-15,0 0-9 0,0 0-48 16,0 0 12 0,-23 8-43-16,23-8 40 0,0 3-35 15,-2-2 26-15,2 3-50 16,0 1-3-16,0 0-8 16,0 4-3-16,0-4 20 15,0 4-44-15,0-4 45 16,4-1-44-16,5 0 44 15,3-4-26 1,-1 0 33-16,2 0-30 0,0 0 6 16,0 0 15-16,1-8-24 0,1-4 33 15,2 0-51 1,-5-2 23-16,2-2-14 0,-1 0 11 16,-4 2-15-1,1-3 6-15,-2 0 4 0,-1 0-10 16,-3-4 4-1,0 3 5-15,-4 2 4 0,0 1-17 16,0 0 41 0,0 3-32-16,0 0 47 0,-2 2-47 15,-4 0 2-15,-3 2-3 16,0 2-1-16,2 1-16 16,-2 0 29-16,3 3-26 15,-3 2 18-15,2 0-18 16,-2 0 14-16,1 0-10 15,-2 0 9-15,1 0-9 16,-1 4 0-16,0 4 18 16,1 2-31-16,-2 2 32 15,3 0-38-15,-2 4 40 16,2 2-38-16,1-1 17 0,-2 6 0 16,2-3 0-1,3 2 0-15,-1 1-12 0,1-4 31 16,4 4-40-1,0 0 42-15,0 2-42 0,0 1 27 16,0-3-6 0,0 1 0-16,0 3 1 0,0-5-2 15,0 2 11-15,0-2-31 0,2-2 42 16,9-2-40 0,-1-1 40-16,3 3-33 0,2-5 12 15,1-1 0 1,2 0-1-16,1-4 7 0,4 0-20 15,0-3 35 1,-2-4-25-16,2-1 22 0,-1-2-4 16,-1 0-5-1,-4 0-4-15,1-12 2 0,-3-2-7 16,1-4 0 0,-3-1-20-16,1-2-11 0,-7-4-102 15,-3 4-208 1,-4 7-974-16</inkml:trace>
  <inkml:trace contextRef="#ctx0" brushRef="#br0" timeOffset="25211.16">19228 6928 776 0,'0'0'221'0,"0"0"-184"15,0 0-19 1,-138-16 37-16,98 6 18 0,-3 3 12 16,1-5-85-1,2 1 41-15,-2-1-40 0,2-2 77 16,-1 0-24 0,3-1 10-16,1 0-19 0,-3 1-36 15,-5 0-9-15,-1-3 27 16,-2 3-29-16,-1 2 10 15,-2 2 26-15,2 0-27 16,-3 2 51-16,2 2-27 16,-6-2-5-16,-4 3 18 15,-3-4-44-15,-3 1 6 16,-6 0 19-16,1-1-46 16,-3 4 42-16,2 3-37 0,4 0 17 15,3 2-1 1,3 0 0-16,4 2 1 0,2 12-2 15,0 4 18 1,2 4-31-16,-4 5 31 0,-2 3-34 16,-5 4 14-1,-3 6-5-15,-10 0-37 0,-2 1-3 16,-10 3 35-16,-1-3-11 0,-3-3 8 16,3-1 24-1,6-6-27-15,10 0 38 0,15-1-37 16,8-1 19-1,12 0-1-15,6-3 11 0,8-1-10 16,1-4-2 0,1-1 19-16,-1-3-34 0,0-3 32 15,-2 1-26 1,1-5 24-16,-5-2-15 0,0-4 1 16,-3-2 0-1,0-2 0-15,1 0 12 0,0 0-24 16,2 0 31-16,-3 0-29 0,-1 0 30 15,-3 0-37 1,-5 0 26-16,-1 5-10 0,-3 4 1 16,0-4 0-1,0 4-7-15,5-3 24 0,1 0-31 16,6 0 34 0,4 0-33-16,2 0 28 0,4 0-17 15,3 1 2 1,0-2 0-16,1 3-1 0,2 1 14 15,-1-4-26-15,-5 4 35 16,0-4-44-16,-2-1 44 16,-2 1-41-16,1-4 26 15,-4 2-7-15,1-2 0 16,-2 3 2-16,1 2 27 16,-1 2-22-16,4 3 12 15,0 5-8-15,2 2-16 16,6 2 21-16,0 4-11 15,3 2-5-15,1 2 0 0,-2 2-1 16,2 1 2-16,-1 1-17 16,3 2 28-1,1-1-31-15,1 4 38 0,3 1-38 16,2-1 14-16,1 4 4 16,3 1 0-16,0 0 1 15,2 3-10 1,2-2 15-16,0 5-26 0,0 3 36 15,0 0-30-15,0 4 30 16,0-1-31-16,0-1 16 16,0 2 0-16,2-1-8 15,0-1 16-15,0-4-24 16,2 4 38-16,1 0-37 0,1 5 30 16,4 5-30-1,1 5 16-15,1 2-1 0,2 0 0 16,-1 1 2-1,1 1-9-15,1-2 26 0,4 0-30 16,0-2 24 0,4-1-26-16,1-6 32 0,5 2-27 15,2-1 8-15,3 0-6 16,1 1 6-16,6-1 0 16,-3-4-7-16,2-2 30 15,3-6-34-15,-2 1 30 16,6-6-33-16,2-2 23 15,5-1-9-15,4-2 0 16,4-2 1-16,5-3-7 16,4 2 13-16,10-4-23 0,3-2 32 15,6-3-32 1,5-2 35-16,3-4-25 0,2-4 6 16,3-2 0-1,0-4-1-15,2-1 2 0,-3-6-16 16,-2-3 33-1,-1-2-42-15,-6 0 46 0,-1 0-44 16,-5-7 21-16,-1-5 1 16,1-2 0-16,0-1 1 15,0-3-10-15,2 0 19 16,3 0-30-16,1 2 40 16,3-2-34-16,-2 0 33 15,-1 1-28-15,-4 2 9 16,-2-3 0-16,-4 2-1 0,-5-5 2 15,-2 4-17 1,-3-3 33-16,1 2-36 16,-3 2 38-16,3 0-36 0,0 1 18 15,4 1-1 1,-1 3 0-16,0-3 1 0,-4 2-2 16,-2-5 7-16,-7 2-28 15,-2-1 44-15,-8-3-38 16,2 1 35-16,-2-3-25 15,2 2 6-15,-2-3-1 16,1-2 1-16,-6-1 0 16,-2-4-14-16,-7-2 34 15,-2-4-33-15,-5-3 35 0,0-3-37 16,-1-3 16 0,-1 0-1-16,0-2 1 0,-2-1 0 15,-4-4-2 1,-5-3 14-16,-3-3-29 0,-1-1 37 15,-3 0-42 1,-1-4 45-16,-8 0-33 0,-4-6 9 16,0-4 0-1,-2-6 0-15,-16-5 6 0,-5-3-11 16,0 0 23-16,-2-2-18 0,-2-1 20 16,-2-1-31-1,-8-17 21-15,-13-17-10 0,-14-20 1 16,-3-5-1-1,5 13 0-15,12 31 10 0,21 26-26 16,10 17 38-16,0 4-41 16,1-9 39-16,1-7-17 15,-6-7-3-15,3 11 0 16,1 4 2-16,-4 6 11 16,0 5 35-16,-1 2-47 15,-2 5 40-15,-5 4-28 16,0 7-16-16,-4 2 15 0,2 9-12 15,0 4 0 1,4 8 0-16,2 4 0 16,5 4 13-16,2 2-34 15,-1 1 17-15,0 2-6 0,-18 1-132 16,8 0-32 0,0 0-370-16</inkml:trace>
  <inkml:trace contextRef="#ctx0" brushRef="#br0" timeOffset="27317.51">14623 8857 355 0,'0'0'137'16,"0"0"-92"-16,0 0 15 15,0 0 30-15,0 0 59 16,0 0-44-16,0 0 15 0,-4 12-59 16,2-12 23-1,-2 0-26-15,4 0-18 0,0 0 1 16,0 0-19-16,-2 0 33 15,2 3-32-15,0-3 39 16,-2 2-33-16,2-2 46 16,0 3-33-16,-2-3-3 15,0 2 4-15,2-2-17 16,-2 0-10 0,2 0 4-16,-3 0-33 0,1-12 37 15,0-4-38-15,0-2 20 16,2-1-7-16,0-1 1 15,0 3 0-15,4 3-1 0,7 2 2 16,7 1-20 0,0 7 26-16,2 3-24 0,0 1 34 15,0 0-14 1,0 9-3-16,-2 8-6 0,-2 3 6 16,-3 4 0-1,-2 2-7-15,-2 3 29 0,-2 6-35 16,-4 2 39-1,-1 2-44-15,-2 0 32 0,0-6-16 16,0-1 2-16,-5-1 0 16,-6-6 0-16,2 0 10 15,-3-4-26-15,6-2 43 16,-3-5-45-16,5-4 30 16,-1-4-24-16,3-4 12 15,0 0 0-15,-1-2-2 16,1 0-23-16,2 0 19 15,-2 0 6-15,2 0-26 16,0 0 44-16,0 0-39 16,0 0 33-16,0 0-21 0,0 0 9 15,0 0 0 1,0 0-1-16,0 0-1 0,0 0-16 16,0 0 5-1,4 0 4-15,16 2 18 0,5 6 13 16,11 1-21-1,9-2 25-15,7 3 15 0,9 0-4 16,6 0 45 0,0 0-71-16,-2-6 4 0,-12-4-15 15,-15-10-57-15,-13-14-162 0,-19-2-382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5-17T17:05:37.99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18141 10251 360 0,'0'0'131'0,"0"0"-40"16,0 0 13-16,0 0 9 16,0 0-9-16,0 0 33 0,0 0-3 15,0 0-13-15,0 0-10 16,0 0-25-16,0 0 1 15,0 0-29-15,0 0 8 16,0 0-44-16,0 0 19 16,0 0-30-16,0 0 16 15,0 0-8-15,0 0 3 16,0 0-5-16,0 3-15 16,0 6 40-16,6-2-13 15,5 4 24-15,1 1-22 16,-1-3 26-16,-1 3-31 0,4 0 10 15,-1 1-4 1,1-1-20-16,1 2 25 0,1 0-28 16,2 0 34-1,-2-2-36-15,1 1 11 0,1-4-9 16,-1 3-5 0,4-2-4-16,-1 0 1 0,0-2-1 15,-2-2 7-15,0 0-17 0,-1-4 22 16,-1 2-21-1,2-4 18-15,-2 0-14 0,1 0 6 16,-1 0-1 0,-1 0 0-16,3 0 1 0,1 0-2 15,-2-4 9 1,1-4-16-16,-1 0 24 0,4-2-29 16,-3-1 26-1,-1 4-19-15,-1 0 6 0,-3 0 0 16,1 2-1-16,-3-2 3 15,-2 3-15-15,0 0 29 16,0-2-25-16,-3 2 21 16,3-3 3-16,-2 2-14 15,0-4 16-15,-1 4 1 16,-1-2-6-16,-1 0 8 16,0 1-14-16,2 2 5 15,-4 0-1-15,0 2-16 16,-2 0 19-16,2 2-14 15,0-2 1-15,-2 0 0 0,2 2-2 16,-2-3 5 0,3 3-15-16,-3 0 28 0,0 0-24 15,0 0 18 1,0 0-7-16,0 0 4 0,0 0-7 16,0 0 8-1,0 0-8-15,0 0 9 0,0 0 3 16,0 0-4-1,0 0-2-15,0 0 12 0,0 0-16 16,0 0 17-16,0 0-19 0,0 0-4 16,0 0 2-1,0 0-7-15,0 0 8 0,0 0-80 16,0-2-71 0,0-3-396-16,0-2-374 0</inkml:trace>
  <inkml:trace contextRef="#ctx0" brushRef="#br0" timeOffset="1594.64">19935 10343 235 0,'0'0'163'0,"0"0"-88"0,0 0 54 16,0 0-25-1,0 0-8-15,0 0-10 16,0 0-8-16,-20-12 4 16,18 9-8-16,-1 3 11 15,1-2-17-15,0 1 16 0,-2-1-17 16,2 0 38 0,-4 0-47-16,4-3-3 0,-2 2-14 15,0-1-9-15,-1-1-3 16,1 2-19-16,2-2 33 15,0 4-18-15,-2 1 45 16,4 0-16-16,0 0 14 16,0 0-42-16,0 0 3 15,0 0 2-15,0 0-16 16,0 0 13-16,4 4-28 16,6 8 40-16,3 0-32 15,1 2 29-15,1 2-28 0,-1-2 31 16,1 2-22-1,1 0-8-15,0 0 12 0,0 1-21 16,-1-3 31 0,1 3-30-16,-3-5 35 0,3 3-36 15,-3-6 33-15,3 4-33 16,-1-1 5-16,3-3 3 16,-1 2-8-16,4-3 11 15,-1-1-6-15,0 0-3 16,0-2 6-16,-2-1-6 15,2-2 9-15,-2 1-2 16,2-3-10-16,-2 2 0 16,2-2 12-16,-1 0-11 0,2 0 27 15,-1 0-28 1,1 0 33-16,-4-5-26 0,3-1 19 16,0-2-26-1,-2 0 24-15,0-2-9 0,-1 1-5 16,-1-1 11-1,0-1-21-15,-5 3 16 0,0 0-4 16,0 1-5 0,-1 2 2-16,-2 1-6 0,-1-1-2 15,-1 5-1-15,-2-5 0 16,2 3 1-16,-2 0-7 16,0 2 18-16,1-2-21 0,-3 1 18 15,2-2-18 1,0-1-9-16,4-2-10 0,-4-1-20 15,1-5-18-15,1 1-32 16,-4-1-50 0,0-6-44-16,0 1-139 0,-2 3-183 0</inkml:trace>
  <inkml:trace contextRef="#ctx0" brushRef="#br0" timeOffset="4378.6">18254 10805 403 0,'0'0'169'0,"0"0"-117"15,0 0 89 1,0 0-14-16,0 0-24 0,0 0-23 15,0 0-21-15,-13 0 0 16,13 0-37-16,0 0 21 16,0 2-37-16,0 5 17 15,0 3-13-15,8 0 15 16,4 2 11-16,3 0-5 0,1 1 9 16,2-4-22-1,2 1 20-15,-1-3-38 0,4-4 27 16,0-1-15-1,1-2 11-15,-1 0-14 0,1 0 5 16,0-12 6 0,3 0-19-16,0-1-2 0,4-1 14 15,-2 3-16-15,2-3 9 16,1 0-10-16,-1 0 5 16,0-2-1-16,0 2 0 15,2 2 1-15,1 3-2 16,-3 0 9-16,0 3-13 15,-2 2 17-15,0 2-21 16,-4 0 22-16,-3 2-11 16,0 0-2-16,-2 0 0 15,1 0 0-15,-4 0 0 0,3 4 25 16,-1 3-24 0,0 5 34-16,-1-3-29 0,3 2 26 15,-6 0-32-15,1-1 16 16,-3 0-6-1,-2-1 3-15,0 2 14 0,-4-1-19 16,-3 1 32 0,0-4-24-16,1 1 31 0,-3-4-31 15,-2 1 21-15,3-5-26 0,-3 0 7 16,0 0 0 0,0 0-1-16,0 0 22 0,0 0-33 15,0 0 31 1,0 0-36-16,0 0 14 0,0-3-5 15,0-6-19 1,0-2 9-16,0-3-7 0,2-2 7 16,9-1-4-16,4 2-6 15,3-2 10-15,3 3-14 16,3-3 28-16,2 5-28 16,6 0 13-16,-1 2 1 15,3 3 0-15,-1 0 1 16,1 2-3-16,-3 4-1 15,-2-1-11-15,0 2 26 16,0 0-21-16,-2 0 18 16,2 0-11-16,-3 8 2 15,1 2-1-15,2-1 0 0,0 4 1 16,2 1-9 0,0-2 25-16,2 2-27 0,4 0 22 15,3 0-19 1,4 0 8-16,3 2 0 0,1-4 0 15,0 0 0 1,-1-4 0-16,-3-4 1 0,-4-4-7 16,-5 0 24-16,-2-9-20 15,-10-16 10-15,-2-7 2 16,-5-6-10-16,-12-17-29 0,-2 9-194 16,-2 11-165-16</inkml:trace>
  <inkml:trace contextRef="#ctx0" brushRef="#br0" timeOffset="5308.77">19356 11333 340 0,'0'0'137'15,"0"0"-83"-15,0 0 41 0,0 0-14 16,0 0 15 0,0 0-29-16,0 0 4 0,48-12-5 15,-41-2 18 1,2-1-41-16,0-4 11 0,-3-3-37 15,1 0 1 1,-2 2-11-16,-1 2-6 0,1 0 15 16,-5 4-10-1,0 3 6-15,0 2-12 0,0-1 22 16,0 3-21-16,-5 2 26 0,-4-2-20 16,2 7-5-1,-1-3 11-15,1 3-13 16,-2 0 18-16,0 0-17 15,2 0 7-15,1 6 2 0,2 3 4 16,2 5-13 0,2 1 4-16,0 5-5 0,0 0 0 15,0 4 0-15,8 1 1 16,5-2-8 0,5-2 20-16,0-8-28 0,4-5 30 15,3-8-24 1,2 0 9-16,0-4 0 0,4-22-26 15,-7 2-89-15,-4-1-456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5-17T17:08:56.34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20633 9402 713 0,'0'0'224'0,"0"0"-147"16,0 0 83-16,0 0-31 16,0 0 28-16,0 0-58 15,2-68 22-15,-2 66-16 16,0 2 29-16,0 0 5 15,0 0-43-15,0 0 1 0,0 0-80 16,0 4 40 0,0 14-51-16,0 10 28 0,4 16-25 15,1 15-4 1,-1 13-5-16,0 24 1 0,2 26-3 16,-2 22 11-1,-2-11-21-15,-2-29 27 0,0-31-24 16,0-23 24-16,0-1-16 0,0 0 1 15,0-5 0 1,0-16-1-16,0-12 9 16,0-14-17-16,0-2-8 15,0-6 8-15,2-20 18 16,0-12 34-16,3-10-37 16,-1-7 22-16,2-3-26 15,4 3 4-15,1-2-3 16,5 2 9-16,3 6-24 0,4 3 33 15,4 8-39-15,0 8 36 16,2 12-36 0,-2 16 1-16,2 2 0 0,-4 28 17 15,0 20 6-15,-2 14 10 16,-10 10-6-16,-4 8 29 16,-4 2-21-16,-5-3 46 15,0-11-29-15,0-9 38 16,0-18-44-16,0-12-10 0,0-13-14 15,0-11 2 1,0-5-14-16,0 0-28 0,0-2-8 16,-14-34-131-1,1 2-79-15,-3 0-598 0</inkml:trace>
  <inkml:trace contextRef="#ctx0" brushRef="#br0" timeOffset="1645">21838 9988 841 0,'0'0'276'0,"0"0"-162"15,0 0 89 1,0 0 56-16,0 0-44 0,0 0-32 16,0 0-93-1,-26-3 5-15,26 3-55 0,0 0-15 16,0 3-2-16,15 3-21 15,4-3-4-15,2-1 22 16,2 1-34-16,1-3 28 16,1 0-28-16,-3 0-80 15,-4 0-98-15,0 2-98 16,-9 5-105-16,-3 4-344 16</inkml:trace>
  <inkml:trace contextRef="#ctx0" brushRef="#br0" timeOffset="1855.54">21805 10297 871 0,'0'0'306'16,"0"0"-193"-1,0 0-74-15,0 0 64 0,0 0-39 16,0 0 10-1,0 0-62-15,74 77 17 0,-45-70-29 16,13-2-7-16,-7 0-120 0,-3-3-247 0</inkml:trace>
  <inkml:trace contextRef="#ctx0" brushRef="#br0" timeOffset="3746">22601 9749 479 0,'0'0'381'16,"0"0"-213"-1,0 0-70-15,-11-102 83 0,6 82-34 16,1 6-15 0,2 6-46-16,2 8 12 0,0 0 7 15,-2 0 9 1,2 19-39-16,0 10-68 0,-2 12 21 15,2 10-16-15,0 10-14 0,0 5 13 16,0 3-11 0,8 4 0-16,5-5 0 0,3-3 0 15,-1-9 6 1,6-10-21-16,-1-14 25 0,-1-11-29 16,2-9 14-1,-1-12 4-15,-2 0-28 0,-2-15 29 16,-3-17 15-1,-2-13-2-15,-2-9 28 0,-5-10-41 16,-2-8 37-16,-2-2-28 16,0-1 20-16,-4 2-11 15,-14 5 32-15,1 8-28 16,-6 11 5-16,3 13 7 16,0 17-21-16,0 10 48 15,3 9-48-15,-4 6 54 16,1 22-65-16,3 8 14 15,-4 7-10-15,5 1-6 0,3-3 0 16,4-5-5 0,2-2-1-16,5-6-55 0,2-3 11 15,0-8-82 1,0-6-42-16,5-5-93 0,6-4 47 16,2-2-32-1,-1 0 5-15,-4 0 14 0,-1 0-15 16,-3 0 64-1,-2 0 106-15,-2 0 78 0,0 0 166 16,0 8-24-16,0-3 35 0,-4 0 69 16,2-1-30-1,0-1-57-15,2-1-22 0,0 5-73 16,2-2 24 0,16 4-2-16,1 2 18 0,6-4-66 15,2 0 30 1,0 0-45-16,0-5-5 0,-5 1-18 15,0-3 1-15,-4 0-12 16,0-5-2-16,-3-11-69 16,4-6-129-16,-4 4-55 0,-7 4-352 15</inkml:trace>
  <inkml:trace contextRef="#ctx0" brushRef="#br0" timeOffset="4376.67">23076 10168 869 0,'0'0'272'15,"0"0"-158"1,0 0 27-16,0 0 11 0,0 0 0 16,0 0-66-16,0 0-28 15,-23 8-57-15,23 6 31 16,0 4-23-16,0 3-7 15,0-1 14-15,10-2-15 16,-2-3-1-16,3-4 0 16,3-5 0-16,-1-4 1 0,-1-2 25 15,-2 0 2 1,1-16 70-16,-3-6-57 0,-4-2 12 16,-2-3-40-1,-2 4 14-15,0 5-1 0,-4 3 11 16,-12 9 31-1,-1 6-41-15,-4 0 43 0,-1 18-69 16,-1 8 2-16,8 2-3 0,1 3-29 16,12-5-137-1,2 0-125-15,12-8-207 0,7-8-629 0</inkml:trace>
  <inkml:trace contextRef="#ctx0" brushRef="#br0" timeOffset="4917.76">23609 9994 932 0,'0'0'330'0,"0"0"-213"16,0 0 41-16,0 0 16 16,0 0 3-16,0 0-116 15,0 0 2-15,13 3-18 0,14-3 57 16,4 0-70-1,6 0 16-15,2 0-17 0,1 0-5 16,0 0 2 0,0 0-28-16,-4 0 7 0,-3 0 16 15,-2 0-46-15,-6 0 23 16,-3 0-32-16,-6-7-117 16,-3-9-146-16,-6 2-62 15,-7 2-382-15</inkml:trace>
  <inkml:trace contextRef="#ctx0" brushRef="#br0" timeOffset="5147.34">23860 9767 1001 0,'0'0'364'16,"0"0"-250"-16,0 0 83 15,0 0 38-15,0 0-121 16,0 0-20 0,0 0-81-16,-6 145 29 0,10-99-42 15,1-5 10-15,-1-6-10 0,8-3-116 16,-4-9-193 0,-1-8-255-16</inkml:trace>
  <inkml:trace contextRef="#ctx0" brushRef="#br0" timeOffset="5979.39">24805 9726 806 0,'0'0'360'0,"0"0"-266"16,0 0 6-16,0 0 16 15,0 0 98-15,0 0-94 16,0 0-4-16,0 26-58 16,0 1-14-16,-6 12-16 0,-8 7-22 15,-1 6 16 1,-1 0-3-16,-4 2-31 0,2-7 12 15,1-6 0 1,1-9-96-16,-1-20-136 0,0-10-81 16,5-2-349-16</inkml:trace>
  <inkml:trace contextRef="#ctx0" brushRef="#br0" timeOffset="6180.19">24594 9828 825 0,'0'0'527'0,"0"0"-402"16,0 0-89 0,0 0 151-16,68 142 35 15,-39-101-48-15,3-2-62 16,-1-5-62-16,-2-5-44 0,-2-10-4 16,-5-4-4-1,1-3-123-15,-2 0-146 16,-2-5-227-16,-9 4-311 0</inkml:trace>
  <inkml:trace contextRef="#ctx0" brushRef="#br0" timeOffset="7394.25">25000 10226 345 0,'0'0'283'0,"0"0"-132"0,0 0-57 16,0 0 39-16,0 0 12 15,0 0-38-15,0 0-25 16,0 17-26-16,0-17 26 16,0 0-19-16,0-7 30 15,6-8-58-15,3-3 12 16,0-3-47-16,2 3 12 16,-2 1-12-16,0 5 6 15,-2 4-14-15,-3 3 23 16,-1 5-31-16,-1 0 32 0,0 0 19 15,0 10 20 1,2 7 35-16,-1-2-55 0,1 2-16 16,-2-4-15-1,3-2-4-15,-3-6-26 0,5-5-138 16,-3 0-94 0,1 0-407-16</inkml:trace>
  <inkml:trace contextRef="#ctx0" brushRef="#br0" timeOffset="8286.82">25325 9701 690 0,'0'0'273'0,"0"0"-153"0,0 0 109 15,0 0-52-15,0 0 46 16,0 0-108-16,0 0-39 16,-2 13-76-16,2 18 19 15,0 8-13-15,0 7-6 16,0 5 0-16,8-5 10 0,8 1-22 15,0-7 30 1,2-8-26-16,2-9 23 0,-1-12-30 16,2-11 30-16,-1 0 1 15,0-20 56-15,0-16-22 16,-4-12-21-16,-3-6-13 16,-7-7-11-16,-6 3 10 15,0 4-26 1,-2 6 27-16,-15 10-1 0,-5 11-15 15,-3 6 12-15,-2 11 25 16,2 10-9-16,2 0 3 16,-2 17-21-16,4 10-18 0,3 6 10 15,3 2-4 1,6 0-104-16,0-6-83 0,9 4-75 16,0-12-83-1,0-7-313-15</inkml:trace>
  <inkml:trace contextRef="#ctx0" brushRef="#br0" timeOffset="8479.21">25298 9821 1088 0,'0'0'346'16,"0"0"-259"0,0 0 44-16,0 0-63 0,0 0 52 15,0 0-42 1,0 0-33-16,76 35-8 0,-49-35-34 15,0 0-6 1,2 0-126-16,4 0-39 0,-4-7-126 16,-7 2-245-16</inkml:trace>
  <inkml:trace contextRef="#ctx0" brushRef="#br0" timeOffset="8821.08">25686 9999 614 0,'0'0'236'15,"0"0"-66"1,0 0 5-16,0 0 31 0,0 0-67 16,0 0 1-1,0 0-44-15,6-5-25 0,0 15 28 16,-2 0-31 0,2 4 24-16,1 1-71 0,-3-2 1 15,1 3-22-15,0 2-2 16,-5 10-169-16,0-2-147 15,0-2-356-15</inkml:trace>
  <inkml:trace contextRef="#ctx0" brushRef="#br0" timeOffset="9527.01">25996 9958 1185 0,'0'0'222'0,"0"0"-162"16,0 0-7-1,0 0 27-15,0 0 65 0,0 0-78 16,153-19 12 0,-101 4-53-16,-1-2 26 0,-4 2-51 15,-6 1-2-15,-10 1-11 0,-7 4-93 16,-6 4-79 0,-10 3-92-16,-8 2-211 0</inkml:trace>
  <inkml:trace contextRef="#ctx0" brushRef="#br0" timeOffset="9738.54">26097 9740 1164 0,'0'0'275'15,"0"0"-160"1,0 0-3-16,0 0 8 0,-8 102-15 15,8-63 34-15,0-1-110 16,8-7-29-16,9-9-61 16,1-9-148-16,-3-10-333 15</inkml:trace>
  <inkml:trace contextRef="#ctx0" brushRef="#br0" timeOffset="10309.16">26685 9946 1279 0,'0'0'571'0,"0"0"-516"15,0 0 34-15,0 0 15 16,0 0-10-16,0 0-94 16,0 0-29-16,31-16-92 15,-4-7-145-15,-5 6-59 16,-2-1-451-16</inkml:trace>
  <inkml:trace contextRef="#ctx0" brushRef="#br0" timeOffset="10440.65">26957 9876 1048 0,'0'0'285'0,"0"0"-217"16,0 0-56-1,0 0 34-15,0 0-46 0,0 0-10 16,0 0-148-16,89-43-218 0</inkml:trace>
  <inkml:trace contextRef="#ctx0" brushRef="#br0" timeOffset="10699.71">27171 9902 314 0,'0'0'229'0,"0"0"-229"15,0 0 1-15,0 0 44 16,0 0 5-16,0 0-5 16,0 0 16-16,78-19 57 0,-69 19 54 15,-1 0-46 1,-1 0 26-16,0 0-51 0,0 0 13 16,-1 0-71-1,5 0-3-15,1 0-40 0,3 0-42 16,1 0-60-16,11 0-150 0,-3 0-134 15,-2 0-222-15</inkml:trace>
  <inkml:trace contextRef="#ctx0" brushRef="#br0" timeOffset="10831.29">27567 9926 591 0,'0'0'331'16,"0"0"-185"0,0 0-9-16,0 0 33 0,0 0-80 15,0 0-25 1,0 0-65-16,45 42 0 0,-34-42-171 15,4 0-522-15</inkml:trace>
  <inkml:trace contextRef="#ctx0" brushRef="#br0" timeOffset="11904.58">28412 9742 569 0,'0'0'115'0,"0"0"-62"15,0 0 44-15,0 0 16 16,0 0-32-16,3-111-18 15,-1 93-6-15,2 4-56 0,-2 5 47 16,-2 6-22 0,2 1 41-16,-2 2-28 0,0 0 48 15,0 0-25 1,0 0 5-16,0 0 26 0,0 10-4 16,0 12 9-16,0 8-79 15,0 12 43-15,0 7-36 16,-4 2 58-16,-5 4-67 15,-1-6 9-15,-2-6-19 16,1-9-7-16,5-12-1 16,-2-10-89-16,4-10-51 15,-3-2-119-15,-1-18-30 16,-11-36-95-16,4 3 73 16,-1 5-193-16</inkml:trace>
  <inkml:trace contextRef="#ctx0" brushRef="#br0" timeOffset="12045.76">28245 9707 332 0,'-5'-13'284'16,"1"1"-86"-1,2 3 62-15,2 4-46 0,0 5 18 16,0 0-76 0,18 14 30-16,7 11-60 0,3 6-43 15,1 0-15 1,2 1-49-16,-2-3-13 0,-2-3-6 16,0-8-9-1,4-11-199-15,-4-5-133 0,-7-2-610 0</inkml:trace>
  <inkml:trace contextRef="#ctx0" brushRef="#br0" timeOffset="12415.42">28624 9791 1066 0,'0'0'284'0,"0"0"-194"16,0 0-53-16,0 0 91 15,0 0-61-15,0 0 9 16,0 0-6-16,-11 109 15 16,16-93-7-16,-1-6-43 15,-2-6-24-15,2-4 19 16,1 0-30-16,4-23 28 16,2-6 19-16,6-7-46 15,4-3-1-15,-1 8 2 16,3 6 5-16,-6 9-14 0,3 14-6 15,-2 2 11 1,-2 6 2-16,-1 19 25 0,-3 4-9 16,-2 0 48-1,-3-3-43-15,-2-6-10 0,2-6-11 16,-3-11-38 0,5-3-102-16,2-16-178 0,0-12 47 15,-2-3-329-15</inkml:trace>
  <inkml:trace contextRef="#ctx0" brushRef="#br0" timeOffset="12765.7">29008 9458 392 0,'0'0'882'16,"0"0"-676"-16,0 0-123 0,0 0 24 16,0 0-18-1,0 123-8-15,0-73 21 0,0 1-64 16,11-2 25-16,-1-8-50 15,7-10 28-15,-2-11-40 16,1-11 3-16,1-9 4 16,1-7 20-16,0-25 37 15,0-16-48-15,-2-10-8 16,-3-10 13-16,-5 0-39 16,-4 2 40-16,-4 6-42 0,0 9 34 15,-14 13-15 1,-9 12 7-16,1 14 2 15,-4 12 28-15,1 0-9 0,-2 24-22 16,2 14-5 0,4 6-2-16,3 2-58 0,4 1-20 15,5-9-163 1,7-7-68-16,2-8-215 0,0-13-351 0</inkml:trace>
  <inkml:trace contextRef="#ctx0" brushRef="#br0" timeOffset="12846.39">29008 9458 1128 0</inkml:trace>
  <inkml:trace contextRef="#ctx0" brushRef="#br0" timeOffset="12946.66">29008 9458 1128 0,'-45'91'350'0,"45"-91"-223"0,0 2-18 0,0-1 33 0,16 4-97 16,8-1 40 0,5-1-60-16,2-3-3 0,0 2-22 15,-2-2-36 1,-2 0-120-16,4 0-114 0,-6 3-68 15,-7-3-471-15</inkml:trace>
  <inkml:trace contextRef="#ctx0" brushRef="#br0" timeOffset="13386.87">29295 9633 387 0,'0'0'226'0,"0"0"-18"15,0 0 96 1,0 0-60-16,0 0-85 0,0 0-43 16,0 0-27-16,0 0 35 0,16 66-33 15,-9-39 14 1,1 0-62-16,-1 1 41 15,0-2-31-15,-3-5 29 16,1-7-56-16,-3-7-8 16,0-7-18-16,0 0-13 15,5-19 7-15,-1-18 12 16,6-7-12-16,1-6-6 16,1 2 2-16,-1 7-26 15,1 14 36-15,-1 10-9 0,1 15-12 16,-2 2-1-1,1 17 22-15,-1 12 34 0,-1 2-26 16,-5 1 57 0,-3-6-64-16,-1-6-1 0,-2-8-6 15,0-8-93-15,0-4-183 0,0 0-240 16,-9-9-446-16</inkml:trace>
  <inkml:trace contextRef="#ctx0" brushRef="#br0" timeOffset="15131.96">29351 8860 576 0,'0'0'727'0,"0"0"-660"0,-168 12-66 16,91-12-1 0,-6 0 67-16,-4-9 46 0,-9-3-46 15,-2-4 25 1,-5-3-47-16,-1 0 65 16,0-3-18-16,-19-4 20 0,-18-6-42 15,-24-3-24-15,-4 5-28 16,6 9-8-16,7 8-20 15,9 12 33 1,-12 1-45-16,-7 0 38 0,-9 3-32 16,-5 12 4-1,-9 0 2-15,-10 1 9 0,-8 4-8 16,-5 2 0-16,1 5 16 0,1-1-20 16,3 2 26-1,-3 2-26-15,0-4 26 0,-6 1-19 16,-2-6 6-1,4-1-10-15,11-3 9 0,11-3-25 16,12 1 24 0,14 4-10-16,10 0-2 0,7 3-6 15,2 0 20 1,3 2-47-16,1 1 11 0,6 3-18 16,6-2-14-1,4 2 30-15,20-4-10 0,17-2 48 16,24-2-11-16,1 0-3 0,-6 4 6 15,-9 4-5 1,-8 4 13-16,11 3 0 0,3-1-1 16,3-2 1-1,2-3-10-15,-1-2 23 0,4-6-14 16,-3 0 18 0,0-7-30-16,-5-5 28 0,-2-7 4 15,-2-2-19 1,1-2 0-16,-4-15 28 0,7-3-12 15,5-1 22-15,7 0-36 0,4 7 17 32,7 8-6-32,-3 6-26 0,-2 0 13 0,-2 21 0 15,-2 16-1 1,0 6-10-16,0 13 10 0,2 4-29 16,0 5 29-1,5 9-26-15,3 7 24 0,5 5-4 16,8 4-5-1,8 7 12-15,9 1-1 0,6 15 0 16,12 16 1 0,2 13-11-16,23-11 26 0,10-27-28 15,21 1 33-15,23-3-37 16,19 16 18-16,20 15-2 16,-13-29 1-16,8-12 0 15,9-10-1-15,9-17 3 16,23-5-15-16,-7-28 24 15,11-12-28-15,3-14 34 16,8-6-30-16,7-2 20 16,7-22-7-16,12-7 7 0,6-6-6 15,11-9-2 1,10-7 17-16,7-7-24 0,5-1 22 16,7 0-21-1,2 1 19-15,6 3-7 0,4-1-5 16,8 2 0-1,0 2-1-15,-3 2 0 0,-6 2-11 16,-9 4 12 0,-5 3-14-16,-2 5 28 0,-2 6-30 15,0 2 16-15,-7 2 0 0,-5 1 0 16,-4-4 1 0,-6-1-3-16,2 2 8 0,2 2-19 15,-3 4 32 1,5 4-37-16,-4-1 37 0,-4 6-32 15,-7-2 13 1,-14 3-17-16,-4-2-40 0,-9 1-35 16,-14 0 54-16,-4 3 22 15,-9 7-4-15,-4 5 40 16,-10 0-21-16,-19 0 2 16,-22 9 23-16,-23 6-23 15,-5 2 0-15,10 7-1 16,8 9-22-16,9 7-3 15,-6 1-56-15,-6-6 29 16,-10-5-54-16,-13-14 64 16,-12-16 27-16,-15-9 15 15,-7-37 71-15,-8-40-27 0,-7-54 12 16,-7-62-27 0,-19-39 35-16,-27-26-22 0,-22-4 18 15,-11 19-48 1,-19 11 33-16,-16 23-20 0,-15 38 4 15,-18 41 12 1,-25 42 114-16,-26 39 3 0,-32 45-101 16,-29 18-57-16,-28 54-23 0,64-1-231 15,22 2-691-15</inkml:trace>
  <inkml:trace contextRef="#ctx0" brushRef="#br0" timeOffset="-90088.32">2149 11027 519 0,'0'0'0'0,"0"0"-20"16,0 0 20-16,0 0 0 16,0 0-32-16,-19-34-23 15,17 24-55-15</inkml:trace>
  <inkml:trace contextRef="#ctx0" brushRef="#br0" timeOffset="-89246.06">2149 11027 342 0,'-45'-69'235'16,"42"69"-60"-16,-1 0 60 15,2 0-13-15,0 0-53 16,0 0-47-16,2 0-1 0,0 0-26 16,0 0-17-1,0 0-10-15,0 0-30 0,0 0-7 16,0 0-24-1,0 0 2-15,10 0-8 0,4 0 20 16,4 2-6 0,0 2 0-16,2 0 4 0,0 3 1 15,2-3 6 1,1 2-7-16,-2-1 28 0,4-1-36 16,2 3 18-16,0-5-18 0,0-1 15 15,-1 1-8 1,3-2-8-16,-2 0 15 0,-1 0-10 15,1 0 18 1,0-2-27-16,2-1 31 0,0-1-18 16,0 1 9-1,0 2-19-15,0 1 0 0,0 0 0 16,-2 0-9 0,0 0 5-16,-3 0 2 0,0 0 1 15,-1 0-7-15,2 0 15 16,1 0-15-1,1 0 10-15,4 0-1 0,1 0 1 16,1 0 5-16,5 0-4 16,1 4 53-16,4 0-53 15,1 1 16-15,2 0-27 16,0-1 24-16,-1 2-24 16,-3-2 5-16,0 0-5 0,-3 2 0 15,-4-2-2-15,1 1 8 16,-5 0-10-1,2 1 15-15,-2 0-19 0,3-3 16 16,1 4-6-16,-1-5-3 16,2 1 2-16,-1 2 12 15,3-3-12-15,-2 0 5 16,0-2-1 0,-3 0 5-16,-4 0-10 0,0 0 16 15,-1 0-16-15,-1 0 8 0,0 0 0 16,2 0-9-1,-2 0 3-15,0 0 8 0,-2 0-4 16,-1-2-1 0,0 0-6-16,-1 2 6 0,-1 0-6 15,-1 0 6 1,-6 0-6-16,-1 0 0 0,-6 0 1 16,-1 0-8-1,-5 0 20-15,-2 0-11 0,0 0-1 16,0 0 11-16,0 0-12 15,0 0 2-15,0 0-2 16,0 0-19-16,0 0-23 0,0 0-68 16,-9 0-82-1,-5 0-345-15,1 0-72 0</inkml:trace>
  <inkml:trace contextRef="#ctx0" brushRef="#br0" timeOffset="-88706.59">4311 10698 550 0,'0'0'169'15,"0"0"-125"-15,0 0 27 0,0 0 110 16,0 0-8 0,0 0-26-16,0 0-20 0,-2-74 17 15,2 74-13 1,0 0-2-16,0 0-48 0,0 7-15 15,0 12-26-15,0 8-1 0,0 14 8 16,0 8-3 0,0 12 33-16,2 10-42 15,0 11 14-15,0 4-9 16,-2 6 33-16,0-2-17 0,0-4 13 16,0-7-17-1,0-8-31-15,0-10 7 0,-2-9-16 16,0-10 25-16,2-10-23 15,-2-8 11-15,2-6-25 16,0-7 6-16,0-6-6 16,0-2-1-16,0-3-10 15,0 0-43-15,0 0-13 16,0 0-80-16,0-8-50 16,-3-24-134-16,1-1-29 15,0 1-289-15</inkml:trace>
  <inkml:trace contextRef="#ctx0" brushRef="#br0" timeOffset="-88013.78">4344 10519 97 0,'0'0'342'16,"0"0"-146"-1,0 0-27-15,0 0 52 0,0 0 19 16,0 0-82-16,0 0-40 0,-33-9-13 16,31 9 1-1,2 0-26-15,0 0-18 0,0 0-25 16,0 0-20 0,0 0 8-16,8 0 2 0,17 7 65 15,10 3-19 1,15 2-2-16,10-3-25 0,13-2 47 15,10-1-38 1,8-3-27-16,21-3 7 0,19 0-18 16,23 0 16-16,6 0 1 15,-10-3 48-15,-14-3-40 16,-32-1 6-16,-19 1-21 0,-18-1 13 16,0 1-24-1,9-1-10-15,11-2-6 0,7 1 8 16,-5 0-16-1,-10 1 8-15,-4 5-15 0,-9 2-59 16,-8 0-43 0,-4 0-91-16,-14 15-173 0,-18 1-290 0</inkml:trace>
  <inkml:trace contextRef="#ctx0" brushRef="#br0" timeOffset="-87161.54">4342 11756 785 0,'0'0'258'15,"0"0"-181"1,0 0 98-16,0 0-2 0,0 0-31 15,0 0-63 1,0 0-22-16,-18 2-8 0,32-2-11 16,15 0 43-1,17 0 3-15,19-4 15 0,29-3-25 16,35-1-5-16,29-2-36 16,10 2 11-16,-8-3-16 15,-11-3-17-15,-18-2-1 0,-17 0 34 16,-22 2 34-1,-23 2-55-15,-5 4 10 0,8 0-32 16,3 1 29 0,4 5-30-16,-15 2 1 0,-15 0 4 15,-15 0-4 1,-12 8-2-16,-10-3 2 0,-8 2-10 16,-2-5 8-16,-2-1 1 0,0 1-29 15,0-2 2 1,0 2-53-16,-9 0-80 0,-9-2-129 15,2 0-195 1,1 0-387-16</inkml:trace>
  <inkml:trace contextRef="#ctx0" brushRef="#br0" timeOffset="-86149.01">6658 10385 776 0,'0'0'210'0,"0"0"-151"16,0 0 83 0,0 0 29-16,0 0-38 0,0 0-63 15,0 0 4-15,-15 0-14 0,10 1 31 16,1 6 4 0,-4 1-13-16,4 4-48 15,-2 2-20-15,-1 8 3 16,1 5-17-16,-4 7 4 0,4 7 2 15,-3 7 10 1,2 8-14-16,2 7 24 0,3 5-4 16,0 2 9-1,2 0-4-15,0 1-8 0,0-1 18 16,0-2-27-16,0-6 23 16,0-4-33-1,0-6 26-15,4-8-8 0,1-7 16 16,0-6-22-16,-1 0-2 15,3-5 5-15,-3-2-6 16,2-2 21-16,2-4-30 16,-2-3 18-16,1-1-17 15,-3-1-1-15,0-5 2 0,-1-2-2 16,-1-1 8 0,-2-2-7-16,3-1-1 0,-3 0 10 15,0-2 4 1,0 0-14-16,0 0 30 0,0 0-14 15,0 0 17 1,-3 0-6-16,-12 0-15 0,-8 0-6 16,-6 0-5-1,-4-4-2-15,-9 1 1 0,-5 3-11 16,-4-3 14-16,-3 3-10 0,3 0 3 16,4 0 3-1,4 0 0-15,6 3-19 16,6 10 8-16,-1 6-51 15,6-2-30-15,-6 6-132 0,10-2-153 16,-1-8-395-16</inkml:trace>
  <inkml:trace contextRef="#ctx0" brushRef="#br0" timeOffset="-83279.69">5432 10880 588 0,'0'0'156'16,"0"0"-116"-16,0 0 29 0,0 0 53 16,0 0 27-1,0 0-60-15,0 0-5 0,20 8 8 16,-15-18 18 0,-3 0-52-16,-2-2-14 0,2 4-16 15,-2 0-18-15,0 0 1 0,0 4-5 16,0-2 18-1,0 2-4-15,0-2 18 0,0 4-12 16,0-3 24 0,0 5 22-16,0-3-17 0,0 1 1 15,-11 0-32 1,-3 0 21-16,-4 2-22 0,-1 0 7 16,-4 0-17-1,-2 0 6-15,2 0-17 0,-2 4 8 16,2 3-3-16,1 4-7 15,2 1 11-15,2 6-4 16,0 2-7-16,3 6 7 0,1 2-13 16,1 5 12-1,4 1-6-15,0 0 0 16,2 2 0-16,3 1-6 16,2-2 12-16,2 2-13 15,0-2 13-15,0 1-8 0,0 0 4 16,2-1-4-1,9-6-2-15,1-4 4 0,0-3-2 16,2-7-2 0,1-2-4-16,2-4 14 0,-2 0-16 15,3-4 20 1,-1 0-19-16,1-3 9 0,1-2 0 16,-2 0 0-1,-1 0-1-15,-3 0 0 0,1 0-5 16,-3-2 0-16,-1-8 12 0,2-3-5 15,-3-2 1 1,2-1 5-16,-5-3-7 0,4 1 0 16,-4 0 0-1,1 3 2-15,-1-2-4 0,-1 3 10 16,0 0-14 0,-3 1 15-16,-2 0-12 0,2 4 10 15,-2-3-4 1,0 3-3-16,0 1 0 0,2 2-1 15,-2 0 7-15,2 0-7 16,0 2 7-16,1-1-9 16,-3 3 12-16,2-1-9 15,-2 1 0-15,0 2-1 16,2 0 0-16,-2 0 1 16,0 0 4-1,0 0-3-15,0 0 30 0,0 0-15 16,0 0 33-16,0 0-21 0,0 0 20 15,0 0 1 1,0 0 0-16,0 0 4 0,-9 0-45 16,-11 0 1-1,-2 0 1-15,-4 0-15 0,-4 0 16 16,-1 5-6-16,-2-3-5 16,4 1 0-16,6 1 0 15,5-2 1-15,7 0-2 16,5-2-7-16,4 0 7 15,2 0-82-15,0 0-85 16,0 0-225-16,11 0-242 0</inkml:trace>
  <inkml:trace contextRef="#ctx0" brushRef="#br0" timeOffset="-82257.49">2703 10069 874 0,'0'0'174'0,"0"0"-93"16,0 0 88-1,0 0 14-15,0 0-38 0,0 0-47 16,0 0-31-1,-10-5-3-15,10 25 8 0,2 11 7 16,13 13 28 0,7 7-27-16,3 9 23 0,2 7-36 15,2-3 4-15,0 0-19 0,-3-2-10 16,1-7-10 0,-3-8-30-16,-3-7 8 0,-6-8 4 15,-1-7-26 1,-5-9 13-16,-3-9-2 0,-2 0-35 15,-4-7-25 1,0 0-61-16,0-12-122 0,0-12-125 16,-10-2-452-16</inkml:trace>
  <inkml:trace contextRef="#ctx0" brushRef="#br0" timeOffset="-81886.17">3004 10168 998 0,'0'0'244'0,"0"0"-151"0,0 0 99 16,0 0-22-16,0 0-79 15,0 0-21-15,0 0 53 16,-89 129-9-16,62-83 17 16,-2 4-30-16,0 1-6 15,2-2-43-15,4-3 3 16,0-3-9-16,7-11-21 16,5-6 3-16,5-11-26 15,1-6-4-15,5-5 2 16,0-4-11-16,0 0-46 15,0 0-38-15,0 0-70 0,3 0-30 16,12 0-119 0,-1 0-64-16,-4-4-541 0</inkml:trace>
  <inkml:trace contextRef="#ctx0" brushRef="#br0" timeOffset="-78833.83">6611 11101 814 0,'0'0'224'16,"0"0"-174"-16,0 0 13 16,0 0 52-16,0 0-33 15,0 0-25-15,0 0-28 16,0-8 42-16,0 8-11 16,0 0 24-16,0 0-24 15,0 0 24-15,0 0 29 0,0 0-9 16,0 0-6-1,0 0-31-15,0 0 12 0,0 0-42 16,0 0 0 0,0 0-31-16,13 0 30 0,10 0 2 15,6 0 14 1,6-4-9-16,7 2-20 0,8-2 12 16,8 2-35-16,8 2 20 15,6-3-19-15,4 3 12 16,7 0-7-16,-2 0-6 0,4 0 6 15,2 0 0 1,-4 0 53-16,2 0-25 0,-5 0 4 16,-2 0-37-1,-7 3 28-15,-4 1-28 0,-7 0 26 16,-9 0-26 0,-9 0 5-16,-9 2 9 0,-10-2-13 15,-2-1-4 1,-11 0 11-16,2-1-13 0,-5 0 13 15,-1 0-17-15,1 1 9 0,2-3-1 16,-2 0 0 0,-1 0 1-16,3 3-2 0,-2-3 7 15,0 0-16 1,-1 0 20-16,-1 2-19 0,-1-2 20 16,-2 0-17-1,1 0 6-15,-3 0 0 0,0 0 0 16,0 2 1-1,0-2-3-15,0 0 10 0,0 0-16 16,0 0 19-16,0 0-22 16,0 0 12-16,0 0-1 15,0 0 1-15,0 0-1 16,0 0 0-16,0 0 6 16,0 0-12-16,0 0 13 15,0 0-13-15,-12-2 20 16,4-6-22-16,-4-1 8 15,-1 0-1-15,0-3-5 0,-1-1 6 16,1 1-6 0,-1-1 17-16,1-1-16 0,-1 2 14 15,2 0-12 1,1 3 12-16,-1-1-6 0,1 5 6 16,-1-1 0-1,2-1 8-15,-1 2-4 0,-1 1 23 16,1-1-29-1,3 1 34-15,1 3-22 0,2-1 36 16,3 2-26 0,2 0-8-16,-2 0-2 0,2 0-5 15,0 0 10-15,0 0-24 0,0 0 41 16,0 0-34 0,0 0 22-16,0 0-28 0,0 0 10 15,0 0-11 1,0 0 0-16,0 0 0 0,0 0 3 15,0 0-13 1,0 0 13-16,0 0-14 0,0 0 13 16,0 3-10-16,0 7 8 15,4 1 0-15,6 0 0 16,-2 2 1-16,3-1-8 16,1-2 11-16,1 0-19 15,1-2 26-15,1 0-22 16,3 0 5-16,-1 0 5 15,1 0-10-15,0-2-3 16,-2 0 13-16,-3 0-6 16,-2-2-1-16,0 2 13 15,-4 1-14-15,0 5 18 0,-5-3-5 16,-2 5-2 0,0 2 5-16,0 3 11 0,-11 6-4 15,-11 5 13 1,-3 0-15-16,1 1 37 0,-1-2-22 15,4-4 15 1,6-3-41-16,5-8 17 0,2-4-18 16,4-5-6-1,4-2-18-15,0-3-65 0,0 0-34 16,0 0-100-16,0 0-19 0,0 0-143 16,0 0-245-1,0 0-160-15</inkml:trace>
  <inkml:trace contextRef="#ctx0" brushRef="#br0" timeOffset="-77426.51">7619 10194 377 0,'0'0'271'0,"0"0"-130"16,0 0-18-16,0 0 98 15,0 0-22-15,0 0-19 0,0 0-35 16,-5-52-21-1,-1 46 31-15,-1 1-36 0,2-2 3 16,1 3-20 0,0 1 27-16,1 1-28 0,3 0-3 15,0 2-38 1,0 0-19-16,0 0-19 0,0 0-21 16,0 0-2-1,0 0 6-15,0 11-7 0,9 9 4 16,5 4 5-16,3 4-5 0,-1 5 10 15,2-4-6 1,-2 0-6-16,-1-2 0 0,-1-8 9 16,-4-3-19-1,1-5 13-15,-1-6-12 0,1-3 16 16,-3-2-14 0,4 0 7-16,1-14 0 0,-1-8-1 15,-1-7 2-15,-3 0-2 16,2-5-4-16,-6 0-7 15,0 0 19-15,-4 1-14 16,0 5 13-16,0 4-7 16,0 7 1-16,0 4 0 15,0 5-1-15,0 3 7 16,0 5-10-16,0 0 16 16,0 0-10-16,0 0-1 15,0 0 12-15,0 3-13 16,0 15-1-16,0 8 1 15,0 11 0-15,0 7 16 0,0 6-14 16,0 8 22 0,0 6-6-16,0 0 49 0,0-2-12 15,0-4 23 1,0-12-24-16,0-8-5 0,0-11 7 16,0-10-31-1,0-8 14-15,0-4-31 0,0-5 32 16,0 0-23-16,0 0 26 15,0 0-34-15,0 0 6 16,0 0-8-16,0 0-7 16,0 0 0-16,0 0-12 15,0 0 11-15,0 0-26 0,0 0 12 16,0 0-43 0,0 0 5-16,0 0-61 0,0 0-65 15,-14 0-100 1,-1 0-303-16,-5 0-313 0</inkml:trace>
  <inkml:trace contextRef="#ctx0" brushRef="#br0" timeOffset="-75491.78">4894 12521 13 0,'0'0'775'16,"0"0"-602"-16,0 0-96 15,0 0 81-15,0 0-27 16,0 0-26-16,0 0-43 0,5 0-9 15,-5 0 3 1,0-5 11-16,0 2 9 0,0-4-7 16,0 2 30-1,0-4-27-15,0 4 13 0,0-2-29 16,2 2 12 0,-2 2-5-16,0 2-9 0,0 1-1 15,0 0-23-15,0 0 11 16,0 0-28-16,0 0 14 15,0 0-7-15,0 0 18 16,0 0-37-16,3 9-1 16,1 10 0-16,3 4 6 15,-1 10-1-15,8 3 2 16,-3 2-4-16,4 1 7 0,-1-4-17 16,1 0 8-1,1-6-1-15,3-3 0 16,-4-5-4-16,-2-5 3 15,-2-9-21-15,0-2 21 0,-2-5-12 16,2 0 3-16,0-9 19 16,3-15-9-1,-3-12 1-15,0-4 9 0,-2-6-9 16,-2-2 0 0,-5 5-2-16,-2 4 7 0,0 4-13 15,0 10 19-15,0 7-17 0,-2 7 11 16,0 5 2-1,0 4-7-15,-1 0-1 0,3 2 0 16,0 0 7 0,0 0-17-16,0 0 20 0,0 0-20 15,0 0 19 1,0 9-18-16,0 9 8 0,0 5 1 16,9 7 1-1,4 11 0-15,1 2-2 0,3 6 8 16,1 6-9-16,3 3 10 15,-4-3-6-15,-1 2-1 16,-3-3 7-16,-3-7-7 16,-4-4 19-16,-6-5 12 15,0-3 0-15,0-10 42 16,-2-4-20-16,-14-6 16 16,-5-7-9-16,0-1 20 15,-4-3-42-15,0-4-3 16,3 1-18-16,7-1-18 15,4 0 0-15,6 0-9 0,3 0-7 16,2 0-81 0,0 0-53-16,0-14-99 0,2-7-236 15,7 0-184-15</inkml:trace>
  <inkml:trace contextRef="#ctx0" brushRef="#br0" timeOffset="-75038.94">5648 12426 954 0,'0'0'491'16,"0"0"-391"-16,0 0 66 0,0 0 123 16,0 0-47-1,0 0-156-15,0 0-56 0,-31 27-17 16,49-25 3 0,4-2 15-16,5 0-25 0,4 0 3 15,0 0-9-15,0 0 0 16,-2 0-66-16,-4-7-55 15,0 2-108-15,-10 1-109 16,-6 1-325-16</inkml:trace>
  <inkml:trace contextRef="#ctx0" brushRef="#br0" timeOffset="-74809.19">5626 12842 1045 0,'0'0'530'16,"0"0"-428"-16,0 0-62 0,0 0 106 15,0 0 35-15,0 0-70 0,0 0-85 16,101-14 1 0,-75 7-26-16,-2-3-2 0,1 3-77 15,4-6-167 1,-7 3-111-16,-4 2-575 0</inkml:trace>
  <inkml:trace contextRef="#ctx0" brushRef="#br0" timeOffset="-72812.56">6533 12404 986 0,'0'0'287'15,"0"0"-189"1,0 0 13-16,0 0 119 0,0 0-1 16,0 0-59-1,0 0-56-15,-48-62-21 0,48 62-28 16,0 0-7-16,0 12-42 0,15 10-5 15,3 8 26 1,7 5 11-16,-2 0 14 0,2 2-26 16,-2-5 11-1,-1-2-45-15,-3-6 7 0,0-2-9 16,-4-4-1 0,-3-2-19-16,-2-3-28 0,-1-8-59 15,-4-3-97-15,-5-2-272 16,0-16-46-16,0-6-91 15</inkml:trace>
  <inkml:trace contextRef="#ctx0" brushRef="#br0" timeOffset="-72571.82">6665 12296 998 0,'0'0'408'0,"0"0"-276"16,0 0-11-16,0 0 57 0,0 0-34 15,-7 125-28 1,-4-66-1-16,-5 8 37 0,1-1-56 16,-4-2-3-1,4-6-41-15,1-12-26 0,6-11-20 16,-1-14-6 0,7-8-15-16,0-12-71 0,2-1-107 15,0-21-310 1,0-10 100-16,8-1-596 0</inkml:trace>
  <inkml:trace contextRef="#ctx0" brushRef="#br0" timeOffset="-72340.86">7017 12637 1743 0,'0'0'291'16,"0"0"-218"-16,0 0 88 15,0 0-50-15,0 0-111 16,0 0-65-16,0 0-167 16,-21-16-289-16,21-4-286 0</inkml:trace>
  <inkml:trace contextRef="#ctx0" brushRef="#br0" timeOffset="-71449.35">7411 11971 831 0,'0'0'260'16,"0"0"-189"0,0 0 37-16,0 0 55 0,0 0-2 15,0 0-53 1,0 0 44-16,-10-41-11 0,0 41-39 15,-1 0-27 1,-2 0 3-16,-1 0-42 0,-1 14-11 16,-1 11-20-16,-3 5-4 15,0 8-2-15,3 5 8 16,3 0-12-16,3 7 12 16,2-1-14-16,6 1 15 15,2-2-12-15,0 0 4 16,4-4-10-16,12-1 10 15,3-6-7-15,2-4 5 16,0-8 2-16,1-4-7 16,-2-8 14-16,-2-1-17 15,-3-7 7-15,1 1 2 0,-3-4-8 16,1-2-3 0,-3 0 11-16,3 0 2 0,-4-2 8 15,3-12-8 1,-1-4 14-16,-1-5-15 0,-2 0 18 15,0-3-18 1,0-1 0-16,-5 4 6 0,0 2-5 16,-2 3 18-16,2 2-10 0,-4 1 21 15,2 0-24 1,-2 3 17-16,0 2-15 0,0 3 13 16,0-2-4-1,0 5-2-15,0 0 17 0,0 2-15 16,0 2 21-1,0-2-31-15,0 2 12 0,0 0-18 16,0-2 26 0,0-2-26-16,0 0 1 0,0 1 13 15,0-4-14-15,0 2 10 16,0 0-11-16,0 1 38 16,0 0-28-16,0 3 26 15,-6 1-21-15,0 0 25 16,-5 0-12-16,-3 0-19 15,-1 0-9-15,-3 1 11 16,1 9-22-16,1 0 22 16,5 0-22-16,2-2 7 0,2 0-2 15,0-2-30 1,5 1-24-16,0-4-41 0,-2 1-67 16,2-2-92-1,-8-2-125-15,1 0-99 0,-2 0-241 0</inkml:trace>
  <inkml:trace contextRef="#ctx0" brushRef="#br0" timeOffset="-63884.29">5069 14096 375 0,'0'0'539'16,"0"0"-462"-16,0 0-76 0,0 0 25 15,0 0 44 1,0 0-11-16,8-7 15 0,-6 7 34 15,-2-2-12-15,3 2 7 0,-3-3-20 16,0 3-6 0,0-1-8-16,0-3-2 0,0 0 33 15,0 0-33 1,0-3-3-16,0 0-40 0,0 0 7 16,0 4-22-1,-7-1 17-15,-2 4-14 0,-1 0 9 16,-4 0 11-1,1 0-22-15,-3 18-10 0,1 5-9 16,-1 13 8 0,3 12 2-16,3 9-8 0,1 9 8 15,5 7-1-15,4 2 2 0,0 2-2 16,0 1 0 0,2-4 9-16,11-3-7 0,8-10 4 15,-1-8-12 1,3-14 6-16,-2-8-2 0,2-15-4 15,-3-5 0 1,-3-11 6-16,2 0 0 0,-2-5-3 16,-1-13 11-16,-1-12-14 15,1-6 16-15,-1-6-20 16,1-2 8-16,-5-1-4 16,1 1-10-16,-1 8-10 15,-5 0 11-15,-4 6-1 16,0 7 8-16,-2 3 8 15,0 8-6-15,0 5 12 16,0 2-1-16,0 5-5 16,-4 0 10-16,-11 0 10 15,-3 12 0-15,-2-1 13 0,0 3-27 16,-3 2 38 0,1-6-7-16,2-3 31 0,0 0-35 15,5-3-2 1,1-1-28-16,3 0-3 0,2 0-15 15,2 0-41 1,3-3-8-16,4 0-85 0,0 6-121 16,0 0-102-16,0 0-576 0</inkml:trace>
  <inkml:trace contextRef="#ctx0" brushRef="#br0" timeOffset="-63477.3">5586 14432 995 0,'0'0'297'16,"0"0"-197"-1,0 0 75-15,0 0 49 16,0 0-77-16,0 0-95 0,0 0-26 15,8 18 22 1,17-18-15-16,0 0 12 0,2 0-36 16,-3-6 6-16,0 1-15 15,-4 3-6-15,1 2-59 16,-8 9-152-16,-1 13-110 16,-12 4-654-16</inkml:trace>
  <inkml:trace contextRef="#ctx0" brushRef="#br0" timeOffset="-63247.34">5552 14869 1270 0,'0'0'338'0,"0"0"-282"16,0 0-13-1,0 0 58-15,0 0-15 0,0 0-65 16,119 23 0-16,-92-23-21 16,-1 0-27-16,10 0-61 15,-7 0-151-15,-8 0-337 0</inkml:trace>
  <inkml:trace contextRef="#ctx0" brushRef="#br0" timeOffset="-59647.3">6339 14011 757 0,'0'0'268'0,"0"0"-201"15,0 0 62-15,0 0 34 16,0 0-46-16,0 0-53 16,0 0-31-16,0-7 40 15,0 14-29-15,3 11 10 16,7 8-19-16,6 10 11 0,2 7-3 16,2 8-6-1,3-1-7-15,-4-4-6 0,1-6 7 16,-1-6-17-1,-4-12 12-15,-3-9-24 0,-4-8 21 16,-1-5-23 0,1 0 11-16,0-13 6 0,0-14-2 15,-1-12-5 1,-1 2-4-16,2-9-12 0,-4 4 17 16,0 5-22-16,-1 3 22 0,-1 15-9 15,-2 1-2 1,2 11 0-16,-2 7 6 0,0 0-5 15,4 7 43 1,0 18-30-16,6 16 15 0,1 10-17 16,2 7 29-1,-1 7-4-15,0 0 18 0,0-3 6 16,-3-8 6 0,-3-6 7-16,-1-16-32 0,-1-12-14 15,-4-8-22-15,3-8-12 16,-3-4-3-16,0 0-4 15,0 0-75-15,0 0-60 16,0 0-77-16,2 0-260 16,-2 0-205-16</inkml:trace>
  <inkml:trace contextRef="#ctx0" brushRef="#br0" timeOffset="-59026.23">6408 15003 962 0,'0'0'322'0,"0"0"-236"15,0 0 27-15,0 0 22 0,0 0-50 16,0 0-59 0,0 0 59-16,71-46 28 0,-28 26-18 15,6 1-26 1,6 5-50-16,4 1 2 0,-1 3-20 16,-3 6 17-1,-7 2-17-15,-8 2 2 0,-14 0-2 16,-6 0-1-16,-6 0 0 0,-8 0-40 15,-4 4-63 1,-2-2-115-16,0 0-21 0,0 2-124 0</inkml:trace>
  <inkml:trace contextRef="#ctx0" brushRef="#br0" timeOffset="-58594.39">6722 15272 424 0,'0'0'670'16,"0"0"-551"-1,0 0-55-15,0 0 134 0,0 0 27 16,0 0-57-16,0 0-45 16,-15-10-61-16,15 27-7 15,11 9-30-15,9 11 22 16,3 4-3-16,2 2 11 15,-4 4 4-15,2-8-19 16,-5-4-6-16,-3-7-34 16,-4-7 1-16,-2-10-1 0,-2-3-20 15,-1-8-84 1,-1 0-117-16,-1-10-104 0,1-15-23 16,-3 2-410-16</inkml:trace>
  <inkml:trace contextRef="#ctx0" brushRef="#br0" timeOffset="-58383.32">6877 15247 1239 0,'0'0'176'0,"0"0"-104"16,0 0 118-16,-60 113 25 0,39-51-86 15,-1 4-47 1,-1 11-8-16,2-1-32 0,-2-5-42 15,3-8-5 1,2-9-68-16,4-8-179 0,4-12-82 16,3-16-565-16</inkml:trace>
  <inkml:trace contextRef="#ctx0" brushRef="#br0" timeOffset="-55257.35">6950 13672 438 0,'0'0'121'15,"0"0"-112"-15,0 0 9 16,-120-45 59-16,80 32 57 16,-5-1 0-16,-2-1-9 15,-4 1-21-15,-3 0-35 16,-4 0-3-16,-4 0-27 15,-1-2 2-15,1 2-40 16,2-2 5-16,0 2-3 0,4 0 1 16,3 2-4-1,1 2 0-15,-1 4-1 0,-1 6 2 16,-1 0-2 0,-1 0-11-16,-4 8 11 0,-2 10-17 15,-6 5 11 1,-3 0-26-16,-4 5 1 0,-2 0 10 15,0-1 10 1,3 0 11-16,5-3-10 0,4 1 10 16,3-3 2-16,4-2-1 0,0 1 2 15,2 4 7 1,2 1-8-16,1 4 0 0,4 5 12 16,2 8-13-1,3 7 0-15,6 4 7 0,4 5-8 16,8 1 7-1,3 3-12-15,3 6 4 0,7 5-5 16,-1 5-4-16,3 1-11 16,3 4 20-16,-2 0 0 15,4 2-6-15,1-1 14 16,3 0-12-16,2 5 12 16,0-6-4-16,0 5-2 15,9-4 8-15,9 0 10 16,7-6-10-16,6-1-6 15,11 1 6-15,7-3-5 16,9-1-1-16,11 3-4 16,6-3 1-16,10-4-1 0,11 1-12 15,24 4-8 1,34 5-15-16,36-2-46 0,10-3 53 16,-5-18 12-1,-22-17 18-15,-19-19 0 0,-5-16 1 16,-6-6-1-1,-4-16 0-15,-10-25 0 0,-4-10-5 16,2-16 3 0,-3-1-4-16,-14 0 5 0,-23 7-126 15,-5-24 96-15,-12-40 31 0,-6-23 46 16,-4-26 34 0,-29-3 21-16,-24 11-58 0,-7-14-37 15,-23-1-6 1,-27 6-26-16,-29 13 1 0,-28 17-17 15,-29 23 6 1,-20 28-1-16,-13 32 3 0,42 26-51 16,22 26-261-16</inkml:trace>
  <inkml:trace contextRef="#ctx0" brushRef="#br0" timeOffset="-50508.76">21138 5332 95 0,'0'0'701'15,"0"0"-549"1,0 0-67-16,0 0 15 0,0 0 58 16,0 0-54-16,-77 0-8 15,65 0-39-15,1 0 2 16,0 4-3-16,-2 6-27 15,0 4 1-15,-4 6-29 16,0 9 18-16,-1 3-19 0,1 3 21 16,-4 7-20-1,3 2 20-15,3 2-20 0,-1 3 8 16,3-2 0 0,4 2-8-16,2-1 4 0,5 2 2 15,2-1-14 1,0 2 14-16,6 0-17 0,12-5 10 15,3 0 0 1,4-4 1-16,0-7 0 0,4 0-2 16,3-9 2-16,1-2-7 0,8-8 0 15,-1-4 6 1,5-5-7-16,1-7-1 0,-1 0 8 16,-1-7 0-1,1-16 0-15,-5-4-4 0,-2-7 3 16,-1-7-10-1,-3-7 10-15,0-3-27 0,-3-7 7 16,-2-7-22 0,-5-1 16-16,-6-2 3 0,-5 0 5 15,-9 4 18-15,-4 3 1 0,0 8 3 16,-23 4-1 0,-8 11 24-16,-12 6-4 0,-8 10 45 15,-9 10-20 1,-10 12-4-16,-5 8-29 0,-8 28-14 15,-2 16-25 1,3 14-57-16,-14 43-26 0,20-14-121 16,14-11-167-16</inkml:trace>
  <inkml:trace contextRef="#ctx0" brushRef="#br0" timeOffset="-47796.85">24431 5456 626 0,'0'0'162'16,"0"0"-161"0,0 0 7-16,0 0 81 0,0 0 1 15,0 0 2-15,0 0-11 16,-69-105 0-16,53 94-4 16,-4-1-38-16,-2 0 5 15,-5 0 7-15,-2-1 2 16,-4 1-41-16,-6 3 11 15,-5-2-10 1,-3 1-1-16,-3 3 11 0,-9-2 3 16,-3 1 11-16,-5 3-36 15,-2-2 30-15,-2 2-30 16,-3-2 16-16,0 2-15 0,1-2-2 16,-3 5 0-1,1 0 0-15,0 2-1 0,0 0 2 16,-1 11-2-1,1 6 4-15,-2 5-12 0,6 0 18 16,7 0-10 0,6-1 1-16,6-4-1 0,8 0 0 15,5-3 0 1,6-2 1-16,4-2-4 0,5 0-6 16,0 0 10-1,1 2-2-15,1 2-4 0,-2 2 5 16,-1 2-15-16,-2 2 6 0,-2 0 9 15,2 1-8 1,3-2 8-16,-1 1-7 0,3-1 7 16,4-2-11-1,3 1 12-15,3 0-13 0,1-1 13 16,7 3-2 0,0-1-5-16,-1 2 5 0,5 2 2 15,0 2-7-15,0-2 9 16,0 3-4-16,0 1 4 15,9-3-4-15,4 0-2 16,5 0-5-16,7-2 8 16,1 0-15-16,3 2 15 0,4 1-14 15,2 1 14 1,0-1 0-16,1 3-8 0,1 1 10 16,3-3-1-1,1 0 1-15,1-3-1 0,1-6 2 16,1 1 4-1,3-4-3-15,4-2 4 0,5-4 7 16,4 1-13-16,2-2 11 16,5-2-11-16,1 4-1 15,-4-4 0-15,3 4-1 16,-3-2 0-16,-4-2-17 16,1-3 18-16,-5 0-9 15,-1-2 8-15,-2 0 1 16,1 0-1-16,-5-12 1 0,3-1-2 15,-6-1 2 1,4-1-14-16,-4 5 14 0,-1 3-4 16,-1 2-2-1,1 1 2-15,-5-2 4 16,-2 0-8-16,-3-2 0 0,2-1-12 16,-6-6 3-1,0-2 17-15,-2-2-18 0,-3-5 17 16,1-2-25-16,-3-7 24 15,-1 1-15-15,-4-3 15 16,-5-4-6-16,-7 1 7 16,-5-4 1-16,-2-1 0 15,0-1 5-15,-23 1 1 16,-5-1-4-16,-12 1-1 16,-7 6 16-16,-6 3-15 15,-10 8-2-15,-6 6-3 16,-42 15-77-16,17 5-151 0,5 0-274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5-17T17:09:33.10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19605 1606 230 0,'33'225'96'0,"-1"13"-83"16,-14-58-11-16,-5-52 18 16,0-35 16-16,1-35-13 15,-1-12 36-15,7 9-42 16,3 8 27-16,6 18-43 15,2 19 38-15,-2 23-39 0,-10-9 1 16,-5-14-2 0,-12-22 8-16,9-14-17 15,1-13-2-15,3-9-66 0</inkml:trace>
  <inkml:trace contextRef="#ctx0" brushRef="#br0" timeOffset="2148.25">20191 6282 557 0,'0'0'92'16,"0"0"-30"-16,0 0 6 0,-116 63 55 15,80-41-44 1,-1 0 53-16,-1 3-64 0,2 3 55 15,0 2-65 1,3 5-10-16,2 4-17 0,-1 5-29 16,6 11-1-16,1 5 24 15,1 9-36-15,2 6 38 16,-3 24-48-16,-2 23 33 16,0 29-13-16,-4 7 1 15,2-9 0-15,2-11-9 16,-4-18 19-16,3 2-26 15,3 1 40-15,3-1-46 16,6 2 44-16,5-1-43 0,4 1 22 16,1 4-1-1,2 1 0-15,-2-1 0 0,4-1-12 16,-2-3 27 0,4-2-36-16,0-2 42 0,0-4-42 15,8-19 43 1,4-18-35-16,-3-12 13 0,5-5-1 15,-1 13-5 1,5 12 12-16,1 6-24 0,0 0 40 16,0-8-47-1,1-6 51-15,3-5-50 0,-3-2 25 16,0-3-1-16,-2-1 0 0,1-2 0 16,0-1-1-1,1 2 11-15,-1 2-35 16,0-1 50-16,1 2-51 15,-3 0 52-15,2-2-41 16,0-3 15-16,3-4-1 0,1-5 1 16,4-3-3-1,0-3-10-15,4-2 26 0,2 1-36 16,1-2 45 0,-1-7-43-16,0-6 42 0,-2-8-33 15,1-6 12-15,1-1-6 16,0-5-1-16,8 1 3 15,-1 3-7-15,4 3 22 16,-1-1-29-16,-5-4 34 16,-5-6-32-1,-4-4 4-15,-4-6 12 0,-3 0 0 16,-2-3 0-16,0-18-6 0,-7-10 16 16,1-7-23-1,-3-8 29-15,1-4-23 0,-2 0 29 16,3 2-28-1,3 3 6-15,-1 2-1 0,2 1-7 16,-5 0 16 0,2-5-19-16,-1-4 30 0,-1-6-33 15,-3-7 40 1,1-6-48-16,0-4 37 0,-1-3-21 16,-3-2 6-16,1-4 0 0,-2-2-1 15,-3 0 7 1,-2-2-25-16,2-3 41 15,-2 0-34-15,2 0 29 16,1 0-30-16,-1 1 22 0,0-1-9 16,2 0 0-1,1-16 7-15,1-17-17 0,-6-15 30 16,0-5-37 0,0 27 34-16,0 29-30 0,0 22 35 15,-2 5-28 1,-5-14 6-16,1-10 0 0,-3-11-7 15,0 3 14-15,0 4-18 0,-4 2 31 16,-1 1-36 0,-1 1 45-16,-3-3-52 0,1-1 33 15,-2 0-10 1,-1-2 0-16,1 3 0 0,-2 4-1 16,3 4 2-1,3 5-20-15,-1 5 45 0,5 2-49 16,0 5 46-1,-1 1-36-15,4 3 14 0,1 3-1 16,-2-3 0-16,-2 0 2 16,2 0-11-16,-3 3 28 15,4-2-34-15,-1 3 36 16,3 0-40-16,0 6 42 16,4 4-32-16,2 5 9 15,-2 11 0-15,2 7-8 16,-2 7 16-16,0 5-9 0,-2 6 18 15,-1-1-2 1,-1 1-2-16,-4 3-7 0,4-1 4 16,-3 1-10-16,3 0 0 15,2 0-10-15,4 0-9 16,0 5-216-16,0 5-393 0</inkml:trace>
  <inkml:trace contextRef="#ctx0" brushRef="#br0" timeOffset="3776.22">21381 6631 454 0,'0'0'105'0,"0"0"-40"15,0 0 54-15,0 0-46 16,-127-80 78-16,92 70-24 16,-5 3-7-16,-3 7-84 0,1 0 35 15,-1 0-39 1,3 3-10-16,1 6 0 0,3 4-15 16,5 3-7-16,4 6 30 15,2 5-54 1,5 4 48-16,5 11-47 0,3 6 30 15,1 9-7 1,3 6 0-16,1 8 1 0,0 4-14 16,0 4 18-1,3 4-32-15,-3 5 36 0,1 2-20 16,-1 16 22-16,-4 20-27 0,0 19 16 16,-3-1 0-1,3-26-1-15,2-30 2 0,2-25-16 16,1-7 38-1,-3 12-52-15,-1 9 44 0,2 5-31 16,-1-4-22 0,1-6 21-16,-2-4-3 0,3-3 4 15,1-2 14 1,2-5 4-16,-1-3-24 0,5 1 47 16,0 0-49-1,0 2 50-15,0 4-43 0,0 7 17 16,5 5 0-16,3 7-1 0,1 1-1 15,1 3-11 1,-2 4 26-16,1-2-38 0,3 0 51 16,-2 2-48-1,1-1 40-15,3 2-27 0,1 18 9 16,6 21 0 0,3 16-7-16,-2-12 14 0,-4-24-26 15,-3-31 47 1,1-20-50-16,5 9 44 0,0 6-41 15,4 9 25-15,0-3-6 0,-3-8 0 16,3-4 1 0,-4-9-7-16,2-5 22 0,2-9-42 15,4-4 54 1,8-5-51-16,11 2 47 0,2 1-38 16,6-2 14-1,-6-4-1-15,-6-4 0 0,-7-5 2 16,-2-3-17-1,-6-3 33-15,-3-1-33 0,-4-2 44 16,-4-1-51-16,-5-5 34 16,-4-2-17-16,-4-5 6 15,-5-1-11-15,2 0-12 16,1 0 23-16,-1-1-21 16,2-8 42-16,3 0-27 15,1-1 26-15,0-1-39 16,0 2 21-16,-1-2-2 15,-1-1 0-15,4-3 6 16,-2-10-19-16,3-4 34 16,1-9-35-16,1-7 33 15,3-5-34-15,1-4 38 16,-1-4-34-16,2-5 11 0,2-2 0 16,-4 0-6-1,1-7 16-15,-1-4-27 0,-1-5 37 16,-1-2-46-1,-5-6 53-15,-2-1-51 0,-5-4 25 16,-2-17-1 0,0-15 8-16,0-19-7 0,-7-3 10 15,-1 10 2 1,0 14-9-16,2 13 18 0,-1-1-31 16,1-1 31-16,-3-1-29 0,-3 1 7 15,-1 4 0 1,-1 0 0-16,1 3 8 0,-3 0-23 15,1 1 33 1,1-1-30-16,4-2 34 0,-1 0-40 16,-1 2 37-1,6-1-28-15,-1 17 9 0,5 15 0 16,-2 15-7-16,-2 8 12 16,2-4-29-16,-2-6 46 15,-1-2-42-15,1 8 40 16,-4 8-37-16,1 2 24 15,1 5-7-15,-4 4 0 16,-1 3 1 0,2 1-2-16,-3 5 13 0,4 5-34 15,-4 2 44-15,3 5-33 16,0 1 29-16,-3 6-14 16,1 1 5-16,-1 2-9 0,-1 0 16 15,-1-3-16 1,-1 2 4-16,-1 0 18 0,-5-4-15 15,1 1 9 1,0-1-20-16,-1 4 23 0,3 1-22 16,1-1 3-1,2 3-5-15,5 3 4 0,0-1-62 16,7 0 11 0,3-1-148-16,2 1-27 0,0 1-136 0</inkml:trace>
  <inkml:trace contextRef="#ctx0" brushRef="#br0" timeOffset="5013.38">23401 5581 472 0,'0'0'155'0,"0"0"-77"0,-33-107 66 16,21 69-59 0,1 11 73-16,5 13-55 0,2 7 49 15,-1 7-39 1,5 7-26-16,0 34-53 0,0 36-34 16,7 46 10-1,17 52 7-15,2 31 29 0,1 9-45 16,-6-12 77-16,-3-34-49 0,-1-24 40 15,-3-34-40 1,-1-33 5-16,-4-26-11 0,-2-11-8 16,0-6-25-1,-3-2 43-15,0-8-59 0,-2-15 55 16,-2-8-58 0,0-2 10-16,0-5 19 0,0-22 25 15,-8-7-25 1,-11-8 0-16,-5-2 16 0,-2-2-42 15,-3 3 49 1,0 2-54-16,0 7 62 0,4 5-47 16,5 5 16-16,2 6 0 0,5 7-1 15,2 2 4 1,4 5-19-16,2 3 41 0,3 1-40 16,2 0 49-1,0 0-68-15,0 0 46 0,0 0-24 16,0 0-3-1,0 0-7-15,14 4 12 0,6 13 20 16,8 8-26-16,3 7 49 16,4 3-38-16,0 3 24 15,-4-1-11-15,1-3 5 16,-8-4-13-16,-2-6 1 16,-2-6 7-16,-2-4-13 15,-2-6 33-15,2-3-12 16,-1-5-7-16,3 0 9 15,5-11-4-15,2-12 39 16,2-4-53-16,-2-4 0 0,-1-2 0 16,-4 1 7-1,1 4-22-15,-4 0-74 0,4-13-34 16,-5 7-220-16,-7 2-355 0</inkml:trace>
  <inkml:trace contextRef="#ctx0" brushRef="#br0" timeOffset="5897.56">23789 5087 643 0,'0'0'121'0,"0"0"-21"16,0 0 44-16,0 0-12 16,0 0 52-16,0 0-54 15,0 0 46-15,-26-38-106 16,26 72-26-16,0 14-25 15,6 12-8-15,10 6-11 0,1 1 0 16,2-8 33 0,-2-12-32-16,-3-15 27 0,-3-15-5 15,-1-14-43 1,2-3 62-16,-1-18-24 0,1-20-17 16,-2-16 19-1,-1-11-12-15,-5 0-7 0,-1 2-2 16,0 13 1-1,-3 16-25-15,0 17 38 0,2 10-47 16,0 7-1-16,7 18 34 16,4 22-22-16,5 15 23 15,6 8 0-15,1 4 11 0,-1-3-24 16,-2-8 37 0,1-11 24-16,-6-11-47 0,2-19 55 15,-3-15-48 1,-3-14 62-16,-3-33 8 0,-2-18-13 15,-6-17-37-15,-2-9-14 16,0-2-28-16,-14 3 53 16,-1 11-78-16,1 16 26 15,5 24-8-15,5 20-181 16,4 23-88-16,7 25-203 16,5 8 2-16</inkml:trace>
  <inkml:trace contextRef="#ctx0" brushRef="#br0" timeOffset="6277.71">24520 5416 667 0,'0'0'189'0,"0"0"-118"15,0 0 110-15,0 0-96 16,0 0 56-16,0 0-108 16,0 0 51-16,-22-14-56 0,24 46-5 15,14 1-13 1,-1-1-4-16,1-6 7 0,-1-9 2 16,2-7 23-1,-2-10-37-15,1 0 39 0,-3-18 23 16,-5-17 61-1,-2-11-82-15,-6-5-8 0,0 0-15 16,-8 10-4-16,-9 9-17 0,-8 20 27 16,-4 12-50-1,0 39 21-15,2 58-28 0,12 46-135 16,6-15-60 0,9-12-467-16</inkml:trace>
  <inkml:trace contextRef="#ctx0" brushRef="#br0" timeOffset="9342.62">25060 8043 316 0,'0'0'85'15,"0"0"-36"1,0 0 52-16,0 0-13 0,0 0 30 16,0 0-47-1,0 0 81-15,-63-69-97 16,56 66 21-16,3-1-35 16,0 2 24-16,2 2-41 15,2 0 8-15,0 0 7 0,0 0-27 16,0 0 33-16,0 0-36 15,0 0 24-15,0 0-26 16,0 0 11-16,0 0-10 16,0 0-8-16,0 0 0 15,0 0 9-15,0 0-18 16,0 0 33-16,0 0-39 16,0 0 33-16,0 0-29 0,0 0 33 15,0 0-23 1,0 0 1-16,0 0 0 0,0 0 18 15,0 0-17 1,0 0 23-16,0 0-9 0,0 0 11 16,0 0-13-1,0 0 16-15,0-3-14 0,0 3-6 16,0 0 4 0,0-1-12-16,0 1-2 0,0-3 3 15,0 2-20 1,0-3 49-16,0 0-39 0,2-2 29 15,0 2-18-15,2 0-2 0,-2 0-1 16,0 1 11 0,1 2-2-16,-3-1-15 0,0 2 35 15,2 0-40 1,-2 0 40-16,3-2-45 0,-1 2 38 16,0 0-28-1,3 0 6-15,-1 0 0 0,0 0-7 16,0 0 24-16,1 0-31 15,2 0 46-15,0 4-38 16,1 4 23-16,1 2-5 16,1 3 7-16,-2 1-19 15,3 3 14-15,1 1-13 16,-1 4-2-16,3 0 23 16,-2 5-41-16,7 2 45 15,-4 3-40-15,3 2 40 16,-1 1-30-16,2 2 4 15,-4-3 0-15,1 1-8 0,-3-5 20 16,-2-5-31 0,-2-4 47-16,-3-5-49 0,-1-8 57 15,0-4-64 1,-3-2 47-16,-2-2-29 0,0 0 10 16,2 0 0-1,-2 0 19-15,3-20-8 0,1-12 39 16,0-18-25-1,5-33-28-15,0-48 3 0,-4-37-38 16,-5 20-244 0,0 22-759-16</inkml:trace>
  <inkml:trace contextRef="#ctx0" brushRef="#br0" timeOffset="11096.73">26825 6810 20 0,'0'0'404'0,"0"0"-265"0,0 0-25 16,0 0-49-16,-13-121 91 16,4 103-80-16,-4 2 60 15,-1 8-79-15,-4 4 31 16,1 4-30-16,-2 0-12 16,0 16 11-16,1 14-48 0,3 9 28 15,1 11-35 1,7 9 17-16,7 13 0 15,0 25-8-15,7 25-1 16,20 29-10-16,2 7 28 0,0-9-21 16,-7-32 52-1,-9-39-58-15,-4-20 34 0,-2-16-17 16,-3 2-17 0,1-2 8-16,-3-6-9 0,-2-12 0 15,0-14-8 1,0-10 7-16,-7-2-109 0,-9-27 2 15,1-16-82-15,-9-31 22 0,3 7-151 16,4 7-174-16</inkml:trace>
  <inkml:trace contextRef="#ctx0" brushRef="#br0" timeOffset="11297.03">26683 7461 553 0,'0'0'329'0,"0"0"-168"0,0 0-1 16,0 0-61-1,0 0-24-15,0 0 1 0,0 0-17 16,31-4 39-16,-9-1-85 16,5-6 48-16,4-3-54 15,3-2-8-15,1-6 1 16,3-2 0-16,3-2-60 16,-2-2-77-16,10-4-34 15,-8 6-204-15,-12 6-368 0</inkml:trace>
  <inkml:trace contextRef="#ctx0" brushRef="#br0" timeOffset="11728.36">27100 6986 606 0,'0'0'159'0,"0"0"-93"15,0 0 25-15,0 0-26 16,0 0-14-16,0 0 43 16,0 0-74-16,-34 8 19 15,34 20-20-15,0 14-26 16,0 12 17-16,5 9-10 0,10 9 0 16,5 3 6-1,5 3-19-15,2-3 32 16,0-6-35-16,1-11 39 15,4-12-46-15,-4-11-14 16,10-21-67-16,-6-5-140 16,-6-9-137-16</inkml:trace>
  <inkml:trace contextRef="#ctx0" brushRef="#br0" timeOffset="12278.23">27472 7282 446 0,'0'0'182'16,"0"0"-110"-16,0 0 75 15,0 0-85-15,0 0-13 16,0 0-41-16,0 0 19 16,4 101-10-16,8-69 7 0,-1-3 29 15,-3-6-12 1,1-7 22-16,0-7-50 0,0-9-20 16,0 0 45-1,0-11-17-15,2-17 4 0,-2-10 10 16,0-8-25-1,-2-2-3-15,-3 2-14 0,3 4 29 16,-5 8-40 0,2 8 37-16,1 12-38 0,-3 8-2 15,3 6-11-15,-1 6-99 0,3 17 59 16,3 7-65 0,6 19-35-16,0-7 29 15,0-6-75-15</inkml:trace>
  <inkml:trace contextRef="#ctx0" brushRef="#br0" timeOffset="12578.07">27621 6928 643 0,'0'0'264'0,"0"0"-128"15,0 0 4-15,0 0-140 16,0 0 39-16,0 0-3 16,0 0 58-16,89 83-30 15,-45-25-15-15,10 27 2 0,-2 31-36 16,-12 29 47 0,-20 7-60-16,-18-21 91 0,-2-36-65 15,-12-35 34 1,-7-14-54-16,-8-5-16 0,-49-2-30 15,7-11-237 1,-12-12-872-16</inkml:trace>
  <inkml:trace contextRef="#ctx0" brushRef="#br0" timeOffset="14124.72">29797 7749 503 0,'0'0'153'16,"0"0"-6"-16,0 0 16 0,-34-124-28 15,23 95 35 1,-2 0-52-16,1 3 27 16,-1 5-66-16,-1 4 31 15,4 6-63-15,3 2 42 16,1 7-2-16,3 2-20 16,0 0-26-16,3 16-13 0,0 16-50 15,6 13 53 1,9 6-49-16,9 7 43 15,3 1-29-15,2-6 4 0,-2-12 0 16,2-7-2 0,-5-14 8-16,-1-11-25 0,1-9 22 15,-3-2-30 1,-2-27 54-16,-1-12-27 0,-7-16 13 16,-4-5-25-1,-7-4 12-15,0 2-17 0,0 10 16 16,-7 9 0-16,-2 15-32 0,1 14 66 15,0 10-47 1,4 6 32-16,0 0-36 0,4 25 11 16,0 11 7-1,0 14 0-15,14 14 1 0,7 11-11 16,13 22 35 0,6 24-43-16,2 16 40 0,-4-10-34 15,-13-26 39 1,-9-36-33-16,-10-18 6 0,-1-3 0 15,-5-2-7-15,0-1 23 16,0-14-34-16,-7-7 51 16,-13-8-38-16,-5-6 23 15,-2-6-33-15,-1 0 16 16,3-19-1-16,3-10 0 0,6-7 1 16,9-3-16-1,7 0 27-15,0-5-34 0,16 1 44 16,11 2-25-1,4 0 23-15,3 3-12 0,1 4-8 16,1 4-2 0,-1 2-4-16,-1 3-25 0,2 0-133 15,-10 7-206 1,-8 3-429-16</inkml:trace>
  <inkml:trace contextRef="#ctx0" brushRef="#br0" timeOffset="14582.03">29293 7211 1005 0,'0'0'178'0,"-110"108"-164"16,39 6-14-16,-2 57-1 15,22 29 1-15,34 19 10 16,20 14 0-16,46 3 78 16,20 19-65-16,16 9 11 15,15-14-26-15,14-35 87 16,13-42-18-16,13-48 12 16,14-50-41-16,6-46-47 0,6-35 8 15,-4-66 11 1,-4-60 33-16,-10-50-44 0,-16-52 17 15,-24-42-4-15,-23-27-19 16,-20-14-3 0,-30 2-6-16,-33 9 4 0,-23 16-84 15,-62 27 47 1,-42 43 26-16,-42 47 13 0,-41 61 55 16,-37 68 135-1,-33 64-61-15,-21 111 14 0,-9 96-37 16,7 107-54-16,19 95-52 15,72-72-244-15,36-20-298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5-17T17:13:22.803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10555 9256 317 0,'0'0'231'0,"0"0"-116"15,0 0-37-15,0 0-42 16,0 0 31-16,0 0-4 15,0 2 10-15,0-2 10 16,0 0-17-16,0 3 28 16,0-3-39-16,0 0 30 0,0 0-49 15,0 0 24-15,0 0-35 16,0 0 31-16,0 3-5 16,0-3-13-16,0 0 6 15,0 0-28-15,0 0 39 16,0 0-34-16,0 0 28 15,0 0-34-15,0 0 49 16,0 0-25-16,0 0 22 16,0 0 0-16,0-3-19 15,0-4 11-15,0-7-52 0,0-11 50 16,0-6-45 0,6-13 20-16,3-6-25 0,5-11 28 15,1-4-29 1,1-6 17-16,1-1 6 0,-1 2-22 15,2 5 18 1,0 6-4-16,-3 4-8 0,-1 5 5 16,-1 6-13-1,-4 5 8-15,0 2-7 0,-2 9 7 16,-3 3-5-16,0 5-4 16,1 2 11-16,0 3-24 15,1-2 30-15,-1 3-28 16,-1 1 35-16,2-4-29 15,0 3 7-15,-2 0-7 16,0 2 6-16,-2 2 2 16,3 2-13-16,-3 2 29 0,-2 5-29 15,0-1 28 1,0 2-20-16,0 0 4 0,0 0 0 16,0 0 0-16,0 0 1 15,0 0-2 1,0 0 11-16,0 0-25 0,0 0 32 15,0 0-26 1,0 0 25-16,0 0-14 0,0 0-1 16,0 0-1-1,0 0 0-15,0 0 7 0,0 0-16 16,0 0 28-16,-9 0-45 0,1 0 45 16,-4 0-37-1,1 3 34-15,-5 1-16 0,3 4 0 16,-3 0 0-1,-1 4-2-15,-4 2 4 0,2 4-21 16,-4 3 38 0,3 0-40-16,0 3 42 0,0 0-34 15,2 0 13 1,5-1 0-16,-1-5 0 0,5-2 2 16,3-4-10-1,4-3 24-15,0-4-24 0,0-1 27 16,2-4-38-16,0 0 16 0,0 0 2 15,0 0-24 1,6 0 20-16,9-10-3 0,1-2 16 16,1-2-15-1,4-5 32-15,-3-2-37 0,1-2 32 16,0 0-19 0,-1-2 1-16,-1-1-2 0,-1 5 0 15,-3-4 1 1,0 5-7-16,1 0 26 0,-5 2-31 15,0 4 28-15,-2 2-31 16,-1 3 31-16,-4 7-21 16,1-3 4-16,-3 5-1 15,2 0 0-15,-2 0-9 16,0 0 1-16,2 0-6 16,0 0 3-16,2 5 24 15,2 6 4-15,0 5-10 16,1 8 28-16,-3 4 2 0,-2 9-11 15,0 2 32 1,-2 4-49-16,0 1 48 0,0-2-40 16,0-7 36-1,0-4-51-15,0-6 45 0,0-11-46 16,0-5 0 0,0-7 0-16,0 0 6 0,0-2-19 15,0 0-14 1,0 0 6-16,2 0-140 0,6-2-30 15,-4-9-282-15,0-1-85 0</inkml:trace>
  <inkml:trace contextRef="#ctx0" brushRef="#br0" timeOffset="789.19">11007 7492 636 0,'0'0'361'15,"0"0"-180"-15,0 0-83 16,0 0 43-16,0 0 17 16,0 0-6-16,0 0 32 15,-36-22-86-15,36 35-26 16,0 14-65-16,0 4 42 16,0 10-26-16,0 2 63 0,0 0-30 15,-2-3-1 1,-2-6-3-16,1-8-45 0,1-8-1 15,0-6 14 1,2-8-40-16,0-2 8 0,0-2-17 16,0 0-113-1,0 0-28-15,-2 0 35 0,-2-8 24 16,-6-4 56-16,-1 2 12 0,0 0 33 16,-3 4 20-1,4 4 17-15,-4 2-26 0,1 0 84 16,2 0-18-1,-1 0 23-15,4 2-7 0,3 4-24 16,1-2 15 0,2-2-52-16,2-2 7 0,0 0-14 15,0 0-2-15,15 0-12 16,5 0 45 0,3-6 1-16,3-9-14 0,1-2 8 15,0 0-41-15,-1 0 4 16,-3 2 22-16,-4 2-52 15,-3 3 22-15,-3 0-8 16,-3 5-96-16,-4-2-86 16,-6-3-96-16,0 0-41 15,0 2-241-15</inkml:trace>
  <inkml:trace contextRef="#ctx0" brushRef="#br0" timeOffset="1019.24">10894 7413 976 0,'0'0'269'0,"0"0"-88"15,0 0 53-15,0 0-10 16,0 0-81-16,0 0-37 16,0 0-74-16,-17-30 30 15,17 21-60-15,12-2 10 0,-1-1-12 16,3 1-6-1,3 4-102-15,1-3-154 0,14-2 3 16,-6 0-96 0,-4 2-265-16</inkml:trace>
  <inkml:trace contextRef="#ctx0" brushRef="#br0" timeOffset="1465.61">11130 7483 613 0,'0'0'336'15,"0"0"-211"-15,0 0 34 0,0 0-35 16,0 0 19 0,0 0-33-16,0 0-9 0,-7-26-100 15,7 43 46 1,0 6 16-16,0 5-10 0,0 4 3 15,0-3-24 1,0-5 28-16,0-9-52 16,3-7 0-16,-1-5-8 0,0-3-2 15,2-5-33 1,5-18 35-16,2-10 33 0,5-4-32 16,-1-4-2-1,1 5 32-15,0 8-38 0,-3 10 19 16,0 10-5-16,-1 8-1 0,1 0-6 15,-2 25 28 1,2 7 38-16,-2 6-8 16,-1-1-42-16,-4-2 19 0,1-7-24 15,-1-8-17 1,2-6 6-16,0-10-21 0,1-4-138 16,3 0-169-1,5-43 52-15,-3 3-112 0,-3-6-317 0</inkml:trace>
  <inkml:trace contextRef="#ctx0" brushRef="#br0" timeOffset="1666.51">11453 7117 697 0,'0'0'328'0,"0"0"-152"0,0 0 42 16,0 0-101 0,0 0 6-16,0 119-20 0,2-64 57 15,3 1-65 1,2-4-10-16,-1-6-32 0,0-8-38 15,1-10-15 1,0-7-11-16,2-10 11 0,0-8-173 16,-3-6-127-16,2-16-81 15,-8-6-356-15</inkml:trace>
  <inkml:trace contextRef="#ctx0" brushRef="#br0" timeOffset="1836.42">11363 7393 1196 0,'0'0'324'0,"0"0"-188"0,0 0 36 16,0 0-31-1,0 0 57-15,0 0-105 0,85-106-28 16,-51 76-65 0,-1 6-1-16,12 15-165 0,-9 7-161 15,-7 2-231-15</inkml:trace>
  <inkml:trace contextRef="#ctx0" brushRef="#br0" timeOffset="3363.59">11321 9073 565 0,'0'0'368'0,"0"0"-195"16,0 0-113-16,0 0 45 15,0 0 24-15,0 0-31 16,0 0-42-16,-31 51 24 16,31-51 17-16,0 0 15 15,0-10 51-15,0-17-77 16,0-9-2-16,0-13-71 16,5-14 41-16,11-11-35 0,3-9 37 15,8-9-10 1,2-2-13-16,4 0 7 0,3 2-39 15,0 7 7 1,0 13 14-16,-5 10-34 0,-4 10 31 16,-3 14-25-1,-6 10 6-15,-7 12 0 0,-2 6-1 16,-5 6-10 0,-4 4 4-16,3 0 14 0,-3 0-33 15,2 0 51-15,0 0-43 16,0 0 28-16,2-2-12 15,-1-2 2-15,1 2 0 16,1-2-6-16,2 2 0 16,-3-2 0-16,2-1-49 0,-1 2 30 15,2-1-52 1,0-3 52-16,-1-5-19 0,1 1 16 16,-1-3 26-1,2-1-8-15,0 0-5 0,-1 3 30 16,-1-1-34-1,-1 6 41-15,-2 0-40 0,-3 6 37 16,2 1-19-16,-2 0 0 0,0 0 0 16,0 0 0-1,0 0 17-15,0 0-37 0,0 0 40 16,0 0-32 0,0 0 32-16,0 0-30 0,0 0 12 15,0 0-2 1,0 0 0-16,-2 0 1 0,-6 0-2 15,2 0 17 1,-3 0-27-16,0 0 29 0,0 1-30 16,-2 2 29-1,-2 1-34-15,-1 2 14 0,-1 4 3 16,-1 2-7 0,1 2 16-16,1 2-27 0,1-2 36 15,3-3-11-15,4-1 5 0,4-4-12 16,2-5 0-1,0-1-1-15,0 0-17 16,4 0 17-16,10-4-1 0,5-10 4 16,2-4 36-1,-1-4-37-15,0-4 27 0,0 0-13 16,-2 1-3 0,-1 2-12-16,-3 2 0 0,-5 7-2 15,0 4 15 1,-7 8-32-16,2 2 28 0,-2 0-25 15,4 14 32 1,0 10 27-16,-2 4-25 0,1 4 20 16,-3-1-7-1,0-1-7-15,-2-5-2 0,2-3-13 16,-2-3-9-16,0-5 21 0,0-4-42 16,0-6 21-1,0-1 0-15,0-3-100 0,0-5-101 16,0-16-307-1,0-4-236-15</inkml:trace>
  <inkml:trace contextRef="#ctx0" brushRef="#br0" timeOffset="5454.48">12186 7347 776 0,'0'0'284'0,"0"0"-218"0,0 0 85 16,0 0-11-1,0 0-3-15,0 0-56 0,0 0 16 16,-60-70-29 0,51 68-41-16,0 2 27 0,-1 0-10 15,-2 2-25 1,-1 14-10-16,-1 7-18 0,1 10 18 15,1 4-15-15,6 0 6 0,-1 7-5 16,7 0-1 0,0-2 12-16,0-1-16 15,0-4 28-15,11-12-39 16,5-7 39-16,1-6-36 16,2-8-1-16,1-4 10 0,-1 0 9 15,0-10 1 1,-1-13 21-16,-3-1-21 0,-4-3 13 15,1-1 5 1,-6 0-14-16,1 2 4 0,-3 1 7 16,-2 7-16-16,1 7 1 15,-3 5 12-15,0 3-13 16,0 3 0-16,0 0 14 0,0 0-22 16,0 14 16-1,2 8 7-15,0 5 6 0,3 1-20 16,1-2 1-1,1-5-2-15,2-2 0 0,0-5 11 16,0-6-26 0,-1-3 13-16,4-5-5 0,-1 0 14 15,3 0-7 1,-4-20 2-16,3-1 32 0,-3-5-5 16,-3 0-28-1,-5-1 10-15,-2 4 3 0,0 0-6 16,0 5 3-16,0 4-2 15,-5 4-3-15,-3 2 5 16,0 4-11-16,2 2-6 16,-1 2 0-16,1 0 6 15,2 0-19-15,-2 0 38 16,2 4-37-16,2 1 36 0,0-2-36 16,2 1 21-16,0-2-3 15,0 1 0-15,0-3 1 16,0 0-8-16,0 0 5 15,0 0-16-15,0 0 20 16,0 0-4-16,0 0 4 16,0 0-21-16,0 0 19 15,4-3 0-15,2-1 1 0,0 0 17 16,-4 3-31 0,0-2 29-16,0 3-19 0,-2 0 15 15,0 0 1 1,0 0-1-16,0 0-3 0,0 0 5 15,0 0-12 1,0 0-2-16,0 0 0 0,0 0-22 16,0 0 23-1,-2 3-7-15,2 0 0 0,0 3-7 16,0-2 13 0,0 0 0-16,0-1 0 0,0-3-6 15,0 0-3-15,6 0 4 0,3 0-12 16,3 0 34-1,-1-5-11-15,5-7 0 0,-3-3 16 16,0-5 11 0,1-1-17-16,-4-1-16 0,2 0 15 15,-5 0-21 1,-3 4 21-16,-4 0-9 0,0 4 4 16,0 1-7-1,0 3-3-15,0 5 0 0,0 3 0 16,0 2-4-16,-4 0 2 15,-1 0-27-15,1 5 13 16,-1 10 13-16,3 2-13 16,-1 6 24-16,3 3-14 15,0-3 6-15,0 4 0 16,3-3-7-16,6-4 12 16,0-1-25-16,2-10 34 15,2-3-32-15,-2-6 3 0,5 0 14 16,-1-6 2-1,4-18 7-15,0-10 11 0,4-9-19 16,-5-2 0 0,1-7 16-16,-3-6-30 0,-3 0 30 15,1 0-32 1,-5 5 32-16,-1 7-23 0,-3 8 7 16,0 12 0-1,-5 8-1-15,0 10 11 0,0 3 3 16,0 5-13-16,0 0 28 15,0 0-26-15,0 0 27 16,0 15-29-16,-5 7 0 0,3 7 4 16,-1 9-2-1,1 7-4-15,0 5 10 16,2 3-20-16,0 1 25 16,0 0-23-16,0-4 29 15,0-2-26-15,0-7 7 0,4-4 0 16,8-4-1-1,1-7 2-15,-2-6-16 0,1-4 29 16,-4-7-38 0,4-4 33-16,-5-5-23 0,1 0-8 15,-1 0 22 1,2-14 18-16,-2-7-9 0,-3-3 1 16,-2-4 2-1,-2 2-22-15,0 0 26 0,0 2-28 16,0 2 34-16,-4 3-18 15,-8 8-4-15,1 1 0 16,-2 4 0-16,0 4-2 0,2 2 1 16,2 0 2-1,0 0-3-15,2 0 25 0,3 4-41 16,-1 1 27 0,3 1-9-16,2-5 1 0,0-1-1 15,0 0 0-15,0 0 9 16,0 0-4-16,0 0 3 15,0 0 19-15,0 0-16 16,0 0 1-16,0 0-11 16,7-4 8-16,1-2-8 15,4 0 0-15,-1-2-1 16,2-1-109-16,7 0-39 16,-4 1-189-16,-1-2-71 0</inkml:trace>
  <inkml:trace contextRef="#ctx0" brushRef="#br0" timeOffset="5587.7">12931 7195 362 0,'0'0'980'0,"0"0"-695"15,0 0-179-15,0 0 81 0,0 0-18 16,0 0-112 0,0 0-57-16,0 0-205 0,0 2-276 15</inkml:trace>
  <inkml:trace contextRef="#ctx0" brushRef="#br0" timeOffset="7572.89">9458 9982 342 0,'0'0'133'15,"0"0"-91"-15,0 0-19 0,0 0 36 16,0 0 56 0,0 0-27-16,0 0 6 0,-18-96 5 15,18 91 16 1,0 2-44-16,0 3 52 0,0 0-31 15,0 0-30 1,0 0-56-16,0 0 13 0,4 12 7 16,10 2 12-1,6 1 27-15,2 5-40 0,7 1 24 16,2-1-40-16,3-1 35 16,3-2-27-16,4 1 7 15,-1 0 5-15,4-1-28 16,-1 4 31-16,-1 2-31 15,1-1 33-15,-3 3-33 16,0 0 40-16,-3 2-39 16,4 0 8-16,-3-1 3 15,1 0 3-15,4-3 8 0,2 2-18 16,4-4 34 0,-3-2-39-16,6-3 39 0,-3 0-39 15,0-4 32 1,2 0-32-16,-1-3 6 0,-2-2 16 15,4-1-12 1,4-4 15-16,-1 0-24 0,0-2 23 16,1 0-24-1,0 0 33-15,0 0-28 0,-2 0-3 16,2-4 6-16,-1-2-3 0,0-1-12 16,1 2 10-1,0-2-17-15,0 0 26 0,-3-3-26 16,3-4 31-1,-2-2-18-15,-3-2 0 0,3-4-2 16,-4 0 1 0,2-2 2-16,0-2 6 0,-2 0 6 15,0 0-16-15,-6 1 24 16,-3 4-26-16,-6 2 17 16,-6 3-18-16,-10 7 6 15,-2 0 0-15,-9 7-1 16,-4 0 16-16,0 2-28 15,-4 0 31-15,0 0 5 16,0 0-14-16,0 0-6 16,0 0-3-16,0 0-6 15,0 0-43-15,0 0-91 16,0 0-109-16,2 0-65 0,0-3-10 16,-2-2-421-16</inkml:trace>
  <inkml:trace contextRef="#ctx0" brushRef="#br0" timeOffset="33928.08">15211 10026 434 0,'0'0'110'0,"0"0"-68"15,0 0-41-15,0 0 70 16,0 0 39-1,0 0-16-15,-6-2-12 0,4 2-31 16,-3 0 9-16,1 0-8 16,-1 0 24-16,0 0-63 15,1 0 30 1,0 0-40-16,2 0 17 0,2 0-11 16,0 0-9-16,0 0 0 0,0 0-8 15,0 0 6 1,0 0 4-16,0 8-15 0,0 3 24 15,6-2-17 1,0 3 6-16,6-2-2 0,-1 0 2 16,2-2-12-1,3 1 9-15,2-4 6 0,0 2-16 16,2-5 23 0,-1 0-20-16,0-2 3 0,1 0 6 15,-3 0-5-15,-1 0-3 0,-1 0 8 16,-1-4 0-1,-1-1-12-15,-1-2 26 0,-3 4-27 16,-3-1 27 0,1 2-20-16,0-1 7 0,0 0-1 15,-1 1-7 1,0-2-11-16,3 2 18 0,1 0 2 16,0 2-17-1,4-2 30-15,-1 2-27 0,3 0 20 16,2 0-7-16,2 0 0 15,3 0 0-15,0 0 0 16,4 0 1-16,2 0-7 16,-2 0 22-16,2 0-23 15,0 0 20-15,-2 0-20 16,0 0 7-16,-2 0 0 16,-2 0 0-16,4 0 1 15,-2 2 3-15,2 0 9 16,0 0 0-16,0 0-12 15,-4 0 3-15,2 3 7 0,-5-2-5 16,-1 3-6 0,-4 2 0-16,-7 1-1 0,2 0 3 15,-6 2-1 1,-2 1 9-16,1 0 9 0,-3 0-17 16,0 2 27-1,0 1-28-15,0 2 13 0,0 1-8 16,0-2-5-1,0 0 16-15,0-2-10 0,-3-4 11 16,1-2-17-16,0-2 19 0,0-2-19 16,2-4 17-1,0 0-10-15,0 0-7 0,0 0 16 16,0 0-16 0,0 0 31-16,-2 0-25 0,0 0 41 15,-4-2-39 1,0-6-9-16,-3-2-15 0,1-2 14 15,-2-2-1 1,6 0-19-16,-1 0 21 0,1 1-3 16,4-1-13-1,0-1 30-15,0 0-28 0,0-1 21 16,2 1-14-16,13-1 1 16,4 0-4-16,3 2 10 15,3-3-21-15,-1 2 20 16,0 3-27-16,5 1 21 15,-2-1-3-15,4 2 9 16,3-3 2-16,-1 1-1 16,2-2 14-16,4 1-13 15,-3-3 5-15,-1-1 5 0,-2 2-9 16,-1-2 8 0,-8 5-19-16,-5 5 21 0,-6 5-15 15,-7 2 9 1,-2 0 7-16,-2 0 22 0,1 0-34 15,2 0 13 1,-3 6-4-16,2-3-11 0,1 2 7 16,-1-1-9-1,0 2 10-15,3 2-7 0,2-2 0 16,-2 2 1-16,1-1-2 0,0-2 8 16,1 1-17-1,-1 0 22-15,1 0-24 0,3 0 25 16,1 0-23-1,3-2 10-15,1 0 0 0,1-1-6 16,-1 0 16 0,4-3-24-16,-1 0 31 0,0 0-24 15,0 0 17-15,0-3 56 16,-2-8-43-16,0-3-7 16,-3 0-7-16,1-2-8 15,0 2 2-15,-5 2 11 16,-2 3-20-16,-1 6 18 15,-5 1-24-15,-1 2 12 16,-2 0-11-16,0 0-8 16,0 0-42-16,0 0-6 15,0 8-54-15,-5 4-112 16,-6-3-467-16</inkml:trace>
  <inkml:trace contextRef="#ctx0" brushRef="#br0" timeOffset="50561.3">1132 8329 454 0,'0'0'95'16,"0"0"-69"-1,0 0 19-15,0 0 104 0,64 124-3 16,-59-87 4-16,-5-3-52 16,0-6 8-16,0-4-31 15,0-4-2-15,0-6-67 16,-5-4 21-16,-1-3-21 15,1-3 3-15,1-3 8 16,2 2-15-16,0-3 17 16,2 0-17-16,0 0 26 0,0 0-28 15,0 0 30 1,0 0-30-16,0 1 15 0,0 3-14 16,0 5-1-1,0 3 9-15,2 2-8 0,4 1 14 16,1 5-9-1,-1 1 23-15,0-3-19 0,-2 3 36 16,-2-4-17-16,-2 1-6 16,0-2 8-16,0 3-3 15,0 4 17-15,-2 5-44 16,-14 4 33-16,-1 2-33 16,-6 2 13-16,-4-4-8 15,2-4 27-15,-1-8 5 16,4-6-5-16,-1-7-1 15,3-7-32-15,3 0 46 16,1 0-45-16,5-14-2 16,1-2-7-16,6-2 7 0,4-1-95 15,0-1-52 1,4-9-77-16,10 0-45 0,1 5-292 0</inkml:trace>
  <inkml:trace contextRef="#ctx0" brushRef="#br0" timeOffset="51193.31">1455 8274 152 0,'0'0'372'15,"0"0"-229"-15,0 0-8 0,0 0 7 16,0 0-2 0,0 0-56-16,0 0-6 0,-51-13-39 15,40 22 28 1,-5 9-38-16,-2 5 3 0,2 8-32 15,1 3 7 1,-1 6 9-16,3 2 2 0,-1 2 15 16,6 4-24-1,1-2 52-15,3 3-41 0,4-4 53 16,0-2-44-16,0-3 25 0,2-4-9 16,9-5-11-1,5-2 1-15,-1-5-14 0,5-4 18 16,0-1-32-1,2-7 21-15,-3-1-28 0,-2-2 6 16,1-4-6 0,-3-5-2-16,-1 0-10 15,-1 0-30-15,-1 0-47 16,-3-12-101-16,-3-4-35 0,-4-2-399 16</inkml:trace>
  <inkml:trace contextRef="#ctx0" brushRef="#br0" timeOffset="51865.27">1052 8444 449 0,'0'0'224'16,"0"0"-163"-16,0 0-4 0,0 0 23 15,0 0 32 1,0 0-68-16,0 0-14 0,-12-63-14 16,12 56 6-1,-2 1 15-15,2 2-8 0,0 1 35 16,-2 2-19 0,2 1 30-16,0 0-33 0,0 0 11 15,0 0-33-15,0 0-3 16,0 0-7-16,0 4-8 15,12 8 32-15,1 7-5 16,2-2 22-16,1 3-45 16,-3 1 39-16,3 0-20 15,-3 4 13-15,1-4-4 16,-4 5-5-16,-1-2 7 0,3 2-20 16,-3-2 20-1,-1 1-34-15,0-2 32 0,-2-1-34 16,-2 3 31-1,-1-1-24-15,-3 0 12 0,0 2 14 16,0-1-13-16,0 0 9 16,0-4-29-16,0 2 28 15,0-3-15-15,0-5-7 16,-3-3 3-16,3-7-4 16,-2-1-4-16,2-4 0 15,0 0-1-15,0 0-62 16,0 0-42-16,0-7-89 15,0-7-25-15,0-1-264 0</inkml:trace>
  <inkml:trace contextRef="#ctx0" brushRef="#br0" timeOffset="52780.72">1781 7983 598 0,'0'0'186'16,"0"0"-111"-1,0 0 64-15,0 0 21 0,0 0-10 16,0 0-30-16,0 0-79 15,-45-6-5-15,36 35-35 16,1 8 6-16,2 15-7 0,4 10 0 16,2 26 0-1,0 27 7-15,14 29 9 0,9 11-10 16,-4-25 29 0,-3-30-28-16,-3-38 33 0,1-7-24 15,3 0 10 1,4 3-20-16,-1-1-6 0,2-13 0 15,-2-12-5-15,-3-14 4 0,4-10-67 16,1-8-24 0,-1-10-166-16,-9-9-453 0</inkml:trace>
  <inkml:trace contextRef="#ctx0" brushRef="#br0" timeOffset="53383.91">2028 8129 709 0,'0'0'245'16,"0"0"-180"-16,0 0-3 0,0 0 60 15,0 0 7 1,0 0-25-16,0 0-89 0,-16 42-2 16,16-6-7-1,8 13 10-15,2 6-15 0,3 6 25 16,-1 6 12-1,-3-4-12-15,-1 1 18 0,0-8-21 16,-4-10 15 0,0-9-35-16,-1-16-2 0,-1-11 1 15,0-7-4-15,-2-3-11 16,2-8 13-16,2-20 20 16,3-9-19-16,0-7 1 15,4-2 12-15,0 1-20 16,3 6 15-16,1 5-13 15,1 9 4-15,-3 10 0 16,1 9 0-16,1 6-19 16,-1 8 19-16,-1 22 0 0,1 6 16 15,-6 9 7 1,-1-2 36-16,-1 1-18 0,-4-5 57 16,1-10-37-1,-3-5-36-15,3-5-25 0,-1-8-1 16,0-2-12-1,2-9-131-15,3 0-61 0,-1-5-117 16,2-10-237-16</inkml:trace>
  <inkml:trace contextRef="#ctx0" brushRef="#br0" timeOffset="53844.91">2305 7814 697 0,'0'0'137'15,"0"0"-114"-15,0 0-17 0,0 0 30 16,0 0 60 0,0 0 6-16,0 0-34 0,91 93-48 15,-62-57 54 1,0 10-14-16,2 8 17 0,0 7-53 16,0 17 2-1,1 19-5-15,-5 24 11 0,-8-7 27 16,-7-11 4-16,-8-15 39 0,-4-23-47 15,0 12-5 1,0 3-43-16,-11-5 21 0,-5-9-27 16,1-8 15-1,-1-12-12-15,1-8 8 0,3-13-24 16,3-4 2 0,5-9 8-16,0-4-81 0,4-8-50 15,-2 0-110 1,2 0-136-16</inkml:trace>
  <inkml:trace contextRef="#ctx0" brushRef="#br0" timeOffset="54547.22">3096 8395 763 0,'0'0'188'0,"0"0"-155"16,0 0 97-16,0 0 25 15,0 0 42-15,0 0-72 16,0 0-75-16,-54 32-42 16,56-32 0-16,19 0 14 0,5 3-12 15,10-1 50 1,8-2-53-16,8 1 8 0,6 2-2 16,2-3-13-1,2 0 1-15,-2 0-1 0,-1 0 0 16,-8 0 19-1,-5-4-27-15,-5-2 19 0,-7-2-19 16,-8-3 23 0,-4 4-30-16,-2-5 1 0,-5 0-64 15,2-8-44-15,-9 4-122 0,-4-1-295 0</inkml:trace>
  <inkml:trace contextRef="#ctx0" brushRef="#br0" timeOffset="54977.12">3486 8170 740 0,'0'0'208'0,"0"0"-129"16,0 0-18-16,0 0 53 15,0 0-50-15,0 0-32 16,0 0-16-16,7 15-7 16,13-11 25-16,-1 2-34 15,6 0 28-15,2 4-27 0,0 0 6 16,0 0 4 0,-3 4-8-16,0-2-3 0,-1 3 0 15,-3 1 3 1,-5-1 4-16,-3 4 15 0,-8 1 25 15,-4-1 57 1,0 3-35-16,0 5 39 0,-12-1-35 16,-5 2 0-1,-5 2-17-15,-3 0-25 0,1 3-21 16,-1-4-9-16,7 3-2 0,3-3-62 16,6-5-43-1,6 1-120-15,3-9-73 0,0-4-602 16</inkml:trace>
  <inkml:trace contextRef="#ctx0" brushRef="#br0" timeOffset="58079.29">4456 8151 611 0,'0'0'98'15,"0"0"-55"1,0 0-9-16,0 0 75 0,0 0 42 16,0 0-62-16,0 0-38 0,-7-34-35 15,4 32 61 1,3 0 1-16,-4-7 25 0,2 2-55 16,-3-5-5-1,-1 0-25-15,2-3-2 0,-3 0 6 16,0 1-21-1,2 2 35-15,1 3-35 0,0 4 48 16,2 1-27 0,2 4 22-16,0 0-44 0,0 0-10 15,0 8-3-15,0 12 13 16,0 8 3-16,6 7 10 16,7 11-14-16,1 3 12 15,3 4-18-15,1 0 20 16,1 0-13-16,-2-5 0 15,3-4 0-15,-1-10 0 16,-2-7-3-16,-1-10-8 16,-3-9 4-16,0-6-3 15,1-2 20-15,-4-6-7 16,4-18-1-16,-3-10 6 0,0-6-2 16,-1-6-4-1,-4-5-4-15,-2 3 14 0,-4 4-22 16,0 7 24-1,0 4-23-15,0 8 23 0,-2 11-2 16,-2 3-11 0,0 4-1-16,1 6 27 0,1 1-14 15,2 0-13 1,-2 0 20-16,2 1-42 0,0 12 41 16,0 3-38-16,0 7 25 0,0 4-6 15,0 5 0 1,0 6 2-16,4 2-4 0,7 3 14 15,0 2-28 1,3 0 32-16,1 3-31 0,1 2 33 16,-1 0-21-1,3 3 3-15,-5 1-5 0,1-2 4 16,-3 2 2 0,-4-4 7-16,-4-4 2 0,-3-6 37 15,0-6 6-15,-6-6 71 0,-9-7-35 16,-3-5 5-1,-3-4-30-15,0-5-3 0,-1 2-7 16,1-3-53 0,4-2 26-16,1 0-18 0,7-3-15 15,5 3 6 1,2-2-1-16,2 10-115 0,0-1-190 16,0-1-341-16</inkml:trace>
  <inkml:trace contextRef="#ctx0" brushRef="#br0" timeOffset="130942.01">27309 7400 872 0,'0'0'260'15,"0"0"-177"1,0 0 24-16,0 0 41 0,0 0 22 15,0 0 13 1,-7-72-84-16,7 67 0 0,0 5-37 16,0 0 6-1,0 0-21-15,0 0-11 0,0 0 4 16,0 0-20 0,-2 0 38-16,-1 10-45 0,1 6 15 15,0 6-27-15,0 6 21 0,0 5-22 16,0 2 0-1,0 0 0-15,2-1 1 16,0-6-2-16,0-2 7 16,0-8-20-16,0-4 23 15,8-4-19-15,-1-6 1 16,4-4 2-16,0 0-11 0,5-3 15 16,-1-12-5-1,1-7 16-15,0-9-21 0,-3-1 23 16,0-2-22-16,-4 0 24 15,1 2-13-15,-6 6 1 16,0 5 0-16,-2 6 5 16,-2 5-4-16,0 6 1 15,0 4 6-15,0 0 6 16,0 0-13-16,0 0-2 16,0 12-7-16,-2 8 2 15,-4 11 6-15,-2 6 0 16,0 12-1-16,1 2 8 15,1 7-17-15,-2 5 20 16,2 5-19-16,4 0 20 0,-3-1-16 16,3-3 5-16,2-10 0 15,0-6 0-15,0-12 1 16,-2-6 12-16,2-10-12 16,-4-4 49-16,-3-8-11 15,-4-2 53-15,-5-4-20 16,-4-2-5-16,-5 0-24 15,-4 0-28-15,0 0-15 16,0-6 0-16,0-4-7 0,6 0-67 16,2-5-37-1,5 2-96-15,5-20-82 0,7 2-236 16,2-3-259-16</inkml:trace>
  <inkml:trace contextRef="#ctx0" brushRef="#br0" timeOffset="133077.09">27307 7002 523 0,'0'0'236'0,"0"0"-114"15,0 0 11-15,0 0 35 16,0 0-48-16,0 0-18 16,0 0-38-16,11-20 27 0,-9 16-1 15,2 0-17 1,-1 0 15-16,-1-1-28 0,0 4 18 16,0-1-46-1,3 0 0-15,-3 0-30 0,1 0 4 16,-1 2-6-1,-2 0 0-15,0 0 9 0,0 0 15 16,0 0 8 0,0 14-26-16,-9 6 15 0,-7 6-20 15,-4 4 7-15,0 1-8 0,2-5 0 16,3-5 1 0,3-4-1-16,6-5 0 0,1-6 7 15,3-6-17 1,2 0 11-16,0 0-2 0,5-13-23 15,10-9 24 1,5-3 0-16,0-4 0 0,2 1-1 16,-4 4-15-16,-2 6 14 15,-3 2 0-15,-4 6-7 16,-5 3 18-16,1 4-9 16,-2 3 0-16,-1 0-1 15,0 0 1-15,0 0 9 16,5 8 28-16,1 8-12 15,2 4 20-15,1 3-43 16,3-2 36-16,-4 1-13 16,1-1 18-16,-1-6-15 15,-2-3-16-15,-1-2-12 0,-3-3-7 16,-2-1-35 0,-2 2-121-16,0 0-199 0,-4-1-430 0</inkml:trace>
  <inkml:trace contextRef="#ctx0" brushRef="#br0" timeOffset="133676.57">27754 7529 1099 0,'0'0'238'0,"0"0"-130"0,0 0 105 15,0 0 51-15,0 0-141 0,0 0-73 16,0 0-22 0,-6 0 10-16,33 0 103 0,6 0-29 15,7 0-15 1,3 0-63-16,1-1 2 0,-1-7-35 15,-8 1-2 1,-3 1-12-16,-8 1-61 0,-6 2-61 16,-9 3-78-16,-9 0-106 15,0 0-73-15,-12 11-275 16</inkml:trace>
  <inkml:trace contextRef="#ctx0" brushRef="#br0" timeOffset="133908.23">27808 7772 925 0,'0'0'375'0,"0"0"-242"0,0 0-41 15,0 0 129 1,0 0 2-16,0 0-75 0,0 0-66 15,152 3-61 1,-110-3-21-16,-1-3-61 0,12 1-90 16,-13 2-200-1,-4 0-308-15</inkml:trace>
  <inkml:trace contextRef="#ctx0" brushRef="#br0" timeOffset="135578.04">28894 6854 829 0,'0'0'305'16,"0"0"-174"-16,0 0-21 16,0 0 60-16,0 0-12 15,0 0-70-15,0 0-62 16,-14 32-24-16,14 9 39 15,0 16-9-15,0 13 38 16,0 12-23 0,0 9 6-16,0 3-36 0,-4 0 14 15,-1-6-3-15,-1-9 3 0,2-11 9 16,-1-15-27 0,0-10 11-16,3-14-17 0,2-9-2 15,0-11 1 1,0-6 0-16,0-3-6 0,0-5 43 15,0-19 33 1,0-10-64-16,2-7-5 0,10-10 5 16,1-2-20-1,3 4 17-15,5 1-18 0,2 7 10 16,4 5-1-16,-2 10 0 0,1 6-7 16,-3 12 7-1,-1 8-4-15,0 0 3 0,-4 22 2 16,2 14 25-1,-6 13-26-15,-4 5 31 0,-1 1-7 16,-1-2 24 0,-4-7 16-16,0-10-27 0,0-12 4 15,3-12-40 1,-3-9 4-16,4-3 7 0,2 0-23 16,1-15 13-1,5-13-2-15,2-8 0 0,2-4-19 16,0-5 4-1,-2 1-24-15,-2 4 38 0,-1 6-21 16,-3 8 20-16,-6 8 4 0,-2 6-2 16,-1 10 0-1,-3 2 0-15,0 0 5 0,0 8 5 16,0 12-20 0,0 6 20-16,-7 9-11 0,3 1 7 15,-1 1-9 1,5 0 4-16,0-5-1 15,0-2 5-15,0-9-4 16,0-2-2-16,9-5 10 16,4-6-12-16,1-8 13 0,1 0 5 15,5 0-5-15,3-18 20 16,0-5-24-16,-4-6-4 16,-1-3 3-16,-3-4 1 15,-3 2-6-15,-10 0 11 16,-2 3-5-16,0 3 0 15,-2 2 10-15,-16 6-15 16,-3 2 20-16,-2 6 1 0,-4 4-20 16,0 6-2-1,-2 2-32-15,2 0-4 0,0 13-77 16,5 6-71 0,-2 13-140-16,6-4-218 0,5-2-587 0</inkml:trace>
  <inkml:trace contextRef="#ctx0" brushRef="#br0" timeOffset="136679.82">29306 7611 126 0,'0'0'249'15,"0"0"-99"-15,0 0 6 0,0 0 22 16,0 0-6 0,0 0-29-16,0 0 15 0,0 0-42 15,0-1 9 1,0-1-32-16,0 0-10 0,5 0-13 16,-1-3-30-1,7 3-17-15,5-1-23 0,6-1 40 16,3 4-27-16,-1 0 13 0,-1 0-25 15,-4 0-1 1,-3 0-5-16,-3 0-44 0,-3 0-55 16,5 0-57-1,-4 0-92-15,-2 0-438 0</inkml:trace>
  <inkml:trace contextRef="#ctx0" brushRef="#br0" timeOffset="137231.71">29930 6984 416 0,'0'0'491'0,"0"0"-352"15,0 0-64 1,0 0 10-16,0 0 12 0,0 0-40 16,0 0 11-1,-100 120-16-15,76-67-2 0,3 9-10 16,4 10 17-1,5 6 36-15,6 2 1 0,6 0 13 16,0-5-38 0,4-9-2-16,14-10-38 0,2-14 17 15,2-10-34-15,1-8-6 0,-1-12-6 16,0-4-17 0,-2-8-84-16,1 0-152 0,-4-12-8 15,-5-4-321-15</inkml:trace>
  <inkml:trace contextRef="#ctx0" brushRef="#br0" timeOffset="137591.25">30013 7282 1043 0,'0'0'312'16,"0"0"-214"-16,0 0-71 0,0 0 21 15,0 0 41 1,0 0-9-16,0 0-1 0,75 133 6 15,-48-95 23 1,2 1-14-16,-2-3-9 0,-2-3-45 16,0-4 6-16,-6-4-40 0,-1-4 1 15,-5-5-7 1,-1-6-22-16,-3-6-56 0,-3-2-131 16,-6-2-49-1,0-6-40-15,0-6-73 0</inkml:trace>
  <inkml:trace contextRef="#ctx0" brushRef="#br0" timeOffset="137972.84">30244 7267 666 0,'0'0'326'0,"0"0"-213"0,0 0-22 15,0 0 99 1,0 0-20-16,0 0-23 0,0 0-45 16,0-6 11-1,0 15-65-15,-13 12-17 0,-5 4-16 16,-3 12 25-1,-6 9 40-15,-4 4-36 0,2 3 12 16,0-2-26 0,4-2 19-16,4-11-35 0,6-7 0 15,6-11-14-15,2-5-1 16,5-7 0-16,2-8-40 16,0 0-43-16,0 0-121 15,4-24-60-15,10-2-88 16,-1-2-685-16</inkml:trace>
  <inkml:trace contextRef="#ctx0" brushRef="#br0" timeOffset="138491.84">30350 7590 380 0,'0'0'232'15,"0"0"-198"-15,0 0-34 0,0 0-2 16,0 0 1 0,0 0 2-16,0 0 11 0,29-69 59 15,-25 59 70 1,2 1-2-16,-3 2 13 0,-1 4 0 16,-2 3-35-1,0 0 3-15,0 0-11 0,0 0 5 16,0 5-52-16,0 9-22 15,0 7-21-15,0 4 19 16,0 1 5-16,2 5 4 0,2-3 15 16,4-2-31-1,0-4 22-15,1-6-35 0,1-4-2 16,-2-6-8 0,3-2-7-16,1-4-1 0,-1 0-16 15,-1 0-22 1,2-2-21-16,-1-16-97 0,-2 0-100 15,-4-2-234-15</inkml:trace>
  <inkml:trace contextRef="#ctx0" brushRef="#br0" timeOffset="138734.03">30385 7340 1401 0,'0'0'342'0,"0"0"-250"0,0 0-5 16,0 0-23-1,0 0-53-15,0 0-11 0,0 0-129 16,0 31-65-16,0-25-152 15,0-4-545-15</inkml:trace>
  <inkml:trace contextRef="#ctx0" brushRef="#br0" timeOffset="139174.43">30557 7000 667 0,'0'0'262'15,"0"0"-183"1,0 0 6-16,0 0 75 0,0 0-52 16,0 0-16-1,0 0-37-15,89 127 19 0,-65-86-6 16,-1 13-9 0,-5 9-11-16,-3 12-9 0,-9 4 29 15,-6 11-1-15,0 5 41 0,-8 19-31 16,-15-13 33-1,-4-1-65-15,2-12-27 0,2-28-18 16,3-8-19 0,4-20-59-16,-4-16-78 0,7-9-116 15,-3-7-395-15</inkml:trace>
  <inkml:trace contextRef="#ctx0" brushRef="#br0" timeOffset="147405.4">15184 8969 211 0,'0'0'154'0,"0"0"-77"16,0 0-47-16,0 0 32 15,0 0-20-15,0 0 5 16,-46 21-28-16,39-16 4 16,-2 3 26-16,2 0-20 0,-3 3 3 15,0-1-23 1,-1-1 28-16,-3 0-35 0,1 1 11 15,3 1-5 1,-4 3-8-16,1-2 12 0,1 2-5 16,1 1 32-1,3-1-19-15,-2-2 37 0,3 4-34 16,1 0 14-16,0 3-37 16,-3 0 29-16,1 6-28 15,-2-4 7-15,1 4 6 16,-1 1-13-16,0-3 15 15,1 2-15-15,-1-2 40 0,2 0-28 16,3-4 26 0,1-1-39-16,0-1 25 15,2-3-9-15,0-1-16 16,2 1 5-16,-4 5 9 16,4 1-14-16,-2 2 9 15,0 2-5-15,0-2 2 16,0 2 10-16,2-2-15 0,-2-1-1 15,2-2 0-15,0 1 7 16,0-1-21-16,0-2 28 16,0 3-20-16,0-1 12 15,0 0-10-15,4-1 4 16,0 0 0-16,4-1 1 16,-2 1-1-16,1-2 0 15,-1 0 11-15,4 0-16 16,-2 1 13-16,3 2-11 15,-2-1 18-15,3 2-10 0,-2 0-5 16,2-2 0 0,-3 2-1-16,1-4 9 0,2 0-19 15,1-1 25 1,0-1-25-16,1-5 25 0,1 2-17 16,1-2 5-1,-1 1-2-15,1 0 0 0,1 0 6 16,0 0-12-16,1 2 16 15,-1-1-19-15,2 1 22 16,-2-3-23-16,-1 2 23 0,-1-4-13 16,3 0 0-1,0-5 0-15,0-2-4 0,2 0 11 16,0 0-10 0,2 0 15-16,-2 0-15 0,1 0 16 15,-2 0-26 1,-1 0 19-16,0 0-6 0,2-2 0 15,-2-5 1 1,2 0 6-16,0-4 2 0,1-3 19 16,0 0-27-16,0-2 9 15,-1 1 6-15,-5-2-13 16,3 2-3-16,-5-2 0 16,3 2 0-16,-3-4 1 15,3 1-7-15,-3-5 17 0,1 0-15 16,-1 0 17-1,0-3-24-15,-3 5 18 0,-2-4-7 16,-1 4 0 0,-3 1 1-16,1-2-2 0,-2 0 9 15,-1-2-14-15,-2 1 19 16,0-3-20-16,0 2 21 16,0-2-15-16,0 2 1 15,0-1 0-15,0 0-1 16,0 1 2-16,-2-2-13 15,-3-3 27-15,0 0-24 16,1-2 25-16,-3 3-29 16,3 3 13-16,-3-1 0 15,0 1 0-15,3 1 0 16,-3 1 0-16,3-2 9 0,0 2-21 16,1-3 24-1,-1 3-24-15,-1 2 27 0,0-2-18 16,-1 3 3-1,-1 0 0-15,1 2-1 0,-4 2 2 16,2 0-8 0,-1-1 18-16,-3 4-19 0,-1-1 28 15,3-3-36 1,-6 3 16-16,-1-1 0 0,2 1 0 16,-3-3 0-1,3 1-7-15,-3 2 15 0,1 0-19 16,0 0 24-1,5 1-31-15,-5 4 29 0,7 1-23 16,-4 0 12-16,3 2-2 0,-2 2 2 16,1 1-3-1,-1 0-3-15,-3 3-13 0,3 0 16 16,-3 0-7 0,-1 12-2-16,-1 0 7 0,-2 5 4 15,2-4 1 1,-2 1-5-16,2-4 3 0,4 1 4 15,4-6-11-15,1 0 26 16,7-4-37-16,-1 2-2 16,3-3-86-16,0 0-209 15,0 0-222-15</inkml:trace>
  <inkml:trace contextRef="#ctx0" brushRef="#br0" timeOffset="149537.66">15483 8907 535 0,'0'0'185'15,"0"0"-145"-15,0 0 67 16,0 0 0-16,0 0-2 16,0 0-74-16,0 0 11 15,-22 0-22-15,22 0 2 16,0 0 8-16,0 0-15 16,0 0 30-16,0-8-44 0,0-2 30 15,0 0-30 1,0-2 35-16,7 0-34 0,2-4 7 15,1 2-2 1,4-4-6-16,-1 2-2 0,1-2 16 16,1-2-2-1,1 0 1-15,2-5 34 0,0 2-46 16,1-3 37-16,6-2-30 0,2-5 4 16,6 1 60-1,3-3-50-15,5 1-9 0,-2-3-2 16,3 3-18-1,3 3 21-15,-3 0-28 0,1 0 20 16,-3 4-7 0,2-2 0-16,-1 4 0 0,-1-4-2 15,2 1 12 1,1 3-24-16,-1-2 28 0,3 1-27 16,-1-1 26-16,-1 3-17 15,1 1 4-15,0 0 0 16,-1-3 0-16,1 1 1 15,3-4-11-15,-3 2 29 16,6-5-28-16,-1 0 23 16,2-3-19-16,3 2 6 15,-3 1-1-15,-2 1 0 16,-2 4 2-16,-1 6-4 16,-1 1 10-16,2 2-22 15,0-3 25-15,2 2-22 0,4-6 22 16,5 1-12-1,4 1 1-15,3-2 0 0,5 1-2 16,-1 5 2 0,2-1-16-16,1 1 32 0,1 5-23 15,1 1 23 1,-1 6-11-16,2 2 8 0,4 2-6 16,-1 3 72-16,4 0-44 0,1 0-25 15,4 0 5 1,0 0 6-16,2 0-20 0,2 4 23 15,3 0-12 1,-3 0 2-16,3-1-14 0,-1 4 0 16,-1-1 0-1,1 1 2-15,-3 2-9 0,-5 3 27 16,-6 0-32 0,-3 4 37-16,-9 0-42 0,-5 1 18 15,-6 1-1 1,-2 1 2-16,-5 6-2 0,-2-3 0 15,-5 2 1-15,1 0-20 16,-3-2 25-16,-5-2-16 16,-2 0 13-16,-4-2-17 15,-2 0 14-15,-4-1-1 16,-3 2 1-16,0 1 0 16,-4 1-10-16,1 3 20 15,3-1-26-15,1 2 38 16,2 0-34-16,4 1 25 15,0 1-14-15,0-1 1 16,-2 2 0-16,2-2-9 0,-3 2 19 16,-4 2-21-16,0 4 31 15,-2 2-21-15,-3 5 18 16,-2-6-4 0,-1-1-7-16,1-6-4 0,1-1 14 15,1-1-16 1,3-1 22-16,-3 6-15 0,4-1 14 15,-4 2-4 1,1 0-17-16,2-2 12 0,-1-4 22 16,2 0-1-16,-2-4-22 0,1-2-11 15,-3 2 10 1,-1-3-29-16,-1 0 41 0,-1-1-31 16,-1 3 22-1,-1-2-13-15,0 3 1 0,1-1-1 16,-3-3 0-1,2-1 6-15,-1-3 3 0,-1-3-2 16,-1 1 11 0,2-3 1-16,-2 3-32 0,-1-1 34 15,3 3-26-15,-2 0 5 0,0 0 0 16,-1-2 0 0,-1 0 9-16,-3-4-31 0,0-1 41 15,0-4-34 1,-2-1 30-16,0 0-23 0,3-2 14 15,-3 0-6 1,0 0 1-16,0 0 0 0,0 0-2 16,0 0 13-1,0 0-33-15,0 0 32 0,0 0-26 16,0 0 25 0,0 0-26-16,-5-10 4 0,-6 0-13 15,-4-4 18-15,-3 0-34 0,-3 0 33 16,-3-4-42-1,-4 1 30-15,-1 3-36 0,-6-1 27 16,2 1-46 0,0 2 40-16,-1 2 13 0,5 3 19 15,5-1-7 1,4 3 20-16,6 1-21 0,8-2 27 16,2 2-5-1,4-1-5-15,0 2 22 0,0-1-27 16,0-1 0-16,4 3 9 15,4-1-1-15,0 3-6 16,-2 0 6-16,3 0 33 16,0 0-30-16,5 0 39 15,-4 0-42-15,6 5 15 16,-3 7-4-16,3-1-12 16,-3 2 19-16,3 4-26 15,-3 0 24-15,4-2-23 16,-5 2 11-16,1-5 2 15,1-3-2-15,1-1-13 0,1-4 1 16,3 0 21 0,-2-4-14-16,1 0 21 0,-1 0-23 15,2-4 41 1,-2-10-47-16,3-2 34 0,1-4-24 16,-2 0-7-1,-1 2-1-15,-1 0 4 0,-5 4-12 16,-1-1 15-1,-1 4-26-15,-2-1 1 0,-1 1 7 16,-3 4-100-16,-2 0-12 16,-2 5-62-16,-4 2-47 15,-11 0-265-15</inkml:trace>
  <inkml:trace contextRef="#ctx0" brushRef="#br0" timeOffset="151664.95">20712 9951 488 0,'0'0'96'0,"0"0"-51"0,0 0-16 16,0 0 50-1,0 0-35-15,0 0 44 0,0 0-25 16,119 105 18 0,-99-89 9-16,1 1-32 0,-2-2 8 15,3 3-41 1,1 0 26-16,1 2-50 0,3 1 45 16,2-2-31-1,0 2 11-15,4 1-16 0,-2-2 23 16,6-2-8-1,-2 2-25-15,1-5 23 0,1 2-16 16,1-1 25 0,-2-5-32-16,2 1 28 0,-2-1-25 15,3-3 4-15,0 0-5 0,3-2 5 16,0-2-14 0,1 0 23-16,1-2-24 0,-1 1 23 15,1 2-28 1,1-1 29-16,-1 4-32 0,1-2 10 15,0 0 6 1,-3-2 0-16,-2-4 5 0,2 0-19 16,0 0 28-1,1-7-28-15,-1-5 21 0,-1-2-14 16,1-1-18-16,0-7 24 16,3-4 1-16,-1-3 0 15,1-3-12-15,-3-4 19 16,1 0-14-16,-3-1 14 15,-5-1-8-15,1-1 14 16,-5 3-16-16,-2-2 3 16,-2 1 0-16,-4-2 0 15,-3 3 2-15,-7-3-12 0,0 2 26 16,-4-2-28 0,-2-1 27-16,-5-1-14 0,0 0 11 15,-2-1-12-15,0 4 1 16,0 2-1-16,-4-1 0 15,-10 6 13 1,1-3-26-16,-2 2 27 0,-3-3-25 16,-1 3 28-1,2-2-23-15,-5 0 6 0,1 0-6 16,0 3 4-16,-4-1 4 0,2 3-9 16,1 3 18-1,-2 4-21-15,2 4 26 0,-3 2-25 16,-2 2 17-1,0 1-8-15,-2 1 6 0,-2 0-6 16,0 0 3 0,-5 0 13-16,-1 1-32 0,-4 0 35 15,1 1-31 1,-2 4 27-16,-1 5-21 0,1-1 6 16,0 2 0-16,-1 0 0 15,3 0 1-15,1 0-10 16,-2 2 25-16,-1 3-35 0,2 2 32 15,-3 0-26 1,3 2 7-16,-3 0 4 0,4 1-21 16,-3 1 1-1,1 1-3-15,-1 0-36 0,0-1 50 16,-3 3-23 0,1 2 33-16,-6-2-28 0,-1 2 27 15,2-5-21 1,2 1 17-16,3 0 6 0,5-1-17 15,2 1 7-15,3 2-15 16,3 1 15-16,0 2 14 16,0 2-18-16,-1 1 17 15,1-1-9-15,2 4 6 16,-2 0 0-16,2-2-1 16,-2 1 2-16,2 5-13 15,-2 0-31-15,4-1 43 16,2 1-1-16,6-1-14 0,0 0 17 15,7-1-2 1,0 4 6-16,5 0-6 16,1 0 0-16,4 3 13 0,2 0-1 15,0 3-11 1,0 0 25-16,0 3-26 0,4 1 7 16,5-1-7-1,5 1 0-15,1 5 0 0,5-3 1 16,5 2-1-16,2 5 9 15,-2-5 2-15,7-3-3 0,-1-4-13 16,0-5 5 0,14-5-10-16,-9-10-57 0,-7-9-340 0</inkml:trace>
  <inkml:trace contextRef="#ctx0" brushRef="#br0" timeOffset="175663.34">17431 8733 666 0,'0'0'143'15,"0"0"-97"1,0 0 20-16,0 0-12 0,0 0 41 15,0 0-17 1,-56-81 27-16,48 64-45 0,-1-3 14 16,3-1-43-1,-4 3-4-15,-1 4 8 0,3 0-34 16,-6 0 13 0,-1 0 1-16,-6-2-22 0,1-2 20 15,-4-4-21 1,-3-6 9-16,3-2-1 0,-3-2 0 15,4 0 0 1,2 1-1-16,4 8 11 0,4 0-13 16,0 5 15-16,4 6-24 15,0 3 27-15,2 0-18 16,-4 6 3-16,0 0 0 16,-3 0-2-16,-3 0 8 15,-1-3-15-15,0-2 27 16,-2-1-25-16,-2-3 17 0,-3-2-12 15,-2-3 4 1,0 2-2-16,-2 1 0 0,0 1 6 16,3 1-12-1,-1 5 23-15,3 2-15 0,-1 1 9 16,2 4-6 0,2-3 2-16,0 3 28 0,1-1-29 15,1-3-6 1,-4-2 2-16,3 0 12 0,-5-2-28 15,3 2 33-15,-4-2-35 0,-3 1 34 16,0 4-36 0,-3 1 18-16,1 0 0 0,0 2 0 15,2 0 7 1,2 0-15-16,2 0 24 0,1 0-22 16,0 0 20-1,-1-6-25-15,1-2 25 0,-1-2-20 16,0-2 6-1,1 0 0-15,-2 0-7 0,1-1 9 16,0 4-18-16,0-4 24 16,4 2-22-16,-2-1 28 15,3-1-28-15,-3 1 12 16,4 0 1-16,-1 3 1 16,1 0-10-16,2 2 3 15,-1 4 11-15,-2 0-20 16,2-2 32-16,-4 2-32 15,0 0 32-15,-1 3-26 0,-3-2 10 16,-1 2-1 0,-2 0 0-16,-2-2 0 0,-1 2-18 15,1-4 36-15,-2 0-30 16,-1-4 26-16,3 2-19 16,0-2 7-16,0 0-1 15,0 0 0-15,2 0 1 16,0 2-2-1,2 3 14-15,0-2-26 0,2 1 30 16,1 2-34-16,-2 0 34 0,-3 1-27 16,-3-2 10-1,1-1 0-15,0 2-1 0,-3-2 3 16,3 2-17 0,-3 2 34-16,1 0-35 0,-5 0 32 15,3 0-32 1,-6 0 17-16,5 0-1 0,3 0 1 15,4 0 0 1,4 0-2-16,6 0 11 0,-1 0-20 16,-1 2 26-16,-2 2-32 15,-2 2 25-15,-2 2-17 16,-2 1 8-16,0 3-13 0,0-3 12 16,2-1-1-1,2 0-11-15,2-1 26 0,0-4-30 16,0 1 34-1,1-2-27-15,0-2 12 0,0 2-2 16,-3 2 0 0,-4 0 1-16,-4 3-12 0,-5-2 26 15,-3 4-25 1,-1 4 24-16,0 1-28 0,2 3 28 16,2-4-21-16,7 1 7 15,2-2 0-15,6 0 0 16,2 0 6-16,0 1-24 15,1 1 23-15,0 0-20 16,-2 2 4-16,-1 0 9 16,-1 2-12-16,0-4 13 0,-1-1 1 15,-2 2 0 1,3-1-10-16,-3 0 20 0,-2 0-23 16,2 0 33-1,-2 4-36-15,-2-2 31 0,-3 4-27 16,1 0 12-1,0-2 0-15,-1 3-7 0,1-6 19 16,0 3-31-16,-3-2 36 16,0 4-30-16,-2 1 26 15,0 3-26 1,1 2 13-16,3-1 0 0,3 4 0 16,4-1 1-16,3 0-8 0,1 0 20 15,3-2-35 1,4-2 44-16,0-4-35 0,6-2 27 15,-1-2-22 1,1-2 8-16,2 0 0 0,-1 0-1 16,0 2 8-16,-2 5-29 15,2 2 35-15,0 7-32 16,0 1 37-16,0 1-30 16,3 0 14-1,-1 0-2-15,-2 0 0 0,2-3 7 16,-2 3-20-16,0-2 26 15,2 0-20-15,-1 2 21 16,-1-1-24-16,-1 1 22 0,2-1-21 16,1 1 9-1,1-2 0-15,-2 2-1 0,6-2 7 16,-2 0-21 0,2 0 30-16,0 1-28 0,2-2 26 15,-3 4-23 1,3-1 12-16,0 3-2 0,0 0 0 15,0 2 6 1,0 2-12-16,0 0 18 0,-2-4-30 16,2 0 37-1,-2-4-31-15,-2-2 20 0,2-4-14 16,-6 1 6-16,4-3 0 0,0 0-2 16,-1 1 8-1,1 3-22-15,0-1 35 0,2 4-36 16,2 0 36-1,0 0-31-15,0 0 12 0,0-2 0 16,0-1 0 0,0-3 1-16,0-1-8 0,0 0 29 15,0-4-37 1,6 1 31-16,0 1-32 0,1 1 25 16,3 2-10-16,-4 2 1 15,0 4 0-15,1 2-8 16,2 1 16-16,-2 0-24 15,2-3 35-15,1-1-31 16,2-5 24-16,3-3-21 16,1 0 9-16,2-3 0 15,2-2 0-15,0 0 0 16,0-1-8-16,2 2 27 16,1 0-31-16,2 2 31 15,-2-3-32-15,2 2 24 0,2 0-12 16,2 0 1-1,0 2-1-15,2 0-9 0,3 1 20 16,-3 0-25 0,0 1 36-16,2 0-37 0,-2 0 32 15,1-2-25 1,1 1 11-16,3-2-2 0,2-2 0 16,0-3 1-16,5-1-2 0,-1-2 8 15,0-1-11 1,1 0 20-16,-1 2-31 0,-1-2 24 15,5 0-10 1,-2 0 1-16,1 0 0 16,4-1-6-16,0-2 12 15,2-3-25-15,3-1 38 0,1 0-35 16,1-3 32-16,2 0-20 16,0 0 4-16,2 0 0 15,-4-4-1-15,0-4 2 16,-6 3-9-16,0-2 26 15,-3 2-33-15,-1 5 34 16,0-3-32-16,0 3 15 16,-1 0-3-16,1 0 1 15,4 0 0 1,0 0 0-16,2 0 1 0,2 0-12 16,-1 0 32-16,0 0-39 0,1 0 36 15,-1 0-28 1,1 3 10-16,-1 6 0 15,-1-3-1-15,-1 0 2 16,-2-4-7-16,0 0 19 0,0-1-25 16,2-1 31-1,1 0-36-15,3 0 27 0,1 0-11 16,2 0 1 0,0 0-1-16,-1 0 0 0,2-5 2 15,-1-1-16-15,-3 0 36 16,-1 2-39-16,-4-1 36 15,-4-2-28-15,-4 1 10 0,1-2 0 16,1 0-1 0,-1-4 3-16,1 0-8 0,-1-4 23 15,-5 0-33 1,-1-5 37-16,-1 3-37 0,-1-1 26 16,0-2-11-1,0 1 1-15,1 3 0 0,-1-2-1 16,1 0 2-1,-3-1-15-15,-2-5 33 0,2 4-27 16,-1-4 26 0,4 1-28-16,-3 0 10 0,1-2 0 15,-3-3-1-15,-2 0 2 16,-2-4-2-16,0 1 11 16,-4 0-19-16,0 0 25 0,0 1-28 15,-6 0 18 1,-1 4-7-16,-3-2 2 0,1 0-1 15,-6-3 0 1,1 1 6-16,1-3-15 0,-2-2 28 16,3-3-19-1,-1 1 12-15,0 0-6 0,3 0-6 16,1 2 0 0,-1 0-1-16,1 2 2 0,-3 0-7 15,1 2 20 1,-2-1-24-16,-1-1 28 0,3 2-34 15,-4-2 24-15,1 0-8 0,-2 2 0 16,2-1 0 0,0 0-2-16,-3 3 9 0,3 0-22 15,-4 5 28 1,0-2-29-16,-1 5 32 0,-4 0-21 16,0 1 7-1,0-1-2-15,0 0 5 0,0-2-4 16,0 1-2-1,0-4 17-15,0-1-25 0,0-2 31 16,0-2-37-16,0 0 21 0,6 0-7 16,1-2 1-1,0 4 0-15,0 0 0 0,1 2 1 16,-1 3-12 0,-3 6 27-16,1 2-27 0,0 2 22 15,-5 1-13 1,2-3 3-16,-2-1-1 0,0-3 10 15,2 0-10 1,-2-1 0-16,0-2 10 0,0-1-20 16,0 4 27-16,-2-1-28 15,-7 2 24-15,-5-1-12 16,1 4-1-16,-3-1 0 16,1 2 23-16,1 1-10 15,1 1 12-15,2 6-9 16,4 3-12-16,3 1 4 15,2 4-11-15,2 0 3 16,0 0-1 0,0 0-24-16,0 0-90 0,-3 0-91 15,1 5-469-15</inkml:trace>
  <inkml:trace contextRef="#ctx0" brushRef="#br0" timeOffset="-198111.02">4901 13087 85 0,'0'0'145'0,"0"0"-92"0,0 0-10 16,0 0 83 0,0 0 2-16,0 0 12 0,14-9 36 15,-14 6-14 1,0 3 10-16,0 0-51 0,0 0 12 16,0 0-46-16,0 0 11 15,0 0-73-15,-2 0 2 16,-10 0 1-16,1 15-27 0,-4 9-1 15,-1 9 16 1,1 6-20-16,-1 9 11 0,3 6 14 16,1 4-21-1,6 0 35-15,3 3-24 0,3-1 11 16,0-2 15 0,0-5-37-16,13-5 19 0,1-6-7 15,4-9-16 1,-2-2 20-16,2-5-32 0,-3-5-2 15,-2-2-65 1,-1-7-126-16,-4-4-152 0,-6-6-718 0</inkml:trace>
  <inkml:trace contextRef="#ctx0" brushRef="#br0" timeOffset="-197306.22">5106 13411 745 0,'0'0'201'16,"0"0"-161"-16,0 0 59 0,0 0 3 15,0 0-10 1,0 0-42-16,0 0-22 0,-2-34 30 16,2 34-45-1,2 10 31-15,10 12-34 0,1 8 29 16,3 7-32-1,-5 4 28-15,0 3-6 0,-2-4-3 16,-2-3 25 0,-3-12-1-16,-2-4 9 0,-2-9-58 15,2-7 24-15,-2-5-19 0,0 0 20 16,0-10-24 0,0-13 17-16,0-16-4 0,0-7-14 15,5-3-2 1,1 0 16-16,6 3-27 0,-1 4 28 15,5 5-32 1,-3 10 25-16,3 6-18 0,-3 14 5 16,1 7-15-1,-1 2 7-15,0 25 12 0,0 14-17 16,-4 7 36 0,-2 5-8-16,-2 0-11 0,-3-4 26 15,0-8-14-15,0-10 13 16,-2-13 7-16,0-13-11 15,0-5 8-15,2 0-29 16,1-23 23-16,1-13-12 16,2-12-15-16,6-5 5 15,1 2-1-15,3 2 0 16,1 8-11-16,4 15 11 16,-2 13-20-16,4 13 20 0,-3 0-9 15,3 30-5 1,-6 11 28-16,-1 10 4 15,-7 7-12-15,-5-2 27 0,0-6 1 16,-4-7-25-16,0-14-9 16,3-12 0-16,-1-13-12 15,3-11-221-15,-1-18-35 16,-2-9-301-16</inkml:trace>
  <inkml:trace contextRef="#ctx0" brushRef="#br0" timeOffset="-196641.75">5849 13421 675 0,'0'0'296'0,"0"0"-202"0,0 0-30 15,0 0 69 1,0 0 35-16,0 0-41 0,0 0-37 16,0-12 53-1,0-2-55-15,-2-2 23 0,-8 0-72 16,2-1 13-16,-1 5-30 0,-1 4 24 16,0 5-9-1,-1 3-29-15,-3 0-8 0,1 8-4 16,-1 14-8-1,1 6 9-15,2 6-10 0,4 1 9 16,3-2 4 0,4-8 0-16,0-2-12 0,0-7 11 15,14-6-33-15,3-1 32 16,5-6-21-16,1-3 14 16,2 0 13-16,-2 0-17 15,0 0 13-15,-3 0-1 16,-2 0 1-16,-5 0-14 15,-2 4 4-15,-6 15 17 16,-3 4-18-16,-2 5 22 16,0 2 12-16,-9-3-16 15,-6-1 27-15,-1-6-14 16,0 0-19-16,3-10-1 16,0 0-1-16,1-5-14 15,6-3-114-15,4-2-58 16,2-5-61-16,0-16-271 15,0 0-380-15</inkml:trace>
  <inkml:trace contextRef="#ctx0" brushRef="#br0" timeOffset="-196127.68">6047 13462 459 0,'0'0'257'0,"0"0"-140"15,0 0-70 1,0 0 118-16,0 0-46 0,0 0-38 16,0 0-22-1,29 14-11-15,-20-11 30 0,2-3-30 16,0 0 35 0,3 0-39-16,-1-6 26 0,3-10-38 15,-3-4 10 1,0-2-20-16,-1-2-19 0,-4 2-3 15,-1 2 9-15,-5 0-25 0,-2 2 32 16,0 2-19 0,0 1 10-16,-4 3 14 0,-7 5-21 15,0 2 15 1,-3 3 5-16,1 2-11 0,-1 0-9 16,1 2 0-1,2 14-10-15,4 9 20 0,3 4-19 16,2 10 18-16,2 5-9 15,0 4 9-15,0 3-8 16,13 0 17-16,3-3-9 16,-1-4 33-16,1-6-23 15,-1-9 13 1,1-7-26-16,-1-4 12 0,-1-6-18 16,1-3-9-16,-1-4 3 0,-3-3-29 15,-5-2-73 1,2-10-59-16,-4-12-67 0,-4-4-355 0</inkml:trace>
  <inkml:trace contextRef="#ctx0" brushRef="#br0" timeOffset="-195507.9">6368 13101 584 0,'0'0'140'16,"0"0"-114"-16,0 0-16 0,0 0-9 15,0 0 43 1,0 0-21-16,0 0 30 0,69 71-14 16,-44-35 19-1,0 10-30-15,-2 9 1 0,-2 11 14 16,-3 9 15-16,-7 2 47 15,-5 5-16-15,-4 0 44 16,-2-6-31-16,0-6 48 16,-10-9-27-16,-5-11 12 15,-2-9-64-15,-1-9-27 16,3-15-5-16,-1-5-37 16,5-1-4-16,3-11-15 15,0 0-22-15,4 0-133 0,-3 0-88 16,3-13-140-1,0 3-575-15</inkml:trace>
  <inkml:trace contextRef="#ctx0" brushRef="#br0" timeOffset="-190825.28">7278 13738 970 0,'0'0'168'0,"0"0"-110"16,0 0-57-16,0 0 50 0,0 0 41 16,0 0-15-1,0-3-29-15,0 0-35 0,0-1 32 16,0 2-21 0,0 2 27-16,0 0-24 0,0 0 21 15,0 0-27 1,4 0 12-16,5 0-8 0,5 0-7 15,3 0 17 1,10 0-34-16,2 2 37 0,9 2-38 16,7-1 47-16,3 2-37 15,6-1 14-15,4-2-23 16,0 2 0-16,2-4 2 16,-2 0 7-16,0 0-7 15,-4 0 5-15,-3 0-1 16,-6 0-1-16,-8 0-12 15,-3 2 3-15,-10 2-4 16,-3-1-34-16,-8 0-52 16,-5-3-28-16,-3 0-62 15,-3 0-41-15,-2 0-268 0</inkml:trace>
  <inkml:trace contextRef="#ctx0" brushRef="#br0" timeOffset="-190344.69">7937 13575 565 0,'0'0'552'0,"0"0"-408"0,0 0-102 16,0 0 59-1,0 0 2-15,0 0-34 0,0 0-10 16,-33-2-43 0,33 2 23-16,0 0-38 0,0 0 4 15,0 7-3-15,0 0-2 16,16 3 1-16,1 0 0 16,8 0-1-16,-1 0 10 15,3 1-21-15,0-3 25 16,-2 1-24-16,-1-1 22 15,-2 2-13-15,1 1 1 16,-5-1 0-16,-3 1-1 16,-2 2 3-16,-3 2 6 15,-8 2-8-15,-2 0 75 16,0 6-2-16,-5 1 35 0,-13 2-51 16,-4 5 5-1,0-4-7-15,0 4-14 0,1-5-6 16,6-5-35-1,3-5 0-15,6-6-11 0,6-6-18 16,0 1-120 0,12-5-148-16,11 0-46 0,2 0-408 0</inkml:trace>
  <inkml:trace contextRef="#ctx0" brushRef="#br0" timeOffset="-189855.14">9054 13179 929 0,'0'0'280'0,"0"0"-200"16,0 0 23-1,0 0-58-15,-6 114-12 0,22-42 22 16,5 13-4-16,2 4 32 16,-1 1-42-16,-2-1 17 15,-2-11-56-15,-5-14 2 16,1-15-4-16,-8-19-44 15,1-23-56-15,-3-7-104 16,-4-60-59-16,0-6 47 16,0-7-29-16</inkml:trace>
  <inkml:trace contextRef="#ctx0" brushRef="#br0" timeOffset="-189274.9">9108 13212 816 0,'0'0'231'15,"0"0"-124"1,0 0-10-16,0 0 32 0,0 0-43 15,0 0 11 1,136 83-53-16,-89-18-17 0,-2 12-18 16,-6 6 4-16,-10 2-7 0,-11-3 1 15,-9-7-10 1,-9-12 3-16,0-12-7 0,-18-15-44 16,-11-16 29-1,-9-11-20-15,-5-9-17 0,-3-2 5 16,4-15 38-1,1-1 15-15,10 0 2 0,9 4 30 16,7 6-29-16,10 2 25 16,5 6-27-16,0 0 0 15,15 0 2-15,12 10 17 16,4 5 5-16,5 6-24 16,3-7 22-16,0 2-21 15,1-6 24-15,3-8-24 16,-3-2 20-16,0-5 8 15,-4-18 34-15,-2-5-10 16,-3-8-17-16,-4-4 28 16,-8-7-46-16,-3 1 14 0,-5-2-25 15,-7 2-1 1,-4 4 3-16,0 8 0 0,0 8 6 16,-4 9 15-1,-9 8 22-15,1 9 0 0,-3 0 35 16,1 18-72-1,1 12-6-15,5 10 5 0,2 6-22 16,6 1 9 0,0-1-1-16,2-5 0 0,17-3 9 15,1-11-19-15,5-8 11 0,-1-10-10 16,2-9-67 0,1 0-94-16,0-20-56 0,6-36 58 15,-6 5-131 1,-4 2-273-16</inkml:trace>
  <inkml:trace contextRef="#ctx0" brushRef="#br0" timeOffset="-189068.86">9816 13321 512 0,'0'0'343'0,"0"0"-172"16,0 0-38 0,0 0 64-16,0 0-24 0,0 0 0 15,0 0-119-15,-37 37-28 16,39 14-26-16,12 9 54 15,1 5 8-15,1 1-18 16,-3-4-22-16,1-8-21 16,-1-8-2-16,-5-15-65 15,0-16-67-15,-6-11-136 16,-2-4-319-16</inkml:trace>
  <inkml:trace contextRef="#ctx0" brushRef="#br0" timeOffset="-188894.87">9710 13503 1134 0,'0'0'352'15,"0"0"-259"1,0 0-51-16,0 0 28 0,0 0 63 16,125 17-80-16,-86-29-53 15,2-7-48-15,5-8-88 0,-8 8-112 16,-11 3-640-16</inkml:trace>
  <inkml:trace contextRef="#ctx0" brushRef="#br0" timeOffset="-188040.38">10748 13476 694 0,'0'0'219'0,"0"0"-122"15,0 0-7 1,0 0 80-16,0 0-43 16,0 0-26-16,0 0-54 15,-95 23-34-15,90 15-12 16,5 12 5-16,0 9-12 0,0 0 19 15,11 2-21-15,10-13 16 16,-2-8-16-16,4-14 6 16,-1-16-5-16,-2-10-37 15,2-14-20-15,-2-25 54 16,-1-10-6-16,-4-6 16 16,-1 6-26-16,-6 8 25 15,-3 15 1 1,-1 18 0-16,-2 8 23 0,2 17 44 15,1 27-20-15,2 16-31 16,2 15 35-16,-3 3 7 16,4 7 38-16,-1-5-33 0,-1-8 3 15,1-5-56 1,-2-15-9-16,0-12-1 0,-5-14-98 16,-2-15-109-1,0-8-452-15</inkml:trace>
  <inkml:trace contextRef="#ctx0" brushRef="#br0" timeOffset="-187830.65">10740 14076 172 0,'0'0'1120'0,"0"0"-912"0,0 0-160 15,0 0-12 1,0 0 91-16,0 0 10 0,127-12-43 15,-88 0-85 1,0-3-9-16,-1 0-24 0,-5-1-45 16,5-3-70-16,-11 3-59 15,-5 0-312-15</inkml:trace>
  <inkml:trace contextRef="#ctx0" brushRef="#br0" timeOffset="-186979.39">11159 13721 735 0,'0'0'303'0,"0"0"-209"15,0 0-93-15,0 0 36 16,0 0 32-16,0 0-5 16,0 0-25-16,0-3-14 15,0 3 44-15,0 0-41 16,0 0 15-16,0 0-42 16,0 0 24-16,0 0-2 15,0 0 12-15,0-2-11 16,-2-9-14-16,-3 2 6 0,-4-3-6 15,2 0 2-15,1 3-11 16,-1 4 25-16,4 2 1 16,3 3 35-16,0 0-24 15,0 0-3-15,0 4-35 16,0 10 9 0,0 9-23-16,6 2 28 0,2 8-24 15,3-1 22-15,3 0-23 0,-1-4 20 16,3-3-9-1,-1-8 0-15,1-7-4 0,-3-4 2 16,3-6 4 0,-3-4-12-16,0-16 20 0,1-6-16 15,-3-3 18 1,-3-10-15-16,-2 0 3 0,-2 1 0 16,0 2-1-1,-4 6 2-15,0 6-5 0,0 10 16 16,0 6-7-1,0 7-3-15,0 1 39 0,0 0-31 16,0 16-4-16,3 3-6 0,1 8 9 16,5-1-19-1,4-1 11-15,6-1-10 0,0 1-10 16,1-4 10 0,3-4-35-16,-1-5 44 0,-4-8-32 15,-1-4 10 1,-1 0 0-16,-3-22 22 0,-1-6-12 15,-1-8 25 1,-3-6-18-16,0-1 18 0,-6 6-26 16,0 2 11-16,-2 12 2 15,0 8 10-15,0 9-9 16,0 6 36-16,-4 4 13 16,-4 21-11-16,4 8-27 15,4 6-14-15,0-2 14 16,0-2-13-16,0-12 1 15,16-6-33-15,9-17-59 16,-4 0-103-16,0 0-203 0</inkml:trace>
  <inkml:trace contextRef="#ctx0" brushRef="#br0" timeOffset="-186547.88">12322 13064 848 0,'0'0'313'16,"0"0"-249"-16,0 0-29 0,-2 107 21 15,2-44 36 1,4 10-5-16,5 3-15 16,3 3 23-16,-3-7-50 15,-3-6 1-15,3-15-46 16,-2-13 0-16,0-18-69 16,-3-11-110-16,-4-9-341 0</inkml:trace>
  <inkml:trace contextRef="#ctx0" brushRef="#br0" timeOffset="-186366.83">12177 13501 1141 0,'0'0'359'0,"0"0"-187"16,0 0-127-16,0 0 40 0,0 0 5 15,0 0 23 1,0 0-81-16,147-25-32 0,-88 4-93 15,23-7-109 1,-13 5-38-16,-11 8-416 0</inkml:trace>
  <inkml:trace contextRef="#ctx0" brushRef="#br0" timeOffset="-185540.03">13118 13430 157 0,'0'0'526'0,"0"0"-504"16,0 0 17-1,0 0-39-15,-131-29 73 0,110 29-9 16,8 0-19-16,-1 14 37 0,6 6-4 16,1 4-46-1,1 8 16-15,3 6 8 16,3 6 38-16,0 2-30 16,0 3-3-16,9-8-41 15,6-6 18-15,4-9-19 16,1-10 4-16,2-9-1 0,0-7 17 15,3 0 25 1,0-19-46-16,-4-15 19 0,0-10-36 16,-5-9-2-16,-3-3 1 15,-5 3-13-15,-3 4 12 16,-3 14 1-16,-2 12 14 16,0 14-12-16,0 9 69 15,0 0 38-15,0 17-20 16,0 17-87-16,0 8 16 15,0 6-18-15,3 2 0 16,3-1-1-16,5-7 7 16,0-9-9-16,3-4 16 15,-3-12-10-15,0-12 10 16,2-5-26-16,1-10 17 16,-1-20-4-16,0-13 0 0,1-3 1 15,-3-4-2 1,1 6-4-16,-6 8-4 0,-4 10 18 15,0 12-20 1,1 10 22-16,-3 4 1 0,0 0 7 16,2 20-3-16,2 10-15 0,4 3 0 15,0-1 7 1,1-4 3-16,-1-11-4 16,2-8 5-16,1-9-24 15,2-3 10-15,3-22 0 16,0-8 2-16,1-1-5 15,1 4 4-15,-3 8 0 16,-1 10-9-16,-3 12 7 16,0 0-4-16,1 10 14 0,-1 12-3 15,-3 2-4 1,0-2 0-16,-2-2-16 0,1-5-174 16,-3-7-106-1,-2-5-819-15</inkml:trace>
  <inkml:trace contextRef="#ctx0" brushRef="#br0" timeOffset="-184254.35">15162 13704 656 0,'0'0'270'16,"0"0"-168"-16,0 0-67 15,0 0 36-15,0 0 16 16,0 0-21-16,0 0 47 15,20-4-12-15,-8-16 19 0,3-14-56 16,5-16 6 0,2-15-61-16,1-11 0 0,-1-12-9 15,-2-3-10 1,-4 6-12-16,-6 4-26 0,-6 11 37 16,-4 15 3-1,0 16-5-15,0 16 26 0,-8 18-7 16,-1 5-6-16,-1 16 1 0,-4 18-1 15,3 12 9 1,2 10-19-16,6 7 21 0,3 4-11 16,0 4 9-1,5-3 10-15,13-6-19 0,2-4 22 16,5-9 0 0,2-8-9-16,1-7-12 0,1-10 7 15,-2-7-16 1,-1-10 24-16,-1-7-27 0,0 0 22 15,-6-19-2-15,2-6-9 16,-5-3 1-16,-3-2-1 16,-7 0 6-16,-1 4-12 15,-2 3 16-15,-3 3-19 16,0 8 22-16,0 9-6 16,-8 3-6-16,-3 3 34 15,1 16-10-15,0 11-24 16,4 4-1-16,6 6 10 0,0 1-22 15,0-4 30 1,18-1-31-16,3-5 29 0,6-8-24 16,2-6 8-1,2-11 0-15,1-6-1 0,-3 0 1 16,-3-14-1 0,-1-10 10-16,-4-7-3 0,-4-3 7 15,-9 2-25 1,0 1 21-16,-6 4-10 0,-2 3 1 15,0 6 0-15,-2 4 11 0,-8 4-10 16,2 4 20 0,1 4-21-16,1 2 57 15,0 0-14-15,4 4 9 16,0 15-51-16,2 4-1 0,0 7 1 16,0 7 0-1,8 0-2-15,2 2 16 0,1 1-23 16,3-2 20-1,-5 0-12-15,-1-3 7 0,0-3 11 16,-4-3-11 0,0 1 1-16,-1-2-1 0,-3 1 1 15,0 0-16-15,0 0 20 0,0-3-25 16,0-2 13 0,0-12 0-16,-3-9-65 0,-3-3-43 15,-8-24-95 1,-1-12-113-16,-1-8-361 0</inkml:trace>
  <inkml:trace contextRef="#ctx0" brushRef="#br0" timeOffset="-184082.79">15807 13075 1267 0,'0'0'373'0,"0"0"-260"15,0 0-75-15,0 0 32 16,0 0-60-16,0 0-10 16,0 0-145-16,-16 55-131 15,30-52-128-15,-1 2-337 0</inkml:trace>
  <inkml:trace contextRef="#ctx0" brushRef="#br0" timeOffset="-183281.51">15978 13401 595 0,'0'0'310'15,"0"0"-184"-15,0 0 60 0,0 0 0 16,0 0-79-1,0 0-66-15,0 0-34 0,-7 72-4 16,9-42 7 0,10 1-11-16,1 6 1 0,3-1 0 15,-1-2 5 1,1-5-4-16,-1-12-2 0,-1-4 2 16,-1-12-9-1,-2-1 17-15,3-10-2 0,-5-13-6 16,-1-12 23-16,0-2-24 15,-6-2 21-15,-2 2 2 16,0 0-6-16,0 4 17 16,-4 8-34-16,-10 4 43 15,-1 9-27-15,-1 9 23 16,0 3-26-16,0 0-13 16,3 15-1-16,4 6-17 15,0 4 10-15,7 1-11 16,2-1 13-16,0-1-15 0,0 0 20 15,2-4-47-15,11-7 24 16,3-3-22 0,5-9 5-16,-2-1 12 0,4 0-4 15,-3-10 31 1,1-7 4-16,2-3-6 0,-3-3 18 16,-2-1-23-1,2 4 17-15,-4 3-9 0,-1 2 1 16,1 7 0-16,-5 4-1 0,2 4 2 15,-1 0-14 1,-4 6 26-16,1 12-18 0,-1 4 11 16,-2 5-9-1,-2 2 4-15,1 3-1 0,-1 3 9 16,-4-1-9 0,0 1 28-16,0-3 21 0,0-4 55 15,-4-3 1 1,-7-7 49-16,1-4-51 0,2-6-11 15,-1-1-27 1,5-7-14-16,-1 0-51 0,2 0-10 16,3 0 1-16,0 0-48 0,0 0 43 15,0 3-54 1,0-3-27-16,0 0-59 0,0 0 27 16,0 0-64-1,3 0-176-15,-3 0-381 0</inkml:trace>
  <inkml:trace contextRef="#ctx0" brushRef="#br0" timeOffset="-178724.98">17307 13554 500 0,'0'0'178'0,"0"0"-119"0,0 0-32 16,0 0 51-1,0 0-23-15,0 0 0 16,-11 0-45-16,11 0 41 0,0 0-12 16,0 0 64-1,0 0-21-15,0 0-4 0,0 0-23 16,0 0-31-1,0 0 14-15,0 0-37 0,0 0 32 16,0 10-19-16,0 9-2 0,0 7-11 16,6 5 21-1,3 4-21-15,-3 2 1 16,4 3 6-16,-6-4 0 16,1 1-6-16,-1-11 20 15,-2-9-32-15,0-7 26 16,-2-10-17-16,2 0 12 0,1-14-9 15,2-20-2 1,-1-8 1-16,3-4-2 0,3 0 13 16,4 4-28-1,1 3 32-15,-1 9-29 0,1 9 30 16,-1 4-23-16,-3 9 6 16,0 8-7-16,1 0 6 15,-2 0 2 1,2 20 12-16,-1 6-12 0,-2 6 51 15,-5 5-51-15,1-4 24 16,-5-2-15-16,2-9 5 16,-2-6-5-16,0-10 0 15,3-6 2-15,-1 0-2 16,2-16 9-16,5-12 0 16,5-6-28-16,1 0 30 0,3 1-30 15,-1 9 9-15,1 9 0 16,1 8-1-16,-2 7-15 15,1 0 15 1,-1 25 2-16,0 8 2 0,-2 6 9 16,1 1-19-1,-3 2 24-15,1-6-11 0,-2-6-6 16,5-6 0-16,-4-13 0 16,3-6 0-16,1-5 5 15,3-12 1-15,1-18 48 0,0-5-54 16,0-9 18-1,-1 0-17-15,-3 3-1 0,-3 5 0 16,-5 5 1 0,-7 7-2-16,0 11 20 0,-2 4-23 15,0 9 11-15,0 0 50 16,-2 10-26-16,-4 16-3 16,1 8-20-16,3 5-8 15,2 1 2-15,0-5-2 16,0-6 0-16,11-9 2 15,2-8-19-15,3-10-109 16,9-10-13-16,-4-16-117 16,-3-7-684-16</inkml:trace>
  <inkml:trace contextRef="#ctx0" brushRef="#br0" timeOffset="-177840.36">18783 13871 618 0,'0'0'385'0,"0"0"-194"15,0 0-146-15,0 0 68 16,0 0-35-16,0 0 2 16,0 0-70-16,91-124 30 15,-74 91-24-15,-3 1 4 16,-3 1 5-16,-7 6-24 16,-4 3 19-16,0 3-4 15,0 5 8-15,0 7-22 16,-13 2 20-16,2 5-11 0,-2 0-11 15,0 10 0 1,1 8 2-16,5 7-2 0,3 3 22 16,4 2-35-1,0 1 27-15,0-2-24 0,4-3 31 16,9-3-17 0,8-9 2-16,1-2-2 0,3-12 14 15,2 0-17 1,1 0 17-16,-1-23-6 0,0-5 20 15,-3-8-19-15,-1-5-3 0,-4 0 4 16,-3 1-6 0,1 1 1-16,-7 9 0 0,-1 6 17 15,-3 10-26 1,-3 8 44-16,0 6-37 0,-3 0 69 16,2 10-33-1,2 17 20-15,1 4-62 0,3 3 18 16,1-2 0-1,0-2-18-15,2-9 11 0,1-9 9 16,-1-8-30-16,2-4 26 0,1-9-12 16,1-16 2-1,3-8 10-15,-1-1-17 0,-1 8-1 16,-3 6 0 0,-1 12 2-16,-1 8-17 0,-3 0 26 15,4 18-31 1,-3 10 42-16,-3 2-30 0,-1 3 17 15,0-9-16 1,-3-6 8-16,4-11-74 0,1-7-116 16,-1-14-131-16,2-8-54 0</inkml:trace>
  <inkml:trace contextRef="#ctx0" brushRef="#br0" timeOffset="-176585.85">19723 13640 489 0,'0'0'307'0,"0"0"-200"0,0 0 64 16,0 0-34-16,0 0-25 0,0 0-46 16,0 0-11-1,-49-60 14-15,42 60-61 0,1 17 23 16,-1 12-18-1,2 8-14-15,3 4 15 0,2 1-14 16,0-4 16 0,0-4-16-16,16-8 0 0,1-6 0 15,4-10-10 1,3-6 4-16,1-4-8 0,1-6 28 16,1-18-21-16,-2-6 7 15,-5-6-7-15,-3-4-2 16,-3 2 2-16,-5 2-5 15,-3 4 24-15,-4 5-18 16,-2 10 22-16,0 7 10 16,0 8-14-16,0 2 53 15,0 0 2-15,0 21-27 16,0 7-33-16,0 5 5 16,0 1-24-16,0-4 32 15,10-9-37-15,3-2 30 0,1-11-26 16,1-8-25-16,3 0 29 15,2 0 9-15,0-18 0 16,1-5-9 0,-4-1 24-16,1 1-40 0,-5 5 46 15,-3 0-42 1,-4 6 42-16,-4 7-37 0,-2 5 16 16,0 0-12-16,0 14 11 0,0 11 2 15,0 3-1 1,0 4 22-16,7-2-41 0,1-2 43 15,4-4-40 1,3-8 26-16,1-6-10 0,5-8 0 16,-2-2 0-1,6-8 0-15,-3-14 9 0,0-6-27 16,-2-6 40 0,-6 0-44-16,-3-2 44 0,-7 3-31 15,-4 5 10-15,0 9-1 16,0 2 10-16,-8 9-10 15,-6 8 0-15,-1 0 23 16,-1 5 11-16,3 15-34 16,1 7 18-16,5 5-8 0,5 0-7 15,2 3-3 1,0-5 0-16,0-4-6 16,12-3 0-16,3-8-7 0,5-5-9 15,0-6 13 1,2-4-1-16,3-4-1 0,-2-16-8 15,-2-8 17 1,0 0-4-16,-5 0-21 0,-3-4 27 16,-3 6-9-1,0 1-7-15,-3 8 32 0,-3 3-24 16,-2 7 22-16,0 6 8 16,-2 1-20-16,2 1-1 15,3 20 22-15,0 4-22 16,1 6-2-16,3-4 20 15,0-1-37-15,2-7 39 0,0-7-42 16,0-8 1 0,3-4 4-16,-1-3-8 0,3-18 1 15,-1-7 13 1,-1-3-56-16,-1 3 55 0,-1 7-11 16,-4 9 0-1,-1 12 40-15,-3 0-27 0,0 12 10 16,2 20-1-1,-2 6 18-15,-2 4-17 0,0-1-1 16,1-7 26-16,1-8-52 0,0-19-31 16,3-7-158-1,-4 0-353-15</inkml:trace>
  <inkml:trace contextRef="#ctx0" brushRef="#br0" timeOffset="-176199.74">20746 13196 910 0,'0'0'324'0,"0"0"-206"16,0 0-84-16,0 0 65 15,-4 145-58-15,4-77 13 16,9 8-40-16,0 0-5 15,-3 1 2-15,3-11-10 16,0-14 1 0,0-15-2-16,0-16-3 0,0-21-142 15,0 0-37-15,-5-9-197 0</inkml:trace>
  <inkml:trace contextRef="#ctx0" brushRef="#br0" timeOffset="-175407.15">20733 13551 869 0,'0'0'344'0,"0"0"-266"0,0 0-11 16,0 0 11-16,0 0 24 0,0 0-89 16,0 0 13-1,87 6-26-15,-54-6 0 0,1-6-1 16,-3 2 2-1,-2 3-15-15,-2 1 3 0,-3 0-5 16,-4 0 32 0,-2 8-36-16,-5 4 27 0,-1 2-7 15,-4-1 1 1,-3-2 1-16,-1-3-2 0,-2-5 17 16,-2-3-18-1,3 0 8-15,-1 0 9 0,1-18-6 16,3-1-5-16,5-5-5 15,1 1-11-15,3 0 11 16,-1 8 0-16,1 1-13 16,-1 8 22-16,-4 4-31 15,-1 2 17-15,0 0 4 16,-2 17-10-16,0 3 11 16,-5 6 1-16,0 1 0 0,-2 1-1 15,2 2 18-15,0 2-36 16,3 1 41-16,0-5-46 15,1-2 32-15,1-8-22 16,-1-12 13 0,3-6-13-16,1 0 13 0,0-20 0 15,4-4-6 1,-3-5 6-16,0 3-21 0,-2 3 35 16,0-2-31-1,0 6 33-15,-3 1-22 0,-1 4 6 16,0 1 0-16,-3 5 7 0,0 2 2 15,-2 3 17 1,0 3-26-16,0 0 58 0,0 0-26 16,0 3 45-1,0 11-76-15,0 4 9 0,0 0 5 16,0 0-14 0,0 1 6-16,0-3 13 0,0-5-30 15,4-4 23-15,3-6-26 16,-1-1 26-16,4 0 12 15,-4-13-25-15,1-7 6 16,-5-2-5-16,-2 0 15 16,0 4-19-16,0 3 21 15,-9 7-8-15,-9 4 0 16,-3 4-20-16,-4 0 4 16,-2 17-16-16,-6 12-54 15,6-3-90-15,4-2-162 0</inkml:trace>
  <inkml:trace contextRef="#ctx0" brushRef="#br0" timeOffset="-174377.94">22512 13677 622 0,'0'0'185'0,"0"0"-108"0,0 0 56 16,0 0 24-16,-12-106-47 15,2 89-33-15,-2 4 22 16,-1 6-47-16,2 4 50 16,-3 3-61-16,1 0 23 15,-1 23-48-15,4 8 6 16,1 11-22-16,5 8 0 16,4 1-7-16,0-3 18 15,4-6-27-15,13-9 32 0,4-12-39 16,5-10 45-1,1-11-48-15,4-7 21 0,-2-25 5 16,3-12 0 0,-5-12-22-16,-4-8 22 0,-2-7 0 15,-5-4-26 1,-5 3 49-16,-5 1-43 0,0 6 40 16,-3 11-24-16,-3 14 4 0,3 13 0 15,-3 13 15 1,0 9-15-16,0 5 13 0,0 7 6 15,0 22-19 1,0 10 22-16,0 9-38 0,0 3 18 16,2 4-2-1,9-3 1-15,2-2 0 0,5-3-2 16,2-6 10 0,0-6-31-16,2-12 44 0,3-6-41 15,0-11 40-15,-4-6-36 16,4-6 15-16,-5-19-1 15,-2-8-1-15,-4-2-24 16,-8 2 24-16,-4 2-11 16,-2 9-10-16,0 10 46 0,-11 6-21 15,-3 6-1 1,-1 2 33-16,5 18-9 16,4 6 5-16,6 4-8 15,0 1-16-15,6-4-12 16,9-5-10-16,5-1-13 0,7-6-130 15,-3-3-123 1,-4-5-546-16</inkml:trace>
  <inkml:trace contextRef="#ctx0" brushRef="#br0" timeOffset="-173804.71">23595 13239 459 0,'0'0'121'16,"0"0"-78"-16,0 0-9 0,0 0 59 15,0 0-32 1,12-111 50-16,-8 93-23 0,5 2-18 16,-3 2-46-16,4 4-22 0,-4 2-4 15,-2 6-32 1,1 2 21-16,-5 0 13 0,0 18 47 16,0 12 4-1,0 10 24-15,0 8 17 16,0 5-13-16,0 5 10 15,0 0-54-15,0 0 43 0,0-5-31 16,0-2 24 0,4-9-60-16,0-14 13 0,2-8-24 15,-2-11-94-15,0-9-130 16,1-4-150-16,-3-11-504 16</inkml:trace>
  <inkml:trace contextRef="#ctx0" brushRef="#br0" timeOffset="-173239.91">23965 13569 734 0,'0'0'265'15,"0"0"-179"1,0 0 66-16,0 0-47 0,0 0-2 16,0 0-74-16,0 0 21 15,3-8-41-15,-3-4 27 0,0 2 13 16,0 0 17-1,0 3 10-15,-10 2-60 16,-1 5 53-16,-2 0-69 0,0 10 20 16,0 10-7-1,1 6-8-15,5 2-5 0,3-2-6 16,4-3-1 0,0-5 13-16,0-13-24 0,9-1-9 15,7-4 25-15,3-7-39 16,4-20 26-16,-1-7-81 15,-2-4 1-15,-2-2 15 16,-5 5 25-16,-3 6 54 16,-6 12 1-16,-4 6 9 15,0 9 17-15,0 2 80 16,0 8-54-16,0 16-2 16,-2 4-22-16,0-2 40 15,2-2 5-15,0-2-65 16,0-11-8-16,10-4-22 0,6-5-35 0,4-2-89 15,-2-2-52 1,-5-10-428-16</inkml:trace>
  <inkml:trace contextRef="#ctx0" brushRef="#br0" timeOffset="-172260.68">25198 13244 360 0,'0'0'307'16,"0"0"-168"-16,0 0 54 16,0 0-15-16,0 0-8 15,0 0-25-15,0 0-55 0,-96-41-4 16,71 43-50-16,3 10 65 15,2 5-60-15,2 2 47 16,5-1-78-16,4 2 18 16,4-4-14-16,5-2-13 15,0-2-2-15,0-2-6 16,14-4-8 0,3-2-21-16,6 0 11 0,2 2-54 15,-3 0 49-15,0 4-37 16,-2 3 16-16,-7 6 15 15,-1 5 30-15,-8 3 5 0,-4 2 2 16,0-3 74 0,0-2-8-16,-6-4 61 0,-4-8-71 15,-1-3 11 1,3-8-29-16,1-1-31 0,4 0-8 16,1 0-98-1,2-10 30-15,0-17-146 0,12 1 42 16,1 2-325-16</inkml:trace>
  <inkml:trace contextRef="#ctx0" brushRef="#br0" timeOffset="-171289.9">25577 13251 530 0,'0'0'261'16,"0"0"-201"-1,0 0 133-15,0 0-29 0,0 0-38 16,0 0-45-1,0 0-13-15,-105 21 3 0,90-2-43 16,1 2 33-16,3 6-46 16,3 1 23-16,0 4-28 15,6-1 3-15,2-4-12 0,0-3-1 16,0-6 0 0,2-9 0-16,10-9-9 0,1 0 18 15,3-15-18 1,3-13 30-16,0-7-39 0,1 2 30 15,-5-1-21 1,-4 8 9-16,-4 5 0 0,-5 12 6 16,-2 4 0-1,0 5 77-15,0 0-23 0,0 7 10 16,-4 13-61-16,-1 2-9 16,5-1 0-16,0 2 0 15,0-3 0-15,14-2 0 0,1-4-12 16,5-4 30-1,3-5-27-15,4-5 25 0,0 0-27 16,4-19 24 0,-3-9-26-16,4-6 4 0,-6-8 9 15,-2-9-6-15,-1-5 16 16,-3 0-32-16,-7 1 46 16,-2 4-13-16,-6 7-11 15,-5 6 31-15,0 9-21 16,0 9-4-16,-3 6 6 15,-7 9-11 1,-1 5-2-16,-3 0 24 0,1 19-46 16,-3 13 40-16,3 5-34 0,2 7 34 15,1 5-31 1,4 0 14-16,4 4-1 0,2-5-7 16,0-4 11-1,0-8-22-15,4-7 15 0,10-8-15 16,1-7 35-1,3-8-38-15,2-6 17 0,2 0 5 16,3-6-7 0,2-14-19-16,-2-4 17 0,-2-4-41 15,0 0 37-15,-3 1 1 16,-5 6 0-16,-3 4 24 16,-5 9-24-16,-3 7 14 0,-4 1-2 15,2 4 28 1,-2 20-27-16,0 7 15 0,0 8 3 15,2 2-3-15,0 3-7 16,1-1-7-16,1-1-2 16,1-6-66-16,-3-10 42 15,3-8-44-15,-5-12-13 16,2-8-143-16,-2-20-96 16,0-4-807-16</inkml:trace>
  <inkml:trace contextRef="#ctx0" brushRef="#br0" timeOffset="-171128.98">25983 13096 1285 0,'0'0'274'0,"0"0"-252"15,0 0-35 1,0 0 13-16,0 0-57 0,0 0-260 15,0 0-284-15</inkml:trace>
  <inkml:trace contextRef="#ctx0" brushRef="#br0" timeOffset="-170476.1">26350 13341 515 0,'0'0'371'0,"0"0"-257"16,0 0-2-1,0 0-21-15,0 0-9 0,0 0-64 16,0 0 11 0,-56-78 58-16,41 78-13 0,-5 0 29 15,0 5-43-15,0 14 32 16,0 5-56-16,7 6 46 15,1 4-80-15,6 2 18 16,6 0-19 0,0-2-1-16,0-7 0 0,8-4-30 15,10-8 23 1,1-12-3-16,2-3-12 0,2-6 42 16,1-22-31-16,1-11 11 15,-1-7-1-15,1-13 0 16,-5-5-8-16,0-4-1 0,-4-3 20 15,-4 7-24 1,0 6 34-16,-5 16 4 0,-1 12-14 16,-6 15 47-1,0 14 15-15,0 1 32 0,0 20-38 16,0 18-59 0,0 12 8-16,-4 6 1 0,2 6-19 15,2-2 26 1,0-4-44-16,0-7 21 0,0-7-124 15,6-15-12-15,6-8-86 16,5-19 31-16,-1 0-127 16,-1 0-82-16</inkml:trace>
  <inkml:trace contextRef="#ctx0" brushRef="#br0" timeOffset="-170055.97">26753 13276 861 0,'0'0'292'0,"0"0"-124"15,0 0 33-15,0 0 32 16,0 0-143-16,0 0 15 16,0 0-55-16,-66-15 30 15,43 15-50-15,0 11-20 16,2 12-10-16,1 1 15 15,7 3-40-15,1 4 41 16,8-4-37-16,4-8 42 16,0-3-42-16,2-8 5 0,14-8-3 15,4 0-12 1,2-6-58-16,3-14 66 0,-1-4-71 16,-1 2 71-1,-4 2-40-15,-3 8 63 0,-1 8-9 16,-1 4 9-1,-5 0 9-15,2 19 24 0,-4 10 55 16,0 2-85 0,-1 1 17-16,-1-11-8 0,1-4-24 15,8-12-106-15,-3-5-45 0,1 0-347 0</inkml:trace>
  <inkml:trace contextRef="#ctx0" brushRef="#br0" timeOffset="-169935.79">27291 13547 651 0,'0'0'0'0,"0"0"-501"0</inkml:trace>
  <inkml:trace contextRef="#ctx0" brushRef="#br0" timeOffset="-163639.47">10084 13766 405 0,'0'0'163'16,"0"0"-91"-16,0 0-71 15,0 0 62-15,0 0 2 16,0 0 3-16,2 1-7 0,0-1-32 16,0 0 24-1,-2 0 14-15,4 0 27 0,-4-1-68 16,0-3 37 0,0 0-41-16,0 2 35 0,0 0-31 15,0 2 13 1,0 0 1-16,0 0-21 0,0 0 15 15,0 0-33 1,0 0 63-16,0 0-57 0,0 0 7 16,2 0-12-16,2 4-2 0,0 0 0 15,1 0 2 1,-1-3-2-16,-2 2 10 0,2-3-29 16,-1 0 26-1,-3 0-23-15,3 0 32 0,-3 0-19 16,0 0 5-1,0 0-2-15,0 0 10 0,0 0-1 16,0 0 2 0,0 0 8-16,0 2-22 0,-3 2 18 15,0 4-18-15,1-1 13 16,2 7-20-16,0-3 7 16,0 3-11-16,0-2 13 15,0-3-97-15,0 4 11 16,0-11-194-16,0 0-335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5-17T17:27:42.6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23825 3793 340 0,'0'0'152'16,"0"0"-77"-16,0 0 63 16,0 0 24-16,0 0-10 0,0 0-48 15,0 0-20 1,15-97 17-16,-15 86-15 0,2 2 4 15,-2-1-13 1,0 1 26-16,0 2-39 0,0 0 25 16,0 3-30-1,0 0 20-15,0 2-13 0,0 0-22 16,0 2-12-16,0 0-16 16,0 0 11-16,0 0-27 15,0 0 25-15,0 0-25 16,-4 10 19-16,-7 16-19 15,-5 15 0-15,-3 13 0 16,-6 12 1-16,-2 8-2 16,0 3 11-16,-2-4-18 0,0-1 22 15,2-7-24 1,0-13 17-16,6-9-7 0,2-11 0 16,4-15-1-1,4-11-1-15,0-6-21 0,0-2 17 16,-1-22-29-1,4-8 34-15,-1-4-8 0,2-2 2 16,4-2 7 0,3 0 0-16,0 0-1 0,0 3-4 15,8 1 4-15,7 4-1 0,5 5-11 16,0 4 15 0,2 7-4-16,1 9 2 0,2 7 0 15,-2 0 0 1,2 7 6-16,0 15 8 0,-1 7-12 15,-1 4 35 1,-4 1-17-16,0 3 33 0,-4-5-19 16,-3-6 23-16,-4-5-29 15,-1-4-6-15,-3-4-21 16,-2-8-1-16,1-1 0 16,-1-2-43-16,1-1-22 15,1-1-94-15,7 0-136 0,-3 0-98 16,2 0-475-16</inkml:trace>
  <inkml:trace contextRef="#ctx0" brushRef="#br0" timeOffset="493.44">24074 3974 849 0,'0'0'314'15,"0"0"-224"-15,0 0-38 16,0 0 99-16,0 0 13 16,0 0-61-16,0 0-40 15,9 34 34-15,20-24-17 16,4-3 27-1,8 0-30-15,5-5-12 0,4 1-31 16,1-3-6-16,0 0 1 0,-4 0-18 16,-5 0 2-1,-6 0-4-15,-9 0-14 0,-9 0 5 16,-5 0-1 0,-6 0-67-16,-2 0-31 0,-5 0-76 15,0 0-75 1,0-7 18-16,0 0-81 0,0-2-316 0</inkml:trace>
  <inkml:trace contextRef="#ctx0" brushRef="#br0" timeOffset="854.59">24427 3831 738 0,'0'0'331'15,"0"0"-222"-15,0 0-56 0,0 0 75 16,0 0 34-16,0 0-87 16,0 0-46-16,-41 23-29 15,45-3 42-15,15 2-27 16,3 3-5-16,5-5-9 16,2-3 0-16,4 1-2 15,-4-2 7-15,-2 0-7 16,-7 1 9-16,-6 0-6 15,-10 0-1-15,-4-2 14 16,0 2 26-16,-23 1 36 16,-6 0 2-16,-2 0-49 0,-4 0 1 15,4-1-30 1,-1-2-2-16,6 1-20 0,5-4-33 16,10-2-72-1,11-2-63-15,0-2-123 0,0-6-412 0</inkml:trace>
  <inkml:trace contextRef="#ctx0" brushRef="#br0" timeOffset="1396.1">25044 3688 550 0,'0'0'255'0,"0"0"-149"15,0 0-30-15,0 0 122 16,0 0 8-16,0 0-40 16,0 0-73-1,-13-3-38-15,1 49-36 0,2 19 27 16,-2 9 65-16,-1 11-7 0,2-3-21 16,-1-6-49-1,6-12-4-15,4-12-29 0,0-17-2 16,2-12-40-1,0-14-107-15,0-12-106 0,2-20-95 16,4-12-240-16</inkml:trace>
  <inkml:trace contextRef="#ctx0" brushRef="#br0" timeOffset="1586.12">24857 3792 1043 0,'0'0'386'15,"0"0"-259"1,0 0-111-16,0 0-10 0,0 0 93 16,135 0-44-1,-67-14-39-15,3-2-16 0,4 0-32 16,-3 4-93 0,6 9-63-16,-18 3-210 0,-17 0-593 15</inkml:trace>
  <inkml:trace contextRef="#ctx0" brushRef="#br0" timeOffset="2420.67">25503 4127 508 0,'0'0'207'16,"0"0"-158"-16,0 0 51 15,0 0 63-15,0 0-37 16,14-127-51-16,-14 103-19 16,-10 1 5-16,-5 4-14 15,-5 6 28-15,-3 6-20 0,-2 7-4 16,-4 0-50 0,-1 16 14-16,1 14-15 0,3 6 0 15,5 6 6 1,6-2-6-16,8-1 24 0,7-7-22 15,0-8 27 1,7-10-23-16,12-10 14 0,8-4-14 16,5-4 14-16,1-23-5 0,0-6-13 15,1-7-2 1,-5-2 6-16,-7 1-19 0,-6 7 23 16,-7 12-18-1,-7 8 16-15,-2 10 8 0,0 4 14 16,-2 0 9-1,-11 23-27-15,-1 8-11 0,3 5 3 16,4 4 3 0,5-5-3-16,2-8 4 0,0-4-16 15,7-14 7-15,12-4-8 16,4-5-10-16,4-9 3 16,4-19 15-16,-2-10-24 0,0-5 6 15,-2-6-35 1,-2 5 24-16,-8 5 11 15,-3 4 17-15,-6 9 2 16,-5 9 0-16,-3 10 19 0,0 5 35 16,0 2 24-1,0 0-52-15,-11 0 7 16,1 12-33-16,2 0 21 0,1-2-20 16,5-3 18-16,0-2-19 15,2-3-2-15,0-2 2 16,0 0 0-16,11 0 21 15,9 0 3-15,4-4 10 16,3-6-33-16,-1 2 9 16,-1 6-10-16,-4 2 0 15,-6 0-3-15,-9 22-8 16,-4 10 10-16,-2 9 2 16,0 5 0-16,-10-3 0 0,-3 0 1 15,1-7 4 1,5-13-11-16,5-6 5 0,2-12-9 15,0-5-13 1,4 0-70-16,13-5 9 0,4-30-54 16,0 4-65-1,-5-2-333-15</inkml:trace>
  <inkml:trace contextRef="#ctx0" brushRef="#br0" timeOffset="2591.6">25731 3955 1061 0,'0'0'340'0,"0"0"-318"0,0 0-15 15,0 0 62 1,0 0-5-16,0 0-64 0,142-60 0 16,-111 45-84-1,-4 3-186-15</inkml:trace>
  <inkml:trace contextRef="#ctx0" brushRef="#br0" timeOffset="3014.03">26217 3875 734 0,'0'0'329'0,"0"0"-247"15,0 0-45 1,0 0 99-16,0 0-39 16,0 0-51-16,0 0-40 0,-78-47 14 15,46 73-18 1,-1 9 3-16,-2 8-4 0,3 4 4 16,8-1-3-16,3-3 11 15,10-8 13-15,9-9-26 16,2-13 22-1,5-10-22-15,17-3 28 0,9-13-17 16,5-19 16-16,1-8-27 0,-1-6-1 16,-5 4-14-1,-6 8-4-15,-9 12 18 0,-7 15 2 16,-9 7 7 0,0 9 13-16,0 21 9 0,-7 10-30 15,-7 2 13 1,3-4 0-16,7-7-13 0,4-12-51 15,0-8-172 1,4-11-620-16</inkml:trace>
  <inkml:trace contextRef="#ctx0" brushRef="#br0" timeOffset="3846.84">26907 4103 641 0,'0'0'257'0,"0"0"-205"16,0 0-22-16,0 0 31 15,0 0 18-15,0 0-45 0,66-127 22 16,-60 99 21-16,-6 1-22 15,0 6-6-15,0 3-18 16,-16 8 18-16,-5 8-24 16,-8 2-3-16,-6 10-20 15,2 19 10-15,2 6-12 16,4 8 0-16,7-2 0 16,4-1 1-16,12-5-2 0,4-7 2 15,0-10-7 1,9-13 16-16,15-5-11 0,8-4 2 15,3-25 20 1,6-16-2-16,1-8-18 0,-2-8 10 16,-2-1-9-1,-4 2-4-15,-8 5 8 0,-6 9 0 16,-6 10-5 0,-6 14 9-16,-5 8 14 0,-3 13 33 15,0 1 29-15,-5 7-24 0,-6 21-55 16,-2 9 9-1,0 7-15-15,6 4 0 0,4-3 16 16,3 1-16 0,3-11 8-16,17-7-9 0,6-12 17 15,8-12 16 1,3-4 0-16,4-5 14 0,-1-22-30 16,0-7 7-1,-4-6-23-15,-7 0-2 0,-7 4-2 16,-8 7 2-16,-10 10-1 15,-4 9 2-15,-2 10 3 16,-18 0 8-16,-5 25-22 16,-2 14 17-1,3 5-15-15,4 0 17 0,11-5-17 16,7-10-21-16,2-5-113 16,9-9-54-16,11-10-101 15,4-5-442-15</inkml:trace>
  <inkml:trace contextRef="#ctx0" brushRef="#br0" timeOffset="4661.6">27913 3856 669 0,'0'0'370'0,"0"0"-240"16,0 0-81-16,0 0 19 16,0 0 43-16,0 0-58 15,0 0-21-15,24-82-32 16,-24 67 9-16,0 5-9 16,-6 8 8-16,-15 2-7 15,-2 2 6-15,-6 24-14 16,2 6 14-16,0 7 1 15,6 3 0-15,9-6 16 16,7-2-23-16,5-10 16 0,0-7-4 16,20-12-11-1,4-5 3-15,7-4 3 0,3-20-4 16,1-8-1 0,-4-3-6-16,-4-4 2 0,-8 3-1 15,-11 7 2-15,-8 6 0 16,0 11 10-16,0 6-1 15,-6 6 18-15,-9 0 7 16,-1 21-17-16,-1 10-9 16,5 3-16-16,5 4 14 15,5-2-7-15,2-5 1 0,2-10-8 16,17-9 8 0,6-8-2-16,6-4-5 0,5-4 14 15,5-22-12-15,-4-4 5 16,1-6 0-16,-7-2-13 15,-4 4-2-15,-7 3 1 16,-9 9-7-16,-6 10 21 16,-5 10 0-16,0 2 13 15,-13 18-11-15,-10 19 3 16,-4 14-4-16,0 16 5 16,-2 7 12-16,6 3 5 15,0 1-3-15,3-2-20 16,5-10 0-16,5-10-7 0,6-15 7 15,4-18-53 1,0-17-53-16,20-20-118 0,5-18-52 16,-1-10-316-16</inkml:trace>
  <inkml:trace contextRef="#ctx0" brushRef="#br0" timeOffset="5876.28">28211 3713 985 0,'0'0'244'0,"0"0"-244"0,0 0 2 15,0 0 11 1,0 0 72-16,0 0-32 0,0 0-10 16,108-40 2-1,-83 56 12-15,-8 8-19 0,-8 5 1 16,-9 4-22-1,0 2 14-15,-11 1-24 0,-14-4 2 16,-4-6-9-16,1-9 1 16,1-6-1-16,4-9 1 15,7-2-3-15,6 0-25 16,5-6 27-16,5-1-10 16,0-2 8-16,2 6-12 15,17-2 12-15,2 5 1 16,4 0 0-16,2 0 1 15,2 0 0-15,2-4 3 16,0-1 0-16,0-6-6 0,1-5 4 16,-6-4-1-1,-1-3 0-15,-3-2 2 0,-6-4-4 16,-5 4 9 0,-4 0-2-16,-5 7-4 0,-2 4 14 15,0 9 9-15,0 5 51 16,0 0 11-16,0 9-36 15,0 15-50-15,-5 11-3 16,1 5-4-16,-3 5 14 16,1-2-14-16,-3-2 17 15,-1-2-13-15,0-9 10 16,1-7-7-16,-1-11 10 16,4-9-1-16,4-3-9 15,2-8-1-15,0-22-23 16,4-5-5-16,16-8 22 0,7 1-34 15,2 6 0 1,3 7-35-16,-3 8 28 0,-6 8 14 16,0 12 1-1,-5 1 20-15,-1 0 3 16,-1 10 4-16,-1 2 12 0,2-2 4 16,-2-7-10-16,3-3 24 15,0 0 12-15,-1-3-5 16,2-17-13-16,-4-5-17 15,-6-1-2-15,-2-4 9 16,-7 2-16-16,0 5 16 16,-7 2-16-16,-15 9 6 15,-5 8-18-15,-2 4 2 0,0 11 18 16,0 18-1 0,2 11 2-16,4 5-1 0,8 1 6 15,9-2-9 1,4-4 10-16,2-6-5 0,4-8-2 15,13-10 0 1,8-10 1-16,2-6 0 0,2-2 28 16,2-25-27-1,0-5 7-15,-2-3 1 0,-2-2-19 16,-6 4 10-16,-6 6-1 0,-7 8 1 16,-6 5 0-1,-2 6 12-15,0 8-11 0,0 0 53 16,0 5-17-1,-8 20-25-15,-3 4-3 0,2 10-10 16,0-2 1 0,7 0 9-16,2-4-5 0,0-10-4 15,0-9-2 1,8-10 5-16,10-4-11 0,5-7 14 16,6-22-17-16,0-9 10 15,2-7-14-15,-2 0 0 16,-2 3 1-16,-5 7 12 0,-8 12-12 15,-6 9 12 1,-3 11 2-16,-5 3 12 0,0 12-4 16,-5 15 7-1,-6 7-16-15,-2 1 20 0,4 4 18 16,2-7-10 0,5-6 4-16,2-8-31 0,0-8-1 15,0-8-29-15,9-4-98 16,9-20-76-16,-1-2-304 0</inkml:trace>
  <inkml:trace contextRef="#ctx0" brushRef="#br0" timeOffset="6348.02">29382 3782 872 0,'0'0'249'15,"0"0"-171"-15,0 0 18 0,0 0 57 16,0 0-60 0,0 0-32-16,0 0-29 0,-107 3 41 15,85 22-16 1,0 7 13-16,3 1-15 0,4 1 0 15,7-2-15-15,8-6-27 0,0-11-11 16,4-7-2 0,17-8 0-16,8 0-81 0,8-23 80 15,3-14-9 1,0-13-41-16,-1-8 19 0,0-2-3 16,-12 4-2-1,-8 9 25-15,-5 12 4 0,-12 12 16 16,-2 14 7-16,0 9 38 15,-4 3 46-15,-12 26-61 16,-3 10-22-16,0 6 36 16,1 1 21-16,5-4 17 15,4-8-64-15,4-10-17 16,5-10-9-16,0-8-38 16,0-6-169-16,14-8-125 15,-1-10-355-15</inkml:trace>
  <inkml:trace contextRef="#ctx0" brushRef="#br0" timeOffset="6497.09">29503 3948 1505 0,'0'0'246'0,"0"0"-246"0,0 0-35 16,0 0-19-1,0 0-303-15</inkml:trace>
  <inkml:trace contextRef="#ctx0" brushRef="#br0" timeOffset="7211.95">30064 3549 462 0,'0'0'363'0,"0"0"-215"16,0 0-88-16,0 0 90 15,0 0 18-15,0 0-61 16,0 0-38-16,-94-3-14 0,69 37 34 15,2 10-21 1,0 9 14-16,1 12-31 0,4 5 27 16,7 4-15-1,4-5 0-15,5-10-53 0,2-11-10 16,0-10-34 0,31-9-154-16,-4-12-75 0,2-9-344 0</inkml:trace>
  <inkml:trace contextRef="#ctx0" brushRef="#br0" timeOffset="7744.8">30389 3731 671 0,'0'0'519'16,"0"0"-422"-1,0 0-53-15,0 0 63 0,-33 132 47 16,22-63-52 0,-3 7-13-16,-1 3 25 0,1-6-40 15,1-4-7-15,2-11-45 0,2-12-13 16,5-12-9 0,-1-13-1-16,5-14-73 0,0-7-126 15,5-28-31 1,8-11 32-16,3-5-176 0</inkml:trace>
  <inkml:trace contextRef="#ctx0" brushRef="#br0" timeOffset="8045.33">30383 3775 869 0,'0'0'221'0,"0"0"-172"16,0 0 0-1,0 0 89-15,0 0-32 16,0 0-22-16,0 0-26 16,116-54 34-16,-91 71-44 15,-4 9 25-15,-5 6-19 16,-9 3 18-16,-7 4-9 16,0-3-19-16,-4-1-2 0,-17-6-23 15,-1-7 8 1,-2-4-27-16,4-10 0 0,3-8-2 15,9 0-61 1,4-5-95-16,4-16-20 0,6-9-23 16,17 2-75-1,1 6-305-15</inkml:trace>
  <inkml:trace contextRef="#ctx0" brushRef="#br0" timeOffset="8515.29">30869 3766 598 0,'0'0'177'0,"0"0"-125"0,0 0 91 15,0 0 37 1,0 0-72-16,0 0-51 0,0 0-14 16,-36-36 33-1,16 36-20-15,0 0 17 0,-4 0-25 16,-1 16 5-16,-2 5-27 0,1 10-1 15,1 2 2 1,2 6-11-16,8 0 2 16,4-2-18-16,6-4 15 15,5-10-12-15,0-5-6 16,8-10-9-16,9-8-10 16,7 0 5-16,6-12 16 15,1-16 0-15,4-10-24 0,3-8 0 16,0-2-36-16,-4-3 12 15,-7 8-12-15,-10 5 42 16,-5 13 14-16,-10 10 5 16,-2 11 30-16,0 4 34 15,-10 1 18-15,-5 21-56 16,-1 9 12-16,1 2-20 16,1 2-10-16,5 0-8 0,5-9-14 15,4-5-49 1,0-7-27-16,13-14-89 0,10 0-193 15,-1 0-167-15</inkml:trace>
  <inkml:trace contextRef="#ctx0" brushRef="#br0" timeOffset="9730.32">31168 3662 570 0,'0'0'0'0,"0"0"-45"0,0 0 45 16,0 0 36 0,0 0 61-16,0 0-67 0,-114 65 58 15,103-54 24 1,1-3 3-16,6-2-34 0,0-1-13 16,2 0-4-1,2-3-37-15,0 0-12 0,0-2-14 16,0 0 14-16,2 0-8 15,4 0 47-15,4 0-33 16,-4 0 7-16,-1 0-22 16,1-2-5-16,-1 0 0 15,2-1-1-15,-1 0 5 16,1-1-3-16,2-2 0 16,-3 2 6-16,1-3-3 15,-2 2-3-15,-1 0 14 16,-2 1 1-16,-2 3 5 15,2-2 6-15,-2 2-21 0,0-2-4 16,0 3 4 0,0 0-7-16,0 0 7 0,0 0-4 15,0 0-3 1,0 0 0-16,0 0 1 0,0 0 15 16,0 0 9-1,0 0-13-15,0 0 14 0,0 0-26 16,0 0 4-1,0 0 3-15,0 0-14 0,0 0 3 16,0 0-6-16,0 0 8 0,0 0-17 16,0 0 12-1,0 0-22-15,0-1 14 16,5-3-12-16,-1-3 26 16,3 2-16-16,-7 2 8 0,0 1 8 15,0 0 1 1,0 2-1-16,-2 0-12 0,-14 0 11 15,1 7-12 1,-5 6 13-16,-3 5-2 0,3 1 3 16,0 2 1-16,4-3-1 15,6 2 13-15,5-8-12 16,5-1 23-16,0-2-8 16,2-8-5-16,19-1-10 15,0 0 28-15,6 0-17 16,2 0-1-16,-2-1-4 15,-4-2-6-15,-4 3 2 16,-5 0 0-16,-5 6-6 0,-7 10 6 16,-2 2 2-1,0 3-4-15,-13-2 9 0,-3-1-10 16,-2-4 0 0,2-2 0-16,3-3 1 0,4-6-2 15,5-1 3 1,1-2-4-16,3 0-11 0,0 0-3 15,0 0-16 1,16 0 24-16,2 0-7 0,4-10 14 16,3-6 0-16,4-4 1 0,0-2-9 15,-2-2 17 1,-1 0-16-16,-4-2 16 0,-3 1-9 16,-9 0 2-1,-1 4 10-15,-6 8 5 0,-3 2 6 16,0 7 27-1,0 4-1-15,-5 0 21 0,-6 7-37 16,0 12-13 0,2 8-19-16,2 1 0 0,5 3 0 15,2-2-1-15,0-3 0 16,0-6-5-16,16-6 4 16,1-8 4-16,6-6 12 0,2 0-13 15,-1-14 15 1,0-10-15-16,-4-4-1 0,-3-1 8 15,-9 0-7 1,-6-1-2-16,-2 5 10 16,-2 4-9-16,-20 4 0 15,-7 8 0-15,-5 9-27 0,1 0 17 16,4 5-10-16,4 13-17 16,8 4-30-16,9 1-59 15,6-7-172-15,2-7-384 0</inkml:trace>
  <inkml:trace contextRef="#ctx0" brushRef="#br0" timeOffset="9995.57">31562 3471 479 0,'0'0'735'0,"0"0"-573"16,0 0-117-1,0 0-1-15,0 0 39 0,0 0 23 16,53 118-43 0,-39-57-7-16,-5 9 0 0,-7 6 23 15,-2 8-35 1,-7 0-10-16,-22-2-2 0,-10-4-32 16,-9-10-100-16,2-13 64 0,-1-18-37 15,-9-16-95 1,14-15-178-16,6-6-327 0</inkml:trace>
  <inkml:trace contextRef="#ctx0" brushRef="#br0" timeOffset="13478.26">11974 11957 516 0,'0'0'102'0,"0"0"-46"15,0 0 56-15,0 0 55 16,0 0-43-16,0 0-48 16,0 0-14-16,0 19-39 15,0-7 28-15,0-1-8 0,0 0 18 16,0-4-17 0,0-1 1-16,0 0-29 0,0 2 11 15,0 2 10 1,3 2-5-16,-1 2 11 0,-2 6-22 15,3 2 9-15,-3 4-15 16,2 6 20 0,2 4-15-16,0 5 18 0,1 5-11 15,1 4 0-15,4 4 9 16,-2 8-7-16,-1 5 15 16,2 5-21-16,-2 4 16 15,-1 5-18-15,1 0 26 16,1 7-38-16,6 14 13 15,1 23-3-15,4 23-11 0,-3 12 9 16,-3-5-16 0,-5-5 26-16,-5-8-20 0,-1 4 46 15,3-6-24-15,-1-3 34 16,1-7-29-16,3 2-14 16,-1 0-7-16,2 7-13 15,0 4 16-15,2 3-15 16,-2 5 14-16,2 2-15 15,2 0 3-15,1-6 4 16,1-6-7-16,5-4 0 16,3-13 0-16,2-8-1 15,-2-17 2-15,2-24-13 16,-4-12 24-16,1-1-24 0,7 8 24 16,2 16-15-1,5 8 3-15,-1 1 0 0,-4 1 0 16,-1-1 1-1,-6-1-2-15,-2-9 10 0,-6-10-9 16,-5-13 9 0,-4-11-11-16,-3-12 8 0,1-8-12 15,-3-4 5-15,2-4-14 0,-2-2-9 16,1-2-38 0,-3-5-37-16,0-14-156 15,0 0-112-15,-9-14-452 0</inkml:trace>
  <inkml:trace contextRef="#ctx0" brushRef="#br0" timeOffset="14681.57">12850 12025 560 0,'0'0'296'15,"0"0"-195"-15,0 0-27 0,0 0 91 16,0 0-18 0,0 0-45-16,0 0-70 0,0 0 1 15,0 0-18 1,0 0 2-16,0 0-4 0,0 0-5 15,0 0 6-15,0 0-12 16,0 0 22-16,0 0-23 16,0 0 24-16,0 4-17 15,0 8 12 1,0 6-19-16,0 6 4 0,0 10 5 16,2 4 7-16,4 7 20 15,-2 2-14-15,0-4 31 16,3 1-25-16,-1-4 8 0,2-5-36 15,-2-8 11 1,-1-6-12-16,-1-10-21 0,-2-4-27 16,0-7-76-1,0 0-90-15,-2-11-303 0,0-7-108 0</inkml:trace>
  <inkml:trace contextRef="#ctx0" brushRef="#br0" timeOffset="15083.15">12717 12087 342 0,'0'0'341'15,"0"0"-223"-15,0 0-66 16,0 0 81-16,0 0 66 15,0 0-46-15,0 0-52 16,-23-21-28-16,23 21-22 0,0 0 11 16,0 0-36-1,0 0-2-15,0 0-23 0,0 0 1 16,0 0 0 0,9-5-2-16,11-1 20 0,5-1-7 15,8-2 8 1,3-3-14-16,5 0 31 0,1-2-32 15,-3 1 7-15,-3 1-13 0,-7 3 0 16,-6 4-1 0,-5 0-19-16,-10 5-33 0,-3 0-59 15,-3 0-6 1,-2 0-102-16,0 0-97 0,-2 0-640 0</inkml:trace>
  <inkml:trace contextRef="#ctx0" brushRef="#br0" timeOffset="15383.22">12800 12252 192 0,'0'0'835'0,"0"0"-685"16,0 0-96-16,0 0 12 16,0 0 48-16,0 0-53 15,0 0 18-15,44-5-7 16,-15 0 4-16,2-2-36 16,2 2-22-16,-1 3-8 15,-6 0-10-15,-3 2-1 16,-6 0-69-16,4 0-69 15,-5 0-132-15,-8 0-349 0</inkml:trace>
  <inkml:trace contextRef="#ctx0" brushRef="#br0" timeOffset="16126.56">13211 12216 517 0,'0'0'195'15,"0"0"-146"-15,0 0-49 16,0 0 71-16,0 0 30 16,0 0-36-16,0 0 1 0,-22-4 28 15,20 4 22 1,-3 0-43-16,1 4-9 0,2 8-40 16,-2 2-4-1,2 2-19-15,2 5 14 0,0-2-8 16,0 1 1-1,4-1 1-15,7-5-8 0,3-5 10 16,1-3-5 0,3-4-1-16,-1-2-3 0,1 0 12 15,1-10-6-15,-4-8 17 0,1-4-6 16,-3-3-13 0,-1-2-3-16,-8 1 7 15,-4 2-5-15,0-1-4 16,0 6 15-16,-12 2-15 0,-5 3 22 15,-4 4-22 1,-1 7 11-16,0 3 18 0,0 0-1 16,3 12 22-1,2 8-50-15,3 4 2 0,6 1 6 16,1 4-18 0,7-3-4-16,0-2-31 0,0-4-46 15,15-8-57-15,19-7-76 16,-5-5-158-16,0 0-217 0</inkml:trace>
  <inkml:trace contextRef="#ctx0" brushRef="#br0" timeOffset="16497.22">13488 12114 584 0,'0'0'295'0,"0"0"-187"16,0 0 44-16,0 0 25 15,0 0-38-15,0 0-91 16,0 0-22-16,-5 52-24 16,5-24 13-16,12 4-14 15,1 2 8-15,5-1-8 16,-2 2-1-16,0-3 7 16,-6-6-7-16,-1-6 7 15,-3-5-6 1,0-10 21-16,-6-2-12 0,0-3 25 15,0 0 35-15,0-19-8 0,-6-8-51 16,-4-10-10 0,3-4-1-16,3 0 6 0,4 3-18 15,0 8 9 1,0 6 2-16,6 7-16 0,7 9 1 16,-1 4-58-1,1 4-12-15,5 0-51 0,-5 7-60 16,-1 1-404-16</inkml:trace>
  <inkml:trace contextRef="#ctx0" brushRef="#br0" timeOffset="17834.41">13772 12198 590 0,'0'0'307'0,"0"0"-217"15,0 0-6-15,0 0-8 16,0 0-18-16,0 0-26 16,0 0 36-16,42 128-20 15,-34-94 9-15,-4-2 8 16,0-3-11-1,-2-9 7-15,-2-11-34 0,0-6 14 16,0-3-41-16,0-7 0 0,0-18 0 16,0-11-9-1,6-5 2-15,1-1-29 0,1 4 4 16,6 9 1 0,-3 3 30-16,1 15-19 15,-4 4 20-15,1 7-13 0,0 0 12 16,0 18 1-1,0 8 5-15,2 6 8 0,-2 3 7 16,2 0 19 0,0-6-4-16,-1-5 31 0,-2-5-33 15,-1-12-5-15,-1-7-26 16,4 0 1-16,-2-14-3 16,3-17-1-16,1-12 1 0,3-3-17 15,1-1 6 1,1 3-37-16,2 13 28 15,-1 11-2-15,-3 9 22 16,-1 11-15-16,-3 2 15 16,2 22 12-16,-2 8-9 15,2 5 17-15,-4-1 2 0,3-3 25 16,-4-10-38 0,3-7 10-16,-1-8-18 0,-2-8-2 15,3 0-1 1,-1-8 2-16,0-19-1 0,3-6-9 15,-1-4-1 1,-1 3-21-16,1 3 30 0,-4 7-18 16,-1 6 18-1,-3 9-10-15,-2 7 12 0,0 2 0 16,-2 0 27-16,0 16-16 16,4 6-4-16,0 3 0 15,2-1-7-15,5 0 7 16,1-5 3-16,1-6-17 0,3-7 7 15,-3-6-1-15,2 0-8 16,1-12-8-16,0-16 16 16,-1-7-21-16,-2-2 22 15,-1-3-26-15,-6 4 26 16,1 1-11-16,-5 11 11 16,-2 6 0-16,0 8 0 15,0 10 14-15,0 0 21 16,0 8 16-16,0 18-49 15,0 4 3-15,0 4 1 16,2-1-4-16,6-5-2 16,0-2 0-16,1-8 0 15,1-6-4-15,-2-4 3 16,3-8-14-16,1 0 14 0,1-6-3 16,3-15-5-1,-1-4 18-15,1-4-16 0,-3 0 7 16,-2-6-1-1,-2 0 0-15,-2-3-5 0,-3-1 5 16,-2 0-2 0,-2 2-4-16,0 3 14 0,0 8-13 15,0 3 13 1,0 8-2-16,-6 5 9 0,-1 5 7 16,0 5 23-16,0 0-5 0,1 12 40 15,-1 13-72 1,3 9 7-16,4 6-13 0,0 4 6 15,0-2-7 1,0 1-1-16,4-5-2 0,5-6-7 16,-3-10 10-1,4-8-57-15,-3-9-48 0,8-5-95 16,-4-11-52-16,0-10-325 0</inkml:trace>
  <inkml:trace contextRef="#ctx0" brushRef="#br0" timeOffset="18325.63">15134 11937 751 0,'0'0'308'16,"0"0"-243"-16,0 0-24 16,0 0 67-16,0 0-31 15,0 0-51-15,0 0 42 0,-99 4-17 16,77 24-1-1,-2 6-36-15,1 9 20 0,5 3 4 16,5-2 11 0,6-4 4-16,7-8-29 0,0-12-16 15,0-13-2 1,15-7-12-16,6-13 9 0,4-23-11 16,-1-10 0-16,2-9-3 0,1 1-13 15,-4 6-17 1,-5 12 26-16,-5 16 3 0,-7 14 12 15,-1 6 2 1,0 18 49-16,-5 14-44 0,0 2 15 16,0-2-6-1,0-8-16-15,0-7-10 0,-2-10-134 16,-8-5-193-16</inkml:trace>
  <inkml:trace contextRef="#ctx0" brushRef="#br0" timeOffset="18987.81">13332 12003 227 0,'0'0'245'0,"0"0"-161"0,0 0-17 16,0 0 52 0,0 0 18-16,0 0 15 0,0 0 30 15,4-36-37 1,-4 42-16-16,0 10-74 0,-2 8-23 16,-7 2-32-1,-4 4 0-15,-3 6-56 0,0-5-156 16,3-7-445-16</inkml:trace>
  <inkml:trace contextRef="#ctx0" brushRef="#br0" timeOffset="19797.66">12998 12680 540 0,'0'0'0'16,"0"0"22"-16,0 0-22 16,0 0 65-16,0 0-26 15,0 0 20-15,0 0 62 16,64-17-2-16,-41 17-31 0,8 0-23 16,6-2-42-1,13 2 4-15,6-4-26 0,8 1 66 16,7-4-16-1,6 1-32-15,2 2-18 16,2 1 0-16,2 3 4 0,-4 0 1 16,2 0 3-16,-1 0-9 15,-4 0 25-15,0 0-15 16,-1 0 21 0,2-5-5-16,-2-9-10 0,5-2 0 15,3 0-6-15,1-3-6 16,7 2 5-16,1-4-13 15,1 1 14-15,2-1-20 0,-4-2 7 16,-5 4-6 0,-1 0 2-16,-8 5-1 0,-6 2 7 15,-9 6-4 1,-6 2-3-16,-12 2 16 0,-8 2-14 16,-10 0 13-1,-5 0-5-15,-10 4-2 0,-4 4 15 16,-3-2 11-1,-2-4-12-15,-2 1 4 0,3-3-18 16,-3 0-2-16,0 0-63 0,2 0-29 16,0 0-132-1,2 0-95-15</inkml:trace>
  <inkml:trace contextRef="#ctx0" brushRef="#br0" timeOffset="20198.79">15416 12129 1305 0,'0'0'299'0,"0"0"-208"16,0 0-83-16,0 0 1 15,0 0-9-15,0 0-112 16,0 0-28-16,0-14-89 0,0-5-509 0</inkml:trace>
  <inkml:trace contextRef="#ctx0" brushRef="#br0" timeOffset="20349.05">15383 11867 848 0,'0'0'559'0,"0"0"-559"16,0 0-148-16,0 0 116 15,0 0 22-15,0 0-285 0</inkml:trace>
  <inkml:trace contextRef="#ctx0" brushRef="#br0" timeOffset="30941.63">12844 13473 133 0,'0'0'369'0,"0"0"-217"16,0 0-118 0,0 0-8-16,0 0-14 0,0 0-1 15,0-8-10 1,2 5 2-16,-2 3-3 0,2-5 0 16,0 1 0-16,-2 1-1 15,2-4-24 1,1 3 10-16,-3 2 14 0,3 0 2 15,-3 2 11-15,0 0 3 16,0 0 14-16,0 0-12 16,0 0 18-16,0 0 17 15,0 0 3-15,2 0 30 16,-2 0-27-16,0 0 10 16,0 0-34-16,0 0 34 15,0 0-15-15,0 0 0 0,0 0 14 16,0 0-6-1,0 0-13-15,0 0-9 0,0 0 13 16,0 0-40 0,-5 4 8-16,-2 4-18 0,1 7 1 15,-1 2-3-15,3 3 0 16,0 6 0-16,-2 0 0 16,2 3-1-1,2-2 2-15,2 2-3 0,0 3 11 16,0-6-18-16,0 1 15 0,0-6-6 15,0-1 0 1,0-3 0-16,6-6-1 0,2-3-2 16,0-1-4-1,1-4 7-15,3-1-7 0,-4-2 8 16,1 0-2 0,3 0 1-16,-4-8 0 0,3-6-1 15,-2-4-8-15,0 0 9 16,0-2-21-16,0 4 20 15,-2 1-28-15,-3 3 20 16,-1 5-14-16,-3 0 13 16,2 5-12-16,-2 2 22 15,0 0 8-15,0 0-8 16,0 0 18-16,0 0-17 16,0 0 31-16,0 0-30 15,0 4 17-15,0 5-18 16,0 1 5-16,0 2-5 0,0 1 1 15,0 1 2-15,6 1 5 16,3 1-16-16,3-3 17 16,-2-1-17-16,4 2 15 15,-1-3-14-15,0-2 6 16,1-4 0-16,1-3-2 16,-1-2 2-16,1 0-6 15,1 0 12-15,-3-7 4 16,3-8-10-16,-3-4 9 15,-1 0-3-15,-1-1-6 0,-3-4 1 16,-3 0 0 0,-3-3 16-16,-2 0-7 0,0-4 18 15,-2 4-16 1,-9-4 20-16,-4 4-6 0,-1 4 15 16,3 1-19-1,1 6 7-15,1 5 14 0,5 4-8 16,1 5 3-16,2-1-23 15,1 3 1-15,2 0-16 16,0 0-15-16,0 0-41 16,0 0-27-16,0 0-65 15,0 0-38-15,0 5-88 16,0 2-248-16</inkml:trace>
  <inkml:trace contextRef="#ctx0" brushRef="#br0" timeOffset="32345.41">13367 13754 121 0,'0'0'0'0,"0"0"0"16,0 0-10-16,0 0 2 15,0 0-72-15</inkml:trace>
  <inkml:trace contextRef="#ctx0" brushRef="#br0" timeOffset="33259.15">13367 13754 155 0,'0'-33'187'0,"0"33"-86"15,0 0-17 1,0 0-16-16,0 0 5 0,0 0-25 15,0 0 8 1,0 0-13-16,0 0-12 0,0 5-1 16,0-3 5-1,0 0 44-15,0 1-15 0,0-3-9 16,0 2-15-16,0-2 21 16,0 0-19-16,0 0 0 15,0 0 0-15,0 0-11 16,0 0 2-16,0 0-23 15,0 0 18-15,0 0-20 16,0 0 23-16,0 0-22 16,0 0 12-16,0 0-5 15,0 0-8-15,0 0 0 16,0-3-8-16,0-3 14 16,8-8-14-16,-2 2 4 0,1-2 4 15,1 1-4 1,0 2-4-16,0-1-9 0,-1 2 9 15,-1-1-5 1,2 4 4-16,-4 0-14 0,1 1 13 16,-3 4-8-1,0 0 9-15,0 1-10 0,0 1 11 16,0 0-2 0,-2 0-4-16,0-3 5 0,0 3-9 15,0 0 8-15,0 0 4 16,0 0-2-16,0 0 1 15,0 0 4-15,2 0-5 16,-2 0 0-16,0 0-1 16,0 0 2-16,0 0-3 15,0 0 9-15,0 0-8 16,0 0 8-16,0 0-13 16,0 0 8-16,0 0-2 0,0 0 0 15,0 0 0 1,0 0 0-16,0 0 1 0,0 0-3 15,0 0 8 1,0 0-12-16,0 0 12 0,0 0-9 16,0 0 3-1,0 0 0-15,0 0 0 0,0 0 0 16,0 0-1-16,0 0 3 16,0 0-2-16,0 0 6 15,0 0-6-15,0 0 2 0,0 0 8 16,0 0-10-1,0 0 0-15,0 0 6 0,0 0-5 16,0 0-2 0,0 0 4-16,0 0-12 0,0 0 11 15,0 0-4 1,0 0-2-16,0 0 4 0,0 0-1 16,0 0-10-16,0 0-5 15,0 0-32-15,0 0 22 16,3 0-40-16,1 0-61 15,1 0-97-15,-3 0-90 0</inkml:trace>
  <inkml:trace contextRef="#ctx0" brushRef="#br0" timeOffset="34545.42">13381 13716 157 0,'0'0'296'0,"0"0"-141"16,0 0-83-1,0 0-9-15,0 0 24 0,0 0-34 16,0 0 5 0,0 0-12-16,0-4 31 0,0-3-28 15,0 0-11 1,2-2-9-16,5 0 0 0,-1-1 13 16,4-5-29-16,-1 0 11 0,-1-1-24 15,2-1 10 1,-1-1-10-16,-1 4 1 0,-1 0-1 15,-3 4 0 1,-1 5 0-16,-1-2 0 0,-2 5-1 16,2 2 2-1,-2 0-2-15,0 0 7 0,0 0-2 16,0 0 12 0,0 0 4-16,3 6-11 0,-3 5-6 15,0-1 16-15,2 4-12 0,-2 1 21 16,0 4-14-1,0 0 30-15,0 1-18 16,0 4 9-16,0 1 1 16,0 1-1-16,0-2 14 15,0 0 10-15,0 0 20 16,0 3-25-16,0-8 20 16,0 1-22-16,0-8 10 0,0 0-44 15,0-5-2-15,0-4-11 16,0-1-4-16,0-2-2 15,0 0-8 1,0 0 8-16,0 0-53 0,0 0-48 16,0 0-72-1,0 0-61-15,0 0-293 0</inkml:trace>
  <inkml:trace contextRef="#ctx0" brushRef="#br0" timeOffset="35196.01">13847 13527 613 0,'0'0'254'16,"0"0"-172"-16,0 0 38 0,0 0 47 16,0 0-70-1,0 0-25-15,0 0-12 0,-2 0 27 16,2 0-1 0,0 0-9-16,0 0-19 0,0 0-14 15,0 0-4-15,4 0-21 16,10-2 37-16,3-1-40 15,4-2 1-15,1 1-15 16,-2 2-4-16,-2-1-14 16,-3 3-53-16,-3 0-24 15,-4 0-53-15,-1 0-20 16,-5 5-128-16,-2 4-322 0</inkml:trace>
  <inkml:trace contextRef="#ctx0" brushRef="#br0" timeOffset="35511.83">13907 13744 532 0,'0'0'292'0,"0"0"-174"16,0 0-86-16,0 0 60 0,0 0-5 15,0 0 4-15,0 0-23 16,29 0-4 0,-18 0-29-16,3 0-13 0,-1 0-10 15,3 0-12 1,-1 0-2-16,3-4-67 0,-3-4-86 15,-1 2-166-15</inkml:trace>
  <inkml:trace contextRef="#ctx0" brushRef="#br0" timeOffset="38308.44">2331 14137 218 0,'0'0'317'16,"0"0"-207"-16,0 0-55 16,0 0 69-16,0 0 0 15,0 0-38-15,0 0-37 16,0 0 27-16,0 0 8 16,0 0-16-16,0 0 2 0,0 0-15 15,0 0 6 1,0 0-17-16,0 0-6 15,0 0-37-15,0 10 9 0,0 6-10 16,0 8 0 0,0 6 0-16,0-2 10 0,0 6 12 15,-2 3-14 1,-2-6 35-16,2 1-18 0,-4-3 7 16,2-5-16-1,0-6 27-15,0-4-8 0,1-7-15 16,1-2 4-16,2-5-11 15,-2 0-13-15,0 0-3 16,0 0-7-16,-1 2-30 0,-2 0 12 16,3-2-49-1,-2 0-51-15,-1 0-98 0,1-12-347 0</inkml:trace>
  <inkml:trace contextRef="#ctx0" brushRef="#br0" timeOffset="38548.41">2311 13922 886 0,'0'0'322'0,"0"0"-235"15,0 0 29-15,0 0 21 0,0 0-76 16,0 0-61-16,0 0-31 16,0 40-55-16,0-35-107 15,0 0-164-15</inkml:trace>
  <inkml:trace contextRef="#ctx0" brushRef="#br0" timeOffset="38979.62">2436 14275 696 0,'0'0'173'0,"0"0"-76"0,0 0 81 15,0 0-10 1,0 0-103-16,0 0-10 0,0 0-23 15,4 14 3 1,8-12-7-16,3 0-11 0,3 2-5 16,-1-2-11-1,4 0-2-15,-1 1 7 0,-3-2-14 16,0-1-12-16,-7 0-21 16,2 0-57-1,-5 0-86-15,-5 0-124 0,-2-6-431 0</inkml:trace>
  <inkml:trace contextRef="#ctx0" brushRef="#br0" timeOffset="39229.82">2514 14205 620 0,'0'0'176'16,"0"0"-108"-16,0 0 101 0,0 0-9 16,0 0-83-1,2 123-29-15,0-101-38 0,3-3-1 16,-3-5-9-16,2-2-5 16,1-10-44-16,0-2-102 15,3 0-32-15,-1-6-103 0,-3-6-377 16</inkml:trace>
  <inkml:trace contextRef="#ctx0" brushRef="#br0" timeOffset="39631.6">2699 14304 192 0,'0'0'405'16,"0"0"-276"-16,0 0-45 15,0 0 109-15,0 0-38 16,0 0-88-16,0 0-49 16,4-17 20-16,-4 5-5 15,3-5-4-15,-1 2-28 0,0 1 1 16,2 2 4-1,-2 2-6-15,1 3 0 0,-3 7 7 16,3 0-1 0,-3 0 34-16,0 0 47 0,4 5-49 15,0 15-7 1,1 4-18-16,3 6 1 0,0-2-2 16,-4 2-11-1,0-8-2-15,1-2-4 0,-3-4-20 16,0-7-86-16,0-5-154 0,0-4-407 0</inkml:trace>
  <inkml:trace contextRef="#ctx0" brushRef="#br0" timeOffset="40553.98">4146 14161 446 0,'0'0'141'16,"0"0"-115"-16,0 0 25 15,0 0 56-15,0 0-25 16,0 0-33-16,0 0 13 16,15 65 34-16,-10-52-21 15,-3-1-3-15,0 0-21 0,3 4 8 16,-3-6-21 0,0 2-8-16,-2 3-2 0,3-3 10 15,-3-1 4 1,0 1-23-16,0 1 10 0,0 0-16 15,0-4 8 1,0-4-20-16,0-1-2 0,-5-2-15 16,0-2-65-16,-4-2-41 15,3-14-124-15,-1 1-91 0</inkml:trace>
  <inkml:trace contextRef="#ctx0" brushRef="#br0" timeOffset="40764.41">4088 14043 514 0,'0'0'503'0,"0"0"-421"15,0 0-18 1,0 0 24-16,0 0-60 0,0 0-28 15,0 0-123 1,0 19-216-16</inkml:trace>
  <inkml:trace contextRef="#ctx0" brushRef="#br0" timeOffset="45793.65">14632 13425 340 0,'0'0'146'0,"0"0"-96"0,0 0-11 16,0 0 36 0,0 0-14-16,0 0-3 0,8-53-8 15,-6 46 46 1,-2 0 13-16,3 4-20 0,-3-1-1 16,0 4-20-1,0 0-1-15,0 0-12 0,0 0 9 16,0 0-30-1,0 0 7-15,0 0-25 0,0 0 16 16,0 0 3-16,0 0 10 16,0 0 12-16,0 0-9 15,0 9-12-15,0 10-35 16,-5 6-2-16,1 1 2 16,2 3 0-16,0 0-1 0,2 0-1 15,0 0 1 1,0-4-1-16,0 0 0 0,0-7 2 15,0-3-11 1,6-4 11-16,4-4-2 0,-2-3-6 16,1-1 6-1,0-3 1-15,2 0-1 16,0 0 1-16,1 0 0 0,-1-8-6 16,-3-2 9-1,1-2-12-15,-2-5 7 0,2 2 1 16,-2-4-11-1,-3 0 3-15,3-1 3 0,-5 6-13 16,3-1 19-16,-3 3-2 0,-2 7-9 16,2 0 22-1,-2 3-9-15,0 2-2 0,0 0 12 16,0 0-12 0,0 0 1-16,0 0 8 0,0 0-9 15,0 0-1 1,2 0-10-16,0 8 5 0,3 2 12 15,-1 2-12 1,1 0 7-16,0-1-1 0,-1 1 0 16,2-4 0-16,1-3-1 15,3 2-2-15,2-4-4 16,1-3 14-16,1 0-14 16,4 0 14-16,-2 0-7 15,-1 0 0-15,1-8-9 16,0-4 9-16,-3-3-13 15,0 1 13-15,-4-7-2 16,0 1-4-16,-2-2 12 0,-3-2-6 16,-4 0 7-1,0 4-7-15,0 2 8 0,0 4 11 16,0 0 11 0,-9 4-8-16,-2 0 18 0,0-1-15 15,-2 4 16 1,2-1-41-16,-3-2 0 0,3-1 0 15,2 0-30 1,0-1-18-16,5-1-35 0,4 2-40 16,0 0-87-16,0 5-326 0</inkml:trace>
  <inkml:trace contextRef="#ctx0" brushRef="#br0" timeOffset="46749.09">15184 13483 599 0,'0'0'12'0,"0"0"90"16,0 0-25-16,0 0 7 15,0 0 50-15,0 0 8 16,0 0-81-16,-24 0 11 16,24 5-33-16,-3 0-3 15,3 3-18-15,0-1 9 16,0 5-15-16,0-3-3 15,0 3 2-15,0 1-10 16,0-3 14-16,0-1-14 16,3 0 11-16,2-4-12 0,-1 0 19 15,1-1-19 1,-1-4 12-16,-2 1 1 0,2-1-12 16,1 0 5-1,0 0 3-15,-1 0 0 0,3 0-9 16,-3 0 19-1,0 0-18-15,1 0 14 0,-3-4-14 16,3-2 5-16,-1 1 7 0,-1-2-13 16,1 1 6-1,-2 3 3-15,0-4-3 0,0 2-5 16,0-2 1 0,-2-1-1-16,3 0-1 0,-3 2 8 15,0-4-6 1,0 3 6-16,0-2-6 0,0 1 17 15,0 0-10 1,-3 1 23-16,-3-2-19 0,-3 4 14 16,0-2-17-16,-2 2 3 15,0 0-1-15,2 5-5 16,-2 0 2-16,2 0-2 16,0 0-14-16,2 14-18 15,1 0-9-15,1 2-62 16,1 6-51-16,2-6-189 15,0-2-549-15</inkml:trace>
  <inkml:trace contextRef="#ctx0" brushRef="#br0" timeOffset="48826.38">15762 13423 914 0,'0'0'311'15,"0"0"-194"-15,0 0 0 0,0 0 81 16,0 0-49-16,0 0-33 0,0 0-22 16,-69 32-23-1,69-32-6-15,0 0-16 0,0 0 20 16,0 0-44 0,0 0 5-16,0 0-29 0,18 0 7 15,6 0-1 1,7-5-5-16,5 0-1 0,0-1 8 15,2 0-18 1,-3 3 5-16,1-2 4 0,-5 3-43 16,-4 0 6-1,-5 2-51-15,-1 0-87 0,-2 0-106 16,-5 0-77 0,-3 0-572-16</inkml:trace>
  <inkml:trace contextRef="#ctx0" brushRef="#br0" timeOffset="49941.76">16704 13104 555 0,'0'0'277'16,"0"0"-200"-16,0 0 7 16,0 0 52-16,0 0-18 0,0 0-41 15,0 0-20-15,0-3 6 16,0 3-18-16,0-3 24 15,0 3-21-15,0 0 20 16,0 0-30-16,0 0 3 16,0 0-13-16,0 0-2 15,0 0 25-15,0 0-11 16,0 0 4-16,0 8-43 16,-2 7 12-16,0 4-7 15,0 5 0-15,-2 6-6 0,-3 5 0 16,-2 1 0-1,-2-1 0-15,0 4 3 0,-3-3 4 16,3-2-4 0,-5-4 3-16,3-4-7 15,-3-3 7-15,1-6-5 0,-1-7 0 16,3-3 5 0,2-7-6-16,2 0-5 0,0 0 5 15,0-2-24 1,2-13 23-16,1-1-18 0,-1-2 19 15,1-3-13-15,3 4 13 16,-1-1-1-16,4 0 1 16,0-4-1-16,0 0-4 15,0-2-1-15,0 0 12 0,2-1-12 16,5 3 15 0,1 1-13-16,1-2 4 0,1 5-1 15,-2 4 1-15,1 3 0 16,1 2-7-16,-4 3 11 15,0 6-11-15,1 0 14 16,3 0-4-16,-2 0-2 16,3 15 16-16,5 0-2 15,1 7-14 1,2 0 21-16,-1 4-14 0,1 2 20 16,4 0-27-16,-3 3 33 0,0-5-19 15,-2-3 17 1,-3-4-30-16,-3-5-1 0,-6-6 5 15,-2-4-4 1,-4-4-4-16,3 0-8 0,-3 0-5 16,0 0-77-1,2-4-22-15,-2-16-38 0,0 2-99 16,0 2-484-16</inkml:trace>
  <inkml:trace contextRef="#ctx0" brushRef="#br0" timeOffset="51343.14">17329 13485 681 0,'0'0'338'0,"0"0"-179"0,0 0-22 15,0 0 29 1,0 0-2-16,0 0 27 0,0 0-46 16,0 4-17-16,0 0-56 15,0-1-28-15,0 0-31 16,0-3-13-16,0 0-19 16,0 0-123-16,0-11-133 15,0-8-206-15</inkml:trace>
  <inkml:trace contextRef="#ctx0" brushRef="#br0" timeOffset="52724.17">18075 13098 591 0,'0'0'253'0,"0"0"-184"16,0 0 21-16,0 0 28 15,0 0-5-15,0 0-58 0,0 0-7 16,0-9-9 0,0 2 5-16,0 0-25 0,-6-4-9 15,-3 2 2 1,1-3-11-16,-2 1 1 0,1 1 5 15,-1 2-6 1,-2 2 1-16,-1 4 3 0,2 2-5 16,-1 0 0-16,1 0 0 15,3 10-11-15,-2 10 10 16,2 4-12-16,-1 3 12 16,2 0 2-16,-2 1-7 15,5-2 6-15,-1-1-1 16,1-6 1-16,4-1-2 15,0-1 2-15,0-8 0 16,0 0-1-16,0-3 2 16,0-2-13-16,2-4 22 15,5 0-20-15,-1 0 11 0,1 0-1 16,0 0 1 0,-1 0-1-16,3-10 0 0,0-4 6 15,2-5-9 1,0-5 12-16,3-2-9 0,1 0 1 15,1-2 7 1,-1 1-8-16,2 1-1 0,-5 1 1 16,-1-1-1-16,-1 2 0 15,-4-2 2-15,-3-2 14 16,-3-5-4-16,0-1 18 0,0-3-17 16,0-4 1-1,-5 1-1-15,-9 2-2 0,-1 2 4 16,-5 4-2-1,-5 6 27-15,-1 6-10 0,-3 7 17 16,0 6-20 0,0 7 26-16,2 2-18 0,5 22-15 15,1 8-19-15,6 6-7 0,1 3-14 16,8 0-43 0,6 1-32-16,0-12-85 15,0-11-176-15</inkml:trace>
  <inkml:trace contextRef="#ctx0" brushRef="#br0" timeOffset="53733.44">18410 12601 431 0,'0'0'199'0,"0"0"-112"16,0 0 44 0,0 0 31-16,0 0-48 0,0 0-59 15,0 0 22 1,-7 9-21-16,7-4 5 0,0-3-4 16,0 0-24-1,0 0 4-15,0-2-17 0,4 0 22 16,6 0-11-16,5 0 25 15,6 0-32-15,1 0 6 16,4-6-22-16,1-6-7 16,0 0-1-16,-3 0-20 15,-1 2 0-15,-4 0-18 16,-2 1 15-16,-2 2-28 16,-4 2 4-16,-4 2-41 15,-1-2-33-15,-4 5-100 16,-2 0-104-16</inkml:trace>
  <inkml:trace contextRef="#ctx0" brushRef="#br0" timeOffset="54373.69">18535 12703 413 0,'0'0'123'0,"0"0"-77"0,0 0-1 15,0 0 30 1,0 0-13-16,0 0-6 0,0 0-21 15,7-35 37 1,-7 30 22-16,0 1 16 0,0 0-45 16,0 0-20-16,0 0-6 0,0 2-13 15,0 2 18 1,0 0-28-16,0 0 10 0,0 0-15 16,0 0 14-1,0 0-25-15,0 4 0 0,0 8-2 16,0 7-10-1,0 1 11-15,0 6 2 0,0 6-8 16,0 3 14 0,0 4-15-16,0 3-1 0,2 2 9 15,0-3-1-15,0 2-9 16,-2-7 9-16,0-2 2 16,0-2 8-16,0-3-8 15,0-3 23-15,0-3-11 16,0-2 19-16,0-3-25 15,-4-2 18-15,-5-4 5 16,-5 0-12-16,1-2 17 16,-3-2-5-16,1-3 20 0,-1-1-14 15,1 1 20 1,1-1-37-16,6-3-3 0,-1-1-5 16,7 0-10-1,-1 0-1-15,3 0-39 0,0 0-19 16,0-1-72-1,3-9-37-15,5-1-327 0</inkml:trace>
  <inkml:trace contextRef="#ctx0" brushRef="#br0" timeOffset="55275.72">17701 13539 243 0,'0'0'98'16,"0"0"11"0,0 0 57-16,0 0-42 0,0 0 8 15,0 0-4 1,0 0-51-16,-29 4 4 0,29-4 3 16,0 0-32-16,0 3-42 15,0-3 9-15,0 0-19 16,9 0 21-16,9 0 0 15,7 0 0-15,4 0-12 16,6-12-9-16,7 1 2 16,5-4 6-16,5 4-12 15,6 2 5-15,-1 0-2 16,5 3-21-16,2 4 9 16,-2 2-6-16,1 0 0 15,-3-2 10-15,0 0-1 0,-2-3 4 16,-1-4 3-1,-1-1 2-15,-2 0-15 0,-5-2 13 16,-3 0-12 0,-1 2 15-16,-5 3 16 0,-9 6-16 15,-4-1-1 1,-6 2 1-16,-8 0-3 0,-5 0 12 16,-6 0-7-16,-2 0-1 0,0 0-1 15,0 0 1 1,0 0-1-16,-8 0-30 0,-3 0-47 15,-1 0-42 1,1 0-107-16,3 0-342 0</inkml:trace>
  <inkml:trace contextRef="#ctx0" brushRef="#br0" timeOffset="56608.62">18145 14110 535 0,'0'0'258'15,"0"0"-149"-15,0 0-1 16,0 0 6-16,0 0-82 0,0 0-22 16,0 0 6-1,-29-37 20-15,17 30 9 0,2 2-16 16,-3 5 20-1,1 0-25-15,-1 0 13 0,-1 0-16 16,1 10 3 0,-1 6-11-16,3 2-11 0,3 2 6 15,1-4-7 1,2 2 5-16,3-4 0 0,2-2 0 16,0 3-5-16,0-8-1 0,0 3 0 15,0-2 0 1,5-2 0-16,2-2 2 0,1 0 12 15,-1-4-13 1,2 0 25-16,0 0-16 0,-1 0 12 16,6-10-19-1,-1-7 10-15,3-10-6 0,2-4-7 16,-2-3 0 0,1-3-8-16,-3-3 6 15,-3-1-12-15,-5-3 14 0,-2 0-12 16,-4 2 9-1,0 4-1-15,0 6 4 0,-12 6 1 16,-5 8 0 0,2 6 22-16,-1 6-21 0,-1 4 27 15,-1 2-10-15,1 2 29 0,0 20-31 16,2 6 1 0,-1 7-18-16,3 4-27 0,2 9-45 15,2-10-106 1,2-8-211-16</inkml:trace>
  <inkml:trace contextRef="#ctx0" brushRef="#br0" timeOffset="58589.12">18508 13971 643 0,'0'0'189'15,"0"0"-144"1,0 0 35-16,0 0 45 0,0 0-67 15,0 0-37-15,0 0-3 16,-2-16 9-16,0 5 51 16,-3 3-24-16,1-2 7 15,-3 0-39-15,3 3 4 16,-1 2-15-16,1-3 3 16,2 4 0-16,-1 2 1 15,1 2 12-15,0 0-15 16,2 0 34-16,-3 2-30 15,1 12-11-15,0 4-4 16,0 2-1-16,2 4 0 16,0-2 0-16,0 3 0 15,0-2 1-15,0 0-7 0,2-5 15 16,5-4-16 0,2-6 8-16,0-4-2 0,-1-2 1 15,1-2-1 1,3 0-1-16,-1-4-8 0,-2-10 4 15,2-4-13 1,-2-1 17-16,-3-3-20 0,4 0 4 16,-4 3-15-16,1 1 7 0,-3 2 1 15,-2 5 2 1,-2 3 11-16,0 6 12 0,0 2 0 16,0 0 2-16,0 0 19 15,0 0-20 1,0 12 1-16,0 4-2 0,0 1 0 15,0 1 0 1,0 0 0-16,4-3-1 0,6 2 7 16,-1-3-4-16,1-6 6 15,2-2 4-15,1-2-11 0,-1-4 25 16,-1 0-4 0,-1 0-12-16,0-17 6 0,1-2-7 15,0-8 17 1,-4-2-26-16,0-3 24 0,-7 1-24 15,0 5 22 1,0 4-2-16,0 6 31 0,-7 2 2 16,-5 5-41-1,4 4-12-15,-1 1-11 0,2 4-38 16,-4 0-120 0,2 4-159-16,-3 8-367 0</inkml:trace>
  <inkml:trace contextRef="#ctx0" brushRef="#br0" timeOffset="70507.64">15042 14231 439 0,'0'0'266'0,"0"0"-188"15,0 0-51-15,0 0 3 16,0 0 54-16,0 0-56 15,2-6-4-15,-2 6-14 16,0 0 42-16,0 0-23 0,0 0-14 16,0 0-14-1,0 0 6-15,0 0 2 16,0 0-9-16,0 0 27 16,0 0-26-16,0 0 26 15,0 0-27-15,0 0 9 0,0 0-8 16,0 0-1-1,0 0 0-15,0 0 10 0,0 0-14 16,0 0 11 0,0 4 8-16,0 2 6 0,0 4 29 15,0 6-50 1,-7 7 11-16,1 0-11 0,-1 7 10 16,1-2 11-16,-2 2-20 0,4 5 34 15,0 1-35 1,1 2 30-16,1 1-29 0,0 5 16 15,2-3-6 1,0 3 0-16,0-4 12 0,0 0-23 16,0-4 37-1,0-3-30-15,0 1 10 0,0 2-11 16,0 2 3-16,7 4-9 16,1 0 0-16,2 6 1 15,-2-2-1-15,3 6 9 0,1-3-3 16,-1 5 13-1,5 0-19-15,-1-1 13 16,1 0-6-16,1-2-3 16,-1-8 4-16,2-2-7 15,-2-5 21-15,2-6-21 0,-1-2 29 16,4-2-17 0,0-3 17-16,4-2-29 0,2-1 15 15,0 0-16 1,2-4-1-16,0 0 1 0,0-2 0 15,0-5-6 1,2 0 14-16,-2-1-21 0,2 0 27 16,-2-1-28-16,0 0 12 15,-2 0 2-15,-2 0-1 16,-6-1-5-16,-3-2 6 16,-3 0-19-16,-2-4 19 15,-1 0-31-15,-2 0 30 16,1 0-24-16,-2 0 24 15,2 0-29-15,-1-6 8 16,-1-2 6-16,0 1 0 16,0 0 7-16,-1-5-16 0,-1 5 24 15,1 0-32 1,-4-3 33-16,4 7-32 0,-4 3 26 16,-2-5 5-16,0 5-4 15,0 0 3-15,0 0 4 16,0 0 6-16,0-4-2 15,0 4 4-15,0-5-3 16,0-4-5-16,0 0-2 16,-2 0-1-16,-4-5 1 15,0 2 0-15,-1-2-4 16,1 2 12-16,2 1-16 0,-4-1 21 16,4 3-21-1,-3 4 16-15,1-4-7 0,-3 5 14 16,0 0 12-1,0 0 2-15,-2 2-10 0,2 2 20 16,2 0-37 0,1 0 55-16,1 0-40 0,1 0 20 15,4 0-26 1,-2 0-1-16,2 0-8 0,0 0-2 16,0 0 0-1,0 0-4-15,0 0-6 0,6 0 17 16,7 2-19-16,3 2 14 0,2 0-4 15,0 0-5 1,2-2 0-16,0 2-9 0,-2-1-16 16,-3-2 26-1,1 3-30-15,-3 0 30 0,-3-4-18 16,-2 5 22 0,-3-5-17-16,-1 0 10 0,-2 5 9 15,-2-1 0 1,0 4 3-16,0 6 3 0,0-1 27 15,-6 6-26 1,-7 8 33-16,-6 2-10 0,1 3 37 16,-1 4-27-16,0-8 6 15,4-2 23-15,4-4-29 16,2-9-8-16,7-3-25 16,0-10-14-16,2 0 1 15,0 0-39-15,0 0-58 16,0 0-50-16,0 0-14 15,0-18-17-15,0 0-77 16,2 4-754-16</inkml:trace>
  <inkml:trace contextRef="#ctx0" brushRef="#br0" timeOffset="75556.8">15186 3958 170 0,'0'0'0'0</inkml:trace>
  <inkml:trace contextRef="#ctx0" brushRef="#br0" timeOffset="79365.81">25370 7200 333 0,'0'0'123'0,"0"0"-74"0,0 0-49 16,0 0 6 0,0 0 8-16,0 0-8 0,0 0 16 15,-2 0 87 1,-3 0-21-16,-4-10-50 0,-2-3-3 15,-3-3-1-15,1-3 4 16,-5 1-38-16,1 0 42 16,-4 2-40-16,1 0 25 15,3 2-25-15,-2 4 74 16,4 0-2-16,3 7-5 16,2 0 20-16,1 3-27 15,-1 0 28-15,0 6-62 16,1 14 33-16,0 4-48 15,2 0 55-15,3 2-37 16,1-3 8-16,3-5-20 0,0-3-18 16,0-5 5-1,0-3 13-15,9-5-21 0,5-2 21 16,1 0 0 0,3-19-18-16,1-8 53 0,-7-8-32 15,-1-3-4 1,-6-2 1-16,-5 1-11 0,0 4-5 15,-9 3 19-15,-10 9-19 0,-10 8 9 16,-3 7 4 0,-2 8-3-16,-1 0-7 0,3 20 21 15,8 8-16 1,6 4 10-16,7 1-3 0,8 2-20 16,3-1 24-1,0-4-44-15,17-4 47 0,3-1-36 16,-1-9 11-1,4-6 0-15,2-8-1 0,-4-2 13 16,2 0-15-16,-1-12 24 16,-1-6-17-16,-6-2 12 15,-7-2-13-15,0 1 13 16,-8 3-16-16,0 0 13 16,0 4-12-16,-18 5-2 15,-3 3 25-15,-2 6-30 16,-2 0 24-16,2 1-36 15,5 19 39-15,5 6-38 0,9 6 17 16,4 4-5 0,0 3 4-16,6-3 2 0,15-7-22 15,3-2 42 1,5-11-48-16,-1-10 54 0,1-6-48 16,0-3 32-1,0-23-11-15,-6-6 6 0,-3-9-5 16,-9-6-2-1,-7-3 19-15,-4 2-29 0,0 4 28 16,-15 6-26 0,-11 6 32-16,-6 8-24 0,-1 12 1 15,-2 8 0-15,0 4-1 0,4 14-4 16,7 20-6 0,4 12 19-16,11 10-38 0,7 4 56 15,2 3-52 1,0-7 28-16,20-10-2 0,2-11 0 15,5-10 0 1,2-11-10-16,0-14 20 0,2 0-28 16,0-22 40-16,-2-16-22 15,0-11 15-15,-7-8-5 16,-6-2-9-16,-7 6-1 16,-9 4 0-16,0 11 8 15,-7 9-8-15,-13 12 19 16,-4 11-25-16,-3 6 34 15,-2 4-54-15,2 22 33 16,5 13-14-16,5 4 5 16,7 7 2-16,10 0-7 15,0-2 7-15,2-7-22 0,18-9 39 16,5-8-42 0,2-8 46-16,-3-11-37 0,3-5 16 15,-3-1 0 1,-1-24 11-16,-6-7-10 0,-3-6 1 15,-7-1 20 1,-7 0-23-16,0 4 26 0,-16 8-30 16,-8 7 17-1,-5 8-9-15,-2 10-3 0,-3 2 0 16,5 8-7-16,4 18 7 0,7 10-20 16,7 6 25-1,9 3-32-15,2 0 54 0,0-3-54 16,19-8 28-1,0-8-1-15,3-7 0 0,3-11 1 16,-3-8-15 0,0 0 31-16,1-20-23 0,-5-13 24 15,-5-6-18-15,-6-7 19 16,-7-3-15 0,0 6-4-16,-7 3 0 0,-13 10 0 15,-7 7 12-15,-4 11-30 16,2 12 46-16,-3 0-54 15,7 8 52-15,2 16-52 16,7 9 18-16,7 4 8 16,9 5-6-16,0-1 5 15,9-4-12-15,13-6 22 16,5-10-32-16,2-4 46 0,3-14-46 16,-1-3 46-1,-2-12-28-15,0-19 6 0,-2-11-1 16,-6-9 0-1,-7 0 19-15,-5-2-37 0,-9 10 45 16,0 4-30 0,-9 9 19-16,-13 10-18 0,-7 8 10 15,-5 9-9 1,-1 3 1-16,1 12 0 0,1 14-13 16,6 11 11-16,7 7-20 0,9 2 40 15,11 1-39 1,0-3 40-16,4-3-35 0,17-9 16 15,2-7-9 1,6-12 8-16,0-10 2 0,0-3-20 16,3-18 40-1,-5-17-24-15,-1-8 22 0,-5-8-25 16,-6-3 16-16,-5 1-10 16,-10 4 2-16,0 5-2 15,-8 7 0-15,-16 8 22 16,-10 9-38-16,-2 10 38 15,-1 10-37-15,-3 0 40 16,1 15-43-16,6 18 18 16,6 7-11-16,8 6 10 15,7 2-6-15,10 2-8 16,2-4 30-16,0-5-45 16,16-11 57-16,7-7-54 0,2-10 29 15,4-10-8 1,0-3 6-16,3-18 0 0,-3-16-1 15,-5-11 14-15,-3-10-28 16,-6 1 45-16,-6 3-45 16,-9 2 37-16,0 11-22 15,-5 9 9-15,-19 11-9 16,-5 13 0-16,-4 5 3 16,-3 3-6-16,2 29 15 15,3 7-45-15,10 9 58 16,2 7-50-16,13 0 31 15,6-2-13-15,0-9 7 0,19-9-5 16,10-10-2 0,2-13 13-16,4-12-30 0,0-8 48 15,1-28-40 1,-3-15 33-16,-6-7-17 0,-7 0 8 16,-9 4-8-16,-11 11 1 15,0 14 7-15,-11 9-7 16,-18 11 18-1,-7 9-23-15,-6 9 29 0,-2 25-50 16,1 10 44-16,7 6-29 0,9 2 10 16,9-4 0-1,12-5-1-15,6-11 14 0,0-10-32 16,6-8 28 0,15-10-37-16,-1-4 56 0,5 0-52 15,-4-23 34 1,0-6-10-16,-5-5 0 0,-8 0 2 15,-5 2-18 1,-3 3 36-16,-3 9-27 0,-17 6 23 16,1 6-29-16,-4 6 35 15,5 2-32-15,3 0 10 16,3 3-15-16,5 12 6 16,7 2-79-16,0 14-72 15,5-2-166-15,1-5-328 0</inkml:trace>
  <inkml:trace contextRef="#ctx0" brushRef="#br0" timeOffset="81614.09">30470 10379 166 0,'0'0'510'0,"0"0"-435"0,0 0 6 16,0 0 39-16,0 0-4 15,-70-111-24-15,55 83-41 16,-3 0 37-16,1 1-38 0,1-2 47 16,3 4-45-1,-1 2 37-15,3 7-31 0,4 4-5 16,1 4-26-1,4 5-26-15,-1 3 50 0,3 0-45 16,-2 0 61 0,2 0-67-16,0 9 0 0,0 9-3 15,0 6 3 1,0 0 0-16,7 0 1 0,6-3-12 16,0-7 17-16,3-5-20 0,-1-2 28 15,1-7-3 1,0 0-10-16,-1-12 73 0,-2-14-30 15,-1-8 14 1,-3-5-12-16,-7 0-30 0,-2 1 6 16,0 4-13-1,-9 7 25-15,-11 7-33 0,-5 9 62 16,-4 8-54-16,1 3 36 16,-1 8-45-16,4 18 0 15,7 8-1-15,5 5-14 16,11 2-3-16,2-1 21 15,2-5-28 1,18-9 44-16,4-6-38 0,3-13 15 16,0-7 4-16,0 0 6 15,0-22-5-15,-3-14 12 16,-4-10-1-16,-4-7 5 16,-5-5-5-16,-9 0-10 15,-2 5 17-15,0 9-4 0,-13 5-15 16,-7 13 0-1,-7 10 3-15,0 11 4 0,0 5-12 16,3 5 31-16,4 25-32 16,7 9 17-1,8 9-13-15,5 1 10 0,5 0-9 16,16-11 1 0,11-14 0-16,3-14-11 0,4-10 29 15,-4-16-28-15,1-26 26 0,-7-16-1 16,-11-13-5-1,-7-4 8-15,-11 0-18 0,0 9 0 16,-18 14 4 0,-8 18 5-16,-11 18-12 0,2 16 24 15,-3 12-42 1,7 26 45-16,6 14-48 0,10 8 11 16,10 4-15-16,5 28-80 15,9-17-236-15,2-12-381 16</inkml:trace>
  <inkml:trace contextRef="#ctx0" brushRef="#br0" timeOffset="88504.56">25260 7457 205 0,'0'0'141'0,"0"0"-112"15,0 0-7 1,0 0 1-16,-35-120-9 0,26 85 18 16,-1 0-22-16,4 3 48 15,-1 1-42-15,3 5 13 16,0 2-22-16,2 6 26 16,-4 0-13-16,4 4-1 15,2 0 3-15,-2-2-21 16,2 2-2-16,0-1 17 15,0-2-31-15,0 3 30 0,0 2-27 16,0 4 14 0,0 2-2-16,0 4 0 0,0 2 0 15,0 0-3 1,0 0-17-16,0 0 20 0,0 10 26 16,0 5 28-16,0 2-40 15,-2 1 45-15,0 0-18 16,2 2 28-16,0 2-1 15,0 0-39-15,0 4 14 16,2 2-28-16,10 2 41 16,5 5-43-16,3 5 51 15,7 6-63-15,4 4 22 0,7 8-8 16,6 0-15 0,3 3 0-16,1-1-3 0,-2-2-3 15,-1-4-75-15,6 2-21 16,-14-14-124-16,-10-14-37 0</inkml:trace>
  <inkml:trace contextRef="#ctx0" brushRef="#br0" timeOffset="89205.29">25144 7258 176 0,'0'0'129'0,"0"0"-50"15,0 0-49-15,0 0 35 16,0 0-19-16,0 0 18 16,0 0-47-16,-27-58-7 15,27 53-9-15,0 0 0 0,0 4-2 16,0 1 2-1,0 0-14-15,0 0 28 0,0 0-21 16,0 0 12 0,-2 3 9-16,2 12-14 0,0 7 34 15,0 6 31 1,0 6-31-16,0 8 47 0,0 11-34 16,16 10 36-1,7 12-55-15,4 7 34 0,6 6-44 16,7 2 9-1,2-4-15-15,3-7-13 0,1-11 0 16,1-12 20-16,0-14-37 0,2-14 28 16,-5-10-22-1,1-11-17-15,5-7-54 0,-13-11-128 16,-10-10-362-16</inkml:trace>
  <inkml:trace contextRef="#ctx0" brushRef="#br0" timeOffset="90408.35">25287 7321 75 0,'0'0'212'0,"0"0"-128"0,0 0-41 16,0 0 9-1,0 0 20-15,0 0-33 0,0 111 25 16,0-91-56 0,2-1 26-16,0 3-33 0,3 0 8 15,-1 2-8-15,1 1 6 16,0 1-6-16,1-1 9 15,1 5-2-15,1-4-7 0,2 6 33 16,1 0-33 0,2-1 28-16,3 3-26 0,2-2 4 15,-1 1-1 1,1-6-5-16,-5-3-2 0,-1-4 11 16,-1-6-7-1,-5-2 11-15,-1-2-15 0,2-1 10 16,-3 0 1-1,3 1-9-15,-1 5 9 0,1-1-4 16,2 2 1-16,0 3-6 0,0 0 15 16,2 2-13-1,0 2 6-15,0 1 10 0,3 2-18 16,-1-2 7 0,3 1-7-16,-1-2-1 0,1 0 4 15,-1-4 12 1,-1 1-15-16,1 1 14 0,1-4 1 15,-1 2-15 1,4-1 22-16,-4-2-21 0,3 2 11 16,-2 2 8-16,1 0-21 15,-1 2 35-15,2 2-33 16,0 2 49-16,1 2-44 0,2 2 39 16,1 2-44-1,3 3 6-15,0-2-8 0,1 3 2 16,0 3-8-1,3-2 23-15,3 1-25 16,-1 3 25-16,2-1-29 16,4 3 30-16,-2-1-20 15,5 0 2-15,2 2 0 0,3 0-7 16,-1 2 20 0,3 2-17-16,0 3 17 0,-2-2-10 15,-1 6 10-15,-1 0-15 16,-1 4 8-16,1-1-6 15,-1 0 1-15,0 2 1 16,3 0 21-16,1-2-22 16,3 5 46-16,3-1-41 15,-1 2 35-15,0 2-40 16,-1-4 20-16,-4-1-21 0,-3-8 0 16,-3-2-1-1,-5-7 11-15,-4-6-26 0,-6-4 33 16,-5-10-37-1,-4-7 17-15,-8-5 3 0,-6-12-106 16,-2-5-73 0,-2-16-51-16,-15-8-510 0</inkml:trace>
  <inkml:trace contextRef="#ctx0" brushRef="#br0" timeOffset="91261.89">25202 7674 449 0,'0'0'107'0,"0"0"-90"15,0 0 79-15,0 0-34 0,0 0 34 16,0 0-12 0,0 0 4-16,-69-4-10 0,65 2-14 15,-2 0-32 1,3 2-22-16,0 0-1 15,3 0 14-15,0 0-42 16,0 0 29-16,0 0-20 0,0 0 6 16,16 8 4-16,5 4 7 15,0 5 5 1,4-2-23-16,2-1 36 0,-2 3-41 16,1-5 35-1,-1-3-38-15,-1-1-32 0,1-4-76 16,-7-2-87-1,-7-2-158-15</inkml:trace>
  <inkml:trace contextRef="#ctx0" brushRef="#br0" timeOffset="91423.99">25291 7690 633 0,'0'0'160'0,"0"0"-105"16,-27 110 46-16,19-54-48 15,4 2-15-15,1-1-19 16,3-8-19-16,0 0-1 16,9-15-161-16,2-13-111 15</inkml:trace>
  <inkml:trace contextRef="#ctx0" brushRef="#br0" timeOffset="91815.38">25191 7888 188 0,'0'0'70'0,"0"0"-70"0</inkml:trace>
  <inkml:trace contextRef="#ctx0" brushRef="#br0" timeOffset="92385.25">25026 7953 390 0,'-7'1'171'0,"-1"2"-62"16,-1-3-10-1,-1 1 2-15,0-1-4 0,-3 0 43 16,1 0-72 0,-3 0 31-16,1 0-51 0,-1-4 30 15,-1-5-78 1,-1-5 28-16,-2-4-2 0,-1-7-10 15,0-3 15 1,0-4-30-16,-2-1 45 0,2-4-35 16,0 3 30-16,-1 1-41 0,4 2 39 15,1 2-38 1,3 0-1-16,1 2 9 16,6 4 0-16,-1-1-15 15,5 2 28-15,0-1-38 16,2 1 38-16,0 0-38 0,0 0 23 15,0 0-7 1,0 1 0-16,4-2 0 0,3 0-1 16,-3 3 10-16,4 1-27 15,-2 0 36-15,1-2-33 16,1 3 37-16,0 2-29 16,-2 0 7-16,1 2 0 15,-3 2-6 1,0 2 12-16,0 4-18 0,2-1 31 15,-6 6-38-15,2-2 39 16,-2 3-40-16,0 0 15 16,0 0 5-16,0 0 0 0,2 0-11 15,0 0 10 1,3 0-29-16,-1 0 29 0,0 0-44 16,3 0 23-1,2 0-81-15,-2 0 30 0,-1 0-114 16,1 0-4-16,-5 3 28 15,0 1-42-15,-2 0-95 16</inkml:trace>
  <inkml:trace contextRef="#ctx0" brushRef="#br0" timeOffset="92826.92">24637 7124 431 0,'0'0'147'0,"0"0"-43"16,0 0 20-16,0 0-14 0,0 0 22 15,0 0-31 1,-128-24 15-16,117 24-31 0,4 0-11 16,3 0 0-16,2 0-58 15,2 0 32-15,0-1-38 16,0 1-20-16,0 0 9 16,0 0 1-1,6 0-1-15,10 0 2 0,2 0-2 16,4 0 13-16,0-3-31 0,0 2 39 15,1-2-34 1,0 1 34-16,-6 0-24 0,-1 0 4 16,-5 0 0-1,-3 0-1-15,0 2 3 0,-6 0-10 16,-2 0 27 0,0 0-20-16,0 0 17 0,0 2 5 15,-4 17-20 1,-10 5 15-16,-5 2 2 0,4 3 20 15,1-2 21-15,6-5-51 0,6-4 2 16,2-4 13 0,0-2-46-16,2-2 5 0,16 0-17 15,20 8-100 1,-3-3-73-16,1 2-190 0</inkml:trace>
  <inkml:trace contextRef="#ctx0" brushRef="#br0" timeOffset="93957.72">25507 8911 608 0,'0'0'178'16,"0"0"-46"-16,0 0 3 0,0 0 14 15,0 0-84 1,0 0 57-16,0 0-57 0,-93-46 32 15,80 41-72 1,-1-2 16-16,-1-1 13 0,-1 2-19 16,-1-5 23-1,-2 4-39-15,4-5 76 0,-5-3-87 16,2 0 17-16,0-8-9 16,0 2-16-16,1-6 0 15,-1 0 0-15,3-4-1 16,-4 1 11-16,3-1-33 15,3 0 48-15,3 1-53 16,2 1 56-16,4 2-46 16,2 5 18-16,2 2-1 15,0 2 0-15,0 1 1 16,0 4-16-16,0 0 32 16,4 2-50-16,3 0 52 0,-4 6-40 15,1-1 15 1,-2 2 6-16,0 1 1 0,-2 2-1 15,0-4-11 1,2 2 24-16,-2-2-33 0,0 0 46 16,0-5-54-16,0-1 44 15,0-1-30-15,0 2 8 16,0 0 1-16,-2 5 6 16,0 0 0-16,2 3-13 15,-2 0 31-15,2 2-39 0,0 0 49 16,-2 0-56-1,2 0 29-15,-5 0-2 0,0 9-8 16,1 6 9 0,-1 7-6-16,-1 3 9 0,-1 1-25 15,2 2 44 1,1-1-44-16,0-2 46 0,1-5-36 16,1-4 12-1,0-8-1-15,2-4 1 0,0-4-15 16,0 0 14-16,0 0-9 15,0-8-14 1,0-12 33-16,0-6-25 0,0-2 1 16,0-2 14-16,4 3-20 0,1 5 12 15,-1 4 3 1,1 6 6-16,-3 5-16 0,1 4 32 16,-3 1-41-1,2 2 50-15,-2 0-38 0,0 0 13 16,0 0-1-1,2 0-6-15,0 0 7 0,2 0-11 16,1 0 30-16,-1 0-41 16,1 0 38-16,2 2-32 15,1 3-56-15,1 0-56 16,9 9-33-16,-5-4-124 16,1 3-82-16</inkml:trace>
  <inkml:trace contextRef="#ctx0" brushRef="#br0" timeOffset="96062.01">25976 7594 104 0,'0'0'384'0,"0"0"-184"0,0 0-73 15,0 0 6 1,0 0 34-16,0 0-43 0,0 0 40 16,-6 2-76-1,0-1 39-15,0 4-64 16,2-1 36-16,-1 0-61 15,3-3 14-15,2 2 10 0,0-2-46 16,0-1 2 0,0 0 7-16,0 0-30 15,0 0 23-15,0 0-18 0,0 0 12 16,0 0-12-16,0 0 15 16,0 0-15-16,0 0 18 15,9-9-9 1,7-7 41-16,-1-4-50 0,3-9 23 15,2-5-8-15,-2-3 19 0,0-8-28 16,1-1-3 0,0-5 4-16,0-4 5 0,2-1-7 15,-3 0 18 1,-3 1-27-16,-1 6 17 0,-6 3-14 16,-3 2 15-1,-5 9-14-15,0 3 7 0,0 2-6 16,-5 0 16-1,-9 4-2-15,-1-2 7 0,-3 1-6 16,1 1-14 0,-4 1 17-16,-1 1-15 0,3 3-4 15,-4 3 0-15,0 6-7 0,4 3 22 16,1 2-21 0,0 5 36-16,2 0-48 0,0 2 42 15,-1 0-39 1,-3 0 16-16,-3 2-1 0,-3 7 0 15,-1-4 1 1,1 2-9-16,-1 2 32 0,2-1-45 16,0 1 42-16,4 0-42 15,-2 4 51 1,3 0-52-16,-1 1 22 0,2 3 0 16,-1-2-2-16,2 1 4 15,-2 3-29-15,-1-4 58 0,4 4-53 16,-1-3 44-1,3 0-38-15,3 0 23 0,1-4-7 16,5-2 0 0,1-4 2-16,0-2-11 0,5-1 30 15,0-3-44 1,0 0 46-16,0 0-46 16,0 0 44-16,0 0-45 0,0 0 24 15,0-7 0 1,10-11-6-16,5-6 20 0,1-8-39 15,1-4 33 1,2-2-33-16,-4-3 45 0,3-1-47 16,-3 2 20-16,1 1 7 0,-3 6 0 15,-3 8 0 1,-4 8-15-16,-4 4 34 0,0 9-41 16,-2 4 44-1,0 0-41-15,0 0 47 16,0 0-47-16,0 7 19 15,0 8 0-15,-8 6-1 0,-4 3 14 16,3 4-32 0,-1 0 45-16,-2 4-27 0,1-2 19 15,-2 1-20-15,1-4 15 16,4-2-13-16,1-8 0 16,0-2 9-16,2-8-18 15,3 0 33-15,0-5-36 16,2-2 33-16,0 1-39 15,0-1 46 1,0 0-44-16,0 0 16 0,0 0-1 16,0 0-5-16,0 0 7 0,0 2-20 15,0-2 32 1,0 2-39-16,2 1 52 0,5-3-52 16,5 0 34-1,-2 0-8-15,6 0 0 0,4 0 2 16,0 0-12-1,5 0 29-15,0 0-44 0,2 0 25 16,-2 5 0 0,7 16-105-16,13 33-51 0,-8-4-194 15,-6 0-265-15</inkml:trace>
  <inkml:trace contextRef="#ctx0" brushRef="#br0" timeOffset="97310.45">26344 7983 447 0,'0'0'156'0,"0"0"-48"0,0 0-2 16,0 0 14-16,0 0 40 15,0 0-50-15,0 0-1 16,-7 2-73-16,7-2 22 15,0 0-51-15,0 0 40 16,0 0-46 0,13 0 29-16,6-6 15 0,0-6-29 15,6-5 28-15,-1-5-43 0,3-7 43 16,-2-5-37 0,-6-4 2-16,2-1 1 0,-6 0-10 15,-1-2 2 1,-3 3-2-16,-5 4 0 0,-1 0 16 15,-2 6-26 1,-3 2 27-16,0 3-24 0,0 8 20 16,-10 2 4-1,-3 4-9-15,0 2-7 0,-3 1 9 16,-2 2-8-16,3 3-1 0,-4-2 18 16,2 3-20-1,-3 0 18-15,1 0-25 0,2 0 9 16,-3 0-1-1,3 3 8-15,-4 5-7 0,1-1-2 16,3 1 12 0,-2 1-25-16,4-4 35 0,-1 1-27 15,3-2 24 1,1-1-4-16,2-2-12 0,3 2-2 16,5-2 1-1,0-1 8-15,2 3-16 0,0-3 27 16,0 0-29-16,0 0 36 15,0 0-54-15,0 0 23 16,0 0 4-16,0-7 0 16,8-4 0-16,3-6-2 15,3-2 13-15,-3-2-36 16,-2 1 50-16,0-2-40 0,-2 2 38 16,-1 3-34-1,1-3 11-15,0 6 0 0,-3 5 0 16,-1 3 0-1,-3 4-13-15,0 2 32 0,0 0-28 16,0 0 33 0,-3 8-39-16,-11 8 31 0,-3 4-16 15,-1 2 6 1,3 0 7-16,-1-4-1 0,7-3 3 16,-1-6-26-16,8-4 36 0,0-2-42 15,2-3 36 1,0 0-38-16,0 0 19 15,0 0-9-15,0 0-1 16,16-3-14-16,2-3-15 0,4-1-104 16,5 7-4-1,15 0-162-15,-6 10-40 0,-4 9-479 0</inkml:trace>
  <inkml:trace contextRef="#ctx0" brushRef="#br0" timeOffset="98448.68">26965 8149 345 0,'0'0'252'16,"0"0"-117"-16,0 0-18 0,0 0 27 15,0 0 8-15,0 0-6 0,0 0-105 16,-19 7 12 0,19-7-53-16,0 0 25 0,2 0-17 15,9 0 7 1,7-11 18-16,-1-5-17 0,6-6 7 15,-1-4-11 1,3-6 7-16,-3-2-9 0,0-7-16 16,-3 2 24-1,-4-1-18-15,-5-1 0 0,-2 6 0 16,-6 2-2 0,-2 5 10-16,0 8-20 0,0 4 34 15,-2 4-24-15,-8 2 15 0,2 4-8 16,-3 2 8-1,-1 0-13-15,1 0 16 0,0 2-16 16,-2 2 7 0,0 0 12-16,-6 0 4 0,2 0-23 15,-1 0 26 1,-5 6-13-16,2 8 11 0,-4 1-24 16,0 5 0-1,1-1 0-15,-1 2 12 0,0 0-24 16,4-1 34-16,0-3-35 15,4 0 35-15,-1-2-40 16,4-3 20-16,1-3-2 16,0 0 4-16,3-4-2 15,4-1-4-15,2-1 17 16,-1-3-12-16,5 0-2 16,0 0 16-16,0 0 3 0,0 0-32 15,0 0 12 1,0 0-15-16,0-4 14 0,2-9 2 15,5 0-15 1,1-4 18-16,0 3-24 0,-2 0 33 16,-1 2-35-16,-1 6 13 15,-4 2 9 1,0 4 1-16,0 0 0 0,0 0 9 16,-2 0 9-1,-11 6-32-15,-1 5 30 0,3-5-2 16,-1 3-9-1,6-2 27-15,2-6-33 0,2-1-1 16,2 0 0 0,0 0-34-16,0 0 13 0,6 0-33 15,12-4 53-15,20-6-139 16,-5 2-35-16,-2 4-230 0</inkml:trace>
  <inkml:trace contextRef="#ctx0" brushRef="#br0" timeOffset="99991.01">27621 8657 827 0,'0'0'255'0,"0"0"-210"15,0 0-32 1,0 0-5-16,0 0-8 0,0 0 42 16,0 0-23-16,15-21 48 15,-1-2-50-15,1-8 38 0,-1-3-55 16,-1-3 18-1,3 2-10-15,-5-2-8 16,3-4 0-16,-6-1 1 16,-3 0-10-16,-5 2 24 0,0 1-23 15,0 5 23 1,-5 6-27-16,-8 6 30 0,-5 7-20 16,-2 3 2-1,-5 5 0-15,-2 5-7 0,-1 2 14 16,-6 0-17-16,-2 2 27 15,-3 10 7 1,1 0-7-16,-3 0 72 0,1 0-60 16,3 0 39-1,1 0-7-15,3-4-15 0,6 0 4 16,7 1-49-16,7-6 19 16,3 1-6-16,6-4-22 15,2 2 31-15,2-2-32 16,0 0 9-16,0 0-6 15,0 0-7-15,0 0-41 0,-3 0 18 16,1 0-74 0,0-2 91-16,0 0-14 0,2 0 17 15,0 2 9 1,0 0 7-16,-2 0 7 0,2-2-6 16,-2 2 24-1,0 0-25-15,2-1 34 0,-4 1-23 16,4 0-9-16,0 0 21 0,0-3-43 15,0 0 20 1,0-2-12-16,0-4 11 0,10-8 1 16,3-1-12-1,1 0 1-15,-1-1 3 0,1 1-34 16,-3 7 41 0,-5 3-53-16,0 1 42 0,-3 7-4 15,-3 0 16 1,0 0 6-16,-3 0-6 0,-12 0 31 15,-7 9-23-15,-5 3 75 16,0 2-46-16,0-3 41 16,8 1-40-16,3-7 3 15,7-1-3-15,7-2-28 16,2-2-10-16,0 0 14 16,9 0-41-16,15-6 54 15,5-6-51-15,2 0 49 16,1-2-35-16,-8 4 10 0,-6 4 0 15,-9 2-1 1,-4 4 11-16,-5 0-33 0,0 6 50 16,-3 15-37-1,-11 5 29-15,-1-1-29 0,4-3 11 16,0-4-1 0,4-8 0-16,5-2 6 0,2-6-22 15,0 0 32 1,0 1-47-16,0-1 53 0,0 1-45 15,7-1 39-15,1 0-25 16,4 1 9-16,1-3 0 16,1 0-13-16,-1 0 29 15,0 0-35-15,5 0 44 16,0 0-43-16,0 0 40 16,4-5-39-16,3 1 18 15,2-2-2-15,10-6-50 16,-3 0-128-16,-10 0-149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5-17T17:29:36.2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1364 4417 611 0,'0'0'156'15,"0"0"-96"-15,0 0 53 16,0 0-35-16,0 0-23 15,0 0-20-15,-2-14 4 16,2 14 16-16,0-3-7 16,0 3 17-16,0-2-17 15,0-3 13-15,0-5 1 0,0-2 6 16,2-2-28 0,0-4-5-16,2-2 16 0,-2 0-5 15,1-2 16-15,1 2-32 16,-1 4 29-16,1 4-17 15,1 4 2 1,-5 4-33-16,2 4 3 0,-2 0 0 16,0 0-14-16,0 12-10 15,0 18 10-15,0 10 15 16,-4 12-14-16,-8 9 14 16,-3 1-15-16,-1 3 16 15,0 2-16-15,5-5 0 0,0-6 0 16,4-5 1-1,3-7-1-15,0-8 7 0,2-9-8 16,-1-6 9 0,-2-8-12-16,5-4 5 15,-2-4-1-15,2-5 2 0,0 2 4 16,0-2-6 0,0 0 7-16,0 0-14 0,0 0-1 15,0 0 0 1,-2 0-32-16,2 0 2 0,0 0-60 15,-2-7-31-15,0-2 26 0,-3 0-37 16,3 1-32 0,2 1 22-16,-2 4 65 0,0 0 42 15,-4 1 43 1,4 0 30-16,-2 1 54 0,2 1 40 16,0 0 3-1,0 0-8-15,2 0-54 0,0 0-4 16,0 0-39-1,0 0 6-15,16 0-18 0,10 0 51 16,14 10 27-16,11-2-22 0,9 0-12 16,8-1-18-1,1-3 4-15,-1 1-39 16,-3-1 8-16,-7-1 3 16,-11-3-24-16,-11 0-16 0,-12 0-89 15,-17-5-111 1,-7-7-121-16,0-6-568 0</inkml:trace>
  <inkml:trace contextRef="#ctx0" brushRef="#br0" timeOffset="321.27">1272 4659 1043 0,'0'0'262'0,"0"0"-183"0,0 0-3 15,0 0 20 1,0 0-57-16,0 0 5 0,0 0-30 15,127 15 42 1,-82-13-14-16,4 0 2 0,2-2-22 16,-2 0-22-1,-2 0 0-15,-7-10-58 0,3-13-112 16,-12 2-218-16,-8 1-452 0</inkml:trace>
  <inkml:trace contextRef="#ctx0" brushRef="#br0" timeOffset="542.59">1395 4342 808 0,'0'0'383'0,"0"0"-209"0,0 0-38 16,0 0 90-16,0 0-39 0,0 0-89 15,0 0-57 1,13 5 30-16,32-5-29 0,7 0-15 15,3 0-21 1,-2 0-6-16,-1 0-27 0,4 0-164 16,-12 0-162-1,-11 0-503-15</inkml:trace>
  <inkml:trace contextRef="#ctx0" brushRef="#br0" timeOffset="1015.11">1912 4726 950 0,'0'0'282'0,"0"0"-156"15,0 0 6 1,0 0-30-16,0 0-65 0,0 0 2 15,0 0 3 1,-16 141 5-16,-1-67 10 0,-8 12-13 16,-2 8 1-16,-6 2-29 0,0-1 12 15,1-9-13 1,5-10 13-16,5-12-27 0,7-14-1 16,1-16-2-1,5-14-34-15,5-12-41 0,4-8-66 16,0-11 2-1,4-52-164-15,12 5-201 0,-1-2-245 0</inkml:trace>
  <inkml:trace contextRef="#ctx0" brushRef="#br0" timeOffset="1777.26">1910 4833 803 0,'0'0'237'0,"0"0"-126"16,0 0 93-16,0 0-35 0,0 0-22 16,0 0-36-16,0 0-4 15,54-107-34-15,-35 95-16 16,6 3 1-16,4 0-35 16,0 5 7-16,0 4-28 15,0 0 7-15,-2 0-2 16,-10 13-14-16,-5 4 6 15,-10 4 0-15,-2 4 0 16,-4 3 1-16,-19-1-1 16,-6-1-23-16,-2-4-4 15,0-7-27-15,6-5 25 0,6-3 15 16,5-7 14 0,5 0 1-16,3 0-1 0,6 0 0 15,0 0-19 1,0-8-1-16,6-3-45 0,11 1 25 15,2 3-29 1,1-2 21-16,-3 7 12 0,1 1 28 16,-2 1 9-1,-3-2 0-15,5-1 1 0,0-2 1 16,0-6 23-16,2 0-12 0,0-5 29 16,-5 0-1-1,-1 0 25-15,-5 5 0 0,-5 1 14 16,-2 6 2-1,-2 0-24-15,0 4-11 0,0 0-34 16,0 0-8 0,0 0-5-16,0 8-2 0,0 8-16 15,0 5 18 1,0 0 0-16,0 1-4 0,0-1-2 16,0-4 9-16,0-3-12 15,10-5 12-15,5-5-14 16,5-4 22-16,5 0-11 15,1-17 0-15,3-7 0 16,0-6 1-16,-7-2-1 16,-3-1 11-16,-9 0-9 15,-7 6 17-15,-3 4-9 16,0 5 30-16,-9 4-29 0,-11 6 23 16,-7 6-33-1,0 2-1-15,-4 0 0 0,5 8-31 16,3 5-12-1,3 4-66-15,11 3-92 0,7-2-96 16,2-8-262-16</inkml:trace>
  <inkml:trace contextRef="#ctx0" brushRef="#br0" timeOffset="2816.84">2880 4648 783 0,'0'0'244'16,"0"0"-48"-16,0 0 44 15,0 0-19-15,0 0-92 16,0 0-43-16,0 0 7 16,-27-61-38-16,4 61-33 15,-4 0-10-15,-4 21-24 16,-2 3 9-16,4 8 2 16,2 0-7-16,8 2 7 0,7-3 0 15,10-4-18 1,2-3 2-16,0-5-12 0,16-5 7 15,8-6-47 1,2-6-60-16,9-2-27 0,0 0-23 16,3 0-5-1,2-13-16-15,3-1-35 0,1-4 59 16,-1 0 109-16,-1-2 36 16,-3 2 31-16,-2 2 9 15,-4 0 75-15,-2 2 65 16,-5-2 12-16,1 2 0 15,-4 0 2-15,-7 2 3 16,-3 0-27-16,-7 2 1 16,-1-2 3-16,-5 2 0 15,0-2-65-15,0 3-10 16,-11 2-19-16,-10 1 4 16,0 4-20-16,-8 2-32 0,-2 0 5 15,-1 8 2 1,3 12-16-16,2 4 13 0,7 2-14 15,3 2 2 1,5 2-2-16,6-2 1 0,6-1-18 16,0-8 14-1,6-5-29-15,19-8 23 0,4-6-9 16,6 0 27 0,3-11-20-16,1-12 19 0,-6-2-5 15,-4-1 6-15,-7 3-1 0,-9 3 7 16,-6 5 4-1,-7 2 0-15,0 7 20 0,0 6-8 16,-11 0-15 0,-7 5-7-16,-3 9-11 0,4 9 9 15,1 1-9 1,8 2 10-16,3-2 2 0,5-2-17 16,0-5 25-16,9-3-18 15,13-9 0-15,7-5 9 16,5 0-1-16,6-9 1 15,3-14 0-15,-2-7 6 16,-1-2-11-16,-5 0 13 16,-10 3 0-16,-4 8-8 15,-7 3 21-15,-8 11-21 16,-4 2 21-16,-2 5 1 0,0 0-22 16,0 5-5-1,0 18 1-15,0 7 2 0,0 4 4 16,0 2 10-1,0-2-11-15,0-6-1 0,-2-5 9 16,-4-6-8 0,-8-6-2-16,-7-7-16 0,-27-4-42 15,1 0-262 1,-6-15-301-16</inkml:trace>
  <inkml:trace contextRef="#ctx0" brushRef="#br0" timeOffset="3416.84">1874 3822 869 0,'0'0'286'15,"0"0"-176"-15,0 0 15 16,0 0-15-16,0 0-47 15,0 0-1-15,0 0-20 16,-72 92-11-16,55-71-31 16,-1 4-19-16,5-5-134 15,1-8-435-15</inkml:trace>
  <inkml:trace contextRef="#ctx0" brushRef="#br0" timeOffset="5267.55">4533 4466 760 0,'0'0'237'16,"0"0"-163"-16,0 0 104 16,0 0-6-16,0 0-60 15,0 0-30 1,0 0 9-16,-29 0 16 0,29 0-40 15,0 0 4-15,0 0-51 0,0 0 5 16,16 5-13 0,11 2 17-16,9 0 18 0,11 1-22 15,8-2 6 1,9-3-30-16,4-1 26 0,-1-2-21 16,-5 0-9-1,-4 0 4-15,-6 0-1 0,-10-2 0 16,-11-4-31-1,-6-1-77-15,-8-4-155 0,-5 3-47 16,-6-3-374-16</inkml:trace>
  <inkml:trace contextRef="#ctx0" brushRef="#br0" timeOffset="5765.52">5151 4337 550 0,'0'0'307'16,"0"0"-216"-1,0 0 42-15,0 0 38 0,0 0-22 16,0 0-79-16,0 0 11 0,-80 0-15 16,73 0-6-1,5 0-6-15,0 0-27 0,2 2 0 16,0 4-27 0,0 0 26-16,6 2-13 0,12 1 15 15,4 4-27 1,5-3 10-16,2-1-2 0,0 3-8 15,-2-3-2 1,-4 2 5-16,-8-2-14 0,-5 1 9 16,-6 0-5-16,-4 0 3 15,0 0 3-15,-14 2 6 16,-11 1 7-16,-6-2 4 16,-5 1-11-16,3 1 7 15,2-3-13-15,6-2 5 16,8-1-5-16,3 1 0 15,10-1-92-15,4-2-110 16,0-2-367-16</inkml:trace>
  <inkml:trace contextRef="#ctx0" brushRef="#br0" timeOffset="8182.84">6134 4238 370 0,'0'0'303'0,"0"0"-186"16,0 0-56 0,0 0 79-16,0 0 32 0,0 0-4 15,0 0-65-15,9-21-22 0,-9 21-31 16,0 0 6-1,0 0-5-15,0 0 8 0,0 0-17 16,-2 16-19 0,-9 8 8-16,-3 6-21 15,-3 11 21-15,-2 2-29 16,0 3 20-16,-4 0-10 16,1-2 12-16,2-3-5 15,2-7-2-15,4-8 8 0,3-4-25 16,5-7 19-1,0-6-18-15,3-4-2 0,1 0-14 16,2-5-17 0,0 0-120-16,0 0-61 0,0 0-277 15,9-10-327-15</inkml:trace>
  <inkml:trace contextRef="#ctx0" brushRef="#br0" timeOffset="8412.93">5800 4648 1126 0,'0'0'231'15,"0"0"-141"-15,0 0 86 0,0 0 29 16,0 0-113 0,0 0-67-16,0 0 11 0,35 23-9 15,6-16 41-15,3 1-45 16,3-3 8-16,-5-2-31 15,-2-1 0-15,-7 0-25 16,-8-2-74-16,4 0-114 16,-8-2-47-16,-6-10-246 0</inkml:trace>
  <inkml:trace contextRef="#ctx0" brushRef="#br0" timeOffset="8763.14">6082 4199 815 0,'0'0'171'0,"0"0"-12"0,0 0 52 16,0 0-20 0,0 0-91-16,0 0-27 0,0 0-32 15,-6-8-15 1,26 8 33-16,7 1 37 0,9 4-28 16,6-2-47-1,3 0 4-15,1-3-24 0,1 0-1 16,-3 0-36-16,10 0-99 15,-12 0-128-15,-11 0-280 0</inkml:trace>
  <inkml:trace contextRef="#ctx0" brushRef="#br0" timeOffset="9094.07">6568 4342 365 0,'0'0'140'0,"0"0"-37"0,0 0 90 15,23-104-47-15,-14 73-7 16,-2 1-34-16,-3 2 30 16,1 3-12-16,-3 7-14 15,0 11-39-15,-2 4-20 16,0 3-50-16,0 13 11 15,0 17-11-15,0 13 1 16,0 13 19-16,-13 2-10 0,-1 7 14 16,1-3-23-1,-1-5 24-15,3-8-24 0,5-8 5 16,0-10-6 0,0-4-39-16,0-13-56 0,1-4-148 15,1-10-303-15</inkml:trace>
  <inkml:trace contextRef="#ctx0" brushRef="#br0" timeOffset="9313.45">6397 4443 1128 0,'0'0'304'0,"0"0"-194"15,0 0-31 1,0 0 67-16,123-43-94 0,-77 34-30 16,4 4-22-16,-6 2-48 15,5 3-106-15,-15 0-208 16,-10 0-601-16</inkml:trace>
  <inkml:trace contextRef="#ctx0" brushRef="#br0" timeOffset="9733.71">6747 4604 720 0,'0'0'340'16,"0"0"-212"-16,0 0-2 0,0 0-14 16,0 0-47-1,0 0-18-15,0 0-38 0,99-49 23 16,-76 33-15-1,-2 2 17-15,-6-2-23 0,-1 3 5 16,-8-5 2-16,-4 1-7 0,-2 4 8 16,0-1-17-1,0 1-2-15,-12 5 0 0,-5 2-2 16,2 6-31 0,-5 0 20-16,3 0 5 0,-2 16 8 15,3 2 0 1,3 7 0-16,3 1-6 15,2 2 13-15,6 2 5 0,2-2-12 16,0-5 23 0,0-2-17-16,10-7 0 0,5-4 4 15,3-4-9 1,4-4 2-16,4-2-3 0,6 0-17 16,19-24-109-1,-9 2-196-15,-1-2-408 0</inkml:trace>
  <inkml:trace contextRef="#ctx0" brushRef="#br0" timeOffset="10095.67">7180 4359 624 0,'0'0'348'0,"0"0"-155"16,0 0-1 0,0 0-25-16,0 0-55 0,0 0-93 15,0 0-16 1,0 4 10-16,0 16-8 0,0 6-4 15,0 2 14 1,-3 2-14-16,1 2 19 0,0-3-12 16,-1-2-7-16,1-4-2 0,-2-5 10 15,2-6-9 1,0-4 1-16,2-2 24 0,-2-6 13 16,2 0 51-1,-3 0 49-15,1-14-47 0,2-7-31 16,0-2-21-1,0-3 8-15,0-1-41 0,13 1 1 16,5 4 1 0,4 2-16-16,5 2 2 0,0 5-16 15,0 1-18-15,-1 5-29 16,3 2-53-16,5 3-124 16,-5-1-89-16,-7 3-485 0</inkml:trace>
  <inkml:trace contextRef="#ctx0" brushRef="#br0" timeOffset="10629.71">7577 4474 599 0,'0'0'328'0,"0"0"-140"16,0 0-3 0,0 0 13-16,0 0-66 0,0 0-56 15,0 0 7-15,0-37-38 0,-8 27 27 16,-2 0-53 0,-3 5 19-16,-8 0-38 0,-1 5-1 15,-3 0-9 1,-2 0 0-16,1 13 9 0,2 6 2 15,1 8-9 1,5 0 5-16,3 4 2 0,4 0-9 16,6 0 9-1,5-4 1-15,0-4-6 0,0-7 6 16,16-6-11-16,4-10 11 16,2 0-24-1,7-6 24-15,-3-14-59 0,3-8-15 16,-4-2 10-1,-2 0 29-15,-8 3 19 0,-3 3 16 16,-8 10 10 0,-2 5 11-16,0 6 75 0,-2 3-36 15,0 0-12-15,0 9-46 0,0 10 50 16,0 3-3 0,0 3-24-16,0-4-19 0,0-2-6 15,0-7-2 1,17-6-111-16,2-6-105 0,-1 0-447 0</inkml:trace>
  <inkml:trace contextRef="#ctx0" brushRef="#br0" timeOffset="12441.85">7931 4383 849 0,'0'0'178'16,"0"0"-122"-16,0 0 98 0,0 0 5 15,0 0-92-15,0 0-40 0,0 0-27 16,-80-18 0 0,62 39 0-16,-3 2 1 0,6 5-2 15,1 1 2 1,6-2-7-16,3 0 13 0,5-5-14 15,0-2 17 1,0-7-10-16,15-4 1 0,6-3-1 16,4-6 6-16,4 0-5 15,4-3 7-15,0-10 2 16,1-6-18-16,-5-2 21 16,0-4-22-16,-7-1 10 15,-5 2-1-15,-3 0 2 16,-7 5-1-16,-3 1 8 15,-2 3-8-15,0 7 8 16,-2 1 3-16,0 6 11 16,0 1-23-16,0 0-1 15,0 8-10-15,0 10 10 0,0 5 1 16,0 0 0 0,0-1-1-16,0-2 2 0,0-4-3 15,10-4 9 1,5-5 2-16,6-7-9 0,3 0 22 15,5-5-8 1,2-14-5-16,1-6-9 0,-3-3 6 16,-6 2-6-1,-4 2 7-15,-9 3 9 0,-2 10-6 16,-6 3 50-16,-2 4 1 0,0 4-14 16,0 0-32-1,0 2-8-15,0 14-14 0,-10 7 14 16,2 0-14-1,1 3 17-15,5-2-20 0,2-2 20 16,0-4-11 0,0-1 1-16,0-5 0 0,11-6 8 15,3-4-7-15,3-2 55 16,1 0-14-16,2-8 14 16,-2-11-36-16,-2-2 5 15,-3-4-25-15,-4-1 8 16,-7 1-7-16,-2-1 0 15,0 3 7-15,-11 5 1 16,-9 4-15-16,-2 6 12 16,-5 8-12-16,3 0-5 15,-1 2 11-15,0 18-13 16,8 2 11-16,3 4 1 0,7 1-15 16,5-1 14-1,2-5-9-15,0-3 4 0,7-1 8 16,9-8-10-1,5-3 4-15,4-3 5 0,4-3 1 16,4 0-1 0,1-9 0-16,0-6 6 0,-3-3-6 15,-5-1 1-15,-3 1-1 0,-5 2 6 16,-7 3 5 0,-3 1-10-16,0 7-1 0,-6 1 15 15,0 4-14 1,-2 0-1-16,0 0 2 0,0 16-4 15,0 7 4 1,0 3 3-16,-2 1 1 0,0-3-2 16,0-3 2-1,2-6-5-15,0-3 2 0,0-7 6 16,0-5 1-16,6 0-1 16,14-10 37-16,9-12-39 15,2-7 11-15,3 0-18 16,-3 2-1-16,-3 4 1 15,-5 6-6-15,-7 9 4 0,-7 4-11 16,-5 4 13 0,-2 0-34-16,-2 4 34 0,0 14-19 15,0 1 18-15,0 2 0 16,0 1-1 0,0-4 2-16,4 0 0 0,4-5-6 15,0-3 14 1,5-6 2-16,8-4-9 0,6 0 26 15,2-2-26 1,4-14 13-16,-2-7-14 0,-4 0 0 16,-4-2 0-1,-8 3 1-15,-3 0-1 0,-8 3 8 16,-2 4-15-16,-2 5 19 0,0 6-8 16,0 4-4-1,-14 0-7-15,-1 0 0 0,-3 10 4 16,0 6-6-1,2 4 9-15,1 2-8 0,4 2 16 16,0 1-14 0,6-2 6-16,3-3 0 0,2 1 0 15,0-7 1 1,7-2-2-16,8-6 2 0,7-6 13 16,7 0-14-1,3 0 20-15,1-18-19 0,0-6 8 16,-2-5-9-16,-2-3 0 0,-2-3 0 15,-4-2 0 1,-6 3-1-16,-1 3 0 0,-5 4-6 16,-1 8 14-1,-6 6-13-15,0 5 6 16,-2 8 0-16,-2 0-15 0,3 0-1 16,1 18 15-16,-2 8 2 15,-2 2-9-15,0 4 16 16,0 1-2-16,0-1 0 15,0-5 16-15,-9-5-6 16,-4-6 5-16,-3-4 4 16,-4-5-6-16,-4-7-19 15,-27 0-46-15,3-17-173 16,0-4-478-16</inkml:trace>
  <inkml:trace contextRef="#ctx0" brushRef="#br0" timeOffset="12985.67">8040 4226 995 0,'0'0'407'0,"0"0"-188"0,0 0-32 15,0 0 54 1,0 0-67-16,0 0-91 0,0 0-38 16,0 17-45-1,0-15 0-15,0 0-35 0,0 0-157 16,0-2-388-16</inkml:trace>
  <inkml:trace contextRef="#ctx0" brushRef="#br0" timeOffset="30358.78">1415 6702 598 0,'0'0'222'16,"0"0"-155"-16,0 0-40 15,0 0 86-15,0 0-13 16,0 0 2-16,-5 3-44 16,3 0 41-16,0-3-22 15,0 1-2-15,-1 3-24 16,1-2-19-16,2 0 19 15,0 1-33-15,0-3 4 0,0 1-21 16,0-1 26 0,9 0-26-16,9 0 32 0,7 0-27 15,4-4 17 1,6-14-7-16,3-4-10 0,0-5 4 16,-2-2 1-1,-2 0-11-15,-3 0 10 0,-10 3-16 16,-3-3 13-16,-7 6-7 0,-9 0 1 15,-2 3 0 1,0 3 4-16,-4 3 8 0,-11-1-13 16,-3 8 10-1,-2 0 4-15,-2 7-13 0,-1 0 7 16,3 4-8 0,-2 17-1-16,0 4 0 15,4 8-4-15,2 2-9 0,6 4 27 16,2 0-32-1,6 4 32-15,2-2-26 0,0-6 8 16,0-3 4 0,2-5-4-16,12-8-2 0,1-5 7 15,6-5-8 1,1-7 2-16,5-2 12 0,1-4 16 16,6-17-16-1,2-9-12-15,2-4-7 0,-1-6-16 16,-1-4-38-16,-2 0-21 0,-6-2 4 15,-5 4-17 1,-5 4 71-16,-5 6-11 0,-4 6 40 16,-4 8 0-1,-5 5 1-15,0 8 22 0,0 2 8 16,0 3 21 0,0 0 9-16,-2 7-14 0,-10 12-40 15,-1 13 2 1,-3 11 3-16,1 7 8 0,-1 5-19 15,-2 8 18 1,0 2-5-16,0-2 0 0,1-3 13 16,3-5-26-16,1-9 19 15,4-8-7-15,3-10-24 16,0-8 6-16,4-10-4 0,2-10-72 16,0 0-27-1,4-32-16-15,13-6-49 16,-2-2-200-16</inkml:trace>
  <inkml:trace contextRef="#ctx0" brushRef="#br0" timeOffset="31132.06">1925 6435 776 0,'0'0'182'0,"0"0"-117"0,0 0 87 15,0 0-29-15,0 0-27 16,0 0-77-16,0 0 14 16,31-36-32-16,-10 29 31 0,1 1-31 15,1 6 9 1,-2 0-10-16,0 5 2 0,-3 11-2 16,-3 4 10-1,-8 3-11-15,-7 3 14 0,0 1 4 16,-5-3-10-1,-17 0 4-15,-2-2-9 0,-3-6 8 16,0-6-8 0,5-5 8-16,1 0-19 0,6-5 27 15,7 0-21-15,2 0 4 0,4 0-2 16,2 0 1 0,0 0-1-16,0 0-1 0,0 0-17 15,0 0 19 1,2 0-5-16,10-2-13 0,1-1 36 15,3-2-32 1,3-4 23-16,4 0-9 0,2-3 0 16,2-6 0-1,-1-2 6-15,1-3 0 0,-3 0-12 16,1-1 18 0,-5 2-13-16,-2 1 2 0,-5 6 14 15,-4 4-14 1,-5 5-1-16,-4 6 22 0,0 0 8 15,0 0 4-15,0 0-24 16,0 13 22-16,0 4-17 16,-2 4-22-16,-2 1 9 15,4 0-4-15,0-4 2 0,0-4-7 16,0-2 6 0,8-6-24-16,6-3 23 0,-1-3-10 15,3 0 2 1,2 0 20-16,-2-11-5 0,0-5 1 15,-5-5 8 1,-1-3-5-16,-3 1-3 0,-2-2 21 16,-5 3-26-1,0 4 49-15,0 4-36 0,-10 7 36 16,-7 3-41 0,-1 4 61-16,-5 0-51 0,2 9-18 15,-4 12-1-15,3 0-31 0,4 2-28 16,7 1-106-1,6-4-8-15,3-11-370 0</inkml:trace>
  <inkml:trace contextRef="#ctx0" brushRef="#br0" timeOffset="32032.85">2654 6256 77 0,'0'0'546'16,"0"0"-368"-1,0 0-61-15,0 0-6 0,0 0 5 16,0 0-32 0,0 0-2-16,-36-18 0 0,21 18-49 15,-5 12 9 1,0 8-35-16,-2 8 2 0,4 4-9 16,1 5 0-1,3-1 0-15,3 2 1 0,7-7-2 16,4-3 8-16,0-5-23 0,0-9 16 15,12-6-1 1,9-7 2-16,0-1 0 0,8-3 0 16,0-20 1-1,3-7-2-15,-1-6-23 0,2-5-8 16,-2-9-60 0,2-3-18-16,-5-5-83 0,-4 2 20 15,-1 0 4-15,-7 3 99 16,-5 7 65-16,-5 7 4 15,-4 8 28-15,-2 7 46 16,0 11 55-16,0 6-2 16,0 7 49-16,0 0-72 15,0 8-38-15,-2 15-43 16,-4 7 6-16,-1 7 14 16,0 5-34-16,-2 7 42 15,0 3-37-15,-1 2 52 16,-2-1-30-16,1 0 46 0,-1-4-36 15,4-10-19 1,1-6-16-16,1-10-11 0,2-7 0 16,0-4 7-1,4-7-13-15,0-3 8 0,0-2-4 16,0 0 4 0,0-10 1-16,0-8-3 0,0-2-6 15,4-2 5-15,4-1-9 0,5 0 9 16,3 0-1-1,1 4-14-15,4 0 32 0,-3 3-29 16,1 6 13 0,0 4 0-16,-4 6 0 0,-1 0 0 15,-4 14 5 1,-3 12 9-16,-5 6 50 0,-2 5-20 16,0-2 38-1,0-3-32-15,-6-3 14 0,-1-7-42 16,3-6-15-16,2-6-7 15,0-8-17-15,2-2-86 16,0-7-125-16,0-10-75 16,0-5-502-16</inkml:trace>
  <inkml:trace contextRef="#ctx0" brushRef="#br0" timeOffset="32677.29">3121 6278 370 0,'0'0'166'0,"0"0"-104"15,0 0 53-15,0 0 20 16,0 0-13-16,0 0-85 16,0 0 6-16,0-3-10 0,0 3-5 15,-7 0-28 1,-3 0 13-16,0 0 64 0,-1 3-9 16,-5 6 19-1,-2 0-70-15,2 5 18 0,0 2-9 16,6-1 14-1,-1 0-39-15,6-3-1 0,2-1 0 16,3-1-7 0,0-3 1-16,3 4 6 0,10-4-15 15,4 0 28 1,0 0-27-16,1 0 15 0,-1 0-2 16,-1 4-27-16,-3-2 15 0,-1 3 12 15,-8 2 1 1,-4 1 3-16,0 2-3 0,-4 0 69 15,-16 1 11 1,-5-4 32-16,-4 0-85 0,2-5-20 16,-6-6-7-1,6-1-111-15,5-2-111 0</inkml:trace>
  <inkml:trace contextRef="#ctx0" brushRef="#br0" timeOffset="34897.01">3876 6217 221 0,'0'0'222'16,"0"0"-169"0,0 0 40-16,0 0 27 0,0 0 46 15,0 0-33 1,-122 78-3-16,103-69-7 0,4-1-6 15,-1 0-8 1,3 0-28-16,2-2 8 0,2 2-41 16,3-4 47-16,3 0-45 0,1-1 6 15,2-2-26 1,0-1 28-16,2 4-36 0,20 1-2 16,14-1 24-1,13-1-12-15,13-1 38 0,12-2-36 16,6 0 45-1,7 0-48-15,2 0 24 0,-4 0-44 16,-2 7 9 0,-10 0-11-16,-8 6-8 0,-10-3-1 15,-7-1 13 1,-11 1-5-16,-5-3 0 0,-8-5-2 16,-9 0 8-16,-4 0-17 15,-3-2 3-15,-4 0-8 16,-4 0 1-16,2 0-55 15,-2 0-27-15,0 0-156 16,0-11-159-16,0 2-349 0</inkml:trace>
  <inkml:trace contextRef="#ctx0" brushRef="#br0" timeOffset="35477.74">4556 6272 867 0,'0'0'206'16,"0"0"-112"-1,0 0 81-15,0 0 15 0,0 0-27 16,0 0 7 0,0 0-65-16,-67-28 15 0,63 28-61 15,2 0-7-15,0 0-24 16,2 0-21-16,0 0-7 15,0 5 12-15,0 2-24 16,0 3 31-16,10-1-19 16,3 7 8-16,5-7-1 15,3 1-6-15,0 0-1 16,0 0 0-16,-1 1 6 16,0-2-14-16,-4 4 23 15,-1 1-31-15,-6 0 38 16,-4 4-35-16,-5 1 26 0,0 2-6 15,-2 1 5 1,-17 0 27-16,0-2 39 0,-4 1-42 16,-1-2 7-1,-1 1-37-15,2-4-3 0,4-1-3 16,5-6 0 0,3-1-88-16,7-2-58 0,4-6-140 15,0 0-110-15,0 0-444 0</inkml:trace>
  <inkml:trace contextRef="#ctx0" brushRef="#br0" timeOffset="36069.16">5260 6125 362 0,'0'0'585'0,"0"0"-420"16,0 0-6-1,0 0 28-15,0 0 1 0,0 0-104 16,0 0-25 0,-6 55-40-16,-1-11 96 0,1 7-19 15,-6 10 30 1,3-1-58-16,-2 1 7 0,2-5-20 15,0-6-46-15,5-9-9 0,0-12-9 16,1-7-16 0,3-10-117-16,0-8-98 0,0-4-65 15,7-30 16 1,10-7-64-16,-1-4-390 0</inkml:trace>
  <inkml:trace contextRef="#ctx0" brushRef="#br0" timeOffset="36539.85">5503 6152 667 0,'0'0'244'0,"0"0"-190"16,0 0 77 0,0 0 11-16,0 0-10 0,0 0-35 15,0 0-11-15,-6 77 10 16,-7-45-26-16,-4 3 4 15,-5 3-31-15,-5 5 27 16,-4-2-16-16,0 0 13 16,0-5-52-16,5-6 7 0,3-6-9 15,5-10-5 1,5-6-1-16,6-8 3 0,0 0-10 16,5-8 8-1,0-12-16-15,2-3-3 0,0 2-3 16,0 3 14-1,4 2-10-15,3 5 9 0,0 4 2 16,-3 2-11 0,5 5 16-16,-1 0-17 0,6 0 4 15,5 12-6-15,2 6 23 0,2 5-10 16,-3 2 19 0,0-4 17-16,-4 1 28 15,-3-4-22-15,-2-2 12 0,0-4-53 16,-4-6 8-16,-3-2-9 15,3-4-14 1,-2 0-104-16,1-2-131 0,-2-11-105 16,-1-1-566-16</inkml:trace>
  <inkml:trace contextRef="#ctx0" brushRef="#br0" timeOffset="40849.87">1687 8490 168 0,'0'0'248'15,"0"0"-149"-15,0 0 15 0,0 0-8 16,0 0 47 0,0 0-33-16,0 0 5 0,0-49-3 15,0 48 7 1,0-3-39-16,0-2-19 0,0 0 2 16,0-2-15-1,0-1-5-15,0 2-36 0,3-1 37 16,1-1-38-16,-2 7 44 15,0-3-30-15,-2 1 21 16,0 4-19-16,0-3-5 16,0 3 27-16,0 0-26 15,0 0 19-15,0 5-46 16,0 16 48-16,0 8-26 16,0 11 45-16,-8 10-53 15,-6 10 12-15,1 4-2 0,-3 3-4 16,-2-2 19-1,2-7-28-15,1-7 43 0,1-11-55 16,6-8 6-16,1-10 12 16,3-7-33-16,1-6 15 15,3-7-47-15,0-2-47 16,0 0-77-16,0-7-94 16,11-36-27-16,2 3-17 15,6-2-314-15</inkml:trace>
  <inkml:trace contextRef="#ctx0" brushRef="#br0" timeOffset="41382.3">1890 8453 393 0,'0'0'375'16,"0"0"-220"-16,0 0-6 0,0 0 4 15,0 0-11 1,0 0-74-16,0 0-10 0,-3 41-2 16,-7-7 25-16,-6 7 17 0,-4 5-43 15,-5 3 17 1,-4 2-22-16,0-3 19 0,-2-6-58 16,2-8 25-1,4-8-36-15,5-10 16 0,7-6-7 16,0-8 1-1,4-2-10-15,2-2 9 0,1-15-24 16,3-4-17 0,3-1 22-16,0 0-30 0,3 2 34 15,5 1-19 1,6 7 12-16,-3 5 6 0,2 3-11 16,1 4 18-16,1 0-24 15,3 9 10-15,0 8 28 16,0 3-11-16,2 3 8 15,3 4 0-15,-4 2 32 16,1-2 4-16,-2 1 29 16,0 0-20-16,-2-5 32 15,-3-6-39-15,0-2 22 16,-1-10-61-16,-2-3 33 0,-1-2-35 16,3 0 12-1,1-2-3-15,-1-10-17 0,-4 2-36 16,5-5-134-1,-3 2-90-15,-6 3-266 0</inkml:trace>
  <inkml:trace contextRef="#ctx0" brushRef="#br0" timeOffset="42347.59">2284 8944 189 0,'0'0'654'16,"0"0"-495"-16,0 0-75 16,0 0 55-16,0 0-30 15,0 0-72-15,0 0 10 16,-11 5-12-16,11-5 34 16,0 0-26-16,0 0 6 0,2 0-29 15,11 0 33 1,4-12-8-16,3-4-20 0,1-4-21 15,2-4 9 1,0 0-26-16,-6 2 9 0,-1 2 2 16,-7 6 4-1,-3 2-9-15,-4 8 8 0,1 2-1 16,-3 2 25 0,0 0 9-16,0 3 37 0,0 16-47 15,0 8 40-15,-5 5-11 0,3 11 35 16,0 3-40-1,0 2 41-15,-3-4-8 0,3-3-14 16,-2-9-20 0,2-8-46-16,-1-6 4 0,1-8 4 15,2-8-18 1,-2-2-70-16,2-2-58 16,-5-42-185-16,3 2-62 0,-3-4-663 0</inkml:trace>
  <inkml:trace contextRef="#ctx0" brushRef="#br0" timeOffset="43830.03">2010 7786 631 0,'0'0'130'0,"0"0"-82"15,0 0-27-15,-118-8 93 16,82 8-33-16,-1 0-29 16,-1 0-44-16,1 0 3 15,2 8-9 1,-1 6-2-16,3 5 7 0,-2 2 2 15,-1 7-4 1,-3 3-4-16,2 2 17 0,-1 2-10 16,3 1 29-16,-3 2-37 15,-1-1 2-15,2-2 6 16,1 1-7-16,3 2 8 0,2-2-3 16,2 4 15-1,0 0-19-15,4 1 53 0,2 3-42 16,4 1 13-1,3 2-19-15,3-1 3 0,3 2-10 16,4-4 8 0,4 2-7-16,2-2 6 0,0 1 25 15,0-1-26-15,6-1 22 0,6 3-28 16,1-2 0 0,3-5 1-16,1 2 1 0,4-1-4 15,1-3-13 1,0 0 14-16,5-1-5 0,2 0 4 15,6-2 4 1,4-3-4-16,3 1 2 0,-2 1-1 16,3-3-6-1,-2-1 12-15,1 0-13 0,1 3 16 16,2-2-15 0,0 0 17-16,1-7-18 0,1-1 8 15,-1-4 0-15,4-4 1 16,-1-2-1-16,-2 0 0 15,0-2 8-15,-1-3-18 16,-1 2 23-16,-3-1-19 16,-2-2 17-16,1-4-9 15,-4 0-1-15,3-2 18 16,-1 0 19-16,-1-2-8 16,-1-11 9-16,1-1-38 15,0-5 37-15,0-1-37 16,-2-2 15-16,-1 0-8 0,1-2 0 15,-5 2-8 1,3-2 12-16,-6-2 7 0,3-3-19 16,-2 1 35-1,3 0-34-15,-3-4 42 0,2 2-34 16,-2-5 31 0,-2 2-38-16,-3-6 23 0,-3 2-6 15,-2-5-12-15,-1 0 19 0,-5-2-20 16,-1 1 2-16,-3-1 3 15,-3 2-18 1,-4 2 23-16,-2 0-17 0,0 2 1 16,0 1 0-1,0 2 0-15,-8-4 10 0,-3 4-19 16,-3-2 22 0,-1 0-11-16,-8-2 10 0,-1 1-21 15,-3-1 15 1,-2 4-6-16,0-3 0 0,1 2 0 15,3 0 0-15,0 3 10 16,5 1-26-16,3 6 32 16,3 4-34-16,1 2 34 15,1 2-30-15,1 2 14 16,-2 2 0-16,-1 2-2 0,-1-1-20 16,-1 4 21-1,-1-1-16-15,-1 3 3 0,-1 0 19 16,2-1-13-1,-1 2 16-15,1-5 5 0,1 4-13 16,-3-1 0-16,4-2 13 16,-3 2-12-16,-1-2 10 15,0 0 2-15,-1 0 8 16,1-1 2-16,-2 2 27 16,-1 0-37-16,2 1 28 15,0 1-4-15,-1 3-14 16,2 1-17-16,1 3 9 15,-2 0-25 1,-2 0 21-16,-1 0-22 0,1 0-14 16,-2 0 7-16,1 0-61 0,1 0-27 15,1 0 7 1,0 0-82-16,5-7-73 0,3-4-401 0</inkml:trace>
  <inkml:trace contextRef="#ctx0" brushRef="#br0" timeOffset="45362.23">3165 8959 608 0,'0'0'488'0,"0"0"-402"16,0 0-31-16,0 0 36 16,0 0-17-16,0 0-74 15,0 0-39-15,-5 0-41 0,5 0-110 16,0 0-208-16</inkml:trace>
  <inkml:trace contextRef="#ctx0" brushRef="#br0" timeOffset="46133.76">1560 9465 796 0,'0'0'142'0,"0"0"-87"0,0 0 31 15,0 0 39 1,0 0-21-16,0 0-53 0,0 0 5 15,-69 7-11-15,69-7 15 16,0 0-48-16,0 0 11 16,0 0-23-16,0 0 0 0,10 2-27 15,11 3 27 1,12-1-6-16,10-2 13 0,12-1-13 16,13-1 21-1,27 0-21-15,30-7 21 0,27-14-18 16,-11 2 3-16,-29 3 0 15,-31 6 0-15,-25 8 7 16,6-3-16-16,7 5 19 16,2 0-18-1,-7 0 15-15,-14 0-14 0,-7 0 2 16,-10 0-3-16,-8 5 0 16,-10 5 2-16,-4-3 5 15,-4 4 2-15,-4-4-12 16,-3 0-19-16,0-3-11 15,0-3-79-15,-5-1-109 0,-2 0-509 0</inkml:trace>
  <inkml:trace contextRef="#ctx0" brushRef="#br0" timeOffset="46485.75">3154 8959 1015 0,'0'0'328'0,"0"0"-235"16,0 0-64-1,0 0 36-15,0 0-65 0,0 0-82 16,0 0-296-16</inkml:trace>
  <inkml:trace contextRef="#ctx0" brushRef="#br0" timeOffset="46674.67">3152 8663 1302 0,'0'0'348'15,"0"0"-276"-15,0 0 43 0,0 0 1 16,0 0-116 0,0 0-95-16,0 0-139 0,6 26-14 15,5-15-617-15</inkml:trace>
  <inkml:trace contextRef="#ctx0" brushRef="#br0" timeOffset="60581.09">4894 9627 365 0,'0'0'150'16,"0"0"-101"-16,0 0 29 15,0 0 0-15,0 0-19 16,0 0-7-16,3 0-11 16,-3 0 28-16,0 0-17 15,0 0 35-15,0 0-21 16,0 0 40-16,0 0-25 15,0 0-1-15,0 0-23 0,0 0 5 16,0 0 14-16,0 0-47 16,0 0 29-16,0 0-51 15,0 0 23-15,0-3-30 16,0 3 35-16,0 0-34 16,0 0 14-16,-3 0 8 15,-3 0-11-15,-3 0-11 16,-2 12 14-16,-2 1-30 15,-3 6 30-15,-2 2-27 16,2 4 18-16,1-1-6 16,1-1 0-16,3 3 1 0,1-2-2 15,2 0 15 1,4 1-21-16,2-2 19 0,0 0-21 16,2-5 19-1,0-1-20-15,0-2 7 0,0-3 1 16,0-2 1-1,2 0-12-15,4-4 12 0,2 2-7 16,-2-4-13 0,3-2 21-16,-1 1-7 0,4-3-18 15,1 0 9 1,3 0 4-16,1-14-1 0,2-1-3 16,-1-3-31-16,1-2 39 0,2-2-33 15,-4 0 34 1,-1 3-25-16,-1-1 31 0,-5 6-32 15,-2 4 17 1,-3 3 14-16,-1 2-2 0,-4 5-5 16,2 0 18-1,-2 0-16-15,0 0 18 0,0 0-22 16,0 0 3 0,0 0 8-16,0 0-14 0,0 0 5 15,0 0 8-15,0 3-3 16,0 6-11-16,0 1 30 15,0 4-21-15,-2 3 15 16,-4-2-11-16,1 2 9 16,3-1-7-16,-2-1 9 15,2 0-9-15,2-3 0 16,0 0 11-16,0 0-21 16,0 0 22-16,0 0-21 15,6-2 21-15,3 2-17 16,2-2 5-16,0-2 0 15,0 0 0-15,3 0 2 0,-1-4-12 16,-1 0 21-16,1-4-18 16,0 0 17-16,0 0-11 15,0 0 11-15,4 0-7 16,0-6 7-16,1-6-3 16,0-4 22-16,-1-4-29 15,2-7 30-15,-2-2-24 16,-1-5 36-16,-1-2-34 15,-1-4 47-15,-5-1-8 16,-3 6 13-16,-2 0-19 0,-4 9-31 16,0 6 0-1,0 6 5-15,0 7-30 0,0 5-23 16,0 2-83-16,-8 0-256 0</inkml:trace>
  <inkml:trace contextRef="#ctx0" brushRef="#br0" timeOffset="62285.6">5534 10046 182 0,'0'0'254'16,"0"0"-90"-16,0 0-5 15,0 0 14-15,0 0-28 16,0 0-44-16,0 0-12 16,0-3-18-16,0 3 20 15,0-3-40-15,0 3 21 16,0-2-38-16,0 2 11 15,0 0-30-15,-2 0 9 0,2 0 3 16,-2 0-11 0,0 0 16-16,0 0-13 0,-1 0 21 15,1 0-39 1,0 5 2-16,-2 4 10 0,2 1-22 16,-2 2 9-1,4 0 0-15,0 0-2 0,0 0 4 16,0-4-14-1,0 2 15-15,0-3-10 0,0 0 14 16,0 0-14-16,6 0-2 0,2-1 9 16,3 0 0-1,-1-1-1-15,1-3 0 0,-1-2-11 16,2 0 3 0,-3 0 12-16,-1 0-9 0,4-2 12 15,-3-9-2 1,-3 1-4-16,3 2 0 0,-2-4 0 15,-2 2 2 1,-1-2-6-16,0-2 17 0,-2 0-13 16,1-4 8-16,-1 2-1 0,-2 2 2 15,0 0-9 1,0 5 16-16,0-3-3 0,-9 7 16 16,-4 1-27-1,-1 4 62-15,-3 0-39 0,-3 0-15 16,-1 12 3-1,4 6-26-15,1 0-9 0,7 1-55 16,9 6-67 0,0-6-161-16,0-3-315 0</inkml:trace>
  <inkml:trace contextRef="#ctx0" brushRef="#br0" timeOffset="62947.63">6148 9557 87 0,'0'0'897'0,"0"0"-637"16,0 0-158-16,0 0 84 16,0 0-48-16,0 0-40 0,0 0-76 15,-14 2-3 1,14-2-5-16,14 5-8 0,3-5 19 15,4 5-18 1,3-3-7-16,-2 2 18 0,3-1-37 16,-3 2-8-1,1-1-28-15,-4-2-71 0,4 2 7 16,-5 0-126 0,-7 0-284-16</inkml:trace>
  <inkml:trace contextRef="#ctx0" brushRef="#br0" timeOffset="63229.14">6141 9774 199 0,'0'0'635'0,"0"0"-445"16,0 0-119-16,0 0 83 15,0 0-38-15,0 0-67 16,0 0-19-16,7 13 1 16,10-13 26-16,8 0-57 15,13-1 0-15,-5-6-54 16,-2 2-234-16</inkml:trace>
  <inkml:trace contextRef="#ctx0" brushRef="#br0" timeOffset="65729.89">7137 9353 111 0,'0'0'620'16,"0"0"-470"-16,0 0-63 0,0 0 35 16,0 0-36-16,0 0-27 0,0 0-46 15,2-39 38 1,-2 35-32-16,2 1 45 0,-2 3-22 15,0 0 16 1,0 0-25-16,0 0 12 0,0 0 1 16,-10 12-45-1,-4 5-2-15,-1 5 19 0,-6 6-17 16,2 4-1-16,1 3 35 16,-1 1-22-16,4 0 16 15,4 0-10-15,0-2-18 16,6-5-1-16,1-2 13 15,4-3-25-15,0-5 30 16,0 1-36-16,0-8 29 16,9 2-22-16,-1-5 11 15,2-2-14-15,-1-6 1 16,1-1-38-16,2 0 19 16,3 0 7-16,3-8 12 0,3-10 6 15,-4-2 6 1,4-4-46-16,-4 0-7 0,-3 0 2 15,-1 2 7 1,-6 2 42-16,0 1-6 0,-5 5 2 16,-2 5 14-16,0 3 9 15,0 0-10-15,0 6 52 16,0 0-17-16,0 0-6 16,0 0-21-16,0 1-12 15,0 14-4-15,0 4 14 16,0 0-21-16,-2 1 24 15,2-1-24-15,0 4 10 16,0-5-1-16,0-1 0 16,0 0 1-16,0-5-2 0,4-2-4 15,7-5-3 1,3-3 16-16,3-2-10 0,5 0 12 16,3-9 5-1,6-11-15-15,-2-4 8 0,-2-4 0 16,0-2-8-16,-5-4 18 15,-4-2-17-15,-5 2 36 16,-6 2-23 0,-5 1 53-16,-2 8-29 0,0 2 38 15,0 5-11-15,-7 4-30 0,3 4-26 16,-1 4-9 0,3 0 0-16,0 4-103 0,2 0-34 15,-2 0-144 1,0 4-503-16</inkml:trace>
  <inkml:trace contextRef="#ctx0" brushRef="#br0" timeOffset="66544.28">7505 9726 149 0,'0'0'311'15,"0"0"-145"-15,0 0-70 0,0 0 12 16,0 0-27 0,0 0 7-16,0 0-22 0,0 5 23 15,0 4-42 1,0 0 8-16,0 2-49 0,0 1 13 16,0 0 7-1,0 0-6-15,0 2-1 0,0-3-17 16,4 3 19-16,1-2-21 0,0-1 3 15,-1-4 10 1,3 0-22-16,-1-3 9 0,0-2 0 16,2-2 6-1,3 0-3-15,-3 0 30 0,6 0-27 16,-3 0 35 0,-2 0-40-16,2-9 34 0,-4 4-35 15,-1-5 17 1,-1 2 11-16,0-3-9 0,-5-1 17 15,0 0-27-15,0-1 27 16,0-4-36-16,0 1 27 16,0-2-25-16,-5 4 39 15,-4 0-18-15,3 4 2 16,-3 2 19-16,-3 1-14 16,4 7 7-16,-3 0-9 15,-5 0 22-15,1 3-39 16,-4 15-22-16,1 2 3 0,3 5-1 15,-1-1-30 1,7-1-37-16,3-2-24 0,6-2-70 16,0-5-67-16,0-6-424 15</inkml:trace>
  <inkml:trace contextRef="#ctx0" brushRef="#br0" timeOffset="67949.41">8180 9481 129 0,'0'0'902'0,"0"0"-691"16,0 0-66-1,0 0 1-15,0 0-4 0,0 0-104 16,0 0 6-1,16 0-19-15,4 0 10 0,4 0 20 16,3 0-30-16,4 0-3 16,0 0-4-16,4 0-36 15,0-5 10-15,14-4-80 16,-9-1-146-16,-4 1-334 16</inkml:trace>
  <inkml:trace contextRef="#ctx0" brushRef="#br0" timeOffset="68874.83">9317 9166 649 0,'0'0'263'0,"0"0"-162"0,0 0 65 15,0 0-4 1,0 0-37-16,0 0-91 0,0 0 8 16,0-14-25-16,0 28 36 15,0 6-14-15,-6 4 3 16,-6 6-13-16,-3 6-10 15,-5 4 17-15,-3 2-35 16,-3 4 28-16,-3-2-28 16,-2-2 6-16,2-3 5 15,2-9-13-15,2-6 1 16,5-6 0-16,3-6-1 16,3-8 2-16,5-4-11 15,1 0 10-15,2-7 0 0,2-14-22 16,4-4 11-1,0 0-4-15,0 1 14 0,0 2 1 16,10 0-3 0,3 4-6-16,0 1 16 0,3 4-18 15,0 1 22 1,-1 3-21-16,1 4 26 0,-1 2-17 16,1 3 1-1,-1 0 0-15,1 0 0 0,-3 0 1 16,3 10 32-16,-3 2-31 15,0 7 53-15,-1 3-21 16,-3 2 45-16,-1 3-38 16,0 0 28-16,-4-3-19 15,-2-5-22-15,0-4-24 16,0-3 10-16,-2-7-28 16,3 0 31-16,-3-5-35 0,0 0-7 15,2 0-22 1,0 0-128-16,0 0-47 0,-2-2-98 15,2-6-729-15</inkml:trace>
  <inkml:trace contextRef="#ctx0" brushRef="#br0" timeOffset="69947.17">9966 9224 546 0,'0'0'289'0,"0"0"-176"15,0 0 21-15,0 0-19 0,0 0 5 16,0 0-56 0,0 0 17-16,-22-38-33 15,15 36 11-15,0 0-25 16,-4 2-27-16,-2 0 2 16,-5 4 7-16,-6 13-23 0,-1 4 21 15,-2 4-27 1,0 0 26-16,6 1-16 0,0 0 3 15,3-1-1 1,5-2 1-16,4-3 0 0,4 0-11 16,5-2 15-1,0-4-17-15,0-3 19 0,0-6-18 16,3-2 19 0,8-3-7-16,2 0 22 0,3 0-16 15,1-10 3-15,2-6 1 0,1-5-13 16,-1-3 15-1,0-3-18-15,-1-8 16 0,1-4-4 16,-1-5-6 0,0-2 0-16,0-7 9 0,-3-1-9 15,-1-1 34 1,-5 6-33-16,-3 1 51 0,-1 11-20 16,-5 11 49-16,0 10-39 15,0 8 32-15,0 8 15 16,-7 0-8-16,-10 6-63 15,-8 17-5-15,-4 0-26 16,4 5 26-16,0-4-31 16,8-2-51-16,3-6-107 15,8 2-58-15,4-8-50 16,2-1-351-16</inkml:trace>
  <inkml:trace contextRef="#ctx0" brushRef="#br0" timeOffset="70641.86">10194 8909 212 0,'0'0'292'0,"0"0"-170"0,0 0-3 15,0 0 51 1,0 0 22-16,0 0-61 0,0 0 18 15,-25 21-62 1,25-19-6-16,0-2-44 16,20 0 63-16,11 0 29 15,9 0-28-15,12 0-19 0,4-9-41 16,1-1-8-16,-3 3-19 16,-5-2-20-16,-7 3 12 15,-11 4-12-15,-6 2-97 16,-12 0-99-16,-13 0-57 15,0 0-237-15,0 8-208 0</inkml:trace>
  <inkml:trace contextRef="#ctx0" brushRef="#br0" timeOffset="71213.11">10381 9007 218 0,'0'0'172'0,"0"0"-97"16,0 0 40-1,0 0-2-15,0 0-40 0,0 0 28 16,0 0-7-1,29-70-13-15,-27 65 26 0,-2 5-20 16,0-2 22 0,0 2-45-16,0 0-2 0,0 0-10 15,0 0-2 1,0 0 4-16,0 0-27 0,0 0 29 16,0 2-55-16,0 5 14 15,0 3-6 1,0-2-11-16,0 0 3 0,-2 3-1 15,0-4 3 1,-1 0 3-16,1 0-12 0,-2 2 18 16,1-2-14-1,-2 5 14-15,-1 2-21 0,2 3 25 16,-3 7-14-16,1 2-2 0,-2 6-3 16,0 2-3-1,-3-3 12-15,-1 1-19 0,-1-3 29 16,-1-5-22-1,-1-5 17-15,-1-7 4 0,1-1-13 16,-1-7 66 0,3-4 10-16,-3 0-43 0,1 0-14 15,1 0-10 1,3 0-22-16,2-4 2 0,5 0-32 16,4 2-100-1,0 0-69-15,0 2-424 0</inkml:trace>
  <inkml:trace contextRef="#ctx0" brushRef="#br0" timeOffset="71961.19">9579 9668 416 0,'0'0'338'0,"0"0"-174"15,0 0 3-15,0 0 21 16,0 0-43-16,0 0-49 16,0 0 23-16,-79 26-49 15,79-26 3-15,21 0-72 16,16 0 94-16,19 0-1 16,17 0 6-16,29 0-40 15,31-12 15-15,25-2 17 16,-11 2-61-16,-29 1-13 0,-33 5 1 15,-20 3-31 1,6-4 30-16,2 0-30 0,1 0 12 16,-16 2 0-1,-20-2-29-15,-18 3-62 0,-14 0 4 16,-6-1-39 0,-31 5-81-16,-9 0-153 0,-5 0-266 0</inkml:trace>
  <inkml:trace contextRef="#ctx0" brushRef="#br0" timeOffset="72856.95">9888 10122 530 0,'0'0'153'0,"0"0"-107"16,0 0-11-16,0 0 36 16,0 0-24-16,0 0 69 0,0 0 14 15,0 2 35 1,-2-2-37-16,2 0 13 0,-2 0-26 16,0-6-53-1,-1-2-6-15,-2-1-49 0,1 0 20 16,2-3-25-1,-2 1 0-15,-1-1 13 0,-1 3-20 16,0-1 5 0,-2 4 0-16,-3 5 0 0,-5 1 1 15,-3 0-7-15,-4 19 2 16,-4 9-11-16,2 7 23 16,1 2-26-16,2 2 18 15,6 1-1-15,5-4 1 16,5-2-10-16,3-5 10 15,3-2-7-15,0-8-4 16,3-4 14-16,10-7-19 16,7-6 8-16,2-2 7 15,0 0-17-15,5-6 8 16,-2-13-5-16,2 0-18 0,-4-3 15 16,-2-4-29-1,-1-2 45-15,-5-7-7 0,-1-2-1 16,-5-4 20-1,0-3-7-15,-5 0-3 0,-1 0 1 16,-3 4 14-16,0 4-13 16,0 8 30-16,-3 5-32 15,-8 11 52-15,-2 10-4 16,-5 2 20-16,1 2-68 16,-4 19-1-16,3 2-21 0,5 6-57 15,3-5-86 1,6-5-316-16</inkml:trace>
  <inkml:trace contextRef="#ctx0" brushRef="#br0" timeOffset="73742.17">10227 10055 358 0,'0'0'361'15,"0"0"-160"1,0 0-48-16,0 0-1 0,0 0 5 15,0 0-56 1,0 0-5-16,-56-17-67 0,47 35-1 16,-2 6-27-16,-2 6 0 15,-6 9 16-15,2 5-16 16,-1-1 10-16,3 3-2 16,1-5 0-16,3-7-3 15,7-8 11-15,4-8-11 16,0-8 3-16,0-6-9 15,9-4 41-15,13 0 23 16,5-16-35-16,4-11 18 16,2 0-47-16,3-4 16 0,-5-2-4 15,0-1-9 1,-4 4-3-16,-2 2 0 16,-8 1-1-16,-3 9 2 0,-5 5-2 15,-5 2 13 1,-2 8-15-16,-2 3 9 0,0 0-12 15,0 0-9 1,0 10 15-16,0 7 0 0,0 5 1 16,0 2-1-16,-2 1 10 0,2 0-26 15,0 0 32 1,0-3-29-16,0 0 26 0,2-5-20 16,10-3 7-1,3-3 0-15,3-7 15 0,2-4 7 16,0 0 30-1,3-15-15-15,1-9 34 0,-2-7-49 16,-2-5 25 0,-5-3-41-16,-5 2 30 0,-8-1-35 15,-2-1 9 1,0 7-6-16,-6 2 7 0,-6 7-22 16,-1 2-17-16,1 9-26 15,6 8-127-15,1 4-44 16,5 0-259-16,0 8-538 0</inkml:trace>
  <inkml:trace contextRef="#ctx0" brushRef="#br0" timeOffset="74354.14">10713 10253 36 0,'0'0'367'0,"0"0"-115"0,0 0-47 16,0 0-33-1,0 0-26-15,0 0-94 0,0 0-21 16,-50 32-4 0,46-18-26-16,0 1 32 0,0-1-32 15,4 3 32-15,0-2-27 16,0-1 35-16,0-2-30 15,0-1 4-15,2-3-3 0,4 0-10 16,3-3 17 0,-2-2-19-16,2-1 38 0,-3-2-20 15,3 0 56 1,1 0-32-16,-2 0 19 0,3-5-30 16,1-10-1-1,-1-2 4-15,0-2-24 0,-4-1 24 16,-1-2-33-1,-1 2 50-15,-5 0-19 0,0 3 46 16,0 3-39-16,0 3 4 0,0 1-11 16,-5 3 5-1,-6 5 18-15,-2 2-39 16,-3 0 0-16,-2 0-16 16,-2 12-26-16,3 5-89 15,-4 7-61-15,6-4-92 16,1-3-248-16</inkml:trace>
  <inkml:trace contextRef="#ctx0" brushRef="#br0" timeOffset="88947.81">15510 1444 380 0,'0'0'688'15,"0"0"-568"-15,0 0-59 16,0 0 37-16,0 0-25 16,0 0-2-16,11-39-45 0,-7 34 12 15,-1-2-5 1,-1 3 26-16,1 0-3 0,-3 4-10 15,0 0 3 1,0 0 10-16,0 0 23 0,0 4-60 16,0 9 4-1,-8 8-25-15,-1 9 8 0,-1 6-9 16,-4 7 1-16,1 5 1 16,-1 2-2-16,3 5 0 15,0-4 8-15,7 0-9 16,2-5 2-16,2-8-2 15,0-6-11-15,4-8 10 16,9-7 2-16,8-6-1 16,3-7 1-16,2-4-9 15,3 0 9-15,2-17-13 16,-2-2 12-16,0-9-4 0,-2-3 4 16,-2-5-14-16,-5-1 15 15,0-2 0 1,-4 4-8-16,-5 0 7 0,-5 7 2 15,-1 6 3 1,-5 8-4-16,3 4 21 0,-3 6-1 16,0 4 28-1,0 0-12-15,0 0-7 0,0 0-22 16,0 9-5-16,0 8-4 16,0 9 1-16,0 3 0 15,0 5 2-15,0 2-2 0,6-4-3 16,0 0 4-1,5-4 0-15,3-4 1 0,1-6-8 16,1-4 17 0,5-4-13-16,-4-9 6 0,6-1 41 15,-1-7 24 1,2-23 4-16,3-10-26 0,0-8 0 16,-5-5-1-1,-4 2-26-15,-7 0 23 0,-4 7-22 16,-7 6 32-16,0 4-29 0,0 5 14 15,-11 7-25 1,-3 6 16-16,-1 9-17 0,1 4-11 16,-1 3-45-1,-1 0-98-15,-8 8-91 0,6 10-281 16,0 3-190-16</inkml:trace>
  <inkml:trace contextRef="#ctx0" brushRef="#br0" timeOffset="89961.55">16223 1855 561 0,'0'0'366'15,"0"0"-186"-15,0 0-35 16,0 0 4-16,0 0 5 16,0 0-50-16,0 0 1 0,0-6-34 15,0 6 7 1,0 0-8-16,0 0-11 0,0 0 5 15,0 0-25 1,0 0 6-16,0 0-31 0,0 0 6 16,3 7-14-1,6 11 25-15,4 1-10 0,3 5-8 16,-1 0-6-16,1 0-6 0,1 2 6 16,-1 0 0-1,-1 0-4-15,-1-2 0 0,-1-4-6 16,-3-3 2-1,-2-3 1-15,-1-6 1 16,-3-1-1-16,-2-5 0 16,0 1-10-16,-2-2 10 0,3-1-31 15,-3 0-4 1,0 0-39-16,0 0-59 0,0 0-114 16,0 0-40-16,-3-6-372 0</inkml:trace>
  <inkml:trace contextRef="#ctx0" brushRef="#br0" timeOffset="90442.79">16411 1905 314 0,'0'0'281'16,"0"0"-118"-16,0 0-14 0,0 0 4 15,0 0 16 1,0 0-47-16,0 0 10 0,0-16-27 15,0 16-13 1,0 0-3-16,0 0-3 0,0 0 21 16,0 0-31-1,0 0-1-15,0 4-35 0,-2-2 2 16,2-2-31 0,-3 1 5-16,0 1-6 0,-1 7 8 15,-4 5-5-15,-9 9-4 16,-6 12 0-16,-8 7-9 15,-8 8 7-15,-3 6-6 16,-3 1-2-16,3-3-7 16,2-7-32-16,7-6-62 15,8-11-135-15,9-10-71 16,9-16-366-16</inkml:trace>
  <inkml:trace contextRef="#ctx0" brushRef="#br0" timeOffset="91526.14">16939 1712 469 0,'0'0'665'16,"0"0"-520"-16,0 0-92 15,0 0 18-15,0 0 38 16,0 0-43-16,0 0-1 0,49 17 24 16,-9-17 8-1,4 0-18-15,6-3-53 0,-3-6-26 16,-5-2-21-1,-5 3-77-15,-7 4-67 0,-12 4-66 16,-10 0-273 0,-8 4-229-16</inkml:trace>
  <inkml:trace contextRef="#ctx0" brushRef="#br0" timeOffset="91777.5">17022 1921 690 0,'0'0'353'0,"0"0"-193"0,0 0-54 16,0 0 36-16,0 0 5 16,0 0-25-16,0 0 3 15,2 6-64-15,15-3 11 16,6-3-3-16,8 0-3 15,4 0-57-15,6 0-9 16,24 0-118-16,-15 0-199 16,-5 0-606-16</inkml:trace>
  <inkml:trace contextRef="#ctx0" brushRef="#br0" timeOffset="94088.03">18145 1414 654 0,'0'0'340'16,"0"0"-212"-16,0 0-37 15,0 0 53-15,0 0 1 0,0 0-21 16,0 0-54 0,0-19 3-16,0 19-24 0,0 0 33 15,0 0-16 1,0 0-3-16,0 0-28 0,-2 7-10 16,-10 5 1-16,-1 4-25 15,-7 7 2-15,-3 9 5 16,2 4-11-16,-2 5 11 15,3 5-4-15,3 5-4 16,3-2 0-16,5 1 0 16,5-2-5-16,4-3 4 15,0-10-5-15,2-7 5 16,11-7-11-16,3-7 11 16,4-8-24-16,0-6 19 15,2 0-9-15,3-6 2 0,-4-13 4 16,0-4-4-1,1-7 13-15,-1-2-27 0,-4-3 24 16,-3 2-29 0,-3 2 26-16,-5 7-6 0,-4 8 12 15,1 6 2 1,-3 6 6-16,0 4 19 0,0 0-4 16,0 0 15-16,0 2-36 0,0 14 7 15,0 7-7 1,0 4 2-16,0 4-4 0,0 1 0 15,0-3 0 1,2 0-5-16,9-5 4 0,0-4 2 16,7-6 7-1,0-6-7-15,6-8 15 16,3 0 2-16,2-3 19 16,5-16-12-16,-1-8-7 0,-2-7 7 15,-4-2-19-15,-4-3 32 16,-8-4-37-16,-8 2 22 15,-7 0-12-15,0 4 34 16,0 8-5-16,-16 3-25 16,0 4-6-16,1 7-9 15,-1 3-18 1,5 7-60-16,5 3-6 0,1 2-137 16,3 0-258-1,0 14-578-15</inkml:trace>
  <inkml:trace contextRef="#ctx0" brushRef="#br0" timeOffset="94623.59">18729 1751 16 0,'0'0'1192'16,"0"0"-931"-16,0 0-193 0,0 0 10 15,0 0 3 1,0 0 32-16,0 0-23 0,38 43-19 16,-18-16-27-1,0 1 16-15,0 2 4 0,0-2-21 16,-5-3-22 0,-1-2-20-16,-1-2-2 0,-3-6-1 15,-2-1-20 1,-1-5-97-16,-3-6-139 0,-2-3-87 15,-2 0-281-15</inkml:trace>
  <inkml:trace contextRef="#ctx0" brushRef="#br0" timeOffset="94844.69">18896 1722 871 0,'0'0'340'15,"0"0"-242"-15,0 0-27 0,0 0 80 16,0 0-14-16,-84 142-36 16,63-93-18-16,-1-3-27 15,4-3-18-15,2-4-38 16,6-7-9-16,5-8-116 16,5-10-47-16,0-4-184 15,0-10-663-15</inkml:trace>
  <inkml:trace contextRef="#ctx0" brushRef="#br0" timeOffset="96720.51">19527 1627 932 0,'0'0'327'0,"0"0"-197"15,0 0 26-15,0 0 24 16,0 0-61-16,0 0 26 16,0 0-10-16,69 19-25 0,-37-13-42 15,1-2-50-15,0 2-18 16,-2-2-3-16,1 1-55 16,10-2-136-16,-7 1-149 15,-6 0-272-15</inkml:trace>
  <inkml:trace contextRef="#ctx0" brushRef="#br0" timeOffset="97371.17">20715 1398 403 0,'0'0'644'0,"0"0"-474"15,0 0-80 1,0 0 96-16,0 0 16 0,0 0 13 16,0 0-72-1,9-51-59-15,-9 51-17 0,-2 7-42 16,-10 10 10-16,-5 12-26 16,-5 6 21-1,-10 6-10-15,-5 3 20 0,-4 0-23 16,-1-4-4-16,4-6-5 15,3-6-7-15,6-9-2 16,6-6 4-16,5-9-9 16,7-4 6-16,5 0 0 15,0-17-46-15,6-9 16 0,0-6 5 16,6-1 0 0,11-1 14-16,3 6 4 0,3 2-5 15,-2 5 18 1,0 8-7-16,-1 4 2 0,0 9 14 15,0 0-14 1,-2 11 22-16,0 11 54 0,0 8-39 16,-3 1 3-1,-1 2-16-15,-3-3 23 0,-3-6-41 16,2-4-4-16,-4-6-3 0,1-4-25 16,-1-2-51-1,4-4-106-15,5-4-154 0,1 0-204 16,-1 0-498-16</inkml:trace>
  <inkml:trace contextRef="#ctx0" brushRef="#br0" timeOffset="98813.37">21645 1153 560 0,'0'0'215'0,"0"0"-127"16,0 0 84-16,0 0 12 15,0 0 7-15,0 0-50 16,0 0 12-16,26-97-6 16,-39 97-29-16,-7 0-71 15,-9 8-32-15,-2 15-15 0,-5 7 1 16,-2 8-8 0,2 4 10-16,3 6-14 0,4-2 17 15,6-2-7-15,10-6 1 16,7-9 0-16,6-10-6 15,0-6-13-15,4-9 7 16,15-4-4 0,6-4 16-16,7-23 10 0,6-11 0 15,2-10-9 1,2-4 22-16,1-6-21 0,-8 2 4 16,-6 2 28-16,-6 1-9 0,-14 7 33 15,-9 4-27 1,0 6 34-16,-5 6-6 0,-15 10 24 15,-3 6-16 1,2 8-23-16,-2 6-44 0,3 0-34 16,3 0-43-1,5 9-104-15,12 10-136 0,0-3-219 16,0 0-597-16</inkml:trace>
  <inkml:trace contextRef="#ctx0" brushRef="#br0" timeOffset="99253.84">21930 926 735 0,'0'0'350'16,"0"0"-232"-16,0 0 34 15,0 0 42-15,0 0 17 16,0 0-94-16,0 0-86 0,5 9-8 16,43-9 110-16,10-5-44 15,7-4-57-15,-1 0 12 16,-8 0-33-16,-9 6-4 16,-11 1-7-16,-11 2 0 15,-15 0-41-15,-7 0-93 16,-3 12-51-16,-21 13-34 0,-7-4-140 15,-1-1-618-15</inkml:trace>
  <inkml:trace contextRef="#ctx0" brushRef="#br0" timeOffset="99634.43">22137 924 910 0,'0'0'353'0,"0"0"-237"16,0 0-42-16,0 0 32 16,0 0-52-16,0 0-38 15,0 0 2-15,-25 103-16 16,17-56 12-16,-1 6 0 15,-3 0 24-15,1 2 29 16,1-6 25-16,-2-10-24 0,3-6-20 16,-1-12-4-1,-2-7 9-15,-1-5 25 0,-3-9-6 16,-4 0-1 0,-2 0-46-16,-1-2-5 0,-2-8-20 15,6-2-20 1,3 1-39-16,3 5-56 0,4 5-181 15,4 1-89-15,5 0-436 0</inkml:trace>
  <inkml:trace contextRef="#ctx0" brushRef="#br0" timeOffset="100133.98">21290 1664 795 0,'0'0'344'0,"0"0"-260"16,0 0-58-16,0 0 13 16,0 0 99-16,190-12-35 15,-63 2-25-15,31 0 30 16,-9 2 31-16,-26 2-76 16,-40 4-51-16,-23-1-12 15,2 3 1-15,1-3-14 16,-5-1 6-16,-16-1-115 15,-22-2-108-15,-13-1-72 0,-7 0-77 0</inkml:trace>
  <inkml:trace contextRef="#ctx0" brushRef="#br0" timeOffset="101128.41">21516 2198 854 0,'0'0'292'16,"0"0"-230"-16,0 0 41 16,0 0 61-16,0 0-68 15,0 0-13 1,0 0-20-16,0-113 18 0,0 101 17 16,-10 4-1-16,-1 6-3 0,-9 2-35 15,-2 0-36 1,-9 24-17-16,-4 8-9 0,-2 11 11 15,-1 5-10 1,5 3 2-16,6 2-1 0,5-4 1 16,9-6-2-1,6-7-4-15,7-8 8 0,0-8-10 16,5-8-2-16,15-10 3 16,4-2-19-16,5-8 26 15,0-18 10-15,4-9-9 0,-2-4 3 16,0-6 2-1,-2-4 3-15,-4-4-9 0,-4 2 25 16,-9-2-19 0,-5 5 23-16,-7 4-7 0,0 4 18 15,-7 8 12 1,-12 6-6-16,-1 8 15 0,-3 6-46 16,4 8-15-1,0 4-49-15,7 0-58 0,2 16-64 16,8 28-152-16,2-6-65 15,0 0-502-15</inkml:trace>
  <inkml:trace contextRef="#ctx0" brushRef="#br0" timeOffset="102092.31">21752 2180 170 0,'0'0'220'0,"0"0"-89"15,0 0-17-15,0 0 58 0,0 0 29 16,0 0 0-1,0 0-87-15,22-41-17 0,-22 35-2 16,0 0 18 0,0 2-9-16,0 2 21 0,0 2 0 15,0 0-42 1,-9 0-12-16,-2 10-49 0,-3 12-7 16,-3 9-14-16,1 2 5 15,1 7-6-15,3 1 0 16,6-1 0-16,1-6 1 15,5-4-2-15,0-6 2 16,0-8-11-16,13-8 0 16,3-6 9-1,4-2-8-15,4-2 9 0,1-16 0 16,0-8 0-16,0-4-1 0,-4 0-12 16,-3 0 7-1,-7 3-4-15,-1 9 3 0,-8 4 14 16,-2 11 5-1,0 3-3-15,0 0 22 0,0 0-11 16,-10 12-20-16,0 7-1 16,-1 10-6-16,3 1-5 15,4 2 24 1,2-2-23-16,2-6 22 0,0-4-13 16,4-8 2-16,12-7 0 0,5-5 19 15,2 0 0 1,6-12 30-16,3-19-24 0,-1-7 24 15,-2-8-43 1,-7-1 18-16,-6 1-24 0,-9 5 13 16,-7 6-1-1,0 7-11-15,0 6-1 0,-7 8-12 16,-2 6-40 0,4 6-74-16,1 2-105 0,2 4-246 15,2 8-304-15</inkml:trace>
  <inkml:trace contextRef="#ctx0" brushRef="#br0" timeOffset="102573.38">22182 2400 662 0,'0'0'275'16,"0"0"-158"0,0 0 26-16,0 0-20 0,0 0-56 15,0 0-13 1,0 0-2-16,0 79-14 0,0-60 8 15,0-1-25-15,0-2 19 0,11-4-18 16,0-5 20 0,0-3-15-16,2-4-1 0,-1 0 15 15,1 0 0 1,1-4 9-16,-1-13-27 0,-2-1 8 16,1-2-14-1,-6-4 22-15,-2-2-20 0,-4 1 45 16,0 0-13-16,0 5 8 15,-6 2 12-15,-10 6-13 16,-4 6 1-16,-4 4-29 16,-1 2-29-16,-4 0-1 15,0 16-40-15,0 6-60 16,-7 18-113-16,7-4-275 16,5-6-664-16</inkml:trace>
  <inkml:trace contextRef="#ctx0" brushRef="#br0" timeOffset="104325.75">22170 2398 46 0,'0'0'552'0,"0"0"-447"0,0 0-50 16,0 0 110-16,0 0 10 0,0 0-48 16,0 0-60-1,-4 0 23-15,4 0 13 16,0 0 20-16,0 0-28 16,0 0-12-16,0 0-21 15,0 0-5-15,0 0-5 16,0 0-19-16,0 0-1 15,0 0-5-15,0 0 19 16,4 6 1-16,4 4 34 16,-2 6-21-16,3 4-1 15,2 4-21-15,0 0-20 16,2 4 4-16,3-2-20 0,0 3 24 16,0-1-25-1,1-3 13-15,-1 1-13 0,-1-1 9 16,1-5-10-1,-5-2 0-15,1-6-1 0,-6-4 2 16,-2-2-2 0,-1-3-5-16,-1 0 5 0,-2-3-52 15,0 0-35-15,0 0-59 0,0 0-65 16,0-5-58 0,0-7-216-16,-7-3-318 0</inkml:trace>
  <inkml:trace contextRef="#ctx0" brushRef="#br0" timeOffset="104605.73">22355 2316 461 0,'0'0'488'0,"0"0"-354"15,0 0-12-15,0 0 30 16,0 0 6-16,0 0-50 16,0 0 36-16,-52 108 10 15,29-62-18-15,0 0-40 16,-1-2-60-16,2-3-36 16,2-6-22-16,1-3-56 0,0 1-184 15,5-9-88 1,1-9-464-16</inkml:trace>
  <inkml:trace contextRef="#ctx0" brushRef="#br0" timeOffset="108695.5">15060 1136 717 0,'0'0'192'15,"0"0"-127"-15,0 0 43 16,0 0 31-16,0 0-14 16,0 0-35-16,0 0-23 15,-9 10 14-15,9-10-7 16,0 0 20-16,0 0-40 16,0 0 7-16,0 0-26 15,6 0 5-15,5 0-20 16,7-1 4-16,3-9 1 15,3-3-15-15,2-3 0 16,3 0-9-16,-2-1-2 16,-2-1-2-16,-2 2-10 0,-6 2-3 15,-1 2 16 1,-7 1-1-16,-3 5 1 0,-4 4 0 16,-2 2 1-1,0 0-7-15,0 0 12 0,0 0 1 16,0 0-6-1,0 2 7-15,0 7-8 0,-2 2 8 16,-2 5-6-16,-3 4 0 0,3 2 16 16,-3 5-17-1,0 1 24-15,1 2-9 0,-3 0 16 16,2-2-4 0,0 0 16-16,3-6-14 0,-1-2-12 15,1-4-2 1,2-2-16-16,2-6 4 0,0-2 5 15,-2-2-16 1,2 0 13-16,0 1-12 0,-2-4-9 16,-1 3-9-16,3-2-33 15,-2 3-73-15,0-2-104 16,-3 1-57-16,3-2-121 0</inkml:trace>
  <inkml:trace contextRef="#ctx0" brushRef="#br0" timeOffset="111544.58">17784 1109 823 0,'0'0'241'15,"0"0"-192"1,0 0 12-16,0 0 52 0,0 0-36 16,0 0-47-1,0 0-2-15,0 0-5 0,0 0 39 16,0 0 5-1,0 0-1-15,0 0-30 0,0 0 11 16,-2 1-19-16,0 4 5 0,-3 1-8 16,0 0-22-1,1 2 12-15,-3 2-14 0,3 0-1 16,0 2 0 0,-1 1 5-16,3 4-5 0,2-3 0 15,0 1 0 1,0-2 1-16,0 0-3 0,0 2 4 15,0-3-1-15,0 0 7 16,7-2-13-16,-1-1 11 16,0 2-6-16,1-2 0 15,-2-4 0-15,2-1 7 16,-1-1-6-16,1-1 2 16,1-2 3-16,0 1 0 15,0-1 1-15,3 0-1 16,-3 0-5-16,-2 0 0 0,1 0-1 15,-1 0 1 1,-2 0 8-16,4-3-8 0,-2-4 19 16,1-1-8-1,-1-2 3-15,2 0 5 0,0 2 8 16,-1-2 0 0,-1 0-8-16,1 0 2 0,-2-2-20 15,-1 2 11 1,-2 1-13-16,1-3 16 0,-3 3-15 15,0-2 21-15,0 2-13 0,0-1 10 16,0 3 11 0,0 0 2-16,0 2 5 0,0 1-19 15,0 0 25 1,-3 1-17-16,-3-1 6 0,1-1-19 16,-2 3 12-1,-1-1-23-15,-1 1-1 0,-3-3-1 16,4 4 0-1,-1-1-13-15,-1 2-35 0,2 0 1 16,-1 0-86-16,-7 15-55 16,3 8-87-16,-1 0-106 0</inkml:trace>
  <inkml:trace contextRef="#ctx0" brushRef="#br0" timeOffset="115544.92">4601 9508 599 0,'0'0'200'0,"0"0"-120"0,0 0 11 15,0 0 40 1,0 0-45-16,0 0-22 0,0 0-41 15,0 0-10 1,-3 0-5-16,1 0-8 0,-1 0 14 16,1 0-12-1,2 0 21-15,0 0-14 16,0 0 20-16,0 0-10 0,0 0 21 16,0 0 0-1,0 0-11-15,0 0-3 0,0 0-20 16,0 0-1-1,7-5 4-15,7-5-13 0,4-4 5 16,-1-5-2 0,4-1-14-16,-2 1-10 0,4-5 9 15,-3 1-4 1,-3 2-6-16,-1 0-3 0,-5 5 11 16,-1 5-24-16,-4 2 19 0,-4 6-19 15,-2 3 32 1,0 0 9-16,0 0 1 0,0 0 1 15,0 0-1 1,0 0 0-16,0 0 7 0,0 0-9 16,0 0 4-1,0 0-2-15,0 0 0 0,0 0 10 16,0 0 18 0,0 0 1-16,0 0 16 0,0 0-18 15,0 0 23-15,0 0-30 16,0 0 12-16,0 0-32 15,0 0 13-15,0 0-12 16,0 0-1-16,0 0 5 16,0 0-4-16,0 0 4 15,0 0-3-15,0 0 19 16,0 0-4-16,0 0 23 0,0 0-20 16,0 0-3-1,0 0-5-15,0 0-5 0,0 0-2 16,0 0 1-1,0 0-2-15,0 0 3 0,0 0-2 16,0 0-4-16,0 0 6 16,0 0-7-16,0 0-1 15,0 0-1-15,0 0 4 16,0 0-10-16,0 0 16 16,0 0-12-16,0 0 11 15,0 0 5-15,0 0-9 16,0 0 12-16,0 0-2 15,0 0-12-15,0 0 4 0,0 0 3 16,0 0 3 0,0 0-10-16,0 0-2 0,0 0 11 15,0 0-14 1,0 0 4-16,0 0 0 0,0 0 5 16,0 0-3-1,0 0 5-15,0 0-4 0,0 0 6 16,0 0-8-1,0 0 16-15,0 0-16 0,0 0 11 16,0 0 0-16,0 0-5 0,0 5 1 16,0-1-2-1,0 1 3-15,0 2-8 0,-2-2 10 16,2-5-10 0,-2 0 17-16,2 0-12 0,0 0-3 15,0 0 13 1,0 0-4-16,0 0 10 0,0 0-22 15,0 0 25 1,0 0-25-16,0 0 20 0,0 3-19 16,0-1 4-16,-2 4 10 15,0 0-6-15,-4 2 3 16,2-1-11-16,0 0 15 16,-1 3-15-16,3 3 16 15,-4 5-16-15,2 4 15 16,-6 3-16-16,1 5 1 15,1 2-1-15,-4 4-8 16,1 1-5-16,0-1-84 0,-5 6-90 16,5-7-141-16,2-12-724 15</inkml:trace>
  <inkml:trace contextRef="#ctx0" brushRef="#br0" timeOffset="120249.16">6796 9140 453 0,'0'0'210'0,"0"0"-109"16,0 0-2-16,0 0 22 15,0 0-30-15,0 0-42 0,0 0-1 16,0-14 8-1,0 14 31-15,0 0-23 0,0 0 9 16,-2 0-24 0,2 0 11-16,-2 0-11 0,0 5-15 15,0 2-15 1,-4 0-18-16,4 4 2 0,0-1 4 16,0 0-11-1,2 3 10-15,0 1-5 0,0-3-1 16,0 1 0-16,0 0 0 0,0-1 0 15,0-4-2 1,0 1 4-16,4-2-7 0,4 0 13 16,-2 0-16-1,5-2 7-15,-2 0-1 0,2-1-12 16,-2-3-12 0,0 3 20-16,-2-1-6 0,0 0 11 15,-5-2-7 1,2 0 1-16,-2 0 2 0,0 0 4 15,0 0-6-15,3-2 7 16,0-8 7-16,-1-2-7 16,1-3 0-16,-1-2 8 15,0 1-14-15,1-2 16 16,-3 4-19-16,0 0 11 16,-2 1-2-16,0 4 10 15,0 1-4-15,0-2 11 16,0 1-15-16,0 2 28 0,-4-1-18 15,-5 0 17 1,0-1-13-16,0 2 21 0,-4-2-10 16,0 2 0-1,-1-2 5-15,1 0-7 0,1 2 16 16,1 2-28 0,3 0 6-16,0 3-18 0,2 2-2 15,2 0-29 1,1 0-39-16,1 15-26 0,2 16-5 15,0 0-59-15,0-1-225 0</inkml:trace>
  <inkml:trace contextRef="#ctx0" brushRef="#br0" timeOffset="124412.86">12117 8404 497 0,'0'0'320'0,"0"0"-185"0,0 0-56 16,0 0 93-1,0 0-37-15,0 0-41 0,0 0-18 16,-25-81-28 0,21 65 0-16,0 0-34 0,-1 4 21 15,3 5-13 1,2 5 28-16,-2 2-11 0,0 0 12 16,0 0 21-16,-4 0-29 0,2 13-13 15,-2 7-28 1,-3 14 2-16,-3 11 2 0,1 14-9 15,-1 32 5 1,-7 36-2-16,-1 39 0 0,-2 22 0 16,4 5 0-1,9-13-1-15,7-15-7 0,2-2 14 16,0-3-16 0,11-2 16-16,7-1-14 0,0-1-2 15,4-4-4-15,3-6-10 16,2-7-7-16,0-27 9 15,-6-25-7-15,0-24 28 16,1-11-39-16,2-1 33 16,5-1-9-16,5-4 16 15,0-12-1-15,-1-14 0 16,2-10-17-16,-1-7-14 16,-3-3 32-16,-2 0-19 15,-4-14 18-15,-6-3-30 16,-1-1-1-16,-4 0-38 0,-7 1 18 15,-3 5 23 1,-4-1 16-16,0 6 11 0,0 6 4 16,-7 1 11-1,-9 0-12-15,-6 4 17 0,-4 13-16 16,-5 7 11 0,2 3-13-16,-2 5 1 0,2 6 12 15,0 6-5-15,0 9 18 16,-1 12-20-16,-1 22 20 15,-2 36-26-15,-4 35 22 0,2 23-21 16,6 8 1 0,4 5 6-16,6-2-8 15,-2 17 0-15,1 16 1 16,3 13-7-16,-1 16 2 0,2 15 3 16,0 16-10-1,1 2 11-15,1 5 1 0,1 7 1 16,7 1 7-16,4-9-8 15,2-6 24-15,0-28-18 16,0-26 34-16,0-27-8 16,4-20 62-16,5-20-23 15,2-7 10-15,7-14-2 16,4-9-40 0,0-14-38-16,-4-21-2 0,-5-19-6 15,-5-26-8-15,-6-4 13 0,2 8-57 16,0 5-24-1,3 9-39-15,2-6 21 0,2-5 33 16,0 16-54 0,-1-23-80-16,-8-9-297 0</inkml:trace>
  <inkml:trace contextRef="#ctx0" brushRef="#br0" timeOffset="128322.09">9766 9893 362 0,'0'0'106'15,"0"0"-106"-15,0 0-12 16,0 0 5-16,0 0-9 16,0 0-17-16,0 13 0 0,0-9 24 15,2 0 9 1,0 1 9-16,0 2 4 0,0-1 15 15,-2 1-6 1,3-7 14-16,-1 2 0 0,-2-2 5 16,2 0 18-1,-2 0-29-15,0 0-7 0,2 0-23 16,-2 0 18 0,0 0-17-16,2 0 24 0,-2-2 6 15,0-3 24-15,0 1 17 0,0-2-30 16,0-2-12-1,0-1-4-15,0 2 32 16,0-3-6-16,0 1 10 16,-2 0-29-16,-7 1 9 15,1 2-8-15,-4-1 9 16,-3 3 14-16,-1 3-27 0,1 1 5 16,-4 0-34-1,0 0 13-15,1 0-14 0,-3-2 4 16,2 2-3-1,1-2-1-15,3 0 1 0,3-3-1 16,5 3 0 0,3 2-3-16,2 0-5 15,2 0-74-15,0 0-80 0,0 9-48 16,0 3-2 0,0 2-192-16</inkml:trace>
  <inkml:trace contextRef="#ctx0" brushRef="#br0" timeOffset="128824.17">9663 9964 147 0,'0'0'139'16,"0"0"-90"-16,0 0-42 0,0 0 5 16,0 0-5-1,0 0-1-15,0 0-6 0,140-48-1 16,-111 48-6 0,-2 0-145-16</inkml:trace>
  <inkml:trace contextRef="#ctx0" brushRef="#br0" timeOffset="131544.99">5004 11335 129 0,'0'0'287'16,"0"0"-113"-1,0 0-35-15,0 0 33 0,0 0-8 16,0 0-42 0,0 0-54-16,0-20 0 0,0 16-29 15,0-2 0-15,0 2 1 0,0 3-10 16,0-3 6-1,0 1-9-15,0 2 25 0,0-2-23 16,0 3 3 0,0 0-29-16,0 0 22 0,0 0-9 15,0 0 6 1,0 0-3-16,0 11-9 0,-6 4-4 16,-4 5 2-16,-1 6-12 15,0 3 13-15,0 3-18 16,0 2 18-16,4 4-10 15,0 0 1-15,3-1-1 16,1 2 0-16,3-5 2 16,0-3-10-16,0 1 8 15,0-7-7-15,9-2 1 16,5-8 6-16,4 0-30 16,-3-7 6-16,6-5-24 15,-2-3 14-15,2 0 22 0,1-1-13 16,0-16 25-1,0-5-1-15,-1-2-6 0,-1-3 12 16,-3-4-10 0,2 1 5-16,-7 1-1 0,0 0-9 15,-5 3-14 1,-1 8 24-16,-4 1-8 0,-2 11 7 16,0-1 4-1,0 7 8-15,0 0-9 0,0 0 24 16,0 0-5-16,0 4-4 0,0 5-4 15,0 6-11 1,0 2 1-16,0 3 5 0,0 3 4 16,0 0-10-1,0 3 11-15,0-2-11 0,0-2 0 16,7-1 14 0,2 0-15-16,2-5 2 0,2 0 5 15,3-3-7 1,1-2 6-16,2-1 8 0,3-4-4 15,-2-4 5-15,2-2-6 16,-1 0 0-16,1-7 2 16,-2-16-1-16,0-9 30 0,-3-8-27 15,-3-8 29 1,-3-7-5-16,-7-1 29 0,-4 2-22 16,0 4 9-1,0 7 4-15,-8 6-3 0,-5 8 4 16,1 9-45-1,3 9-3-15,3 7-10 0,-1 4-15 16,2 0-88-16,5 4-93 16,0 10-71-16,0 1-278 15</inkml:trace>
  <inkml:trace contextRef="#ctx0" brushRef="#br0" timeOffset="132711.35">5623 11860 608 0,'0'0'144'0,"0"0"-89"16,0 0 59-16,0 0 58 16,0 0-40-16,0 0-42 0,0 0-28 15,16-9-11 1,-7-2 0-16,2-4 10 15,3-1-15-15,-3-2-30 16,3 2 2-16,-4 2-12 16,-1 0 4-16,1 2-10 0,-4 3 0 15,-4 5-1 1,0 0 1-16,0 4 0 0,-2 0 0 16,0 0 6-16,0 0 2 15,0 0-1-15,0 0-6 16,0 0 5-16,0 0-5 15,0 0-1-15,0 0 2 16,0 0-2-16,0 0 6 16,0 0-5-16,0 0 23 15,0-1-11-15,3-4 8 16,-1 3-20-16,0-1 8 16,0 3-9-16,0 0-1 0,1 0 1 15,2-2 0 1,-3 2 1-16,2 0 5 0,1-2 0 15,-3 2-4 1,2-3 3-16,-2 3-5 0,0 0 0 16,0 0 4-1,-2 0-3-15,0 0 24 0,0 0 17 16,0 0 24 0,0 0-28-16,0 3 8 0,0 6-26 15,0 9 20-15,0 8-24 0,0 12-4 16,0 7 8-1,0 7 7-15,0 0 30 0,-2-2-18 16,-2-4 0 0,2-12-37-16,2-7-4 0,0-13-3 15,0-11-32 1,0-5-143-16,0-20-136 0,0-2-271 0</inkml:trace>
  <inkml:trace contextRef="#ctx0" brushRef="#br0" timeOffset="133807.32">4587 11193 456 0,'0'0'359'15,"0"0"-207"-15,0 0-2 16,0 0 20-16,0 0-32 0,0 0-56 16,0 0-22-1,-6 0-12-15,6 0-17 0,0 0 21 16,0 0-23-1,4-2 14-15,4-9-23 0,6-1 3 16,-1-1-23-16,-1-6-16 16,1 2-16-16,-2-3-4 15,-2 2 23-15,0 1 1 0,-2 5 3 16,-3 3 16 0,-2 3-15-16,-2 1 9 0,2 5-1 15,-2 0 7 1,0 0 6-16,0 0 9 0,0 0-15 15,0 7 24 1,0 6-6-16,5 4 38 0,-2 3-34 16,1 4 9-1,-2 5-9-15,-2 0 17 0,0 5 8 16,0 0-1 0,0 0 15-16,0 0-26 0,0-4 25 15,-2-2-37-15,-2-7 5 0,1-6-34 16,3-4 15-1,-2-7-16-15,2-2-8 0,0-1-2 16,0-1-28 0,0 0-20-16,0 0-107 0,0 3-119 15,-3-2-222-15</inkml:trace>
  <inkml:trace contextRef="#ctx0" brushRef="#br0" timeOffset="134728.57">6290 11488 785 0,'0'0'368'16,"0"0"-249"-16,0 0-29 0,0 0 16 16,0 0-12-16,0 0-39 15,0 0-23-15,96 4-12 16,-74 1-19 0,-1-2-2-16,-4 1-9 0,1 0-22 15,-3 5-83 1,-1-3-95-16,-7 1-301 0</inkml:trace>
  <inkml:trace contextRef="#ctx0" brushRef="#br0" timeOffset="135008.76">6362 11730 788 0,'0'0'377'0,"0"0"-241"15,0 0-27-15,0 0 20 16,0 0-79-16,0 0 2 16,0 0-11-16,53 0-3 15,-31 0-31-15,-4 0-7 16,0 0-43-16,0 0-93 15,-5 0-126-15,-1 0-412 0</inkml:trace>
  <inkml:trace contextRef="#ctx0" brushRef="#br0" timeOffset="137440.94">7274 11404 552 0,'0'0'242'0,"0"0"-120"0,0 0-10 16,0 0 20 0,0 0-77-16,0 0-28 0,0 0 17 15,2 0 2 1,0 0-8-16,0 0-29 0,-2 0 12 15,0 0-13 1,2 0 18-16,-2-3-16 0,0 2 23 16,0 1-4-16,0-2 8 15,0 2 11-15,0-2 1 16,0-1-15-16,-4 3-33 16,-6 0 38-16,4 0-1 15,-3 0 12-15,1 0-11 16,-2 11-7-16,-1 3-32 15,3 7 1-15,-2 5-2 16,1 6 2-16,1 5-8 16,-1 4 15-16,2-2-12 15,4 1 11-15,3-1-3 0,0-6-4 16,0-6 0 0,0-5 0-16,10-4 6 0,3-4-12 15,2-4 12 1,3-6-18-16,1-2 6 0,0-2-5 15,4 0-13 1,-3-11 14-16,2-4-6 0,-2-7-7 16,-2 0 2-16,-3-1-21 0,-1 0 7 15,-5 0-28 1,-1 1 33-16,-1 2 5 0,-2 2 25 16,0 0-9-1,-3 2 9-15,0 2 0 0,-2 2 1 16,2 3 0-1,-2 2-1-15,0 5 16 0,2-1-15 16,-2 3 7 0,0 0-8-16,0 0 9 0,2 5-9 15,3 7 0-15,-1 4 16 16,3 0-15-16,-2 2 21 16,1-2-21-16,1 0 13 15,-1-2-13-15,2-3 7 16,0-2-7-16,1-3-1 15,3-2 14-15,-2-4 18 16,3 0 5-16,1 0-24 16,1-7 21-16,1-10-21 15,0-3 9-15,-3-7-12 0,0 1 22 16,-3-5-7-16,-4-4 17 16,-1 2-17-16,-5 1 0 15,0 4 25-15,0 2-13 16,-2 5 26-16,-5 6-28 15,-2 2 2-15,2 5-37 16,3 4 1-16,-1 4-1 16,1 0-50-16,2 0-22 15,0 0-116-15,-1 4-66 0,3 4-392 16</inkml:trace>
  <inkml:trace contextRef="#ctx0" brushRef="#br0" timeOffset="138334.07">7833 11775 462 0,'0'0'256'0,"0"0"-157"0,0 0 24 16,0 0-9-1,0 0-28-15,0 0-44 0,0 0 46 16,-7 56-16-1,7-48-5-15,0-1-9 0,0-2-11 16,0 1-12-16,0 0-22 0,0 3 27 16,0-2-29-1,7 3 15-15,-1-2-20 0,4 2 18 16,-2 1-12 0,3-4 3-16,-4 1-1 0,2-4-5 15,0 0 10 1,0-4-13-16,0 0 18 0,0 0-23 15,-3 0-2-15,1-2 8 16,0-7-5-16,-3 2-1 16,1-3 6-16,-1-2 3 15,-4-2-10-15,0-1 4 16,0-2 5-16,0-1-9 16,0 0 7-16,0 1-1 15,-4 6-6-15,-5 0 7 16,0 6 25-16,0 3 18 15,-2 2 3-15,-1 0-31 16,-1 0 13-16,0 2-34 0,0 10-1 16,-1-1-6-1,1 2-11-15,2 1-52 0,-1-2-44 16,6-3 3 0,1-9-76-16,1 0-152 0,2 0-570 0</inkml:trace>
  <inkml:trace contextRef="#ctx0" brushRef="#br0" timeOffset="139600.09">7799 11951 806 0,'0'0'220'0,"0"0"-83"15,0 0 52 1,0 0-43-16,0 0-50 0,0 0-26 16,0 0 22-1,-10 6-34-15,10-6 13 0,0 0-19 16,0 0 19-16,0 0-44 0,6-6 9 15,5-2-1 1,1-5-3-16,1 4-10 0,-1-3-22 16,0 1 4-1,1 0 5-15,-3 1-13 0,1 2 11 16,-5-1-11 0,3 2 4-16,-4 1 0 0,-1 2 0 15,1 1 1 1,-3 2-2-16,0-1 2 0,0 2-10 15,0-3 17 1,0 2-16-16,3-1 16 0,-1-3-8 16,1 2 0-16,0 1-8 15,-1-2 8-15,0-1-11 16,3 4 9-16,0-3-13 16,-2 2 15-16,-1-1-25 15,-2 3 25-15,-2 0-14 16,0 0 14-16,0 0 1 15,0 0-1-15,0 0 17 16,0 0-11-16,0 3 28 0,0 4-34 16,-2 4 14-1,-2 0-13-15,-4 2 20 0,4 3-3 16,-1 2 8 0,1-1 13-16,2 6 4 0,0 0 14 15,0 2-24 1,2-1 26-16,0 2-23 0,0-4 15 15,0-2-28 1,0-1 9-16,0-7-10 0,0-4-16 16,0-4-6-16,0-3 10 0,0 2-22 15,0-3 12 1,0 0-1-16,0 0-43 0,0 0-12 16,0 0-90-1,0-7-76-15,0-5-128 0,-5-2-323 0</inkml:trace>
  <inkml:trace contextRef="#ctx0" brushRef="#br0" timeOffset="140662.87">6814 11191 537 0,'0'0'241'0,"0"0"-134"16,0 0 46-16,0 0-17 15,0 0-43-15,0 0-60 16,0 0 12-16,-3 6-19 0,3-3 3 16,0 2-22-1,0 1 21-15,0 4 15 16,0 0-12-16,0 5-10 15,0-4-20-15,0 5 21 0,0-2-22 16,0 0 16 0,8-1-14-16,-2-6 5 0,3 0-7 15,-3-5 0 1,4-2-1-16,-1 0 2 0,-3 0-1 16,1 0 8-1,0-7 7-15,0-2-14 0,-3-1 18 16,0-2-18-16,3-1 6 0,-5 1-5 15,0 2 0 1,1 0 11-16,-3 1-12 0,0-3 25 16,0 5-19-1,0-1 15-15,0 0-12 0,0-1 16 16,0 2-15 0,-3 0 2-16,-1 2 22 0,-3 5-16 15,1 0-3 1,-3 0-15-16,2 0-2 0,-4 0-15 15,2 12-30-15,-3 2-13 16,2 4-11-16,1 10-46 16,2-3-151-16,2-4-311 0</inkml:trace>
  <inkml:trace contextRef="#ctx0" brushRef="#br0" timeOffset="141687.69">8339 11686 730 0,'0'0'328'0,"0"0"-219"16,0 0 15-16,0 0 23 0,0 0-46 15,0 0-72 1,0 0-5-16,2 0-23 0,15 0 41 15,6-2 4 1,0-2-27-16,1-3-11 0,0 2-8 16,1-1-1-1,-1-2-76-15,10-6-44 0,-7 0-179 16,-5 3-435-16</inkml:trace>
  <inkml:trace contextRef="#ctx0" brushRef="#br0" timeOffset="147413.25">9375 8570 476 0,'0'0'147'0,"0"0"-146"16,0 0 12-16,0 0 16 0,-134 77 11 16,101-53 24-1,-5 1-1-15,3 3 22 0,-3 4-15 16,-1-1-5-1,2 1-32-15,-1-2 13 0,5 4-15 16,-3 1 15 0,3 2-13-16,-4 3 11 0,6 3 4 15,-2 2-8 1,4 3-1-16,2-2-17 0,5 3 10 16,4 1-30-16,5-2 24 15,6 0-13-15,2 1 0 16,5-3-4-16,0 2-9 15,0-2 0-15,0 3 8 16,10-3-8-16,-1 1 2 16,2 2-4-16,0 0 8 15,0-1 6-15,2 1-12 16,1-1 0-16,-1-4 12 0,5-2-11 16,-1 0 15-1,2-3-15-15,3-2 14 0,3-2-14 16,1-3 1-1,1-2 5-15,4 0-7 0,2-5 0 16,1-1 0 0,4-1 0-16,0 0-1 0,-1-2-1 15,2-1 4 1,1-3-4-16,2-3 11 0,1-3-11 16,-1-1 2-16,0-2-7 0,-2 0 6 15,0 0 2 1,0 0-7-16,-1 0 12 0,1-2-14 15,-3 2 9 1,2 0-2-16,-4-1-43 0,3-2 3 16,-3-1 3-1,3-1 11-15,-1-1 18 0,0 0-8 16,-1-2 16-16,-1 0-15 16,-1 1 10-16,-1 3 4 15,-2 1 0-15,2-1 2 16,0 3-1-16,-2 2-23 15,0 1-13-15,0-3-18 16,-2 0-18-16,-1-5 41 16,1-2-4-16,6 0 7 15,-2-7 13-15,2-7 16 16,3 0 0-16,-2-2 0 16,1 4 1-16,4 0-1 15,-1 3 19-15,0-2 69 16,3 2 16-16,-1-5-78 0,0-1-7 15,0-1-18 1,-2-2 0-16,-1 0 1 0,-4 0-1 16,1-2 15-16,-3-3-15 15,-2 0 25-15,-2-3-6 16,-4-3 25-16,-2 0-20 16,-6-3-3-16,-1-4-21 15,-5-2 7-15,-3-3 4 0,-2-1-11 16,-4-2 25-1,-2 0-16-15,0 0 26 0,0-2-17 16,-2-5 13 0,-8 0-17-16,-3-7 1 0,1 3-6 15,-1-1-10 1,3 0 0-16,0 3 7 0,-1 7-6 16,3 2 0-1,-4 2 24-15,1 2-13 0,-3-1 8 16,3 2-10-16,-2 3-8 0,-3 0 10 15,3 2-12 1,-5 4 31-16,1-1-5 0,-6 1 28 16,-1 0-20-1,-3-2 17-15,-2 2-21 0,-5-3-1 16,1 0-10 0,-2-1-13-16,-1 0 4 0,-3 2-10 15,4 0 23-15,-1 1-23 16,1 5 18-16,2 5-17 15,-1 3 24-15,1 4-24 16,-6 2 5-16,-3-1-6 16,-3 3-10-16,-5 3 10 15,-4 0-65-15,-4 2 36 16,-4 3 25-16,1 2-10 16,-1 0 2-16,6 0 7 15,2 0 5-15,8 0 0 16,5 3 0-16,6 1 6 0,4 3-11 15,2-2 13 1,2 3-16-16,1 0 4 0,-3 3 3 16,0-1-37-1,-5 1 10-15,0-1 2 0,1 1-65 16,-3-2 37 0,3 1 23-16,4 1 30 0,2 1 1 15,4 1-7 1,8 1 1-16,5-2 6 0,0-1-1 15,8-1-30-15,2-4-40 0,0-2-76 16,0-4-74 0,12 0-116-16,-2 0-505 0</inkml:trace>
  <inkml:trace contextRef="#ctx0" brushRef="#br0" timeOffset="148335.91">10430 7969 522 0,'0'0'237'0,"0"0"-128"0,0 0 21 15,0 0 41 1,0 0-48-16,0 0-59 16,0 0-6-16,4-53-3 0,-4 40 21 15,0 0-18-15,-2 4 21 16,-9 0-11-16,0 4 5 16,-5 3-16-16,-2 2 3 15,-2 0-22-15,-5 0-29 16,2 12-9-16,-2 6-4 15,2 1-3-15,5 7 5 16,1 1-5-16,5 3 0 0,6 2 6 16,1 3-5-1,3-4 6-15,2 1-1 0,0-3-6 16,0-8 6 0,9-3-26-16,2-5 17 0,5-6-46 15,0-7 18 1,1 0-1-16,1 0 29 0,-1-12-5 15,4-8 8 1,-3-4 6-16,1-4-17 0,-2-2 17 16,-5 4 2-1,2 2-1-15,-7 4 2 0,-1 9 7 16,-1 2-8-16,-5 6 15 16,0 3 1-16,0 0 14 15,0 12 21-15,2 11 10 0,1 9 14 16,1 8-48-1,1 2 20-15,1 0-1 0,-4-3 9 16,3-7-29 0,-3-9-17-16,0-6-8 0,0-7 4 15,1-7-12-15,-3-3-34 16,2 0-56-16,3-5-170 16,-3-10-29-16,-2 1-599 0</inkml:trace>
  <inkml:trace contextRef="#ctx0" brushRef="#br0" timeOffset="157641.38">9429 11381 732 0,'0'0'260'16,"0"0"-162"-16,0 0 60 0,0 0-12 15,0 0-30 1,0 0-23-16,0 0-17 0,5 0 15 16,-3 0-29-1,-2-3 22-15,0 1-28 0,0-2 6 16,0 0-53 0,-5 1 9-16,-6-1-18 0,-2 3 0 15,-3 1 0 1,-2 0 1-16,0 0-2 0,-1 0 8 15,-2 9-8-15,-1 8 8 0,1 4-11 16,0 4 12 0,0 1-7-16,1 1 0 0,5-1-1 15,4 3 9 1,1 0-8-16,6 0 1 16,4-1 10-16,0-2-21 15,0 2 19-15,0-3-20 0,9-4 11 16,5 0-1-1,1-7 0-15,1-2 0 0,1-5-1 16,4-2 8 0,1-5-14-16,3 0 15 0,-4-2-16 15,2-13 16-15,-1-2-16 16,-1-4 8-16,-4 1 0 16,-1 0-1-16,-1-2 2 15,-4 1-7-15,3-2 9 16,-5 3-13-16,0 0 16 15,-2 0-14-15,-1 2 6 16,-1-2 2-16,1 2 1 16,1 0-1-16,-2 0 0 0,-1 2 6 15,0 4-11 1,-1 2 14-16,-3 3-4 0,2 2-5 16,-2 1 24-16,0 2-24 15,0 2 0-15,0 0 11 16,2 0-10-16,-2 0 13 15,0-2-13-15,0 0 5 16,0-3 3-16,2-2-9 0,0 0 6 16,0 0-6-1,-2-1 1-15,2-1-1 0,-2 1 0 16,0 1 6 0,0 3-14-16,0 0 20 0,0 1-12 15,0 3 2 1,0 0 18-16,0 0 4 0,0 0 22 15,0 0 0 1,0 15-15-16,0 5 10 0,0 9-40 16,0 10 35-16,0 12-10 15,-2 7 31-15,0 2-23 16,-2 4 23-16,2-8-8 16,0-12-22-16,2-14-27 15,0-14-12-15,0-10-63 16,0-6-118-16,0-6-61 15,0-8-255-15,4 0-417 0</inkml:trace>
  <inkml:trace contextRef="#ctx0" brushRef="#br0" timeOffset="161595.54">5013 13121 675 0,'0'0'270'15,"0"0"-142"-15,0 0-50 0,0 0 35 16,0 0-15-1,0 0-21-15,0 0-17 0,0-43-20 16,0 40 14-16,2 3-10 0,-2 0 10 16,0 0-29-1,0 0 20-15,0 0 3 0,0 0 19 16,0 12-27 0,0 5-14-16,0 9 12 0,0 10-29 15,0 8 6 1,0 7-9-16,0 2 1 15,0 2-5-15,0-6 12 0,2-2-14 16,6-7 1 0,-2-8 5-16,5-8-5 0,3-5-2 15,-1-10 7-15,5-5-16 16,-1-4 10-16,4 0-6 16,-4-4-26-16,3-14 20 15,-2-4-5-15,0-5-8 16,-2-4-3-16,-3-1-6 15,-2-4 33-15,-2-3-17 16,-2 1 12-16,-3 6 12 0,0 6-12 16,-2 6 5-1,-2 8 1-15,2 9 0 0,-2 1 1 16,0 2 15 0,0 0-16-16,0 0 23 0,0 0-23 15,4 12 7 1,-2 1-5-16,0 6 14 0,4 0-7 15,1 6-9 1,1 1 0-16,2 0 1 0,1 1-8 16,3-6 17-16,-1-3-12 15,3-6 4-15,-1-2 3 16,3-6-5-16,2-4 0 16,2 0 1-16,1-2 10 15,1-14 19-15,-4-4-8 16,0-7 35-16,-5 0-24 15,-1-7-1-15,-7-2-19 16,-3-1 21-16,-4 4-25 16,0 3 12-16,0 5-8 15,-2 5-6-15,-9 3 5 0,1 5-3 16,0 1-18 0,1 1-44-16,3 5-87 0,2 0-154 15,2 5-237-15</inkml:trace>
  <inkml:trace contextRef="#ctx0" brushRef="#br0" timeOffset="166243.82">5891 13409 439 0,'0'0'231'15,"0"0"-167"-15,0 0 16 0,0 0 45 16,0 0-24 0,0 0-35-16,0 0 1 0,-2 0 27 15,2 0-14-15,0 0 2 0,-2 0-34 16,2 0 15 0,0 0-5-16,0 0 8 0,0 0-31 15,0 0 5 1,0 0 33-16,0-5-21 0,0 0-23 15,0-5-28 1,0 0-2-16,0-4 11 0,6 0-24 16,6 2 9-16,-1-1 5 15,0 3 0-15,3 3 0 16,-4 3 0-16,3 4-13 16,-3 0 12-16,1 0-8 15,-5 18 9-15,2 2 0 16,-2 6 19-16,-4 4-18 15,-2 1 0-15,0 1 12 16,0-1-11-16,0-1-2 16,-8-2 6-16,-4 1 4 15,1-2-9-15,-3-1 7 16,3-4-7-16,1-2 12 16,0-4-3-16,1-3-9 0,3-3 4 15,4-6-4 1,-1-1-2-16,3-3 11 0,0 0-22 15,0 0 11-15,0 0 1 16,0-5-35-16,0-7 0 16,0-3 27-16,9-1 1 15,2 1 1-15,1 0 12 16,-2 1-13 0,-1 2 8-16,1 2-2 0,-4 7 2 15,-2 0-7-15,1 3 6 0,-1 0 0 16,1 6 18-1,0 14-3-15,1 4 34 0,3 7-35 16,3 3 40 0,1-4-19-16,3 0 18 0,-1-6-12 15,1-8 3 1,-1-7-1-16,-2-9-11 0,3 0-32 16,-3-7-20-16,-1-20-44 15,-2-18-74-15,-3 3-182 16,-7 6-538-16</inkml:trace>
  <inkml:trace contextRef="#ctx0" brushRef="#br0" timeOffset="167238.6">4598 13029 85 0,'0'0'719'0,"0"0"-540"16,0 0 8-1,0 0 2-15,0 0-41 0,0 0-68 16,0 0-30 0,-7 0-9-16,7 0 4 0,0 0 31 15,0 0-37 1,0 0 10-16,0 0-33 0,0 0 9 15,0 0-25-15,10 0 0 0,3-7-1 16,3-6-20 0,1-4 4-16,1-4-39 15,-2 1 22-15,0 3-7 16,-3 1 34-16,-5 6 6 16,0 2-10-16,-6 5 11 0,0 3 0 15,-2 0 0 1,0 0 11-16,0 0 24 0,0 12-15 15,2 6 42 1,2 6-42-16,-1 5 12 0,-1 0-24 16,0 5 17-16,-2-7-17 15,2-3 0-15,-2-4-8 16,0-8 6-16,2-2-12 16,-2-8-28-16,2-2-58 15,2 0-89-15,-2 0-159 16,0-2-497-16</inkml:trace>
  <inkml:trace contextRef="#ctx0" brushRef="#br0" timeOffset="168192.03">6618 13184 514 0,'0'0'304'0,"0"0"-187"16,0 0-1-16,0 0 75 16,0 0-33-16,0 0-81 15,0 0-13-15,-2 9-13 16,2-9 14-16,0 0-24 0,0 0-2 16,0 0-18-1,0 0-4-15,2 0 11 0,9 0-4 16,3 0 25-1,3-4-31-15,3-5 13 0,3 1-30 16,-1-2 3-16,2-2-4 16,-1 0-37-16,-1 0-72 15,3 0-74 1,-6 2-119-16,-5 2-374 0</inkml:trace>
  <inkml:trace contextRef="#ctx0" brushRef="#br0" timeOffset="168412.9">6718 13346 666 0,'0'0'581'0,"0"0"-459"16,0 0-103-1,0 0 36-15,0 0 7 0,0 0-62 16,0 0-4 0,107-30-38-16,-75 21-68 0,-3 0-258 0</inkml:trace>
  <inkml:trace contextRef="#ctx0" brushRef="#br0" timeOffset="170995.59">7465 13078 424 0,'0'0'217'0,"0"0"-128"15,0 0 61-15,0 0 30 16,0 0-24-16,0 0-37 15,0 0-24-15,9-56 6 0,-9 54-30 16,0 2 27-16,2 0-31 16,-2 0 25-16,0 0-28 15,0 0 10-15,0 0-26 16,0 6-25-16,0 8 12 16,0 4-27-16,0 6 14 15,-5 4-21-15,1 2 18 16,0 2-18-16,2-1 13 15,0-2-14-15,2 0-2 16,0-3 2-16,0-6-9 16,0-4 9-16,10-5-23 0,1-4 8 15,3-2-25 1,-1-5 23-16,3 0-13 0,1 0 4 16,2 0-21-1,-1-13-8-15,-3-6 12 0,3 0 8 16,-5-5 35-1,-1 0-4-15,-1-1 3 0,-5 1 2 16,-2 5-1 0,-1-1 0-16,-3 6 12 0,0 2-11 15,0 1 7-15,0 5 9 0,0 4-15 16,0 2 28 0,0 0-29-16,0 0 26 15,0 0-17-15,0 10 22 16,0 6-24-16,0 3-8 0,0 1 0 15,0 1 6 1,0 0-12-16,0-2 19 0,7-1-23 16,0-1 20-1,-1-4-20-15,3-3 10 0,2-1 0 16,0-4 1 0,2-1 0-16,3-4 13 0,-1 0-14 15,4 0 19-15,1-2-19 16,-1-10 30-16,2-7-8 15,-1-3 15-15,-5-5-24 0,-1-2 9 16,-5-4-10 0,-5 3-10-16,-4-2 23 15,0 2-24-15,0 5 24 16,-4 2-24-16,-5 5 12 0,0 6-12 16,2 4-2-1,3 4-28-15,2 4-56 0,-1 0-112 16,3 0-112-1,-2 7-293-15</inkml:trace>
  <inkml:trace contextRef="#ctx0" brushRef="#br0" timeOffset="176433.48">8040 13441 567 0,'0'0'222'0,"0"0"-118"16,0 0 27-16,0 0-6 0,0 0-47 16,0 0-24-16,0 0 30 15,-2 0-12-15,2 0 18 16,0 0-14-16,0 0 8 15,0 0-27-15,0 0 12 16,0-2-43-16,0-2-8 16,0-1-7-1,0 0-9-15,0-2 0 0,0-4 7 16,7-4-12 0,3 4 11-16,2 1-16 0,-3-1 13 15,1 4-13-15,-2 3-5 0,1 4-10 16,-5 0-1-1,0 0 0-15,0 6 23 0,-1 11 2 16,2 6 18 0,-3 3-17-16,0 3 0 0,-2 4 0 15,0-1-2 1,0 0 9-16,0 1-1 0,0-1 23 16,-2-6-13-1,-5-2 0-15,0-6-17 0,5-9 23 16,0-2-18-16,2-5 11 15,0-2-16-15,0 0 8 16,0 0-8-16,0 0 0 16,0-4-2-16,0-6 1 15,0-1-7-15,0 1-2 16,0 1 9-16,0 2-22 16,4 1 12-16,3 5-20 15,0-1 1-15,4 2 13 16,0 0 16-16,3 0 3 15,1 8-2-15,1 1 29 0,-1-1-29 16,1-1 3 0,-5-5-4-16,1-2 0 0,-6 0-38 15,0-2-99 1,1-13-38-16,-3 1-206 0</inkml:trace>
  <inkml:trace contextRef="#ctx0" brushRef="#br0" timeOffset="180115.91">7220 12862 337 0,'0'0'219'16,"0"0"-102"-16,0 0-33 0,0 0 34 16,0 0-21-16,0 0-38 15,0 0-4-15,-9-23 9 16,6 21 4-16,1 0-19 16,2 0 13-16,-2 2-18 15,2 0 21-15,-2 0-11 16,2 0 5-16,-3 0-22 15,3 0-2-15,-2 0-3 16,0 0-16-16,0 0 10 0,0 0-13 16,0 0 16-1,-3 2-7-15,3 5 40 0,-3-2-51 16,3 2 0 0,0-2-11-16,2 3-1 0,0-1 1 15,0 0-13 1,0 3 10-16,0 0-7 0,4-2 8 15,3 3-10 1,0-4 11-16,-1 2-14 0,-1-4 2 16,1 0-3-16,2-3-15 0,-2-2 14 15,1 0-17 1,1 0 21-16,0 0-13 0,0 0 25 16,-1 0-16-1,-1 0 8-15,-1-4-4 0,0-1 3 16,-3 3 10-1,0-1 0-15,-2-1-7 0,2-1 14 16,-2 0-13-16,0-3 15 16,0 0-15-16,0-3 6 15,0 1 0-15,-4-1 1 16,-6 3-1-16,0-1 0 16,-1 5-10-16,-1 4 8 15,3 0-69-15,-4 16-36 16,4 8-112-16,0 5-437 0</inkml:trace>
  <inkml:trace contextRef="#ctx0" brushRef="#br0" timeOffset="182991.29">5278 14788 760 0,'0'0'228'0,"0"0"-90"15,0 0 79-15,0 0-88 16,0 0-16-16,0 0-21 16,0 0 16-16,-40-58 9 15,35 54 13-15,3 0-53 16,2 4-3-16,-2 0-32 15,0 0 0-15,0 8-14 0,-1 14-28 16,1 10 0 0,0 9-5-16,0 3-4 0,2 3 18 15,0-1-16 1,0-5 7-16,0-11 0 0,4-2-1 16,5-11-5-1,0-6 6-15,2-7-34 0,2-2 14 16,5-2-19-1,1 0 13-15,0-12-19 0,4-5 23 16,-3-2-36-16,-3-1-10 0,-1 1 36 16,-5-1 8-1,-4 1 17-15,-3 5-15 0,-2 4 13 16,1 4 18 0,-3 4-8-16,0 2-1 0,0 0 16 15,0 0 16 1,0 4-10-16,0 10-2 0,5 6-19 15,-1 4 3 1,4 6 4-16,4 2-11 0,3 4 11 16,4 0-11-16,0-1 3 0,1-3 0 15,1-11 0 1,0-2 1-16,-2-9-2 0,-1-10 7 16,-1 0-7-1,1-6 2-15,0-20 42 0,-2-10-26 16,-1-9 17-1,-1-3-1-15,-6-1-1 0,-1-3 1 16,-7 9-17 0,0-1 10-16,0 12-26 0,-2 2 21 15,-9 7-21 1,-1 7 6-16,3 4-6 0,3 7-1 16,2 5-30-16,-1 0-82 15,5 5-144-15,-2 14-117 16,2-1-495-16</inkml:trace>
  <inkml:trace contextRef="#ctx0" brushRef="#br0" timeOffset="183803.61">6041 15150 378 0,'0'0'665'0,"0"0"-509"15,0 0-92-15,0 0 105 16,0 0-47-16,0 0-62 16,0 0-44-16,-25-9-13 0,25 1-2 15,0-1-1 1,8-8 6-16,4 1 5 16,3-2-8-16,4 6-2 15,-1-2 14-15,-3 4-14 0,-2 7-1 16,-1 3 0-16,-4 0 0 15,1 13-1-15,-4 6 9 16,-3 6 8-16,-2 3-15 16,0 3 31-16,0-6-3 15,0 0 28-15,0-12-38 16,0 0 9-16,-2-11-23 16,2 0-5-16,0-2-18 15,0 0-33 1,0 0 13-16,0 0 0 0,11 0 37 15,0 0-10-15,3-2 3 0,-1 2 7 16,1 0-12 0,-2 0 13-16,-1 8-24 0,-3 10 23 15,-2 4 2 1,-6 4 11-16,0 0 1 0,0 6 15 16,-8-6 36-1,-11 3 5-15,-1-8-1 0,-2 1-22 16,0-7 2-1,-1-8-33-15,-2 1-15 0,6-6-16 16,-1 2-33-16,1-4-75 16,2 0-15-16,5 0-104 15,4 0-364-15</inkml:trace>
  <inkml:trace contextRef="#ctx0" brushRef="#br0" timeOffset="184787.1">6620 14997 1149 0,'0'0'285'16,"0"0"-272"-16,0 0 38 0,0 0 47 15,0 0-65-15,0 0-18 0,0 0-21 16,16-24 6-1,6 13-10-15,2 2-66 0,1 1-50 16,0 8-114 0,-6 0-121-16,-5 5-272 0</inkml:trace>
  <inkml:trace contextRef="#ctx0" brushRef="#br0" timeOffset="184958.03">6691 15209 631 0,'0'0'357'15,"0"0"-237"-15,0 0 22 16,0 0 8-16,0 0-65 16,0 0-84-16,0 0 15 15,31-18 2-15,-8 9-18 16,-1-3-24-16,9 1-76 16,-4-3-100-16,-4 6-289 0</inkml:trace>
  <inkml:trace contextRef="#ctx0" brushRef="#br0" timeOffset="186290.18">7459 14855 823 0,'0'0'219'0,"0"0"-151"0,0 0 65 16,0 0 2 0,0 0-64-16,0 0-4 15,0 0-9-15,-17-26 38 0,17 26-23 16,0 0 5 0,0 0-31-16,-2 0 7 0,2 17-12 15,-2 6-30 1,0 5-9-16,2 8 6 0,0 2-6 15,0-1-2-15,0-2-2 16,2 0 7-16,9-8-7 16,3-5 1-16,1-4-9 15,1-9-2-15,-3-4-9 16,3-5 4-16,1 0-28 0,2-18 36 16,-1-10 2-1,-1-2 0-15,1-6-6 0,-3-3-5 16,1-2-2-1,-7 1-5-15,0 5 17 0,-4 12-8 16,-3 5 14-16,0 8 2 16,-2 8 7-16,0 2-8 15,0 0 24-15,0 7-12 16,0 8-11-16,0 5 0 16,0 3-1-16,0 3 0 15,0 3 7 1,3 0-16-16,7 3 11 0,6-3-4 0,2-3-2 15,0 0 4 1,4-12 0-16,-2-4 1 0,2-10 4 16,-1 0-2-1,0-13 13-15,2-20-13 0,-3-9 39 16,-2-7-27 0,-2-9 0-16,-8-2-15 0,-1 2-1 15,-7 4 1 1,0 8-16-16,0 10 0 0,-9 10-37 15,0 9 5 1,-2 4-68-16,0 13-38 0,2 2-216 16,-2 16-729-16</inkml:trace>
  <inkml:trace contextRef="#ctx0" brushRef="#br0" timeOffset="187160.27">8074 15145 622 0,'0'0'262'16,"0"0"-180"-16,0 0-5 15,0 0 20-15,0 0 10 16,0 0-90-16,0 0 2 15,0 6 1-15,0 2-5 16,0-2-4-16,0 1 10 16,0 3 9-16,0-2-4 0,0 2 16 15,0-1-32 1,0 3 21-16,0 0-18 0,4 0 7 16,7 1-19-1,3-5 9-15,-2 2-10 0,0-7-1 16,-1 2 0-1,0-5 1-15,-2 0 6 0,2 0-6 16,-2-5 28 0,0-7-21-16,0-5 9 0,-2-3-4 15,2-5 1-15,-5 2-3 0,-1 0-4 16,-3 1 6 0,0 4-6-16,0 0 42 15,-7 4-3-15,-7 5 12 16,-4 0-29-16,1 6 7 0,-4 3-22 15,2 0-13 1,1 12-44-16,2 3-39 0,1 11-16 16,4-4-133-1,3-4-325-15</inkml:trace>
  <inkml:trace contextRef="#ctx0" brushRef="#br0" timeOffset="189516.77">7139 14596 719 0,'0'0'170'15,"0"0"-109"-15,0 0 36 0,0 0 8 16,0 0-74-1,0 0 6-15,0 0 14 0,-2 24 21 16,2-16 8-16,0 0-25 16,0 1-4-16,0 0-16 15,0-1 7-15,0 2-27 0,0-3 8 16,0-2-23 0,4 2 16-16,1-7-15 0,-3 5-1 15,3-5 8 1,-3 2-7-16,1-2-2 0,-3 0 2 15,0 0 11 1,0 0-3-16,0 0 26 16,0 0-28-16,0 0 30 15,0 0-20-15,0 0 17 16,0 0-1-16,0 0-14 0,0 0-6 16,0 0-12-1,0 0-2-15,0 0 0 0,0 0-13 16,0 0-51-1,0-2-8-15,0-3-41 0,0-2-104 16,0-1-167-16</inkml:trace>
  <inkml:trace contextRef="#ctx0" brushRef="#br0" timeOffset="191072.14">8092 15226 305 0,'0'0'163'15,"0"0"-106"1,0 0 44-16,0 0-59 0,0 0 91 16,0 0 20-1,0 0-24-15,0-17 11 0,0 17-12 16,0 0-12-1,0 0-39-15,0 0 9 0,0-4-49 16,0-1-6-16,4-8-24 16,5-1 1-16,1-4-1 15,7-1-6-15,-2-2 7 16,3 3-2-16,-3 8-6 16,-1 1 2-16,-3 6-4 15,0 3-1-15,-4 0 3 16,-1 16 1-16,-1 8 10 15,-3 6 2-15,-2 7-13 16,0 2 7-16,0-2-6 0,-9-1 21 16,-2-5-21-16,0-5 25 15,0-3-26-15,4-11 12 16,5-6 0-16,0-3-11 16,2-3-2-1,0 0-21-15,0 0 21 0,0 0-31 16,0-5 23-1,4-2 18-15,5 2-15 0,0-4 6 16,0 2-19 0,0 5-5-16,0 2-4 0,-3 0-3 15,2 0-27-15,-2 14 30 0,-2 4 21 16,-2 5 7 0,-2 3 7-16,0-3 5 0,0 1 14 15,-6 0 32 1,-10-2 14-16,-1-4 14 0,-2-5 5 15,4-3-26 1,-1-5 19-16,3-1-59 0,2-4-25 16,0 0-20-1,2 0-83-15,-7-14-75 0,5 1-50 16,-1-4-338-16</inkml:trace>
  <inkml:trace contextRef="#ctx0" brushRef="#br0" timeOffset="191943.96">7115 14584 116 0,'0'0'553'0,"0"0"-450"0,0 0-38 16,0 0 75-16,0 0-64 15,0 0-34-15,0 0-1 16,0 26 50-16,0-22-17 16,0 4 4-16,0-2-4 15,0 4-27-15,0 2-17 16,0-3-15-16,0 6 15 16,0 2-24-16,0-5 22 0,0-1-27 15,5 1 24 1,1-4-11-16,1 0-5 0,1-1 8 15,2-4-16 1,1-1 0-16,2 2 7 0,-1-1-16 16,0-2 16-1,2-1-13-15,-3 0 6 0,0 0-2 16,-1-5-4 0,-2-12 5-16,-1-5 1 0,-3-5 0 15,-4-6 19-15,0 1-19 16,0-2 42-1,0 6 12-15,-6 4 52 0,-7 10-1 0,-1 5-15 16,-1 9-43 0,-6 0-48-16,1 21-13 0,-4 11-119 15,-10 31-98 1,8-12-137-16,-1-3-1005 0</inkml:trace>
  <inkml:trace contextRef="#ctx0" brushRef="#br0" timeOffset="192944.41">4778 14622 643 0,'0'0'186'0,"0"0"-79"0,0 0 21 16,0 0 29-1,0 0-72-15,0 0-14 0,0 0-23 16,-13 46 3-1,13-40-32-15,0 0 0 0,0-2 14 16,0 3-24-16,0-7 7 16,3 0-15-16,3 0 44 15,4 0-36-15,0-17 17 16,1-1-17-16,5-5 6 16,-3 0-8-16,1 5-6 15,-3 1-1-15,-2 6 3 16,-4 8-12-16,-3 3 16 15,0 0-7-15,-2 5 18 0,0 13 39 16,2 8-24 0,1 6-15-16,1 2-6 0,0 2-11 15,3-4-1 1,4-1-30-16,-2-9-76 0,-5-8-233 0</inkml:trace>
  <inkml:trace contextRef="#ctx0" brushRef="#br0" timeOffset="195068.39">8620 13012 108 0,'0'0'953'16,"0"0"-723"-16,0 0-126 15,0 0 111-15,0 0 20 16,0 0-55-16,0 0-83 16,-40 17 2-16,40-17-34 15,0 3 0-15,0-3-28 0,0 0-15 16,0 2 1-1,15-2-4-15,8 2 2 0,8 0-21 16,4-2-17 0,3 0-58-16,5 0-19 0,-1 0-64 15,20 0-151 1,-12 0-185-16,-8 0-403 0</inkml:trace>
  <inkml:trace contextRef="#ctx0" brushRef="#br0" timeOffset="195850.89">9723 13128 825 0,'0'0'307'0,"0"0"-220"0,0 0-51 15,0 0 120-15,0 0-40 16,-31-111-36-16,20 90-6 16,-5 1 27-16,1 2 38 0,-4 4-35 15,0 6-10 1,-1 4-56-16,1 4 15 0,0 0-23 16,1 12 5-1,0 12-23-15,0 8-12 0,5 8 0 16,-1 4 0-1,8 2-10-15,2-2 19 0,4-6-22 16,0-8 13-16,2-6-2 16,11-11-24-16,7-8-22 15,3-5 13 1,2 0-8-16,4-21 23 0,1-10 8 16,1-5-1-1,-2-6 4-15,-5 2-2 0,-1 1-20 16,-5 7 19-16,-7 13-3 0,-5 9 14 15,-6 10 1 1,0 0 21-16,0 8 46 16,0 13-38-16,0 11-1 0,0-1-19 15,-2-1 27 1,2 0-36-16,0-3 0 0,0-3-31 16,0 10-107-1,0-9-134-15,0 1-262 0</inkml:trace>
  <inkml:trace contextRef="#ctx0" brushRef="#br0" timeOffset="196600.81">8755 14950 871 0,'0'0'344'15,"0"0"-212"-15,0 0-50 16,0 0 65-16,0 0-11 16,0 0-95-16,0 0-8 15,-4 0-11-15,24 0 23 16,5 0-26-16,8-5-19 0,5-11-8 16,5 0-71-1,21-10-63-15,-11 0-135 0,-6 6-357 0</inkml:trace>
  <inkml:trace contextRef="#ctx0" brushRef="#br0" timeOffset="197373.93">9806 14775 565 0,'0'0'225'0,"0"0"-169"16,0 0 60-16,0 0 21 0,0 0-46 16,4-111-23-16,-4 87 29 15,-4-2 12-15,-13 4-32 16,-2-4 15-16,-6 3-19 15,-4 4 10-15,-4 3-33 16,-3 5 26-16,1 8-29 16,2 3-13-16,-2 3-18 15,6 22-1-15,1 7-4 16,6 6-4-16,1 6-8 16,11 4 8-16,3 5-7 15,4-2 6-15,3-5-6 0,0-1 0 16,10-8 0-1,7-3-1-15,3-15-10 0,3-6 11 16,1-10-31 0,2-3-7-16,3-9-10 0,3-14 42 15,-3-7-19 1,-3-6-4-16,-1 0-17 0,-4 0 11 16,-6 1 13-1,-1 7 12-15,-6 2 7 0,-1 3 6 16,-3 4-2-1,-2 7-1-15,0-1 19 0,-2 8-19 16,3 3 0-16,-3 2 25 0,3 0 10 16,1 20-5-1,-2 4-29-15,0 12 17 0,0 8-9 16,-2 9 0 0,0 1 4-16,0 4 10 0,0-4-23 15,-8-2-10-15,-4-12-45 16,-7-3-95-16,0-16-173 15,1-7-907-15</inkml:trace>
  <inkml:trace contextRef="#ctx0" brushRef="#br0" timeOffset="202649.11">13020 10909 750 0,'0'0'199'0,"0"0"-100"16,0 0 0-1,0 0 55-15,0 0-44 0,0 0-37 16,-6 1-56 0,6-19 22-16,0-3-21 0,0-8-11 15,0-1 16-15,0 2-8 0,-3 4 40 16,1 2-18-1,-1 8 44-15,1 4-12 0,0 8 6 16,2 2-6 0,-2 0-40-16,0 23-9 0,-1 12-20 15,1 14 7 1,-2 17 3-16,-3 11-8 16,-2 8 5-16,-4 21-2 15,-3 20-5-15,-4 13 0 0,0-11 11 16,5-30 1-16,5-28 14 15,4-19-25-15,1 1 27 16,1 0-28-16,0-8 18 16,4-16-17-16,0-16 12 15,0-10-13-15,0-2 0 16,6-14 0-16,12-22 13 16,4-9 19-16,5-14-32 15,6-5 4-15,1-1 5 16,1 3-15-16,4 7 7 15,-2 6-1-15,1 8 2 0,-5 12-2 16,1 9 0 0,-7 9 6-16,-5 11-1 0,-1 2-4 15,-6 30 32 1,-1 14-14-16,-8 15 24 0,-2 7-17 16,-4 2 4-1,0 0 12-15,0-7-20 0,-2-11-10 16,-2-12-5-1,2-12-14-15,0-14-26 0,2-6-66 16,0-8-129-16,0 0-152 0,0 0-443 0</inkml:trace>
  <inkml:trace contextRef="#ctx0" brushRef="#br0" timeOffset="203039.8">13558 11971 962 0,'0'0'304'0,"0"0"-213"16,0 0 28-1,0 0 12-15,0 0-15 0,0 0-62 16,0 0 21-1,19-41-44-15,-5 16 5 16,3-3-18-16,1-2-17 0,0 0 13 16,-2 6-13-1,-3 4 17-15,-2 10-18 0,-4 10 20 16,-1 0-7 0,1 16 25-16,3 17 11 0,-6 15-2 15,0 5-18 1,-2 7-12-16,-2-2 7 0,0-4-23 15,0-8 16-15,0-7-8 0,0-11-18 16,0-12-37 0,-4-16-103-16,2 0-118 0,0-18-226 0</inkml:trace>
  <inkml:trace contextRef="#ctx0" brushRef="#br0" timeOffset="203852.61">13354 10515 152 0,'0'0'559'0,"0"0"-450"15,0 0-18-15,-143-64 71 16,106 54 16-16,-1 4-78 15,3 6-19-15,-4 0-26 16,1 0-4-16,1 0-13 16,-4 9 5-16,1 4 19 0,2 6-10 15,1 2 14 1,0 9-56-16,4 8 18 0,2 8-22 16,2 5 21-1,3 7-16-15,3 6 2 0,-1 8-7 16,1 7-5-1,4 7-2-15,-4 3 10 0,5 2-15 16,5 0 18 0,4-2-24-16,6 1 11 0,3-1-1 15,0 18 2-15,18 15-7 0,1-7 7 16,0-14-22 0,1-14 11-16,1-17-17 0,3 8 28 15,7 4-4 1,5-7-5-16,6-12 10 0,6-8-1 15,4-8 11 1,6-6 11-16,5-7 19 0,1-3-33 16,2-8 18-16,0-5-25 15,-1-6 21-15,-1-12-21 16,3 0 30-16,-2-12-15 16,-1-17 19-16,-1-9-4 15,2-1-17-15,-5-7 3 16,0 0-9-16,-2-3-6 15,-7 1 8-15,-2-3-17 16,-4-4 13-16,-5-6-6 16,-4-2 0-16,-3-7 0 15,-4-5-1-15,-4-5 1 0,-8-2-6 16,-3-2 3 0,-10-1-8-16,-4-1 22 0,0 2-18 15,-20 0 9 1,-9-2-2-16,-9 2 5 0,-6-6-3 15,-7 6-1 1,-3-3 7-16,-2 8 8 0,-4 7-15 16,0 12 36-1,-3 12-17-15,1 10 16 0,-5 13-20 16,-4 13 0-16,-5 12-16 0,-5 0-20 16,-3 23-25-1,-43 21-117-15,20-7-110 0,14-2-297 0</inkml:trace>
  <inkml:trace contextRef="#ctx0" brushRef="#br0" timeOffset="-108592.05">11402 9918 110 0,'0'0'180'0,"0"0"-116"15,0 0 6 1,0 0-39-16,0 0 25 0,0 12-24 16,0-8 2-16,0 1-5 15,0-5-22-15,0 5 6 16,0-5-4-16,0 2 20 15,0-2 0-15,0 0 21 16,0 0-22-16,0 0 32 16,0 0-3-16,0 0-18 15,0 0 8-15,0 0-34 0,0 0 26 16,0 0-37-16,0 0 9 16,0 0 1-16,0 0-12 15,0 0 0-15,0 0 0 16,0 0-1-1,0 0 2-15,0 0-5 0,0 0 20 16,0 0-20-16,4 0 15 16,-2 0-15-16,3 2 4 15,-1 0-1-15,0-1 1 16,1 1 0-16,0 1-1 16,2 1 9-16,-3-2-23 0,0 1 30 15,0 2-27 1,3-1 29-16,0 2-21 0,0-1 4 15,-1 0 0 1,1 2 0-16,0-2 1 0,0-1-7 16,-3 1 16-1,0 2-18-15,3-3 24 0,-3 2-31 16,4 0 28-16,-4 3-14 0,2-4 1 16,-1 3 0-1,-1-2-1-15,0 1 2 0,2 0-14 16,-2 1 29-1,-2 0-29-15,2 1 28 0,-1-2-24 16,-1 2 9 0,0-2 0-16,0 1 1 0,0-2 0 15,0 3-2 1,0-2 12-16,4 1-15 0,-2 1 16 16,0-2-15-1,1 1 11-15,-1 0-6 0,0 3-2 16,2 1 0-16,-4-3-1 15,2 1 2-15,-2-2-2 16,0 1 15-16,-2-1-25 16,3 1 25-16,-1 0-21 15,-2 1 9-15,2 2-2 16,-2 1 2-16,0-2-1 16,2 1 15-16,-2 0-15 15,0-1 24-15,0 1-18 0,0-3 3 16,0 1 2-1,0 0-4-15,0-2-6 0,0 1-2 16,0 0 10 0,0 1-7-16,0 0-3 0,0 0 16 15,0 2-12 1,0 0 8-16,0 0-5 0,-2 2 5 16,0-4-7-1,0 2 8-15,-3 1-2 0,3-2 4 16,0 0-13-16,-2 0 15 15,1-1-7-15,-2-1 13 16,3-2-23-16,-2 2 27 16,2 0-26-16,-3 1-1 15,3 1 0-15,-2-1 1 16,2 0-2-16,-4-1 17 16,4 4-26-16,-2-3 30 15,0-1-34-15,-1 4 28 0,3-3-11 16,-2 1-2-1,-1 1-1-15,-2-1 13 0,3-1-12 16,-1 0 14 0,1-2-2-16,-2 2-8 0,0-1 5 15,2 2-12-15,-2-1 13 16,1 0-11-16,-1-2 1 16,1 2-1-16,0 0 9 0,-1 0 7 15,1 1-18 1,1 1 15-16,0-3-23 0,-1 2 25 15,1-2-15 1,-1 0 0-16,0-1-1 0,1-1 1 16,0 0 0-1,2 0-8-15,-3 1 22 0,3 3-26 16,-5-1 31 0,2 1-36-16,1 2 23 0,-2-3-7 15,1 0 1-15,1 0 0 16,-1-2 0-16,0-2 6 15,1 2-19-15,0-2 29 16,-1 2-28-16,-1-1 30 16,2 2-27-16,-4 2 10 15,2-2-1-15,-1 1 0 16,1 0 2-16,1-1-9 16,-2 2 21-16,1-2-21 0,-1 0 24 15,1 1-33 1,-2-4 31-16,0 2-18 0,1-2 3 15,1 1 0 1,0-2-1-16,0 2 10 0,-1 0-18 16,1-1 29-1,-1 2-25-15,0-2 16 0,-2 2-3 16,3 0 2 0,-1 0-4-16,-2 0-6 0,2 0 2 15,-1 0-4-15,1-2 22 0,0 2-28 16,0 0 21-1,1-1-19-15,2 0 19 0,-3 2-17 16,0-1 4 0,0-1 0-16,1 4-1 0,-3-4 7 15,2 2-18 1,2-4 29-16,-1 2-24 0,1-2 25 16,1 2-29-1,-2-1 19-15,0-1-8 0,2 2 0 16,-2-1 0-16,-1 2 0 15,3-2 7-15,-4 0-25 16,2 0 36-16,2-3-30 16,-1 4 28-16,1-3-22 15,-3 0 6-15,2 1 0 16,1 0 0-16,-3-1 1 16,1-1-8-16,2 4 20 15,-4-3-17-15,4-1 21 16,-3 3-27-16,3-3 23 15,-2 0-12-15,1 3-1 0,-2-3 0 16,3 1-6 0,-1 0 13-16,-1-1-18 0,1 2 30 15,-2-1-34 1,3-1 30-16,-1 2-18 0,-1-1 3 16,2 0 0-1,-3 0 1-15,2 0 0 0,0 0-2 16,1 2 15-16,0-2-21 0,2 2 23 15,-3-1-28 1,1 0 28-16,2 2-19 0,-3-6 3 16,0 3 0-1,1 0 0-15,0 0 1 0,-1 0-6 16,-1 1 25 0,-2-2-23-16,4 3 13 0,-2-2-13 15,-1 0 5-15,3 3-2 16,-4-4 8-16,2 3-7 15,-1-1-2-15,3 2 14 16,-2-3-14-16,0 1 8 16,0 0 6-16,-1-1 0 0,-1 3 9 15,1-2-21 1,0-1 14-16,-2 0-5 16,3 3-9-16,-4-3 10 15,4 0 2-15,-3 2-5 16,3-2 8-16,1 0-12 0,0-3 9 15,1 4-2 1,-1-2-10-16,3-1-1 0,-2 3 5 16,0-3 6-16,-1 0-15 15,1-1 23-15,-1 2-15 16,0-1 4-16,1 0 18 16,0-1-26-16,2 2 12 15,-3-2 2 1,1 2-12-16,-1-1-1 0,2 0 15 15,-1 0-16-15,2 0 16 0,2-2-29 16,0 2 33 0,0-2-21-16,0 0 1 0,0 0-6 15,0 0 6 1,0 0 0-16,0 0-15 0,0 0 24 16,0 0-29-1,0 0 32-15,0 0-27 0,0 0-4 16,0 0-6-1,0 0 3-15,0 0 2 0,0 0 19 16,0 0-15-16,0 0-2 16,0 0 36-16,0 0-36 15,0-2 40-15,2-4-31 16,0 0 11-16,3-2-2 16,0-2 11-16,-3 0-9 0,2 2-4 15,1-2 19 1,-3 2-24-16,0 0 26 0,2-1-38 15,-2 1 29 1,1 2-10-16,2 1 0 0,-3-2 0 16,2 4 0-16,1-4 1 15,-1 3-16-15,0-2 36 16,1-2-34-16,-1 2 30 16,3-2-28-16,-2 3 11 15,-1-2 0-15,-2 3 0 16,0 1 3-16,3-3-6 15,-3 4 16-15,0-1-26 16,0-1 31-16,1 2-33 16,-1-1 33-16,1-2-26 15,1 3 8-15,-2-2 0 0,0 3-1 16,-2-2 3 0,2 3-17-16,-2 0 33 0,0-2-37 15,0 2 38 1,3-2-33-16,-1 2 15 0,0-2-1 15,0 0 0 1,-2 0 6-16,2 1-12 0,-2 1 18 16,0 0-28-1,0 0 32-15,3 0-26 0,-3 0 26 16,0 0-16-16,0 0 0 16,0 0-1-16,0 0 1 15,0 0 0-15,0 0-11 0,0 0 23 16,0 0 0-1,0 0-2-15,0 0-14 0,0 0 12 16,0 0-9 0,0 0 2-16,0 0 4 0,0 0 26 15,0 0-31 1,0 3 10-16,0 3 12 0,0 0-30 16,0 0 23-16,0 2-18 15,-3-2 3-15,1 2 0 16,0-2 0-16,0 3 1 15,0-4-2-15,-1 4 11 16,3-4-19-16,-2 2 27 16,0-4-36-16,0 2 38 15,0-1-28-15,2-2 8 16,-2 4 0-16,-1-3 0 16,1 4 6-16,-1-3-21 15,1-1 31-15,0 4-29 0,0-3 26 16,2-1-23-1,-2 1 11-15,-1 3-1 0,1-3 0 16,0 0 1 0,2 2-3-16,-2-4 11 0,0 1-21 15,2 0 26 1,0-2-23-16,-2 2 28 0,2-2-25 16,0 2 6-16,0-3-6 0,-3 2 5 15,3-1 2 1,0 1-10-16,0 3 30 0,0-3-42 15,0-2 46 1,-2 2-47-16,2 0 30 0,0-2-8 16,0 0 0-1,0 0 0-15,0 0-2 0,0 0 9 16,0 0-24 0,0 0 37-16,0 0-37 0,0 0 34 15,0 0-25-15,0 0 8 16,0 0 0-16,0 0 0 15,0 0 1-15,0 0-10 16,0 0 25-16,0 0-31 16,0 0 36-16,0 0-37 15,0 0 30-15,0 0-24 16,0 0 10-16,0 0 0 16,0 0-1-16,0 0 2 15,0 0-14-15,0 0 26 0,0 0-29 16,0 0 32-16,0 0-32 15,0 0 17-15,0 0-1 16,0 0 0-16,0 0 0 16,0 0-6-16,11 1 21 15,-2 2-24-15,5-1 21 16,1 1-21-16,3 4 25 16,-1-1-18-16,1-1 2 15,-1-1 0-15,-5 0-2 0,1 1 4 16,-3-5-13-1,-1 0 12-15,-1 0-10 0,-3 0-45 16,0 0-82 0,-5 0-156-16,0-2-227 0</inkml:trace>
  <inkml:trace contextRef="#ctx0" brushRef="#br0" timeOffset="-103346.59">10213 12023 152 0,'0'0'241'0,"0"0"-135"16,0 0-70-16,0 0-4 16,0 0 3-16,0 0 28 15,3 2-32-15,-3-2 13 16,0 0-19-16,0 0 40 15,0 0-13-15,0 0-7 16,0 0-6-16,2 2-32 16,0 0 12-16,3 3-18 15,-3-4 17-15,2-1-9 0,1 2-8 16,-1 0 8 0,0 0-9-16,4-2 0 15,-4 2 1-15,2 1-1 0,1-1 10 16,3 4-21-1,-2-3 27-15,1 1-24 0,-1 1 17 16,2-2-10 0,-1 1 1-16,-1 3 0 0,4-4 0 15,-3 1 0 1,-1 1-1-16,4-1 10 0,-3 0-18 16,-1-3 28-16,2 3-36 0,-1 3 28 15,-1-4-12 1,4 4 1-16,-3 0 0 0,1 0-1 15,-1 0 8 1,1 0-20-16,0-2 27 0,-1 2-27 16,1-3 26-1,-4 2-23-15,3-1 16 0,0 2-6 16,-2-2 0 0,-1 4 1-16,3-1-9 0,-3 0 21 15,2 2 9-15,-2 1-6 16,1-4 24-16,-3 3-38 15,0-2 21-15,2-1-20 16,-2-1-3-16,-2 3 6 16,0-1 1-16,0 0-10 15,3 2 20-15,-3 0-25 16,2 0 22-16,1 2-24 16,0-1 17-16,-1 2-7 15,1 1 0-15,-1-2 0 16,0 2-1-16,0 0 14 0,1 2-25 15,0-2 25 1,-3 0-21-16,0 0 24 0,1 0-5 16,-1 0-11-1,0 3 9-15,0-3-1 0,-2-1-7 16,2 1 37 0,2 0-38-16,-1-1 19 0,-1 1-10 15,1-2-5 1,-1 0 3-16,0 0-7 0,0 0 1 15,-2 0-1-15,0-2 0 0,3 0 12 16,-3 0-16 0,0-3 15-16,0 2-15 0,0-1 17 15,0 1-19 1,0 3 6-16,0-3 0 0,0 2 0 16,0 1 0-1,0-3-1-15,0 1 11 0,0 0-9 16,0 0 12-1,-5 0-19-15,3 1 14 0,-3-2-8 16,3 2 0-16,-3-2 0 16,1-1-1-16,0 3 2 15,-1-1-11-15,3-1 27 16,-2 2-30-16,1-1 29 16,-2-1-21-16,1 3 7 15,-2 0-2-15,-1 3 10 16,1-1-9-16,-2 0 6 15,2 0 5-15,1-2 17 16,-1-3-20-16,2 2 14 16,-2-3-11-16,2-1-4 0,0 2-8 15,-1-1 0 1,-1 2-1-16,2-2 13 0,-4 3-16 16,2-2 18-1,-1 2-15-15,1-4 14 0,2 3-13 16,-4-1 1-1,4-2-1-15,-1 1 0 0,1-2 1 16,-2 2-2-16,1-2 17 0,0 3-17 16,-1-4 11-1,1 2-13-15,1-2 15 0,0-1-8 16,-1 2-4 0,0-2 0-16,-1 3 1 0,1-4 6 15,1 4-14 1,-3-4 27-16,3 4-30 0,-3-3 22 15,2-1-14 1,1 2 4-16,0-1-2 0,-1-1 1 16,1 1-1-16,-1 0 0 0,0-1 13 15,1-2 6 1,2-1-19-16,-2 0 24 0,2 3-17 16,-1-3 19-1,-1 0-26-15,2 1 0 0,0-1 8 16,-1 0-7-1,0 0 1-15,3 0 11 0,-2 0-17 16,0 0 17 0,2 0-12-16,-2 0 1 0,2 3-2 15,0-3 7-15,0 0-7 16,-2 0 0-16,2 0 12 16,-2 0 1-16,0 0-11 15,-1 0 34-15,1 0-26 16,0 0 37-16,-2 0-32 15,-2 0 21-15,4 0-2 16,-2 0-33-16,0 0 22 16,-1 0-14-16,3 0 4 0,2 0-3 15,-2 0 20 1,0-3-29-16,0 3 21 0,0-1-22 16,-2 1 1-1,0 0 2-15,2 0 8 0,2 0-22 16,-2 0 28-1,2 0-24-15,-2 0 22 0,-1 0-18 16,-1 0 3 0,2 0 0-16,-2 0 0 0,2 0 6 15,-4 0-15 1,4 0 25-16,-2 0-30 0,2 0 31 16,-1 0-33-16,1 0 34 0,0 0-19 15,0 0 1 1,0 0 0-16,2 0-2 0,0 0 8 15,0 0-22 1,0 0 35-16,0 0-39 0,0 0 39 16,0 0-38-1,0 0 16-15,0 0 2 0,0 0-9 16,0 0-9 0,0 0 17-16,0 0-38 0,0 0 22 15,0-4-64-15,0-3 73 16,0 0-16-16,0-2 24 15,6 0-16-15,-1-1 6 16,-1-2 11-16,0 1-11 16,4 4-5-16,-4 0 29 0,-2 1-35 15,2 1 43 1,1-2-42-16,-1 1 19 0,-2 2 2 16,0 0-1-1,2 2-11-15,-4 2 5 16,0 0 11-16,0 0-21 0,0 0 27 15,0 0-20 1,0 0 0-16,0 0 1 0,2 0 9 16,-2 0 0-1,0 0 2-15,0 0 7 0,0 0-6 16,0 0 7-16,0 0 17 16,0 0-27-16,0 5 20 15,0 0-18-15,0 3-2 16,0 1 2-16,-2-4 5 15,-4 4-14-15,4-2 19 0,0 0-26 16,2 1 28 0,-2 0-28-16,2-1 31 0,-2 2-29 15,-1 1 12 1,3-1-1-16,0 2 0 0,0-1 2 16,0-3-11-1,0 2 26-15,0-4-35 0,0 2 38 16,0-3-35-1,0 0 17-15,0-4-1 0,0 2 0 16,0-2 0-16,0 0-1 0,0 0 8 16,0 2-23-1,0-2 32-15,0 0-29 0,0 0 31 16,0 0-30 0,0 0 12-16,0 0-6 0,0 0 6 15,0 0 0 1,0 0-13-16,0 0 29 0,0 0-32 15,0 0 37 1,0 0-40-16,0 0 20 0,0 0-1 16,0 0 0-16,0 0 1 15,0 0-2-15,0 1 10 16,0 2-24-16,0-3 36 16,0 2-37-16,0-2 32 15,0 0-22-15,0 0 6 16,0 0 0-16,0 0 1 15,0 0-1-15,0 0 0 16,0 0 14-16,0 0-19 16,0 0 24-16,0 0-33 15,0 0 23-15,0 0-10 0,0 0 1 16,0 0 0 0,0 0-2-16,0 0 8 0,0 0-22 15,0 0 25 1,0 0-28-16,0 0 38 0,5 0-31 15,1 2 12 1,0 0 0-16,0 1 0 0,1-3 2 16,-1 0-10-16,0 0 23 0,2 3-27 15,-2-3 30 1,-1 0-36-16,-3 2 31 0,2-2-20 16,-2 2 7-1,3 0 0-15,0 0-1 0,-1-1 2 16,1 1-16-1,-1 1-20-15,4 1-41 0,4 4-87 16,-3-2-82 0,0 0-275-16</inkml:trace>
  <inkml:trace contextRef="#ctx0" brushRef="#br0" timeOffset="-100913.08">10711 13279 170 0,'0'0'290'15,"0"0"-171"1,0 0-57-16,0 0 36 0,0 0 4 16,0 0-25-1,0 0 11-15,-14 1-21 0,14 2 8 16,0-2-55-1,0 2 32-15,0 1-50 0,0 2 15 16,0 2-4-16,0 1-10 16,5 3 4-16,4 5 2 15,2-2-13-15,0 2 17 0,2 0-12 16,-2 2 8 0,1 0-1-16,-1-2-7 15,-3 1-1-15,2-2 0 16,-2 0 1-16,-1 0 1 0,-1-2 8 15,0 0-19 1,-2 2 27-16,-2 0-26 0,0 0 14 16,0 2-6-16,1 1 0 15,-1-2 0-15,-2 2-1 16,2-1 10-16,0 0-22 16,-2 0 29-16,0-1-29 15,0 2 26-15,0-1-16 16,0 0 3-16,0-1 0 15,0-2 0-15,0 2 1 16,0-3-2-16,0-1 8 16,0 3-10-16,0 2 19 15,0 0-29-15,0 0 26 0,-4 3-13 16,2-4 0 0,-5 1 15-16,3-2-1 0,0 0 5 15,-4 5 45 1,4-7-63-16,-3 0 44 0,3 2-36 15,0-2 28 1,-4 4-36-16,4-6 6 0,0 4-1 16,-3 0-6-16,1 0 13 15,-4 0 0-15,4 1-1 16,-5 0-5 0,1-1 4-16,2 2-10 0,-3-2 23 15,2-2-23-15,-3 2 6 0,4-2 3 16,-1 0-1-1,-3 0-12-15,4 2 22 0,-3-1-22 16,1-2 12 0,0 1 10-16,-1 0-11 0,1-1-8 15,1-1 7 1,1-1-6-16,0 1 7 0,2-3 1 16,2-1 17-1,-3 1-25-15,3 0 28 0,-4 2-23 16,2 1 14-16,2-1-20 0,-3 3 0 15,1-4 4 1,1 1 3-16,-2-2-5 0,3-1 12 16,-1 0-11-1,1 2 9-15,0-4-3 0,-1 0-3 16,0 5-6 0,1-8 7-16,2 1-1 0,-1-2 32 15,1 1-38 1,0-3 48-16,0 5-29 0,0-5 38 15,0 2-39 1,-1 0 33-16,1 0-50 0,0 1 5 16,-1 2 16-16,-1-1-20 15,-1 0 16-15,3-2-8 16,-2 3 34-16,0-2-43 16,1 1 36-16,-1 1-37 15,-1-2 40-15,1 1-15 16,-1 1-11-16,1 0-10 15,0-1 15-15,1-2-22 16,-1 4 15-16,2 0-7 0,-1-2 12 16,1-4-12-1,-1 4-5-15,1-4 0 0,2 3 3 16,0-3 3 0,0 0-12-16,0 0 26 0,0 0-28 15,0 0 26 1,0 0-34-16,0 0 28 0,0 0-20 15,0 0 8 1,0 0-10-16,0 0 10 0,0 0-42 16,0 0 35-16,0-7-42 0,0-1 49 15,0-2 0 1,0-2-2-16,0-4 4 0,0 0-2 16,7-2 0-1,-2 1 0-15,-1 4-11 0,3 3 24 16,-5 0-41-1,0 4 43-15,0 4-35 0,-2-3 35 16,3 2-28 0,-3 1 13-16,0-5 0 0,2 7-6 15,-2-9 18 1,2 4-31-16,-2-4 39 0,3 3-36 16,-3-2 35-16,2-1-31 0,-2 2 18 15,2 1-6 1,-2 2 0-16,2-4 1 0,-2 1-10 15,3 4 24 1,-3-1-32-16,0 2 35 16,2-1-34-16,-2 3 34 15,0 0-24-15,0 0 6 0,0 0 0 16,0 0-1 0,0 0 8-16,0 0-22 0,0 0 36 15,0 0-34-15,0 0 31 16,0 0-36-16,0 0 16 15,0 0 2-15,0 0 15 16,0 5-5-16,0 0-2 16,0 2 11-16,0 3-29 15,0 0 26-15,0 2-32 16,0-5 35-16,-2 4-29 16,-1-2 10-16,3-4 0 15,-2-1-2-15,2 1 8 0,0 0-18 16,0-1 30-16,-2-1-36 15,2 4 39 1,0 0-39-16,-2 2 19 0,2-3-1 16,0 2 5-16,-3 1-4 15,3-6-2-15,0 3 8 16,0-3-20-16,0-3 32 16,-2 0-34-16,2 0 33 15,0 0-23-15,0 0 5 16,0 0 0-16,0 0 0 15,0 0 0-15,0 0-10 0,0 0 28 16,0 0-34 0,0 0 38-16,0 0-44 0,0 0 25 15,0 0-4 1,0 0 1-16,0 0-9 0,0 0 8 16,0 0-5-1,0 0-9-15,0 0 30 0,14 5-27 16,-4-5 28-16,4 4-20 0,-1 0 4 15,0 0 0 1,3 2-1-16,0 0 3 16,2 0-10-16,0 0 20 15,-1-1-37-15,6 2-8 16,-1-5-61-16,5-2-204 16,-3 0-80-16,-8 0-559 0</inkml:trace>
  <inkml:trace contextRef="#ctx0" brushRef="#br0" timeOffset="-86136.32">7017 8705 126 0,'0'0'157'0,"0"0"-92"15,0 0-45 1,0 0 45-16,0 0-4 0,-98-23-31 16,77 17-1-1,4-2 13-15,-3 1-8 0,2 0-33 16,0 0 37-1,2 0-30-15,1 2 31 0,1 1-38 16,-1 0 20 0,1 1-20-16,-1 1 5 0,-1 2-6 15,1 0 12-15,-1 0-24 16,-1 0 28-16,0 0-23 16,0 2 14-16,1 5-13 15,-1 0 7-15,1 2-1 16,-2-2 5-16,2 3-4 15,0-1 4-15,3 0 6 16,1 4-4-16,-2-1-6 16,3 0-1-16,-1 2 12 0,3 0-8 15,1-3-4 1,3 1 0-16,-2 0-2 0,5 0 9 16,0-1-17-1,0-2 23-15,2 0-19 0,0 1 19 16,0 4-21-1,0-1 8-15,0 8 0 0,0-1 1 16,0 2-1-16,0 2 0 16,2 0 11-16,0 2-19 15,2-4 19-15,1 0-17 0,0-3 16 16,1-1-14 0,3-2 4-16,1 1 0 0,0 3 0 15,-1-3 1 1,3 4-7-16,-2 1 19 0,3 5-22 15,1 2 25 1,-1 0-26-16,-1 2 11 0,1 1-1 16,1-3 1-16,-3 2-1 15,-1-2 0-15,4 1 7 16,-3 1-17-16,0-2 24 16,-1 2-27-16,0-2 28 15,2 3-21-15,-1-1 7 16,2 1-1-16,1-2 0 15,-1 2 2-15,1-4-5 16,-1 0 13-16,1 0-24 0,1-1 31 16,1 1-26-1,-3-2 18-15,0 0-9 0,-2-2 0 16,2 2 0 0,1 0-6-16,-1-2 12 0,1 2-18 15,1-4 25-15,1 2-23 16,2 0 20-16,0 1-16 15,1 1 7-15,2-1-1 16,1 1 0-16,1 3 1 16,0-3-2-16,4-3 8 0,0 1-14 15,0-3 20 1,0-1-26-16,0-4 26 0,0 0-19 16,2-2 6-1,2 0 0-15,-2-2-2 0,0-2 4 16,-3-2-12-1,1-4 23-15,-3 0-26 0,-1-4 26 16,-1 0-26 0,0 0 8-16,1-6 5 0,-3-6 2 15,-1-3-1-15,0 1-2 16,1-1 10-16,-3-3-16 16,-1-4 16-16,2-1-15 15,-2-1 19-15,-3-3-20 16,1-1 7-16,-4 0 0 0,3-2-1 15,-1 2 2 1,-3-3-3-16,-1 4 12 0,2 0-21 16,-4 1 25-1,3 2-27-15,-3 0 14 0,4 0-1 16,-3 2 1-16,1-2-1 16,2 0 0-1,-4 2-8-15,1 0-3 0,-3 0 21 16,0 1-25-1,1 1 30-15,-2 1-22 0,-1 0 7 16,0-1-1 0,0 1 0-16,0-4-10 0,-2 2 10 15,0-5-18-15,0-1 9 0,0 1 8 16,0-4-11 0,-4 0 16-16,-6 0-4 0,4-1 1 15,0-1-8 1,-3 2 7-16,1-2 2 0,-2 0-11 15,-1 3 17 1,-3-3-21-16,1-1 27 0,-3 6-26 16,3-2 11-1,-1 0 2-15,-1 4 0 0,1 1 0 16,-1-2-1-16,-3-1 10 0,0 1-22 16,-2 1 26-1,0 0-21-15,0 2 20 0,0-1-16 16,-1 1 4-1,2 3 0-15,-1-2-1 16,-1 2 8-16,2 1-15 16,-2-2 21-16,2 1-23 0,-3 3 24 15,-3 2-23-15,-4-2 18 16,2 5-9-16,-4 1 0 16,0-1 1-16,2-1 2 15,-3-1 6 1,-1 2 18-16,2 1-26 0,0-1 24 15,2 2-24 1,0 1 37-16,4 2-31 0,2 0 8 16,4 3 9-16,3 0-17 15,3 3 2-15,2 1 3 16,4 0-18-16,2-3 20 16,3 3-28-16,2-4-9 15,0-7-64-15,2-4-7 0,7 3-27 16</inkml:trace>
  <inkml:trace contextRef="#ctx0" brushRef="#br0" timeOffset="-85435.48">7367 8654 393 0,'0'0'68'0,"0"0"-68"15,0 0-7-15,0 0 2 16,0 0 5-16,0 0 10 15,0 0 29-15,7 9-39 16,-5-9 6-16,2 0-6 16,3 0 0-16,2 0 0 15,2 0 9 1,5 0-18-16,-1 0 21 0,3 0-12 16,2-4 7-16,0-8-4 0,3-7 5 15,0-3-8 1,2-4 6-16,2-6-6 0,2-8 0 15,-2-4 8 1,2-4 3-16,2-7-10 0,-2 0 1 16,2-4 4-1,-2 3 2-15,-2 1-7 0,-2-3-1 16,-1 5 5-16,-2 0 2 16,-4 2 5-16,0 0-11 15,-4 0 27-15,-1-2-27 16,-4 1 31-16,0-2-31 15,-5 0 4-15,-2 0-4 16,0-1 0-16,-2 5-1 16,0 3 11-16,0 4-9 15,-6 5 0-15,-5 1 4 16,-3 5 1-16,-1 6 28 16,-3 5-16-16,-2 3 0 0,0 1 11 15,-2 6-16 1,1 0 21-16,2 4-32 0,5 2 1 15,1 2 9 1,5-1-26-16,2 4 14 0,2 0-1 16,4 0 0-1,0 0-28-15,0-5-64 0,0 3-57 16,0-3-139-16</inkml:trace>
  <inkml:trace contextRef="#ctx0" brushRef="#br0" timeOffset="-84714.37">7728 6471 447 0,'0'0'88'0,"0"0"-57"15,0 0-30 1,0 0 21-16,0 0 5 0,0 0 35 16,0 0-46-16,-26-76 14 0,26 53-30 15,2 1 26 1,8-4-20-16,4-2 10 0,1 0 0 15,4-4-15 1,0 2-2-16,2 0 15 0,-1-1-19 16,-1 8 13-1,2 2-11-15,-1 6 4 0,-3 7-1 16,2 5 2 0,-4 3-2-16,-4 0 15 0,0 9-15 15,-2 8 39-15,1 6-25 16,-4 5 27-16,0 4-41 15,1 4 32-15,0 0-32 16,-2 3 9-16,-1-1 2 16,2-3-11-16,-1 4 8 15,1-5 4-15,0-3-12 16,0 0 14-16,1-5-24 16,1-2 11-16,0-4-1 0,-2-4 1 15,3-1-1 1,-3-2 0-16,1-1 10 0,0-2-26 15,2-2 4 1,1 2-1-16,2-4-94 0,-5-2-56 0</inkml:trace>
  <inkml:trace contextRef="#ctx0" brushRef="#br0" timeOffset="-84522.34">8321 6907 211 0,'0'0'918'0,"0"0"-749"0,0 0-169 16,0 0-17-1,0 0 17-15,0 0-90 0,0 0-135 0</inkml:trace>
  <inkml:trace contextRef="#ctx0" brushRef="#br0" timeOffset="-83116.9">7661 5990 322 0,'0'0'81'16,"0"0"-9"-16,0 0 6 15,-115 63-34-15,86-30 13 16,0 3-14-16,4 6 23 15,2 4-40-15,6 2 19 16,3 4-30-16,3 3 3 16,7 1-6-16,1 2-12 15,3 2 0-15,0 0 10 16,0-2-14-16,3-2 11 16,8-2 8-16,4-6-14 15,3-2 22-15,5-5-23 16,4-2 0-16,2-2-2 0,4-1 4 15,0-2-5-15,5 0 16 16,2 1-20-16,3-2 21 16,1 2-24-1,3-5 17-15,-1-2-7 0,2-4 0 16,-4-2 1-16,3-6-2 16,-1-5 7-16,4-2-19 15,-1-6 26 1,2-3-26-16,2 0 29 0,-1 0-18 15,2-12 2-15,-4-1-1 0,2-5 0 16,-3-6 1 0,-2-4-9-16,-5-5 21 0,1-4-4 15,-6-6 1 1,-1 1 8-16,-5-2-17 0,-2-2 24 16,-2 2-15-1,-3-2 10-15,-1-5 20 0,-4 0-29 16,0-3 22-1,-4-3-25-15,-3-1 6 0,-4 0 0 16,-8 2-11-16,0-3 5 0,0 0-7 16,-17-2 4-1,-8 2-2-15,-8-2-4 0,-4 1 21 16,-5 2-23 0,-4 1 20-16,-5 3-25 0,-3 3 25 15,-6 3-23 1,-3 7 7-16,-1 7 0 0,-3 4 0 15,-1 4 7 1,0 9-20-16,-3 3 33 16,0 9-30-16,1 5 24 0,-3 0-22 15,-2 19 8-15,0 16 0 16,-1 9 0-16,-2 14-1 16,0 11-5-1,3 11 7-15,-10 21-15 0,0 24 14 16,5 25-22-16,10 5-95 15,28-37-20-15,18-27-195 0</inkml:trace>
  <inkml:trace contextRef="#ctx0" brushRef="#br0" timeOffset="-74683.36">12846 4175 679 0,'0'0'148'0,"0"0"-77"15,0 0 1 1,0 0-28-16,0 0 100 0,0 0-68 15,-56-8-1 1,45 8-42-16,3 0 14 0,-4 0 14 16,3 0-28-1,1 4 18-15,-4 5-41 0,3-2 57 16,1 6-60-16,-2 5 15 0,1 9-9 16,5 9-14-1,0 11 1-15,2 8 0 0,2 11-7 16,0 9 17-1,2 2-28-15,13 6 37 0,3-4-39 16,0-8 40 0,4-10-34-16,0-15 14 0,1-14 0 15,4-14 0 1,0-14-20-16,2-4 20 0,2-7 0 16,2-22-1-16,1-12 2 15,-1-10 11-15,-4-11-5 16,-2-7 2-16,-3-1-9 15,-4 0 0-15,-4 6-7 16,-5 10 14-16,-3 10-23 16,-3 13 26-16,-5 14-24 15,0 8 28-15,0 9-28 16,0 0 8-16,0 16 5 16,-2 12 1-16,2 10 0 15,0 10-10-15,0 7 27 0,9 5-33 16,15 2 32-1,8 0-29-15,1-3 33 0,5-11-27 16,-2-12 7 0,-1-16-1-16,-2-18 1 0,-1-2 0 15,-6-32 17 1,-5-21 25-16,-6-17 71 0,-8-12-55 16,-7-8 67-1,0-1-71-15,-11 7 18 0,-11 10-15 16,-7 10-27-16,0 14 13 0,0 11-42 15,2 11 4 1,5 13-5-16,3 7-1 0,9 8-119 16,3 0-32-1,7 18-107-15,9 10-25 0,11 0-300 0</inkml:trace>
  <inkml:trace contextRef="#ctx0" brushRef="#br0" timeOffset="-74182.66">13874 4567 861 0,'0'0'253'16,"0"0"-171"-1,0 0 14-15,0 0 8 0,0 0 30 16,0 0-107 0,0 0 8-16,-63 95-20 0,66-54-5 15,13-2-9-15,-1 1-1 16,5-6 2-16,-3-5 4 15,2-9-12-15,-1-6 25 16,-3-9-37-16,-2-5 40 16,1 0-22-16,-1-12 28 0,-4-15 40 15,-4-11-2 1,-5-11-10-16,0-1-1 0,0 1-41 16,-21 0 21-1,-1 11-26-15,-7 8 58 0,-2 9-41 16,-3 11 29-1,1 10-45-15,-1 0 16 0,5 25-26 16,3 9-1-16,6 4 1 16,8 2-86-16,12 4-30 15,10-7-169-15,14-14-58 0</inkml:trace>
  <inkml:trace contextRef="#ctx0" brushRef="#br0" timeOffset="-73499.95">14623 4499 887 0,'0'0'205'0,"0"0"-96"16,0 0-89 0,0 0 38-16,0 0-6 0,0 0 27 15,0 0-58 1,-6 3 3-16,8-3 5 0,15 0 23 15,12-6 18 1,6-5-43-16,13 0 49 0,3-4-54 16,6-1 16-16,1 0-28 15,0 1 6-15,1-2-16 16,-6 3 0-16,-6 1 0 0,-4 4 8 16,-8 1-21-1,-6 2 1-15,-6 0-4 0,-6 2-107 16,-5-1-47-1,-6 0-227-15,-6-1-383 0</inkml:trace>
  <inkml:trace contextRef="#ctx0" brushRef="#br0" timeOffset="-73098.87">14970 4189 750 0,'0'0'342'16,"0"0"-227"-1,0 0-89-15,0 0 6 0,0 0-25 16,0 0 45 0,0 0-45-16,-22 14 25 0,34-12-32 15,7-2 32-15,6 0-18 16,6 0 24-16,4 0-6 15,6 0-25-15,-1-2 19 16,3-2-14-16,-5 4-11 16,-5 0 17-16,-4 0-33 15,-7 8 25-15,-4 10-10 16,-10 4 8-16,-4 8 2 16,-4 6 19-16,0 6-28 15,-12 3 37-15,-9 4-32 16,2 1-2-16,-1-1 9 0,4-5-26 15,7 0-48 1,4-12-138-16,5-8-400 0</inkml:trace>
  <inkml:trace contextRef="#ctx0" brushRef="#br0" timeOffset="-72657.11">16187 3962 441 0,'0'0'789'16,"0"0"-679"-16,0 0 2 0,0 0-64 15,-10 111-6-15,18 1 9 16,15 38 31-16,1 7-8 16,-2-27-34-16,-4-40 18 15,-7-39-45-15,3-16-14 16,-1-7 1-16,1-9-22 16,7-23-153-16,-4-27-78 15,-9-15-150-15</inkml:trace>
  <inkml:trace contextRef="#ctx0" brushRef="#br0" timeOffset="-72194.98">16083 4146 41 0,'0'0'1090'0,"0"0"-916"0,0 0-143 15,0 0 2 1,-43-142-27-16,43 82-3 0,25-2 30 15,10 4 0 1,10 9 15-16,11 16-42 0,5 21-7 16,3 12 24-16,-4 22-38 15,-6 31 30-15,-14 26-5 16,-16 4-9-16,-15 9-1 0,-9 2 0 16,0-18 9-1,-20 2-25-15,-2-17 38 0,-5-12-34 16,3-15 31-1,-1-18-38-15,2-12 12 0,6-4-46 16,3-10 20 0,8-16-6-16,6 0 32 0,0 3-11 15,16 5-2-15,15 15 16 16,7 3 3-16,6 23 1 16,3 21 5-16,-3 12 4 0,-5 6 10 15,-8 1 30 1,-7-8 11-16,-4-13 26 0,-4-10-57 15,-3-16 13 1,-2-11-41-16,3-5-2 0,1-13 1 16,12-49-32-1,-5 2-89-15,1-1-215 0</inkml:trace>
  <inkml:trace contextRef="#ctx0" brushRef="#br0" timeOffset="-71250.68">17296 4363 952 0,'0'0'121'0,"0"0"-101"15,0 0 27 1,0 0-10-16,-148-52 62 0,111 52-98 15,-4 12 42-15,6 16-8 16,1 12 13-16,9 10-31 16,8 11 21-16,8 9-38 15,9 6 6-15,0 0 25 16,9-2-4-16,15-9 7 16,8-17-28-16,1-18-12 15,5-22 22-15,0-8-34 0,2-33 15 16,-4-18 3-16,-5-18 12 15,-4-10-12-15,-10-4 0 16,-6 4-55-16,-6 7 39 16,-5 16 0-16,0 18 6 15,0 14 20-15,-11 18-6 16,0 6 5 0,0 12-9-16,1 22 44 0,6 12-37 15,4 9 31-15,0 6-38 0,4 4 48 16,19-3-47-1,4-4 53-15,2-14-47 0,4-9-3 16,1-17-4 0,-1-12 0-16,-2-6-10 0,0-10 23 15,-4-25-2 1,-2-11 11-16,-3-12 18 0,-4-6-29 16,-4 0-6-1,-8 3-5-15,-2 11 0 0,-4 17 4 16,0 12-4-1,0 15 19-15,0 6-11 0,0 10 23 16,0 21-30-16,5 14 33 16,5 8-18-16,7 2-3 15,1-2-12-15,-1-9 6 16,1-10 6-16,-3-14-4 16,-1-14-18-16,-3-6-35 15,0-12 43-15,1-24 1 16,-4-15 14-16,1-8-14 0,1-3-33 15,-2 5-24 1,3 13 20-16,3 19 35 0,3 18-46 16,4 7 13-16,3 34-3 15,3 16 38-15,0 16 1 16,-5 3 38-16,0-1-31 16,-4-6-7-16,0-9 6 15,0-15-7-15,-1-20-20 16,-1-13-217-16,-5-5-455 0</inkml:trace>
  <inkml:trace contextRef="#ctx0" brushRef="#br0" timeOffset="-70629.2">18473 4466 1189 0,'0'0'259'16,"0"0"-173"-1,0 0-58-15,0 0 36 0,0 0 49 16,0 0-6 0,-149-46 13-16,108 67-108 0,-1 13 7 15,2 12 2 1,3 11-42-16,8 10 20 0,8 5 1 16,9 7-1-16,12-4 2 0,0-9-2 15,8-15 19 1,13-16-37-16,8-19 12 0,2-16 6 15,3-12 2 1,-1-34 33-16,6-35-4 0,-8-37-18 16,-4-30-12-1,-12-15-33-15,-13 11-25 0,-2 33-50 16,0 37 54-16,-2 26-34 16,-7 14 87-16,1 10-13 15,0 8 14-15,6 15 0 16,2 10 1-16,0 56 16 15,20 39-16-15,14 33 38 16,3 12-33-16,-3-23 41 16,-10-31-38-16,-5-35 49 15,0-14-58-15,4-2 0 16,1-6-10-16,3-6-64 16,-2-20-58-16,-4-4-112 0,4-44 18 15,-7-2-122 1,-5 0 18-16</inkml:trace>
  <inkml:trace contextRef="#ctx0" brushRef="#br0" timeOffset="-70318.92">18742 4446 525 0,'0'0'337'15,"0"0"-138"-15,0 0 11 0,0 0-101 16,0 0-44 0,0 0-64-16,22 136 28 0,-6-90 20 15,6-3-11 1,3-2 19-16,2-7-47 0,2-10 64 15,0-10-73-15,-2-11 34 0,-3-3-17 16,0-15 45 0,-4-17-19-16,-4-10-2 0,-7-8-18 15,-5-5-17 1,-4-2-14-16,0 2 34 0,-8 6-43 16,-17 10 34-1,-2 14-8-15,-6 12-8 0,0 13-2 16,-3 0 23-16,3 28-23 15,6 12 0-15,6 7-4 16,11 3-5-16,7-4-57 16,6 1-23-16,16-10-172 15,4-13-330-15</inkml:trace>
  <inkml:trace contextRef="#ctx0" brushRef="#br0" timeOffset="-69647.32">19211 4296 578 0,'0'0'573'0,"0"0"-437"0,0 0-120 16,0 0 14 0,0 0-15-16,0 0 76 0,0 0-40 15,87 141 20-15,-54-81-42 16,-4 0 31-16,-2-7 10 15,-8-13-20-15,-7-14 21 16,-3-11-69-16,-5-15-1 16,-2 0 36-16,0-20-26 15,0-21-3-15,-2-17 2 16,3-15-10-16,-1-1-37 16,5 3-4-16,2 6-30 15,4 19 50-15,5 14-22 16,2 20 35-16,2 12-27 15,1 16 25-15,-1 28 17 0,-2 13-7 16,-2 6 31-16,-8 4-5 16,0-7 30-16,-3-11-30 15,-3-12 75-15,-2-19-76 16,0-10-3-16,0-8-7 16,4-8-16-16,-4-27 2 15,2-15 17 1,0-14-18-16,5-4 7 0,5 6-23 15,3 15 20-15,8 20-26 0,2 25 18 16,2 4 4 0,0 34 41-16,-2 16 20 0,-8 10-14 15,-3 6-4 1,-5 0 23-16,1-1-64 0,-4-6 2 16,-3-2-4-1,-5-14-207-15,0-11-307 0</inkml:trace>
  <inkml:trace contextRef="#ctx0" brushRef="#br0" timeOffset="-68797.81">15920 5961 214 0,'0'0'233'0,"0"0"-57"16,0 0-72-16,0 0-14 15,0 0-57 1,0 0 31-16,0 0-40 0,-2-34 17 16,11 23-12-16,8-5 15 15,6 2 36-15,8-5-53 16,9-3 31 0,9 2-46-16,14 0 34 0,30-3-40 15,46 2 39-15,54-2-2 0,38 4 18 16,18 3-16-1,11 0-43-15,-9-8 20 0,5-8-6 16,9-8 10 0,5 1-26-16,8 7 52 0,15 8-40 15,-8 4-6 1,-15 0-2-16,-17 2-1 0,-23 1-6 16,-22 5 25-1,-21 5-25-15,-42 0 23 0,-39 7-34 16,-37 0 25-16,-21 0-18 15,-6 0 7-15,-5 11-10 16,-5 4 0-16,-12 8-25 16,-12 3 14-16,0 6-109 15,-6 4 5-15,-2 17-108 16,0-10 3-16,0-4-259 0</inkml:trace>
  <inkml:trace contextRef="#ctx0" brushRef="#br0" timeOffset="-68145.08">20465 5087 1972 0,'0'0'451'16,"0"0"-451"-16,0 0-310 15,0 0-192-15,0 0 218 0,0 0-426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05-17T17:37:17.1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24157 7865 735 0,'0'0'235'16,"0"0"-158"-1,0 0 59-15,0 0 3 0,0 0-7 16,0 0-69 0,0 0-4-16,0 0-25 0,0 0 43 15,0 0-7-15,0 0 2 0,0 0-1 16,0 0-15 0,0 0 13-16,0 0-33 15,0 0 28-15,0 0-35 16,0 0 27-16,0 0-28 0,0 0 21 15,0 0-5 1,0 0-17-16,0 0 15 0,0 0-31 16,0 0 29-1,0 0-40-15,0 0 12 0,0 0-3 16,0 0-11-16,0 2 2 16,0 3 0-16,0 8 11 15,0 2-10-15,0 8 24 16,2 1-14-16,-2 3-7 15,0 6 8-15,0-1-18 16,0 2 7 0,0 0-1-16,0-2 0 0,0-3 1 15,0-8-3-15,0-7 13 16,0-6-26-16,0-5 25 16,0-3-10-16,17-6 1 0,39-37 75 15,60-56-31 1,63-59-24-16,31-30-21 0,-36 29-120 15,-47 35-372-15</inkml:trace>
  <inkml:trace contextRef="#ctx0" brushRef="#br0" timeOffset="8643.94">10026 13387 700 0,'0'0'158'0,"0"0"-132"16,0 0-5 0,0 0-21-16,0 0 14 0,4-3-12 15,-2 2-2-15,4-1 5 0,-4-2-4 16,2 2-2-1,-2-2 11-15,3 0-10 0,-3 0 1 16,0 1 6 0,0 0-5-16,-2 1 51 0,2-2-6 15,-2 2-10 1,2-1-2-16,2 0-29 0,0-1 10 16,0 2-9-16,3-2-1 15,-3 2 1-15,2 2-2 16,4 0-4-16,1 0 23 15,3 0 8-15,-1 0-2 16,2 10-4-16,1 2-26 16,2 0 24-16,-1 0-22 15,2 2 24-15,-2-1-20 16,1 4 24-16,0 1-7 16,2 0 3-16,-2 1-2 0,1 1-23 15,2-3 7 1,1 4 4-16,1-4-11 15,1 3 5-15,-2-2-6 0,3 2 7 16,-3-2-7-16,0-2 6 16,3-1-6-16,-3-1 0 15,5-2 10-15,0 0-13 16,0 1 12-16,2 4-2 16,2-3-4-16,-3 4 17 15,-1 3-20-15,0-2 10 16,0 1 12-16,-3 2-15 15,1-2 9-15,0 3-9 16,1-2 8-16,1 4-14 16,2-1 20-16,0 2-19 0,2-1 5 15,0 1 0 1,0 5-7-16,3-8 2 0,0 3 9 16,1-2-12-1,1 1 8-15,-1-5-4 0,1 1 4 16,-1-2 4-1,2 1-11-15,-2-1 0 0,1 4 0 16,-1 0 1 0,3 1 2-16,3-2 6 0,1 2-3 15,0 2-4-15,5-1 6 16,0 4-6-16,-1-5-2 16,2 0 9-16,0-4-8 0,2-2-2 15,-2-4 10 1,-1-2-15-16,3-3 15 0,-4 0-13 15,1-1 15-15,2-4-6 16,2 1-5-16,5 4 0 16,0-5 0-16,4 0 1 15,3 0 1-15,1 2 7 16,1-1 3-16,-1-2-11 16,1-3 39-16,-1 0-27 15,2 0 12-15,-2 0 1 16,1 0-14-16,-1-3-3 15,1-4 1-15,-1 3-14 16,-1 2 17-16,1 2-20 0,1-2 18 16,0 2 1-1,2-2-12-15,2 0 13 0,0-5 20 16,5-2-10 0,-1 3 15-16,3-6-32 0,-1 2 20 15,4 1-19 1,0 0 16-16,2-2-22 0,0 4 18 15,-4 2-9 1,-1 2-2-16,-2-1 10 0,0-2-16 16,1 2 35-16,-1-4-28 0,-1-1 25 15,0-3-34 1,2 5 26-16,-2-7-26 0,1 2 1 16,-1-1 14-1,-2 3-13-15,1 3 8 0,-1 0 2 16,3-5-8-1,1 6 5-15,6-6-9 16,1 3 9-16,5 0-9 16,0-1 0-16,0 2 0 0,-2 0-1 15,-2 2 2-15,-4 1-10 16,2-4 25-16,-4 1-29 16,4-4 32-16,0-3-20 15,-4 1 1-15,4-7 0 16,1-2 4-16,0 4-3 15,1-1-2-15,2-2 10 16,-2-1-9-16,-2 3 13 16,2-1-26-16,-2-4 22 15,0-3-9-15,0 1 0 16,2-10 0-16,-1 1 0 0,0 0 6 16,-1 2-18-1,-6 2 24-15,-1 2-24 0,-5 0 25 16,0 0-14-1,-2 2 1-15,0-2 0 0,-2 2-2 16,-1-4 8 0,-3-2-7-16,-1-4 10 0,0-1 10 15,0-3-13-15,-4 0-6 16,-1-2 12-16,-3 2-3 16,-3 4-8-16,-3-1-1 0,-5 8 0 15,-3 0 7 1,-5 2-19-16,-4-4 5 0,-6-2-24 15,-8-31-108 1,-7 8-207-16,-8 2-843 0</inkml:trace>
  <inkml:trace contextRef="#ctx0" brushRef="#br0" timeOffset="9913">24676 12439 494 0,'0'0'331'15,"0"0"-207"-15,0 0-94 16,0 0-18-16,0 0 72 15,0 0 10-15,0 0 34 16,25 50-36-16,-18-26-4 0,-1 8-41 16,0 2-9-16,2 6-6 15,-4 4-24-15,3 0 17 16,-3 2-24 0,0-6 47-16,1-8-8 0,2-7 41 15,6-13-22-15,7-10 38 16,12-2-23-16,10-25-17 15,22-35 7 1,25-39-54-16,23-34-10 0,-16 15-175 16,-20 15-199-16</inkml:trace>
  <inkml:trace contextRef="#ctx0" brushRef="#br0" timeOffset="61694.18">25902 5849 415 0,'0'0'138'0,"0"0"-66"15,0 0 55 1,0 0 28-16,0 0-47 0,0 0 35 15,10-38-30 1,-10 30-24-16,0 1-12 0,0-2-28 16,0-1-7-16,0 3-29 0,0 2 27 15,0 1-17 1,0 1 26-16,0 3-17 16,0 0 18-16,0 0 4 0,0 3-3 15,0 11-4 1,0 10-7-16,0 5 21 0,0 8-34 15,0 1 28 1,0 0-27-16,0-1 12 0,0-6-39 16,0-4 10-1,0-6-11-15,0-4-10 0,0-7-31 16,0-4-109-16,-6-2-104 0,2-4-265 16</inkml:trace>
  <inkml:trace contextRef="#ctx0" brushRef="#br0" timeOffset="63546.09">25858 6034 68 0,'0'0'62'16,"0"0"17"-16,0 0 71 15,0 0-10-15,0 0-20 16,0 0-20-16,0 0 12 0,0 0-16 16,0 0-24-1,0 0 22-15,0 0-28 16,0 0-3-16,2 0-42 16,2 0 11-16,7 0-10 15,5 0 13-15,5 0 18 0,8 4-5 16,4 1 0-16,7 2-7 15,7 3 56-15,4-3-43 16,9 4 3-16,7-2-7 16,11 3 16-16,9-1-18 15,27-1 28 1,26 0 22-16,23 0-23 0,8-2-4 16,-11 1-47-16,-15 2 7 0,-20 3-31 15,0 2 21 1,-5 2-21-16,1 2 0 0,-3-2 1 15,-15-2-1 1,-19-4 0-16,-14-2 9 0,-3-4-17 16,13 3 17-1,12-2-15-15,12 3 15 0,1-1-7 16,-3 0-2 0,3 2-1-16,-4 1 1 0,1 0 0 15,-2 0 1 1,3-2 7-16,-3 2-13 0,2-5 16 15,-3 0-22-15,-1-4 10 0,-5 1 1 16,-3-1 0 0,-3-1 0-16,-8-2-1 0,-2 2 2 15,-6 0-10 1,-5-1 23-16,0 4-14 0,-6-2 1 16,0 4 28-1,-1-3-4-15,5 0-9 0,0-2-4 16,5 2 1-1,0-4 17-15,3 0-9 0,-1 0-3 16,-4 0-6-16,-5 0-15 16,-4 0 9-16,-4 0-11 15,-8 0 5 1,-1 0 0-16,-7 0 0 16,-5-2 2-16,-6 0-11 0,-2 0 19 15,-5-1-17-15,-5 3 16 16,1-1-12-16,-1-1 3 15,-1 0 0-15,1-2 0 16,-4 0 1-16,3 2-2 0,-3 0-12 16,1-1 6-1,-2 2-8-15,1-1 13 16,1 0-24-16,-3 0 25 0,-1-1-11 16,0 1 6-1,-4 0 5-15,0 1 2 0,1-1-13 16,-1 0 25-16,0 0-23 15,1-1 22-15,2 1-24 16,0 0 13-16,3-1-1 16,2 1 0-16,-1-3 0 15,2 4-1-15,1-2 2 16,-3-1-8-16,0 3 18 16,-2-3-21-16,-5-1 20 0,1 1-2 15,-3-1-8 1,-2 0 0-16,2-2 0 0,0-2 1 15,-2 2-2 1,2-4 5-16,-2 3-13 0,3-2 18 16,-3 2-18-1,0 0 8-15,0 0 1 0,0 3-1 16,0 1 0 0,0-1 1-16,0 1-8 0,0 1 2 15,0-2 10 1,-3 1-14-16,1-1 19 0,-2 0-18 15,2 1 10-15,-1 2-1 0,-1 1 1 16,0-2-1 0,-1-1 8-16,0 2 3 0,-1-2-19 15,-1 0 19 1,1 1-21-16,1 0 19 0,1-1-16 16,-1-1 7-1,0 2 0-15,3-1-1 0,-2 0 8 16,2 1-17-1,-2-2 21-15,1 1-19 0,1 1 19 16,2 0-8-16,-2-1-3 16,0 2 1-16,2 0 13 15,-3 2-14-15,3 0 7 16,-2 0 1-16,-3 11 5 16,1 12-7-16,-5 12 35 15,0 7-12-15,0 5 17 16,0 1-16-16,3-4-16 15,-1-2-12-15,2-9-1 0,3-9-2 16,0-10-50 0,-2-11-57-16,-5-12-132 0,-3-21-288 15,-1-6-920-15</inkml:trace>
  <inkml:trace contextRef="#ctx0" brushRef="#br0" timeOffset="65125.32">25914 5895 825 0,'0'0'238'16,"0"0"-123"-16,0 0 34 0,0 0-33 16,0 0-51-16,-34 141-17 15,23-103-7-15,0-2-40 16,4-4 6-16,-2-3-7 15,2-4-94-15,1-9-292 16</inkml:trace>
  <inkml:trace contextRef="#ctx0" brushRef="#br0" timeOffset="66409.31">25873 6802 658 0,'0'0'310'0,"0"0"-191"16,0 0 57-16,0 0 16 16,0 0-44-16,0 0-11 15,0 0-55-15,0 1 25 0,0-1-31 16,0 0 3 0,0 0-42-16,0 0-8 0,0 0 2 15,2 0-16 1,-2 0 1-16,2 0-14 0,4 0 6 15,-2 0-6 1,5-5-4-16,-1-9-2 0,4-4-3 16,1-3 7-1,-1 0-2-15,-4 2 2 0,1 5-2 16,-5 8-8-16,1 6 19 0,0 4-9 16,1 28 22-1,-1 14 56-15,-1 16-32 0,-2 11-6 16,-2-1 18-1,0-4-15-15,0-11-13 0,0-14-30 16,0-12-8 0,2-23-103-16,8-7-179 0,-2-1-539 15</inkml:trace>
  <inkml:trace contextRef="#ctx0" brushRef="#br0" timeOffset="67581.83">31642 7164 198 0,'0'0'714'16,"0"0"-528"-16,0 0-135 16,0 0 81-16,0 0 17 0,0 0-53 15,0 0-42-15,-2 0-19 16,2 2 17-16,0-2-11 15,0 0 36-15,0 0-18 16,0 0 1-16,0 0-35 16,0 0 11-16,2-2-9 15,5-13-5-15,2-6-22 16,2-4-12-16,1-1 5 16,1-1 14-16,1 2-13 0,-4 8 13 15,-1 5 1 1,-3 6-7-16,-3 4 14 0,0 2 0 15,-1 0 9 1,0 20 23-16,-2 10-34 0,2 6 22 16,-2 3-34-1,0 1 8-15,0-4-8 0,0-4-2 16,0-6-53 0,0-3-120-16,0-6-113 0,0-8-231 0</inkml:trace>
  <inkml:trace contextRef="#ctx0" brushRef="#br0" timeOffset="67962.42">31928 7106 613 0,'0'0'258'0,"0"0"-223"0,0 0-16 15,0 0 31-15,0 0 44 16,0 109-40-16,0-81 1 16,4-1-36-1,7-1 8-15,3-3-2 0,3-7-11 16,4-2 11 0,1-9-25-16,3-5 50 0,-1 0-1 15,-2-1 22-15,-1-17-43 16,-6-4 33-16,-4-4 11 15,-6-3 29-15,-5 0 25 16,0-1-3-16,-5 2-6 16,-11 2-52-16,-1 3-9 0,-3 9-55 15,-1 5-1 1,-1 9-56-16,-12 0-81 0,11 18-135 16,-6 1-232-16</inkml:trace>
  <inkml:trace contextRef="#ctx0" brushRef="#br0" timeOffset="74294.16">26765 6198 201 0,'0'0'179'16,"0"0"-126"-1,0 0 15-15,0 0 15 0,0 0 4 16,0 0-23 0,0 0 5-16,0 26-19 0,0-26 37 15,0 0 16 1,0 0 1-16,0 0 0 0,0 0-29 15,0 0-15 1,0-10-54-16,0-1 15 0,0 2-21 16,0-3 17-16,0 1-4 0,0 4 15 15,0 2 16 1,0 3-11-16,0 2-5 0,0 0-27 16,0 0 28-1,0 14-7-15,0 6 37 0,0 3-50 16,2-1 9-1,3 3-18-15,1-6 0 0,-1 3-1 16,-1-2-18 0,1 3-19-16,-1 11-66 15,3-6-44-15,-5 0-233 0</inkml:trace>
  <inkml:trace contextRef="#ctx0" brushRef="#br0" timeOffset="75417.31">26738 6924 517 0,'0'0'179'0,"0"0"-82"16,0 0 23-16,0 0-19 15,0 0-16-15,0 0-24 16,0 0-22-16,0-15-20 16,0 12 30-16,0-1-13 15,9 0 11-15,2-2-21 0,3 0-6 16,-1 0 9 0,5 1-13-16,-3 4 20 0,3-1-34 15,-2 2 22-15,-5 0-22 16,0 0 16-1,-4 10 4-15,-4 6 6 0,-3 4-6 16,0 6-14 0,-8 2-2-16,-9 4 0 0,-6 2 9 15,1-2-14 1,2-2 10-16,4-3-10 0,3-5 11 16,6-5-6-16,5-2 3 0,2-4 8 15,0-3-11 1,2 1 41-16,14-3-5 0,4-2 15 15,0-4-42 1,0 0-15-16,3 0-71 0,4 0-52 16,-8-8-82-1,-1-4-467-15</inkml:trace>
  <inkml:trace contextRef="#ctx0" brushRef="#br0" timeOffset="76127.92">27532 6130 153 0,'0'0'157'0,"0"0"-66"16,0 0 29-16,0 0-5 0,0 0-16 15,0 0 2 1,0 0 3-16,-4-5 20 0,4 5-43 15,-3 0 1 1,3 0-24-16,0 0 0 0,-2 0-1 16,2 0-5-16,-2 0 5 15,2 0-38-15,0 13 9 16,0 5-27-16,0 4 14 16,0 3-13-16,0-2-2 15,4 1 0-15,3-2-6 16,1 13-36-1,-1-9-109-15,-2-3-181 0</inkml:trace>
  <inkml:trace contextRef="#ctx0" brushRef="#br0" timeOffset="76828.16">27453 7028 575 0,'0'0'138'16,"0"0"-137"0,0 0 28-16,0 0 85 0,0 0-27 15,0 0-12 1,0 0 0-16,112-49-30 0,-98 49-1 16,-5 0-8-1,-5 7 43-15,-4 13-19 0,0 6 4 16,-2 4-41-1,-14 4 16-15,1-3-8 0,-1-1 8 16,3-9-9-16,4-4-28 16,7-5-2-16,2-7 7 15,0-2-16-15,6-3-1 0,14 0 4 16,4 0-9 0,6 0 15-16,-1 0 0 0,0 0-1 15,-5 2 0 1,-3 10-10-16,-11 2 9 0,-5 4 4 15,-5 3 1-15,0 2 3 16,-21 0 27 0,-2 0-4-16,-6 0-11 0,4-8-7 15,0-4-11-15,7-11-54 16,7 0-227-16,5 0-463 0</inkml:trace>
  <inkml:trace contextRef="#ctx0" brushRef="#br0" timeOffset="77409.24">28259 6246 481 0,'0'0'132'0,"0"0"-41"16,0 0-30-16,0 0 67 0,0 0-11 15,0 0-15 1,0 0-26-16,0-50 3 0,0 50 2 16,0 0 6-1,0 16-20-15,2 10-27 0,0 11 11 16,4 7-44-1,-1 4 2-15,2-1-9 0,-3 1-30 16,-1 10-103 0,-1-12-194-16,-2-8-792 0</inkml:trace>
  <inkml:trace contextRef="#ctx0" brushRef="#br0" timeOffset="77990.05">28250 6964 209 0,'0'0'179'0,"0"0"-104"0,0 0 5 15,0 0 15 1,-12 108-19-16,12-92-11 0,0-4-16 15,0-4 21 1,2-3-8-16,10-5 48 0,-1 0-31 16,3 0-25-1,1-5-19-15,1-7-27 0,-1 0-8 16,1-2-32-16,-3 1-12 16,-2-2-39-16,-1 1 24 15,-4 0-29-15,0 0 46 16,-3 2 29-16,-1 2 12 15,-2 2 1-15,2 2 28 0,-2 4 44 16,0 2 16 0,0 0 25-16,0 0-36 0,0 12 17 15,0 10-16 1,0 7-18-16,0 6-27 16,0 1-14-16,0 0-4 0,-4-4-8 15,1-1-14 1,1 1-25-16,0-10-90 0,0-6-204 0</inkml:trace>
  <inkml:trace contextRef="#ctx0" brushRef="#br0" timeOffset="80599.25">26527 5606 307 0,'0'0'138'16,"0"0"-97"-16,0 0-1 0,0 0-11 16,0 0 52-1,0 0 7-15,0 0-32 0,0-25 5 16,0 25-3-1,2-3 18-15,-2 3-27 0,2-2 9 16,0-1-14-16,0-4 5 16,5 0-48-16,2-4 1 15,2 1-2-15,0 0 1 16,5-2-7-16,4 2 13 16,4-2-18-16,5 0 21 15,4-3-20-15,8 1 5 16,6-5 4-16,6-1-6 15,5-2 7-15,7 0 5 16,4 0-4-16,7-2 4 16,5 2-4-16,0 2 11 0,4-1-5 15,2 3 20 1,-4 0-25-16,1 2 11 0,1 1 20 16,-2 0-17-1,-3 3 9-15,2-2-25 0,-4 2 20 16,2 0-10-1,-4 0 13-15,-2-1-21 0,-2 1 14 16,-2 3-2-16,-1 1-1 0,5 0 1 16,0 2-13-1,2 0-2-15,-1 2 10 0,-1 2-18 16,-1 2 13 0,-4 0-10-16,1 0 6 0,-5 4-10 15,-1 4 9 1,1 2-19-16,-1-2 19 0,1 2-10 15,-3-2 1 1,3 2 19-16,0 0-21 0,0 0 13 16,-1 1-1-16,1 1 0 15,-1 0 1-15,1 1 6 16,-1-1-7-16,-1 0 20 16,2 2-19-16,2-2 32 15,-1 3-23-15,1-1 18 16,-2-1-27-16,1 4 8 15,0 1-8-15,-4 2 0 16,0 2-2-16,-3 2 10 16,-7 3-12-16,0-1 13 15,-3 1-3-15,-5 1-7 0,-4-4 10 16,-1 1-3 0,-6-5 2-16,-2-1 6 0,-4-2-15 15,-2-2 20 1,-8-3-20-16,-1 0 28 0,-5-1-25 15,-4-3 20 1,-3-2-23-16,-2-2 1 0,-2 0-1 16,0-3-1-1,0 2-8-15,0-1-19 0,0 2 15 16,0 1-32-16,0 2-9 0,0 0-57 16,-2 0-23-1,0-1-61-15,0-4-153 0</inkml:trace>
  <inkml:trace contextRef="#ctx0" brushRef="#br0" timeOffset="81062.24">31108 5482 606 0,'0'0'308'0,"0"0"-191"0,0 0-81 16,0 0 69-1,0 0-5-15,0 0 5 16,0 0-60-16,-12-24-12 0,12 24-10 16,0 0-10-16,0 0 8 15,0 0-21-15,0 0 22 16,0 0-12-16,0 0 10 15,0 0-20-15,0 0 11 16,0 0-11-16,0 0-2 16,0 0 1-16,0 2-4 15,0 8-5-15,0 4 20 16,7 4-7-16,2 0-1 16,0 3 12-16,2-2-14 0,-2 2 1 15,2-2 1 1,1 1 4-16,-6 1-12 0,-2-1 13 15,-4-3 3 1,0 4-4-16,-20-1 32 0,-11-1-15 16,-13 1 4-16,-8-1-27 15,-35 0-44-15,12-6-134 16,3-6-542-16</inkml:trace>
  <inkml:trace contextRef="#ctx0" brushRef="#br0" timeOffset="87159.45">26094 8953 575 0,'0'0'202'0,"0"0"-157"16,0 0 2-1,0 0 30-15,0 0 18 0,0 0-35 16,0 0 15 0,0 0-4-16,0 0 23 0,0 0-11 15,0 0-12 1,0 0 12-16,3 0-34 0,-3 0 15 15,0-2-39-15,2 2 6 0,-2 0-30 16,0 0 12 0,0 0-13-16,0 0-6 0,0 0-6 15,0 0 12 1,2 10 0-16,0 10 1 0,2 6 29 16,3 8-29-1,-3 5 7-15,1 0-7 0,-2-1-1 16,-1 1 2-16,-2-5-2 15,0-3 0-15,0 1-55 16,0-9-8 0,0 1-100-16,0-8-131 0,-5-5-324 0</inkml:trace>
  <inkml:trace contextRef="#ctx0" brushRef="#br0" timeOffset="88277">26149 9235 139 0,'0'0'363'15,"0"0"-230"-15,0 0-93 16,0 0 51-16,0 0 38 15,0 0-34-15,0 0-11 16,-42 37-49-16,42-33 23 16,0-2-21-16,5 1 21 15,9-3-32-15,5 0 6 16,6 0-16-16,6 0-1 0,9 0 6 16,7 0-15-1,5 0 6-15,8 0-2 0,4 0-13 16,5 0 10-1,4 0-4-15,6 0-1 0,6-5-2 16,4-3 17 0,2 1-14-16,1 0 11 0,1 2-14 15,-1 3 37 1,-5 2-11-16,-3 0 13 0,-4 0-24 16,-6 2 20-16,-3 5-12 0,-2 1 0 15,-2 0 11 1,0 2-12-16,0 1 32 0,4-4-16 15,-2 0 14 1,3 5-30-16,-1-7 22 0,1 3-26 16,-5-1 4-1,-3 0-8-15,3 1-8 16,-3 3 7-16,5 1 30 16,5 1 23-16,4 6-59 0,4-2 15 15,5 5-21-15,7 2 20 16,2 1-20-16,3-2 7 15,3 4-7-15,4-1 6 16,2-4-11-16,3-2 14 16,2-4-14-1,1-4 16-15,13 1-24 0,-11-6 11 16,-2 1 1-16,-2 1 0 0,-14 0 1 16,11 1-2-1,-4 0 7-15,-1 0-17 0,-3-3 22 16,-3-4-21-1,-7-3 17-15,-4 0-14 0,-7 0 0 16,-6-6-7 0,-9-3 3-16,-7-2 6 0,-8-1-2 15,-5 1 14 1,-3-4-11-16,-1 1 13 0,-3-1-11 16,0-4 8-1,-3 1-6-15,2 2 0 0,-2 4-1 16,-2 2 1-16,1 1 0 0,1 8-9 15,1 1 19 1,-1 0-14-16,4 0 14 16,-2 0-17-16,1 0 7 15,-5-2 0-15,-1-3 0 16,-8 4 0-16,-3-3-6 16,-8 2 17-16,-5 0-16 15,-2 2 12-15,-4-3-14 0,0 0-1 16,-2-3-39-1,0-2-66-15,0-1-91 0,0-4 18 16,0-8-62-16,2 6-90 16,-2-2-210-16</inkml:trace>
  <inkml:trace contextRef="#ctx0" brushRef="#br0" timeOffset="88502.56">32088 9210 1162 0,'0'0'229'0,"0"0"-175"16,0 0-12-1,0 0 26-15,0 0 1 0,0 0 2 16,0 0 40 0,-6 92-13-16,6-54-13 15,0 0-61-15,0-2-24 0,0 0-8 16,0-1-74-1,-12 11-99-15,-5-11-83 0,-4-2-282 0</inkml:trace>
  <inkml:trace contextRef="#ctx0" brushRef="#br0" timeOffset="89920.59">26012 9878 411 0,'0'0'364'0,"0"0"-201"0,0 0-108 15,0 0 39 1,0 0 4-16,0 0-16 0,0 0-9 16,-9 15-13-1,9-15 20-15,6 0-29 0,5-1 10 16,5-8-47-16,2 2 17 16,0-5-30-16,2 2 4 15,0 0-5-15,0 3 1 16,-5 3-2-16,1 4 2 15,-3 0 2-15,-1 0-3 0,-3 14 21 16,-1 7-21 0,-4 3-8-16,4 14-58 0,-2-6-66 15,-3-4-216-15</inkml:trace>
  <inkml:trace contextRef="#ctx0" brushRef="#br0" timeOffset="91479.57">32032 10122 689 0,'0'0'192'0,"0"0"-146"15,0 0 128-15,0 0 12 16,0 0-28-16,0 0-81 16,0 0-17-16,-35 13-40 15,14 4-19-15,2 2 1 16,1-1-2-16,5-2 6 15,3-2-4-15,4-4-4 0,4-3 4 16,-1-3-5 0,3-1 10-16,0-3-7 0,0 0 16 15,0 0 15 1,0-3 56-16,9-11-42 0,3-2-14 16,1-4-29-1,1-2 27-15,-1 4-22 0,-3 4 30 16,0 2-15-1,-4 6-3-15,1 6-3 0,-3 0-10 16,1 9 23 0,0 14-17-16,-1 9 11 0,0 5-22 15,1 2-2-15,-1 2 0 0,-2-3-10 16,3-3-26 0,0-8-42-16,3-3-66 0,-1-8-108 15,2-11-394-15</inkml:trace>
  <inkml:trace contextRef="#ctx0" brushRef="#br0" timeOffset="91820.86">32209 10215 725 0,'0'0'545'16,"0"0"-526"-16,0 0-11 15,0 0 55-15,0 0 35 0,-16 106-28 16,16-87-39 0,0-4 15-16,11-10-22 0,6-5 2 15,4 0-6 1,4-11-10-16,-1-15-10 0,-2-4 0 16,-2-5-1-16,-4 3 2 15,-7 2 10 1,-7 9 7-16,-2 5 69 0,0 7 27 15,-18 9 27 1,-4 0-34-16,0 0-67 0,-1 12-12 16,8 1-26-16,1-3-4 15,6-5-33-15,3-5-92 16,3 0-160-16,-2-1-81 16,2-13-655-16</inkml:trace>
  <inkml:trace contextRef="#ctx0" brushRef="#br0" timeOffset="93191.53">31118 4993 945 0,'0'0'215'16,"0"0"-165"-1,0 0-36-15,0 0 77 0,0 0 9 16,-42 120-8-16,18-83-31 0,-3 4 4 16,-2-4-31-1,-2-6-11-15,-1-2-8 0,1-10-9 16,4-2-2-1,3-9 5-15,4-8-18 0,4 0 8 16,5-7-5 0,5-14-26-16,3-5 30 0,3-7-12 15,0-1 5 1,0 2 9-16,7 3 0 0,8 4-1 16,4 9 2-16,0 6-2 15,4 8 10-15,-1 2-1 16,3 7 1-16,-4 20 32 15,4 4 13-15,-2 1 13 16,-1-2 14-16,-5-2-39 16,0-9-23-16,-2-2-19 15,-1-7-25-15,5-10-143 16,-1 0-67-16,-5-12-535 0</inkml:trace>
  <inkml:trace contextRef="#ctx0" brushRef="#br0" timeOffset="93410.61">31411 5127 1162 0,'0'0'228'0,"0"0"-163"16,0 0 0-16,0 0 20 15,0 0-30-15,0 0-45 0,125 6-10 16,-96-6-39 0,2 0-82-16,-12 0-172 0,-5-2-326 0</inkml:trace>
  <inkml:trace contextRef="#ctx0" brushRef="#br0" timeOffset="93583.78">31380 5233 401 0,'0'0'826'16,"0"0"-665"-16,0 0-109 0,0 0 51 16,0 0 31-1,0 0-84-15,0 0-50 0,133 10-18 16,-90-10-72 0,-10 0-121-16,-7-3-327 0</inkml:trace>
  <inkml:trace contextRef="#ctx0" brushRef="#br0" timeOffset="93843.76">31820 4995 485 0,'0'0'510'0,"0"0"-299"16,0 0-56-16,0 0 6 16,0 0 11-16,0 0 6 0,34 112-82 15,-27-64-42-15,-2-2-32 16,-3-2-22-16,0-5-3 16,-2 5-141-16,0-9-101 15,-14-8-374-15</inkml:trace>
  <inkml:trace contextRef="#ctx0" brushRef="#br0" timeOffset="95506.04">31023 8194 476 0,'0'0'206'16,"0"0"-137"-16,0 0 47 0,0 0 56 15,0 0 4 1,0 0-61-16,0 0-25 0,0-37-13 15,-2 31-26 1,2-2 8-16,-3 1-9 0,3 2 20 16,0 1-50-1,0 1 12-15,-2 3-17 0,0 0 14 16,-2 0-17-16,-4 0-12 16,0 12 0-16,-3 5 2 15,-5 7-11-15,-5 6 21 16,0 5-15-16,-6-2 10 15,0 3-4-15,-2-3-3 16,0-3 0-16,0-4-1 16,4-6-16-16,6-4 8 15,3-6 1-15,7-8-5 0,1-2 12 16,0 0-15 0,6-9-21-16,0-14 20 0,2-3-1 15,0-3 2 1,0 1 15-16,4 2-3 0,6 7-6 15,3 1 18 1,-3 5-16-16,2 5 16 0,-1 6-16 16,3 2 18-1,-1 0-10-15,3 9 17 0,1 9 5 16,4 6 19 0,-4-2 0-16,1 0 29 0,-3-3-39 15,-1-4-6-15,-3-3-19 0,1-5-12 16,-4-7-29-1,3 0-107-15,-1 0-117 0,-2 0-616 0</inkml:trace>
  <inkml:trace contextRef="#ctx0" brushRef="#br0" timeOffset="95995.16">31250 8282 378 0,'0'0'319'16,"0"0"-198"-1,0 0-15-15,0 0 30 0,0 0 40 16,0 0-38-16,0 0-54 16,65 18-40-16,-43-15-20 15,0-3-18-15,-1 0-6 16,-2 0-41-16,-5 0-123 15,-5 0-205-15</inkml:trace>
  <inkml:trace contextRef="#ctx0" brushRef="#br0" timeOffset="96166.14">31268 8416 851 0,'0'0'314'0,"0"0"-219"0,0 0 18 15,0 0-27-15,0 0-40 16,0 0-46-16,149-6-37 16,-115-4-228-1,-8 0-493-15</inkml:trace>
  <inkml:trace contextRef="#ctx0" brushRef="#br0" timeOffset="96707.89">31652 8340 1056 0,'0'0'227'16,"0"0"-163"-16,0 0-38 16,0 0 21-16,0 0-39 15,0 0 17-15,0 0-15 0,-61 60 5 16,59-40-8-1,0 0-7-15,2-2 0 0,0-4-17 16,2-4 3 0,13-6 1-16,4-4 12 0,2 0 2 15,6 0 11 1,0-14-11-16,2-5 8 0,-2-2-3 16,-3-4-5-1,-3 1 13-15,-6 1-14 0,-6 0 26 16,-5 1 19-16,-4 5-9 0,0-2-20 15,-9 7 19 1,-10 2 18-16,-2 6 4 0,-3 4-14 16,1 0-37-1,4 0-6-15,-2 0-23 0,5 7-17 16,3-2-49 0,3 7-66-16,2-3-187 0,4-4-385 0</inkml:trace>
  <inkml:trace contextRef="#ctx0" brushRef="#br0" timeOffset="96977.69">31999 8462 1061 0,'0'0'175'0,"0"0"-130"16,0 0-12 0,0 0-1-16,-13 110-26 0,11-90-6 15,2-6-91-15,0-7-199 16,0-7-647-16</inkml:trace>
  <inkml:trace contextRef="#ctx0" brushRef="#br0" timeOffset="97347.73">32219 8175 872 0,'0'0'231'15,"0"0"-157"-15,0 0-3 0,0 0 16 16,0 0-51-16,0 0 4 16,0 0-30-16,-21 126 14 15,21-102-8-15,0-5-3 0,0-5 19 16,11-4 0 0,5-6 6-16,1-4-37 0,3 0 17 15,0-4-18 1,2-15 15-16,-1-1-15 15,-6-2 0-15,-1-2-7 16,-12 2-2-16,-2 1 8 0,0 2 2 16,-7 1 3-16,-13 4-4 15,-5 4 17-15,-2 4-14 16,4 6-3-16,-4 0 0 16,2 0-42-16,3 21-37 15,6 0-127-15,7-1-196 0</inkml:trace>
  <inkml:trace contextRef="#ctx0" brushRef="#br0" timeOffset="97758.43">32454 8207 139 0,'0'0'378'0,"0"0"-247"16,0 0-79-16,0 0 6 15,0 0 8-15,0 0-23 16,0 0-27-16,16 103 2 0,-5-88-18 16,1-3 22-1,7-2-6-15,3-6 47 0,0-4-28 16,3 0 1-1,-5-2 6-15,-2-14 17 0,-3 1-17 16,-4-5-33-16,-6-1 37 16,-2 1-28-1,-3 1 17-15,0 0 7 0,-17 5 36 16,-5 3-5 0,-4 4-4-16,-6 5-47 0,1 2-22 15,-3 2 0-15,3 18-23 16,7 6-2-16,2 11-85 15,8-7-70-15,5-7-174 16</inkml:trace>
  <inkml:trace contextRef="#ctx0" brushRef="#br0" timeOffset="98180.42">32831 8163 887 0,'0'0'220'16,"0"0"-180"0,0 0 8-16,0 0 7 0,0 0 19 15,-14 120-54 1,14-96 1-16,4-3-20 0,8-9 33 15,1-5-5 1,3-5 2-16,1-2-1 0,2 0-14 16,0-13 12-1,1-9-16-15,-1-4 6 0,-4-5-17 16,-3 2 10-16,-8-2-10 16,-4 4 4-16,0 2-2 15,0 4-2-15,-18 10 39 16,-7 2-10-16,0 9 18 15,-1 0-46-15,-3 9-1 16,5 14-1-16,3-2-8 16,8 5-51-16,9-1-70 15,4-4-179-15,0-7-439 0</inkml:trace>
  <inkml:trace contextRef="#ctx0" brushRef="#br0" timeOffset="98582.03">33193 8097 651 0,'0'0'346'0,"0"0"-197"0,0 0-17 15,0 0 19-15,0 0 4 0,0 0-85 16,0 0-22-1,-28 114-27-15,23-85 5 0,3-6-11 16,2 2-9 0,0-7-6-16,0-4 7 0,12-6 9 15,1-7 10 1,7-1 18-16,3 0-19 0,0-14 15 16,0-5-27-16,-3-5-6 15,-3-1 1-15,-7 4-7 16,-8-2 7-16,-2 5-6 15,0 4 17-15,-14 4-18 16,-5 5 29-16,-4 5-29 16,3 0-1-16,1 0-7 15,2 3-40-15,7 9-40 16,2 0-56-16,8-1-38 16,0-4-204-16,0-5-459 0</inkml:trace>
  <inkml:trace contextRef="#ctx0" brushRef="#br0" timeOffset="98792.55">33519 8029 1174 0,'0'0'333'0,"0"0"-219"0,0 0 8 16,0 0 76-16,0 0-56 0,-2 128-58 15,0-91-71 1,2-3-13-16,-2-6-9 0,-5-1-97 16,1-4-163-1,-10-7-352-15</inkml:trace>
  <inkml:trace contextRef="#ctx0" brushRef="#br0" timeOffset="100464.31">26440 10531 358 0,'0'0'114'0,"0"0"-114"16,0 0-43-1,122 30 43-15,-66-27 43 0,6-3 24 16,14 0-5-1,6-18 36-15,12-3 35 0,20-7-70 16,25-2-22 0,23 2-31-16,10 4 23 0,-8 10-13 15,-8 10 18-15,-13 4 4 16,-3 0 6-16,-1 0-6 16,-10 0 7-16,-7 2 12 0,-3 8-24 15,-19-1 0 1,-18 3-26-16,-17-3 31 15,-5 3-24-15,8 4 12 16,5 5-12-16,2 4-18 16,-7 4 0-16,-13-2 7 0,-10 5-16 15,-10-2 21 1,-12 1-18-16,-10-4 12 0,-7-4 4 16,-6-7-3-1,0-4 9-15,0-5-3 0,-13 0-12 16,-5-5 8-1,-3-2-3-15,-2 0 12 0,-2 0-17 16,3-12 22 0,7-6-5-16,8-7 23 0,7-2-27 15,2-5-13-15,32-2-1 0,12-3 1 16,19 0-2 0,11 2 8-16,13 1-16 0,23 4 18 15,21 6-13 1,-10 10 4-16,-12 8 0 0,-15 6 0 15,-17 6 1 1,7 15-7-16,7 5 16 0,-10 6-9 16,-9 2 1-16,-9-2 7 15,-9-3 20-15,-8-4 69 16,-5-10-44-16,-3-7-53 16,2-13-1-16,-9-19-154 15,-6-9-336-15</inkml:trace>
  <inkml:trace contextRef="#ctx0" brushRef="#br0" timeOffset="121361.48">32219 6324 166 0,'0'0'232'0,"0"0"-145"0,0 0-31 16,0 0 28 0,-8-46 34-16,1 38-7 0,3 2-12 15,0 0-20 1,1-2-11-16,-2 0-26 0,3-5-14 16,-2 0-15-16,2-5-13 15,-1 0-8-15,1 0-25 16,0 1 32-16,-2-3-28 0,-1 1 0 15,0-1 0 1,-1-2 7-16,-5-3 9 0,2 3-3 16,0-2 3-1,-2 2-4-15,0-2 17 0,-3 2 1 16,1 0 23 0,-3-2-9-16,1-1 5 15,-1-1 13-15,1 1-11 0,-6-5-12 16,-1 0-10-16,-3-2-6 15,1-2 6-15,-5-1-1 16,0-1 8 0,0 1 5-16,-2-4 7 0,0-1 11 15,0 1 0-15,-2-5-14 16,-2 1 9-16,0-3-24 16,-3 1 16-16,-4 3-10 15,-3 3 15-15,-3-2-9 16,-8 5 16-16,-2 2 54 0,-3 0-74 15,-5 2-9 1,-4 0-1-16,-1 0 0 0,-8-3-12 16,-2-1 12-1,-4-1 2-15,0-3 10 0,0 1-11 16,5 3 0 0,2 4-6-16,5 5 12 0,1 4-6 15,1-1 2 1,2 0 18-16,-1 4-19 0,1 2 7 15,-2 2-8-15,-3 4-1 16,-5 2 1-16,-6 0-13 16,-5-2 6-16,-1-2 7 15,-2 0-18-15,1-2 18 16,1 6-14-16,-1 3-9 16,3 7 23-16,-4 0-1 15,-5 2 1-15,-3 11 0 16,-20 5-12-16,-16 4 11 15,-21 7-15-15,-1 6-78 16,14-2-19-16,29-2 69 0,34-7-12 16,19-6 8-1,5 2 32-15,-9 6 3 0,-9 4 0 16,-8 3-40 0,6 4 1-16,-1 1 4 0,4-2 31 15,-1 3 0-15,0-3 17 16,0 0 57-16,3 1-57 15,2-2-10-15,3 5 10 16,4-2-9-16,6 2 18 16,3 1-7-16,3 1-1 0,5 2-1 15,1 2 0 1,-1 3 1-16,-2 4-1 0,-2 1 0 16,-1 1 10-1,-4 1-9-15,1-5 27 0,-1-3-10 16,3-1 20-1,1-4-29-15,6-5 8 0,5-6-1 16,5-1-6 0,7-1 4-16,8-2-14 0,0 3 7 15,3 1-4-15,3 4-6 0,-1 6 12 16,3 1-12 0,-1 6 3-16,1-3 0 0,5 2-1 15,0-1 1 1,6-4-1-16,2 2 2 0,0 1-2 15,0-2 10 1,10 2-18-16,5 0 8 0,3 2 1 16,1 2 0-1,8 0 1-15,2 3-1 0,8-1 6 16,2 0-8-16,10-2 8 16,5-4 3-16,6-6-9 15,7-1 25-15,5-6-24 0,7-1-1 16,6-1 7-1,6-5-5-15,5-4 15 0,5-2-17 16,1-4 9 0,21 4 0-16,-14-6-17 15,2 1 14-15,1-6-6 0,0-7 0 16,25-2 1 0,19 0 7-16,3-11 7 0,-14-4 34 15,-29-2-19 1,-31 10 22-16,-17 3-44 0,-7 4 13 15,13 0-20-15,5 0-1 16,15 0 5-16,-5 11-4 16,0 6-2-16,-2-2 2 15,1-1 9-15,-1 1-3 16,2-3 21-16,2 0-4 16,1-4 2-16,1 2-8 15,3-2-11-15,2 0-2 0,3 2-4 16,-1 0-2-1,-2 0 7-15,-3-2-14 0,-3 0 16 16,-1-2-9 0,-2-2 1-16,0-1 0 0,3-3 0 15,1 0 0 1,1 0 1-16,3-4 6 0,0-9-4 16,1 0-1-16,0-4-4 0,0-1 3 15,-1-2-2 1,-6 2 1-16,-2 0 0 0,-3 0 0 15,-3-1 1 1,-2 5-2-16,-4-6 7 0,-5 1-9 16,-5-1 10-1,-5-1-7-15,-4-1 0 0,-4 0 0 16,-8 3-1 0,-6-1-6-16,-6-1 6 0,-8 3-48 15,-3-2-26-15,-5 6-117 16,-9 2-161-16</inkml:trace>
  <inkml:trace contextRef="#ctx0" brushRef="#br0" timeOffset="123028.25">32173 8721 658 0,'0'0'105'0,"0"0"-79"16,0 0 21-16,-143-127 80 15,97 103 36-15,-6 2 15 16,-4 6-68-16,-4 4-17 15,-4 0-45-15,-3 3 12 16,-7-4-34-16,-1 1 3 16,-6 0-18-16,1-2-3 0,-5-1-2 15,-2 2-6 1,-4-3 0-16,-3 0 10 0,-3-4-7 16,-4-1-2-1,-2-3 11-15,1-1-11 0,-1-3 24 16,1-2-19-16,-6-3-6 15,2-3 0-15,-21-2 2 16,-25-6-5-16,-26 0-11 16,-12 2 13-16,7 8-15 15,14 10 14-15,13 10-22 16,5 4 5-16,1 3-5 16,12 7-9-16,6 0 18 0,6 0-17 15,1 0 22 1,4 0-16-16,-1 0 11 0,4 2 1 15,17 7 14 1,17 2-1-16,14 2-5 0,3 0 5 16,-10 8 2-16,-13 4-7 15,-11 10 4-15,4 0 1 16,-1 9-1-16,2 2-5 16,0 1 7-16,2 3 0 15,-2 0 0-15,3 0 1 16,-3-1 28-16,-2-1-23 15,0-2 14-15,-1 3-19 16,8 0-2-16,7 2 2 16,8-1 4-16,9-1-5 0,9-3-6 15,11 1 5 1,9-3 1-16,7 0-8 0,8 2 8 16,6 5-8-1,9 2 0-15,0 8 8 0,6 1-16 16,2 4 2-1,0 0 5-15,0 3-16 0,0 1 12 16,14-2-10-16,5 0 20 0,6-3-10 16,8 2 12-1,5-2-11-15,5-3 2 0,5 1-9 16,8 0-6 0,7 1-2-16,6 5-9 0,5-1 28 15,4-6-8 1,-1-4 9-16,2-9-7 0,-4-3 1 15,-1-11-32 1,-3-7 14-16,0-4 7 0,-1-7-1 16,3-5 18-16,8-4-10 15,4-4 11 1,23-4 12-16,27 0-6 0,25-15 8 16,9 1 39-16,-4 0 8 15,-13 10-11-15,-14 4 3 16,-2 0-15-1,-7 8 5-15,-2 2-36 0,1 0 21 16,5 0-22-16,5 1 23 0,7 1-7 16,0 3-1-1,2 4-6-15,5 1-8 0,0 6-2 16,1 0-4 0,-3 4-4-16,-5-2-1 0,-8-5 4 15,-5-3-9 1,-2-7-25-16,-3-9 40 0,-5-4 4 15,1-2 28 1,1-19-22-16,1-2 6 0,2-1-14 16,3-1-1-16,-7-4-1 0,-19 2 0 15,-21 4-6 1,-21 3 6-16,-4-5 1 0,9-5 0 16,9-8 3-1,8-8 5-15,-3-8 8 16,-3-6-17-16,2-10 28 15,-8-8-27-15,3-22 18 16,10-25-8-16,2-21 8 0,-3-4 9 16,-10 14-12-1,-14 17 13-15,-22 28-23 0,-11 16 7 16,-11 14 19 0,-8 3 16-16,1-13-31 0,-5-7-4 15,-4-10-4-15,-2 2-8 16,-29 0 12-16,-21-1-13 15,-29-17 0 1,-69-36-82-16,16 22-79 0,-2 9-194 0</inkml:trace>
  <inkml:trace contextRef="#ctx0" brushRef="#br0" timeOffset="127140.42">14366 15182 801 0,'0'0'325'15,"0"0"-221"-15,0 0-31 16,0 0 12-16,0 0-5 16,0 0 0-16,0 0-41 15,0-12 15-15,0 12-16 0,0 0 44 16,0 0-24 0,0 0 2-16,0 0-11 0,0 0-19 15,0 0 6 1,0 0-11-16,0 0 20 0,0 0-32 15,0 7 15 1,0 6-27-16,-4 2 4 0,-3 8-5 16,3 3-1-16,0-1 0 15,2 0 2-15,2-4-3 16,0-4 10-16,0-8-2 0,2 0-5 16,15-9 35-1,10 0-5-15,10-18 32 0,26-48-9 16,28-60-54-1,35-74-20-15,-17 11-226 0,-18 12-863 0</inkml:trace>
  <inkml:trace contextRef="#ctx0" brushRef="#br0" timeOffset="135342.7">26662 5726 126 0,'0'0'330'0,"0"0"-225"16,0 0-66-16,0 0-7 15,0 0 62-15,0 0 23 16,-102-19 3-16,84 15-23 16,0-2 21-16,-4-2-32 15,-1-3-17-15,0 1-17 16,-2 1-4-16,0 0-4 0,0 1-35 16,1 2 7-1,-1 1-9-15,-1 1-1 0,-1-1-6 16,0 3 0-1,-2 2 0-15,0 0 0 0,0 0 0 16,3 0 0 0,-1 0-1-16,0 0 11 0,3 0-8 15,-1 0-1-15,-2 0 4 0,3 0-4 16,-1 0-1 0,0 0 0-16,4 4 0 0,-4 3-1 15,3 1 2 1,-1-1 3-16,1 4-2 0,0-2-4 15,1 2 8 1,2 1-6-16,-1-2 0 0,-1 2-5 16,2-1 4-16,-2 2 2 15,3-1-2 1,1 2 7-16,-1 0-16 0,3 0 20 16,1-2-16-16,-1 3 7 15,3-3-1-15,1 2 1 16,0 3-1-16,2-2 10 15,0-3-10-15,3 5 18 16,1 1-18-16,3 0 24 16,0 6-23-16,2 1 16 15,0 3-16-15,0-1-1 0,0 2 0 16,0-4 2 0,6 3-4-16,1-1 4 0,1-3-5 15,2 0 11 1,-1-2-16-16,-1 0 8 0,1-2 0 15,1 3 2 1,0-3-2-16,4 1 0 0,1 1 4 16,1 0-10-1,4 1 12-15,2-2-10 0,1 2 14 16,1-3-10-16,0-3 1 0,3 0-1 16,-2-2 9-1,2 2-9-15,0-5 4 0,2 0 8 16,-2 0-15-1,-1-2 12-15,0-3-16 0,3 4 15 16,0-5-8 0,3 3 0-16,1-6 0 0,0 1 12 15,4-2-12 1,-2-2 33-16,3 0-16 0,0 0 27 16,2 0-24-16,2 0 21 15,0 0-28-15,3 0 5 16,-3 0 2-16,3 0-18 15,-3 0 17-15,1-4-19 16,-3-1 27-16,0 0-26 16,-2-2 23-16,0 0-24 15,-2-3 25-15,-1-4-8 16,3-2 2-16,3-4-2 16,-1-5-15-16,-1 1 0 15,0-2 7-15,-4 4-12 0,-1 1 14 16,-5 3-16-1,-4-1 13-15,-6 2-8 0,-1-3 7 16,-1-3-6-16,-3 0-1 16,-1-3 6-16,-3-3-14 15,-4 0 14 1,-3-3-15-16,-3-1 18 0,0-1-10 16,0 0 2-1,-17-4-1-15,-4-2 5 0,-4 3-4 16,-4 2 6-16,-4 1-6 0,-6 9 33 15,-1 6-5 1,-4 2 13-16,-3 9-16 0,-5 4 23 16,0 4-19-1,-2 0-11-15,2 4-9 0,4 4-10 16,-2 0 0 0,3-4-78-16,-28-4-80 0,13 0-211 15,1 0-1205-15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86" cy="685342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900" y="880872"/>
            <a:ext cx="7886700" cy="50977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196340"/>
          </a:xfrm>
          <a:custGeom>
            <a:avLst/>
            <a:gdLst/>
            <a:ahLst/>
            <a:cxnLst/>
            <a:rect l="l" t="t" r="r" b="b"/>
            <a:pathLst>
              <a:path w="12192000" h="1196340">
                <a:moveTo>
                  <a:pt x="12192000" y="0"/>
                </a:moveTo>
                <a:lnTo>
                  <a:pt x="0" y="0"/>
                </a:lnTo>
                <a:lnTo>
                  <a:pt x="0" y="1196339"/>
                </a:lnTo>
                <a:lnTo>
                  <a:pt x="12192000" y="119633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3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54353" y="0"/>
            <a:ext cx="11038205" cy="1251585"/>
          </a:xfrm>
          <a:custGeom>
            <a:avLst/>
            <a:gdLst/>
            <a:ahLst/>
            <a:cxnLst/>
            <a:rect l="l" t="t" r="r" b="b"/>
            <a:pathLst>
              <a:path w="11038205" h="1251585">
                <a:moveTo>
                  <a:pt x="262839" y="837692"/>
                </a:moveTo>
                <a:lnTo>
                  <a:pt x="62522" y="693674"/>
                </a:lnTo>
                <a:lnTo>
                  <a:pt x="0" y="780542"/>
                </a:lnTo>
                <a:lnTo>
                  <a:pt x="200355" y="924687"/>
                </a:lnTo>
                <a:lnTo>
                  <a:pt x="262839" y="837692"/>
                </a:lnTo>
                <a:close/>
              </a:path>
              <a:path w="11038205" h="1251585">
                <a:moveTo>
                  <a:pt x="11037646" y="41910"/>
                </a:moveTo>
                <a:lnTo>
                  <a:pt x="10928807" y="0"/>
                </a:lnTo>
                <a:lnTo>
                  <a:pt x="10598099" y="0"/>
                </a:lnTo>
                <a:lnTo>
                  <a:pt x="10598099" y="294005"/>
                </a:lnTo>
                <a:lnTo>
                  <a:pt x="9895281" y="563626"/>
                </a:lnTo>
                <a:lnTo>
                  <a:pt x="9852127" y="546989"/>
                </a:lnTo>
                <a:lnTo>
                  <a:pt x="9671634" y="477393"/>
                </a:lnTo>
                <a:lnTo>
                  <a:pt x="9685871" y="471932"/>
                </a:lnTo>
                <a:lnTo>
                  <a:pt x="10374452" y="207899"/>
                </a:lnTo>
                <a:lnTo>
                  <a:pt x="10598099" y="294005"/>
                </a:lnTo>
                <a:lnTo>
                  <a:pt x="10598099" y="0"/>
                </a:lnTo>
                <a:lnTo>
                  <a:pt x="10560253" y="0"/>
                </a:lnTo>
                <a:lnTo>
                  <a:pt x="9329496" y="471932"/>
                </a:lnTo>
                <a:lnTo>
                  <a:pt x="9329496" y="470916"/>
                </a:lnTo>
                <a:lnTo>
                  <a:pt x="9211640" y="516128"/>
                </a:lnTo>
                <a:lnTo>
                  <a:pt x="9211640" y="517144"/>
                </a:lnTo>
                <a:lnTo>
                  <a:pt x="9134043" y="546989"/>
                </a:lnTo>
                <a:lnTo>
                  <a:pt x="9134043" y="546100"/>
                </a:lnTo>
                <a:lnTo>
                  <a:pt x="9016060" y="591312"/>
                </a:lnTo>
                <a:lnTo>
                  <a:pt x="9016060" y="592201"/>
                </a:lnTo>
                <a:lnTo>
                  <a:pt x="8917254" y="630047"/>
                </a:lnTo>
                <a:lnTo>
                  <a:pt x="8905570" y="625602"/>
                </a:lnTo>
                <a:lnTo>
                  <a:pt x="8905570" y="775462"/>
                </a:lnTo>
                <a:lnTo>
                  <a:pt x="9056065" y="832993"/>
                </a:lnTo>
                <a:lnTo>
                  <a:pt x="9057843" y="1022858"/>
                </a:lnTo>
                <a:lnTo>
                  <a:pt x="9094038" y="1008888"/>
                </a:lnTo>
                <a:lnTo>
                  <a:pt x="9094673" y="847725"/>
                </a:lnTo>
                <a:lnTo>
                  <a:pt x="9253169" y="908304"/>
                </a:lnTo>
                <a:lnTo>
                  <a:pt x="9253550" y="947674"/>
                </a:lnTo>
                <a:lnTo>
                  <a:pt x="9289745" y="933704"/>
                </a:lnTo>
                <a:lnTo>
                  <a:pt x="9289745" y="922274"/>
                </a:lnTo>
                <a:lnTo>
                  <a:pt x="9490913" y="999109"/>
                </a:lnTo>
                <a:lnTo>
                  <a:pt x="9569526" y="969010"/>
                </a:lnTo>
                <a:lnTo>
                  <a:pt x="9569780" y="1026414"/>
                </a:lnTo>
                <a:lnTo>
                  <a:pt x="9608515" y="1014603"/>
                </a:lnTo>
                <a:lnTo>
                  <a:pt x="9611055" y="1251204"/>
                </a:lnTo>
                <a:lnTo>
                  <a:pt x="9646996" y="1237361"/>
                </a:lnTo>
                <a:lnTo>
                  <a:pt x="9648063" y="1014603"/>
                </a:lnTo>
                <a:lnTo>
                  <a:pt x="9648139" y="1001268"/>
                </a:lnTo>
                <a:lnTo>
                  <a:pt x="9685096" y="984631"/>
                </a:lnTo>
                <a:lnTo>
                  <a:pt x="9685223" y="969010"/>
                </a:lnTo>
                <a:lnTo>
                  <a:pt x="9685604" y="924687"/>
                </a:lnTo>
                <a:lnTo>
                  <a:pt x="9691903" y="922274"/>
                </a:lnTo>
                <a:lnTo>
                  <a:pt x="9765233" y="894207"/>
                </a:lnTo>
                <a:lnTo>
                  <a:pt x="9765360" y="951103"/>
                </a:lnTo>
                <a:lnTo>
                  <a:pt x="9804222" y="939419"/>
                </a:lnTo>
                <a:lnTo>
                  <a:pt x="9806635" y="1176020"/>
                </a:lnTo>
                <a:lnTo>
                  <a:pt x="9842703" y="1162177"/>
                </a:lnTo>
                <a:lnTo>
                  <a:pt x="9843770" y="939419"/>
                </a:lnTo>
                <a:lnTo>
                  <a:pt x="9843846" y="926084"/>
                </a:lnTo>
                <a:lnTo>
                  <a:pt x="9880803" y="909447"/>
                </a:lnTo>
                <a:lnTo>
                  <a:pt x="9880930" y="894207"/>
                </a:lnTo>
                <a:lnTo>
                  <a:pt x="9881311" y="849884"/>
                </a:lnTo>
                <a:lnTo>
                  <a:pt x="9886950" y="847725"/>
                </a:lnTo>
                <a:lnTo>
                  <a:pt x="9960940" y="819404"/>
                </a:lnTo>
                <a:lnTo>
                  <a:pt x="9961067" y="876046"/>
                </a:lnTo>
                <a:lnTo>
                  <a:pt x="9999929" y="864362"/>
                </a:lnTo>
                <a:lnTo>
                  <a:pt x="10002215" y="1100963"/>
                </a:lnTo>
                <a:lnTo>
                  <a:pt x="10038410" y="1086993"/>
                </a:lnTo>
                <a:lnTo>
                  <a:pt x="10039248" y="864362"/>
                </a:lnTo>
                <a:lnTo>
                  <a:pt x="10039299" y="850900"/>
                </a:lnTo>
                <a:lnTo>
                  <a:pt x="10076256" y="834263"/>
                </a:lnTo>
                <a:lnTo>
                  <a:pt x="10076409" y="819404"/>
                </a:lnTo>
                <a:lnTo>
                  <a:pt x="10076891" y="775081"/>
                </a:lnTo>
                <a:lnTo>
                  <a:pt x="10156520" y="744474"/>
                </a:lnTo>
                <a:lnTo>
                  <a:pt x="10156774" y="800862"/>
                </a:lnTo>
                <a:lnTo>
                  <a:pt x="10195636" y="789178"/>
                </a:lnTo>
                <a:lnTo>
                  <a:pt x="10197922" y="1025779"/>
                </a:lnTo>
                <a:lnTo>
                  <a:pt x="10234117" y="1011809"/>
                </a:lnTo>
                <a:lnTo>
                  <a:pt x="10234955" y="789178"/>
                </a:lnTo>
                <a:lnTo>
                  <a:pt x="10235006" y="775843"/>
                </a:lnTo>
                <a:lnTo>
                  <a:pt x="10271963" y="759206"/>
                </a:lnTo>
                <a:lnTo>
                  <a:pt x="10272077" y="744474"/>
                </a:lnTo>
                <a:lnTo>
                  <a:pt x="10272471" y="700151"/>
                </a:lnTo>
                <a:lnTo>
                  <a:pt x="10352100" y="669671"/>
                </a:lnTo>
                <a:lnTo>
                  <a:pt x="10352227" y="725678"/>
                </a:lnTo>
                <a:lnTo>
                  <a:pt x="10391343" y="713994"/>
                </a:lnTo>
                <a:lnTo>
                  <a:pt x="10393502" y="950595"/>
                </a:lnTo>
                <a:lnTo>
                  <a:pt x="10429570" y="936625"/>
                </a:lnTo>
                <a:lnTo>
                  <a:pt x="10430637" y="713994"/>
                </a:lnTo>
                <a:lnTo>
                  <a:pt x="10430713" y="700659"/>
                </a:lnTo>
                <a:lnTo>
                  <a:pt x="10467670" y="684022"/>
                </a:lnTo>
                <a:lnTo>
                  <a:pt x="10467784" y="669671"/>
                </a:lnTo>
                <a:lnTo>
                  <a:pt x="10468127" y="630047"/>
                </a:lnTo>
                <a:lnTo>
                  <a:pt x="10468178" y="625348"/>
                </a:lnTo>
                <a:lnTo>
                  <a:pt x="10547807" y="594868"/>
                </a:lnTo>
                <a:lnTo>
                  <a:pt x="10547934" y="650494"/>
                </a:lnTo>
                <a:lnTo>
                  <a:pt x="10586796" y="638937"/>
                </a:lnTo>
                <a:lnTo>
                  <a:pt x="10589209" y="875411"/>
                </a:lnTo>
                <a:lnTo>
                  <a:pt x="10625277" y="861441"/>
                </a:lnTo>
                <a:lnTo>
                  <a:pt x="10626344" y="638937"/>
                </a:lnTo>
                <a:lnTo>
                  <a:pt x="10626420" y="625475"/>
                </a:lnTo>
                <a:lnTo>
                  <a:pt x="10663250" y="608838"/>
                </a:lnTo>
                <a:lnTo>
                  <a:pt x="10663390" y="594868"/>
                </a:lnTo>
                <a:lnTo>
                  <a:pt x="10663733" y="563626"/>
                </a:lnTo>
                <a:lnTo>
                  <a:pt x="10663885" y="550418"/>
                </a:lnTo>
                <a:lnTo>
                  <a:pt x="10743387" y="520065"/>
                </a:lnTo>
                <a:lnTo>
                  <a:pt x="10743641" y="575437"/>
                </a:lnTo>
                <a:lnTo>
                  <a:pt x="10782503" y="563753"/>
                </a:lnTo>
                <a:lnTo>
                  <a:pt x="10784916" y="800227"/>
                </a:lnTo>
                <a:lnTo>
                  <a:pt x="10820857" y="786257"/>
                </a:lnTo>
                <a:lnTo>
                  <a:pt x="10821810" y="563753"/>
                </a:lnTo>
                <a:lnTo>
                  <a:pt x="10821873" y="550418"/>
                </a:lnTo>
                <a:lnTo>
                  <a:pt x="10858957" y="533781"/>
                </a:lnTo>
                <a:lnTo>
                  <a:pt x="10859072" y="520065"/>
                </a:lnTo>
                <a:lnTo>
                  <a:pt x="10859465" y="475615"/>
                </a:lnTo>
                <a:lnTo>
                  <a:pt x="10939094" y="445135"/>
                </a:lnTo>
                <a:lnTo>
                  <a:pt x="10939348" y="500253"/>
                </a:lnTo>
                <a:lnTo>
                  <a:pt x="10978083" y="488569"/>
                </a:lnTo>
                <a:lnTo>
                  <a:pt x="10980369" y="725043"/>
                </a:lnTo>
                <a:lnTo>
                  <a:pt x="11016564" y="711200"/>
                </a:lnTo>
                <a:lnTo>
                  <a:pt x="11017517" y="488569"/>
                </a:lnTo>
                <a:lnTo>
                  <a:pt x="11017580" y="475107"/>
                </a:lnTo>
                <a:lnTo>
                  <a:pt x="11037646" y="466090"/>
                </a:lnTo>
                <a:lnTo>
                  <a:pt x="11037646" y="445135"/>
                </a:lnTo>
                <a:lnTo>
                  <a:pt x="11037646" y="207899"/>
                </a:lnTo>
                <a:lnTo>
                  <a:pt x="11037646" y="419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54353" y="693673"/>
            <a:ext cx="262890" cy="231140"/>
          </a:xfrm>
          <a:custGeom>
            <a:avLst/>
            <a:gdLst/>
            <a:ahLst/>
            <a:cxnLst/>
            <a:rect l="l" t="t" r="r" b="b"/>
            <a:pathLst>
              <a:path w="262890" h="231140">
                <a:moveTo>
                  <a:pt x="62522" y="0"/>
                </a:moveTo>
                <a:lnTo>
                  <a:pt x="262839" y="144017"/>
                </a:lnTo>
                <a:lnTo>
                  <a:pt x="200355" y="231012"/>
                </a:lnTo>
                <a:lnTo>
                  <a:pt x="0" y="86867"/>
                </a:lnTo>
                <a:lnTo>
                  <a:pt x="6252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15005" y="547751"/>
            <a:ext cx="85343" cy="8534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53001" y="253031"/>
            <a:ext cx="85375" cy="8537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53748" y="93980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30395" y="0"/>
                </a:moveTo>
                <a:lnTo>
                  <a:pt x="17154" y="4905"/>
                </a:lnTo>
                <a:lnTo>
                  <a:pt x="6435" y="14859"/>
                </a:lnTo>
                <a:lnTo>
                  <a:pt x="423" y="28180"/>
                </a:lnTo>
                <a:lnTo>
                  <a:pt x="0" y="42275"/>
                </a:lnTo>
                <a:lnTo>
                  <a:pt x="4896" y="55489"/>
                </a:lnTo>
                <a:lnTo>
                  <a:pt x="14843" y="66167"/>
                </a:lnTo>
                <a:lnTo>
                  <a:pt x="28167" y="72215"/>
                </a:lnTo>
                <a:lnTo>
                  <a:pt x="42273" y="72644"/>
                </a:lnTo>
                <a:lnTo>
                  <a:pt x="55510" y="67738"/>
                </a:lnTo>
                <a:lnTo>
                  <a:pt x="66227" y="57785"/>
                </a:lnTo>
                <a:lnTo>
                  <a:pt x="72239" y="44463"/>
                </a:lnTo>
                <a:lnTo>
                  <a:pt x="72664" y="30368"/>
                </a:lnTo>
                <a:lnTo>
                  <a:pt x="67772" y="17154"/>
                </a:lnTo>
                <a:lnTo>
                  <a:pt x="57832" y="6476"/>
                </a:lnTo>
                <a:lnTo>
                  <a:pt x="44506" y="428"/>
                </a:lnTo>
                <a:lnTo>
                  <a:pt x="303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53748" y="93980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6435" y="14859"/>
                </a:moveTo>
                <a:lnTo>
                  <a:pt x="17154" y="4905"/>
                </a:lnTo>
                <a:lnTo>
                  <a:pt x="30395" y="0"/>
                </a:lnTo>
                <a:lnTo>
                  <a:pt x="44506" y="428"/>
                </a:lnTo>
                <a:lnTo>
                  <a:pt x="57832" y="6476"/>
                </a:lnTo>
                <a:lnTo>
                  <a:pt x="67772" y="17154"/>
                </a:lnTo>
                <a:lnTo>
                  <a:pt x="72664" y="30368"/>
                </a:lnTo>
                <a:lnTo>
                  <a:pt x="72239" y="44463"/>
                </a:lnTo>
                <a:lnTo>
                  <a:pt x="66227" y="57785"/>
                </a:lnTo>
                <a:lnTo>
                  <a:pt x="55510" y="67738"/>
                </a:lnTo>
                <a:lnTo>
                  <a:pt x="42273" y="72644"/>
                </a:lnTo>
                <a:lnTo>
                  <a:pt x="28167" y="72215"/>
                </a:lnTo>
                <a:lnTo>
                  <a:pt x="14843" y="66167"/>
                </a:lnTo>
                <a:lnTo>
                  <a:pt x="4896" y="55489"/>
                </a:lnTo>
                <a:lnTo>
                  <a:pt x="0" y="42275"/>
                </a:lnTo>
                <a:lnTo>
                  <a:pt x="423" y="28180"/>
                </a:lnTo>
                <a:lnTo>
                  <a:pt x="6435" y="1485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8720" y="91487"/>
            <a:ext cx="85372" cy="85375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45148" y="103806"/>
            <a:ext cx="85364" cy="85423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5244" y="719693"/>
            <a:ext cx="85372" cy="85359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585457" y="174879"/>
            <a:ext cx="167640" cy="134620"/>
          </a:xfrm>
          <a:custGeom>
            <a:avLst/>
            <a:gdLst/>
            <a:ahLst/>
            <a:cxnLst/>
            <a:rect l="l" t="t" r="r" b="b"/>
            <a:pathLst>
              <a:path w="167640" h="134620">
                <a:moveTo>
                  <a:pt x="20599" y="0"/>
                </a:moveTo>
                <a:lnTo>
                  <a:pt x="0" y="28701"/>
                </a:lnTo>
                <a:lnTo>
                  <a:pt x="146761" y="134239"/>
                </a:lnTo>
                <a:lnTo>
                  <a:pt x="167360" y="105537"/>
                </a:lnTo>
                <a:lnTo>
                  <a:pt x="205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85457" y="174879"/>
            <a:ext cx="167640" cy="134620"/>
          </a:xfrm>
          <a:custGeom>
            <a:avLst/>
            <a:gdLst/>
            <a:ahLst/>
            <a:cxnLst/>
            <a:rect l="l" t="t" r="r" b="b"/>
            <a:pathLst>
              <a:path w="167640" h="134620">
                <a:moveTo>
                  <a:pt x="20599" y="0"/>
                </a:moveTo>
                <a:lnTo>
                  <a:pt x="167360" y="105537"/>
                </a:lnTo>
                <a:lnTo>
                  <a:pt x="146761" y="134239"/>
                </a:lnTo>
                <a:lnTo>
                  <a:pt x="0" y="28701"/>
                </a:lnTo>
                <a:lnTo>
                  <a:pt x="20599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52030" y="859408"/>
            <a:ext cx="107683" cy="104648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81352" y="383793"/>
            <a:ext cx="180467" cy="164464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46733" y="334518"/>
            <a:ext cx="85343" cy="85343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28369" y="244983"/>
            <a:ext cx="85343" cy="85344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103388" y="827405"/>
            <a:ext cx="275590" cy="222250"/>
          </a:xfrm>
          <a:custGeom>
            <a:avLst/>
            <a:gdLst/>
            <a:ahLst/>
            <a:cxnLst/>
            <a:rect l="l" t="t" r="r" b="b"/>
            <a:pathLst>
              <a:path w="275590" h="222250">
                <a:moveTo>
                  <a:pt x="35206" y="0"/>
                </a:moveTo>
                <a:lnTo>
                  <a:pt x="0" y="49022"/>
                </a:lnTo>
                <a:lnTo>
                  <a:pt x="240400" y="221869"/>
                </a:lnTo>
                <a:lnTo>
                  <a:pt x="275592" y="172847"/>
                </a:lnTo>
                <a:lnTo>
                  <a:pt x="352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03388" y="827405"/>
            <a:ext cx="275590" cy="222250"/>
          </a:xfrm>
          <a:custGeom>
            <a:avLst/>
            <a:gdLst/>
            <a:ahLst/>
            <a:cxnLst/>
            <a:rect l="l" t="t" r="r" b="b"/>
            <a:pathLst>
              <a:path w="275590" h="222250">
                <a:moveTo>
                  <a:pt x="35206" y="0"/>
                </a:moveTo>
                <a:lnTo>
                  <a:pt x="275592" y="172847"/>
                </a:lnTo>
                <a:lnTo>
                  <a:pt x="240400" y="221869"/>
                </a:lnTo>
                <a:lnTo>
                  <a:pt x="0" y="49022"/>
                </a:lnTo>
                <a:lnTo>
                  <a:pt x="35206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490217" y="3555"/>
            <a:ext cx="1245870" cy="606425"/>
          </a:xfrm>
          <a:custGeom>
            <a:avLst/>
            <a:gdLst/>
            <a:ahLst/>
            <a:cxnLst/>
            <a:rect l="l" t="t" r="r" b="b"/>
            <a:pathLst>
              <a:path w="1245870" h="606425">
                <a:moveTo>
                  <a:pt x="0" y="0"/>
                </a:moveTo>
                <a:lnTo>
                  <a:pt x="824992" y="606044"/>
                </a:lnTo>
                <a:lnTo>
                  <a:pt x="1245743" y="593471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549770" y="10922"/>
            <a:ext cx="71755" cy="190500"/>
          </a:xfrm>
          <a:custGeom>
            <a:avLst/>
            <a:gdLst/>
            <a:ahLst/>
            <a:cxnLst/>
            <a:rect l="l" t="t" r="r" b="b"/>
            <a:pathLst>
              <a:path w="71754" h="190500">
                <a:moveTo>
                  <a:pt x="0" y="0"/>
                </a:moveTo>
                <a:lnTo>
                  <a:pt x="71602" y="190373"/>
                </a:lnTo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743153" y="11175"/>
            <a:ext cx="41275" cy="83185"/>
          </a:xfrm>
          <a:custGeom>
            <a:avLst/>
            <a:gdLst/>
            <a:ahLst/>
            <a:cxnLst/>
            <a:rect l="l" t="t" r="r" b="b"/>
            <a:pathLst>
              <a:path w="41275" h="83185">
                <a:moveTo>
                  <a:pt x="0" y="0"/>
                </a:moveTo>
                <a:lnTo>
                  <a:pt x="40982" y="8280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905954" y="21336"/>
            <a:ext cx="29845" cy="76835"/>
          </a:xfrm>
          <a:custGeom>
            <a:avLst/>
            <a:gdLst/>
            <a:ahLst/>
            <a:cxnLst/>
            <a:rect l="l" t="t" r="r" b="b"/>
            <a:pathLst>
              <a:path w="29844" h="76835">
                <a:moveTo>
                  <a:pt x="0" y="0"/>
                </a:moveTo>
                <a:lnTo>
                  <a:pt x="29514" y="76454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045921" y="12446"/>
            <a:ext cx="36195" cy="97790"/>
          </a:xfrm>
          <a:custGeom>
            <a:avLst/>
            <a:gdLst/>
            <a:ahLst/>
            <a:cxnLst/>
            <a:rect l="l" t="t" r="r" b="b"/>
            <a:pathLst>
              <a:path w="36194" h="97789">
                <a:moveTo>
                  <a:pt x="0" y="0"/>
                </a:moveTo>
                <a:lnTo>
                  <a:pt x="35966" y="9778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354455" y="5334"/>
            <a:ext cx="120014" cy="281305"/>
          </a:xfrm>
          <a:custGeom>
            <a:avLst/>
            <a:gdLst/>
            <a:ahLst/>
            <a:cxnLst/>
            <a:rect l="l" t="t" r="r" b="b"/>
            <a:pathLst>
              <a:path w="120015" h="281305">
                <a:moveTo>
                  <a:pt x="0" y="0"/>
                </a:moveTo>
                <a:lnTo>
                  <a:pt x="120014" y="281050"/>
                </a:lnTo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446402" y="5587"/>
            <a:ext cx="139700" cy="339090"/>
          </a:xfrm>
          <a:custGeom>
            <a:avLst/>
            <a:gdLst/>
            <a:ahLst/>
            <a:cxnLst/>
            <a:rect l="l" t="t" r="r" b="b"/>
            <a:pathLst>
              <a:path w="139700" h="339090">
                <a:moveTo>
                  <a:pt x="0" y="0"/>
                </a:moveTo>
                <a:lnTo>
                  <a:pt x="139700" y="33908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bg object 4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38922" y="640953"/>
            <a:ext cx="104790" cy="104806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99015" y="790559"/>
            <a:ext cx="104817" cy="104806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54159" y="1054084"/>
            <a:ext cx="104817" cy="104806"/>
          </a:xfrm>
          <a:prstGeom prst="rect">
            <a:avLst/>
          </a:prstGeom>
        </p:spPr>
      </p:pic>
      <p:sp>
        <p:nvSpPr>
          <p:cNvPr id="44" name="bg object 44"/>
          <p:cNvSpPr/>
          <p:nvPr/>
        </p:nvSpPr>
        <p:spPr>
          <a:xfrm>
            <a:off x="1924557" y="301625"/>
            <a:ext cx="635000" cy="26034"/>
          </a:xfrm>
          <a:custGeom>
            <a:avLst/>
            <a:gdLst/>
            <a:ahLst/>
            <a:cxnLst/>
            <a:rect l="l" t="t" r="r" b="b"/>
            <a:pathLst>
              <a:path w="635000" h="26035">
                <a:moveTo>
                  <a:pt x="0" y="26034"/>
                </a:moveTo>
                <a:lnTo>
                  <a:pt x="634746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566036" y="69214"/>
            <a:ext cx="145415" cy="353695"/>
          </a:xfrm>
          <a:custGeom>
            <a:avLst/>
            <a:gdLst/>
            <a:ahLst/>
            <a:cxnLst/>
            <a:rect l="l" t="t" r="r" b="b"/>
            <a:pathLst>
              <a:path w="145414" h="353695">
                <a:moveTo>
                  <a:pt x="0" y="0"/>
                </a:moveTo>
                <a:lnTo>
                  <a:pt x="144906" y="353186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0" y="768350"/>
            <a:ext cx="172085" cy="5715"/>
          </a:xfrm>
          <a:custGeom>
            <a:avLst/>
            <a:gdLst/>
            <a:ahLst/>
            <a:cxnLst/>
            <a:rect l="l" t="t" r="r" b="b"/>
            <a:pathLst>
              <a:path w="172085" h="5715">
                <a:moveTo>
                  <a:pt x="0" y="5600"/>
                </a:moveTo>
                <a:lnTo>
                  <a:pt x="17160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0" y="851446"/>
            <a:ext cx="126364" cy="3175"/>
          </a:xfrm>
          <a:custGeom>
            <a:avLst/>
            <a:gdLst/>
            <a:ahLst/>
            <a:cxnLst/>
            <a:rect l="l" t="t" r="r" b="b"/>
            <a:pathLst>
              <a:path w="126364" h="3175">
                <a:moveTo>
                  <a:pt x="-6350" y="1314"/>
                </a:moveTo>
                <a:lnTo>
                  <a:pt x="132135" y="1314"/>
                </a:lnTo>
              </a:path>
            </a:pathLst>
          </a:custGeom>
          <a:ln w="1532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484949" y="684656"/>
            <a:ext cx="114300" cy="375920"/>
          </a:xfrm>
          <a:custGeom>
            <a:avLst/>
            <a:gdLst/>
            <a:ahLst/>
            <a:cxnLst/>
            <a:rect l="l" t="t" r="r" b="b"/>
            <a:pathLst>
              <a:path w="114300" h="375919">
                <a:moveTo>
                  <a:pt x="0" y="0"/>
                </a:moveTo>
                <a:lnTo>
                  <a:pt x="114096" y="37579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837196" y="737108"/>
            <a:ext cx="348615" cy="13970"/>
          </a:xfrm>
          <a:custGeom>
            <a:avLst/>
            <a:gdLst/>
            <a:ahLst/>
            <a:cxnLst/>
            <a:rect l="l" t="t" r="r" b="b"/>
            <a:pathLst>
              <a:path w="348615" h="13970">
                <a:moveTo>
                  <a:pt x="0" y="13842"/>
                </a:moveTo>
                <a:lnTo>
                  <a:pt x="34842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44081" y="0"/>
            <a:ext cx="773430" cy="808355"/>
          </a:xfrm>
          <a:custGeom>
            <a:avLst/>
            <a:gdLst/>
            <a:ahLst/>
            <a:cxnLst/>
            <a:rect l="l" t="t" r="r" b="b"/>
            <a:pathLst>
              <a:path w="773430" h="808355">
                <a:moveTo>
                  <a:pt x="0" y="0"/>
                </a:moveTo>
                <a:lnTo>
                  <a:pt x="102958" y="322579"/>
                </a:lnTo>
                <a:lnTo>
                  <a:pt x="772909" y="807847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0" y="26753"/>
            <a:ext cx="788670" cy="876300"/>
          </a:xfrm>
          <a:custGeom>
            <a:avLst/>
            <a:gdLst/>
            <a:ahLst/>
            <a:cxnLst/>
            <a:rect l="l" t="t" r="r" b="b"/>
            <a:pathLst>
              <a:path w="788670" h="876300">
                <a:moveTo>
                  <a:pt x="0" y="0"/>
                </a:moveTo>
                <a:lnTo>
                  <a:pt x="42280" y="30904"/>
                </a:lnTo>
                <a:lnTo>
                  <a:pt x="156781" y="415841"/>
                </a:lnTo>
                <a:lnTo>
                  <a:pt x="788339" y="87608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586663" y="562229"/>
            <a:ext cx="622300" cy="149225"/>
          </a:xfrm>
          <a:custGeom>
            <a:avLst/>
            <a:gdLst/>
            <a:ahLst/>
            <a:cxnLst/>
            <a:rect l="l" t="t" r="r" b="b"/>
            <a:pathLst>
              <a:path w="622300" h="149225">
                <a:moveTo>
                  <a:pt x="0" y="6350"/>
                </a:moveTo>
                <a:lnTo>
                  <a:pt x="415277" y="0"/>
                </a:lnTo>
                <a:lnTo>
                  <a:pt x="622109" y="148717"/>
                </a:lnTo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3" name="bg object 5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4776" y="827786"/>
            <a:ext cx="263175" cy="231648"/>
          </a:xfrm>
          <a:prstGeom prst="rect">
            <a:avLst/>
          </a:prstGeom>
        </p:spPr>
      </p:pic>
      <p:sp>
        <p:nvSpPr>
          <p:cNvPr id="54" name="bg object 54"/>
          <p:cNvSpPr/>
          <p:nvPr/>
        </p:nvSpPr>
        <p:spPr>
          <a:xfrm>
            <a:off x="940968" y="168275"/>
            <a:ext cx="614045" cy="506095"/>
          </a:xfrm>
          <a:custGeom>
            <a:avLst/>
            <a:gdLst/>
            <a:ahLst/>
            <a:cxnLst/>
            <a:rect l="l" t="t" r="r" b="b"/>
            <a:pathLst>
              <a:path w="614044" h="506095">
                <a:moveTo>
                  <a:pt x="0" y="0"/>
                </a:moveTo>
                <a:lnTo>
                  <a:pt x="16154" y="75819"/>
                </a:lnTo>
                <a:lnTo>
                  <a:pt x="614019" y="50571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55520" y="149809"/>
            <a:ext cx="7680959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16578" y="2955417"/>
            <a:ext cx="4965700" cy="2237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huaytalla@uncp.edu.pe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customXml" Target="../ink/ink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customXml" Target="../ink/ink6.xml"/><Relationship Id="rId4" Type="http://schemas.openxmlformats.org/officeDocument/2006/relationships/image" Target="../media/image36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customXml" Target="../ink/ink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emf"/><Relationship Id="rId4" Type="http://schemas.openxmlformats.org/officeDocument/2006/relationships/customXml" Target="../ink/ink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78942" y="4343400"/>
            <a:ext cx="5354954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spc="-30" dirty="0">
                <a:solidFill>
                  <a:srgbClr val="FFFFFF"/>
                </a:solidFill>
                <a:latin typeface="Calibri Light"/>
                <a:cs typeface="Calibri Light"/>
              </a:rPr>
              <a:t>INTELIGENCIA</a:t>
            </a:r>
            <a:r>
              <a:rPr sz="4000" b="1" spc="-1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000" b="1" spc="-30" dirty="0">
                <a:solidFill>
                  <a:srgbClr val="FFFFFF"/>
                </a:solidFill>
                <a:latin typeface="Calibri Light"/>
                <a:cs typeface="Calibri Light"/>
              </a:rPr>
              <a:t>ARTIFICIAL</a:t>
            </a:r>
            <a:endParaRPr sz="4000" b="1" dirty="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DAEE891-55DE-4C4B-9FE1-6A3DEA7A12DE}"/>
              </a:ext>
            </a:extLst>
          </p:cNvPr>
          <p:cNvSpPr txBox="1"/>
          <p:nvPr/>
        </p:nvSpPr>
        <p:spPr>
          <a:xfrm>
            <a:off x="7455534" y="5562600"/>
            <a:ext cx="4001770" cy="6418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r">
              <a:lnSpc>
                <a:spcPct val="100000"/>
              </a:lnSpc>
              <a:spcBef>
                <a:spcPts val="105"/>
              </a:spcBef>
            </a:pPr>
            <a:r>
              <a:rPr lang="es-ES" sz="2000" spc="-5" dirty="0">
                <a:solidFill>
                  <a:schemeClr val="bg1"/>
                </a:solidFill>
                <a:latin typeface="Arial MT"/>
                <a:cs typeface="Arial MT"/>
              </a:rPr>
              <a:t>Jaime Huaytalla Pariona, </a:t>
            </a:r>
            <a:r>
              <a:rPr lang="es-ES" sz="2000" spc="-5" dirty="0" err="1">
                <a:solidFill>
                  <a:schemeClr val="bg1"/>
                </a:solidFill>
                <a:latin typeface="Arial MT"/>
                <a:cs typeface="Arial MT"/>
              </a:rPr>
              <a:t>MsC</a:t>
            </a:r>
            <a:endParaRPr lang="es-ES" sz="2000" spc="-5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 marR="5080" algn="r">
              <a:lnSpc>
                <a:spcPct val="100000"/>
              </a:lnSpc>
              <a:spcBef>
                <a:spcPts val="105"/>
              </a:spcBef>
            </a:pPr>
            <a:r>
              <a:rPr lang="es-ES" sz="2000" spc="-5" dirty="0">
                <a:solidFill>
                  <a:schemeClr val="bg1"/>
                </a:solidFill>
                <a:latin typeface="Arial MT"/>
                <a:cs typeface="Arial MT"/>
                <a:hlinkClick r:id="rId2"/>
              </a:rPr>
              <a:t>jhuaytalla@uncp.edu.pe</a:t>
            </a:r>
            <a:r>
              <a:rPr lang="es-ES" sz="2000" spc="-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endParaRPr sz="20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025641" y="798575"/>
            <a:ext cx="4197350" cy="64643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875"/>
              </a:spcBef>
            </a:pPr>
            <a:r>
              <a:rPr sz="1800" b="1" spc="-5" dirty="0">
                <a:latin typeface="Arial"/>
                <a:cs typeface="Arial"/>
              </a:rPr>
              <a:t>Machine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Learning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00" spc="-5" dirty="0">
                <a:latin typeface="Arial MT"/>
                <a:cs typeface="Arial MT"/>
              </a:rPr>
              <a:t>Introducción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Inteligencia</a:t>
            </a:r>
            <a:r>
              <a:rPr sz="1200" spc="-9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Artificial </a:t>
            </a:r>
            <a:r>
              <a:rPr sz="1200" dirty="0">
                <a:latin typeface="Arial MT"/>
                <a:cs typeface="Arial MT"/>
              </a:rPr>
              <a:t>y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Aprendizaje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Supervisado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1707" y="1032129"/>
            <a:ext cx="421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Arial"/>
                <a:cs typeface="Arial"/>
              </a:rPr>
              <a:t>01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53324" y="790955"/>
            <a:ext cx="957580" cy="957580"/>
          </a:xfrm>
          <a:custGeom>
            <a:avLst/>
            <a:gdLst/>
            <a:ahLst/>
            <a:cxnLst/>
            <a:rect l="l" t="t" r="r" b="b"/>
            <a:pathLst>
              <a:path w="957579" h="957580">
                <a:moveTo>
                  <a:pt x="478567" y="0"/>
                </a:moveTo>
                <a:lnTo>
                  <a:pt x="438723" y="11947"/>
                </a:lnTo>
                <a:lnTo>
                  <a:pt x="21240" y="427355"/>
                </a:lnTo>
                <a:lnTo>
                  <a:pt x="0" y="478536"/>
                </a:lnTo>
                <a:lnTo>
                  <a:pt x="5310" y="505793"/>
                </a:lnTo>
                <a:lnTo>
                  <a:pt x="21240" y="529717"/>
                </a:lnTo>
                <a:lnTo>
                  <a:pt x="427386" y="935863"/>
                </a:lnTo>
                <a:lnTo>
                  <a:pt x="451310" y="951793"/>
                </a:lnTo>
                <a:lnTo>
                  <a:pt x="478567" y="957103"/>
                </a:lnTo>
                <a:lnTo>
                  <a:pt x="505825" y="951793"/>
                </a:lnTo>
                <a:lnTo>
                  <a:pt x="529748" y="935863"/>
                </a:lnTo>
                <a:lnTo>
                  <a:pt x="588835" y="876776"/>
                </a:lnTo>
                <a:lnTo>
                  <a:pt x="478567" y="876776"/>
                </a:lnTo>
                <a:lnTo>
                  <a:pt x="457711" y="872751"/>
                </a:lnTo>
                <a:lnTo>
                  <a:pt x="439451" y="860679"/>
                </a:lnTo>
                <a:lnTo>
                  <a:pt x="96424" y="517652"/>
                </a:lnTo>
                <a:lnTo>
                  <a:pt x="84351" y="499391"/>
                </a:lnTo>
                <a:lnTo>
                  <a:pt x="80327" y="478536"/>
                </a:lnTo>
                <a:lnTo>
                  <a:pt x="84351" y="457680"/>
                </a:lnTo>
                <a:lnTo>
                  <a:pt x="439451" y="96393"/>
                </a:lnTo>
                <a:lnTo>
                  <a:pt x="478567" y="80264"/>
                </a:lnTo>
                <a:lnTo>
                  <a:pt x="588803" y="80264"/>
                </a:lnTo>
                <a:lnTo>
                  <a:pt x="529748" y="21209"/>
                </a:lnTo>
                <a:lnTo>
                  <a:pt x="518412" y="11947"/>
                </a:lnTo>
                <a:lnTo>
                  <a:pt x="505825" y="5318"/>
                </a:lnTo>
                <a:lnTo>
                  <a:pt x="492404" y="1331"/>
                </a:lnTo>
                <a:lnTo>
                  <a:pt x="478567" y="0"/>
                </a:lnTo>
                <a:close/>
              </a:path>
              <a:path w="957579" h="957580">
                <a:moveTo>
                  <a:pt x="588803" y="80264"/>
                </a:moveTo>
                <a:lnTo>
                  <a:pt x="478567" y="80264"/>
                </a:lnTo>
                <a:lnTo>
                  <a:pt x="489180" y="81283"/>
                </a:lnTo>
                <a:lnTo>
                  <a:pt x="499459" y="84328"/>
                </a:lnTo>
                <a:lnTo>
                  <a:pt x="860710" y="439420"/>
                </a:lnTo>
                <a:lnTo>
                  <a:pt x="876998" y="478536"/>
                </a:lnTo>
                <a:lnTo>
                  <a:pt x="872926" y="499391"/>
                </a:lnTo>
                <a:lnTo>
                  <a:pt x="860710" y="517652"/>
                </a:lnTo>
                <a:lnTo>
                  <a:pt x="517683" y="860679"/>
                </a:lnTo>
                <a:lnTo>
                  <a:pt x="499423" y="872751"/>
                </a:lnTo>
                <a:lnTo>
                  <a:pt x="478567" y="876776"/>
                </a:lnTo>
                <a:lnTo>
                  <a:pt x="588835" y="876776"/>
                </a:lnTo>
                <a:lnTo>
                  <a:pt x="935894" y="529717"/>
                </a:lnTo>
                <a:lnTo>
                  <a:pt x="951825" y="505793"/>
                </a:lnTo>
                <a:lnTo>
                  <a:pt x="957135" y="478536"/>
                </a:lnTo>
                <a:lnTo>
                  <a:pt x="951825" y="451278"/>
                </a:lnTo>
                <a:lnTo>
                  <a:pt x="935894" y="427355"/>
                </a:lnTo>
                <a:lnTo>
                  <a:pt x="588803" y="80264"/>
                </a:lnTo>
                <a:close/>
              </a:path>
            </a:pathLst>
          </a:custGeom>
          <a:solidFill>
            <a:srgbClr val="1F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96253" y="2237395"/>
            <a:ext cx="4027804" cy="64770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880"/>
              </a:spcBef>
            </a:pPr>
            <a:r>
              <a:rPr sz="1800" b="1" spc="-5" dirty="0">
                <a:latin typeface="Arial"/>
                <a:cs typeface="Arial"/>
              </a:rPr>
              <a:t>Aprendizaje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Supervisado: Regresión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00" dirty="0">
                <a:latin typeface="Arial MT"/>
                <a:cs typeface="Arial MT"/>
              </a:rPr>
              <a:t>Redes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Neuronales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aplicado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problemas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de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regresión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8734" y="2472054"/>
            <a:ext cx="421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Arial"/>
                <a:cs typeface="Arial"/>
              </a:rPr>
              <a:t>02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50732" y="2229611"/>
            <a:ext cx="957580" cy="958850"/>
          </a:xfrm>
          <a:custGeom>
            <a:avLst/>
            <a:gdLst/>
            <a:ahLst/>
            <a:cxnLst/>
            <a:rect l="l" t="t" r="r" b="b"/>
            <a:pathLst>
              <a:path w="957579" h="958850">
                <a:moveTo>
                  <a:pt x="478567" y="0"/>
                </a:moveTo>
                <a:lnTo>
                  <a:pt x="438723" y="11947"/>
                </a:lnTo>
                <a:lnTo>
                  <a:pt x="21240" y="427989"/>
                </a:lnTo>
                <a:lnTo>
                  <a:pt x="0" y="479298"/>
                </a:lnTo>
                <a:lnTo>
                  <a:pt x="5310" y="506606"/>
                </a:lnTo>
                <a:lnTo>
                  <a:pt x="21240" y="530605"/>
                </a:lnTo>
                <a:lnTo>
                  <a:pt x="427386" y="937387"/>
                </a:lnTo>
                <a:lnTo>
                  <a:pt x="451310" y="953317"/>
                </a:lnTo>
                <a:lnTo>
                  <a:pt x="478567" y="958627"/>
                </a:lnTo>
                <a:lnTo>
                  <a:pt x="505825" y="953317"/>
                </a:lnTo>
                <a:lnTo>
                  <a:pt x="529748" y="937387"/>
                </a:lnTo>
                <a:lnTo>
                  <a:pt x="588901" y="878141"/>
                </a:lnTo>
                <a:lnTo>
                  <a:pt x="478567" y="878141"/>
                </a:lnTo>
                <a:lnTo>
                  <a:pt x="457711" y="874093"/>
                </a:lnTo>
                <a:lnTo>
                  <a:pt x="439451" y="861949"/>
                </a:lnTo>
                <a:lnTo>
                  <a:pt x="96424" y="518540"/>
                </a:lnTo>
                <a:lnTo>
                  <a:pt x="84351" y="500205"/>
                </a:lnTo>
                <a:lnTo>
                  <a:pt x="80327" y="479298"/>
                </a:lnTo>
                <a:lnTo>
                  <a:pt x="84351" y="458390"/>
                </a:lnTo>
                <a:lnTo>
                  <a:pt x="439451" y="96647"/>
                </a:lnTo>
                <a:lnTo>
                  <a:pt x="478567" y="80390"/>
                </a:lnTo>
                <a:lnTo>
                  <a:pt x="588838" y="80390"/>
                </a:lnTo>
                <a:lnTo>
                  <a:pt x="529748" y="21209"/>
                </a:lnTo>
                <a:lnTo>
                  <a:pt x="518412" y="11947"/>
                </a:lnTo>
                <a:lnTo>
                  <a:pt x="505825" y="5318"/>
                </a:lnTo>
                <a:lnTo>
                  <a:pt x="492404" y="1331"/>
                </a:lnTo>
                <a:lnTo>
                  <a:pt x="478567" y="0"/>
                </a:lnTo>
                <a:close/>
              </a:path>
              <a:path w="957579" h="958850">
                <a:moveTo>
                  <a:pt x="588838" y="80390"/>
                </a:moveTo>
                <a:lnTo>
                  <a:pt x="478567" y="80390"/>
                </a:lnTo>
                <a:lnTo>
                  <a:pt x="489180" y="81412"/>
                </a:lnTo>
                <a:lnTo>
                  <a:pt x="499459" y="84470"/>
                </a:lnTo>
                <a:lnTo>
                  <a:pt x="860710" y="440054"/>
                </a:lnTo>
                <a:lnTo>
                  <a:pt x="876998" y="479298"/>
                </a:lnTo>
                <a:lnTo>
                  <a:pt x="872926" y="500205"/>
                </a:lnTo>
                <a:lnTo>
                  <a:pt x="860710" y="518540"/>
                </a:lnTo>
                <a:lnTo>
                  <a:pt x="517683" y="861949"/>
                </a:lnTo>
                <a:lnTo>
                  <a:pt x="499423" y="874093"/>
                </a:lnTo>
                <a:lnTo>
                  <a:pt x="478567" y="878141"/>
                </a:lnTo>
                <a:lnTo>
                  <a:pt x="588901" y="878141"/>
                </a:lnTo>
                <a:lnTo>
                  <a:pt x="935894" y="530605"/>
                </a:lnTo>
                <a:lnTo>
                  <a:pt x="951825" y="506606"/>
                </a:lnTo>
                <a:lnTo>
                  <a:pt x="957135" y="479298"/>
                </a:lnTo>
                <a:lnTo>
                  <a:pt x="951825" y="451989"/>
                </a:lnTo>
                <a:lnTo>
                  <a:pt x="935894" y="427989"/>
                </a:lnTo>
                <a:lnTo>
                  <a:pt x="588838" y="80390"/>
                </a:lnTo>
                <a:close/>
              </a:path>
            </a:pathLst>
          </a:custGeom>
          <a:solidFill>
            <a:srgbClr val="09A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244588" y="3677003"/>
            <a:ext cx="4321175" cy="64833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880"/>
              </a:spcBef>
            </a:pPr>
            <a:r>
              <a:rPr sz="1800" b="1" spc="-5" dirty="0">
                <a:latin typeface="Arial"/>
                <a:cs typeface="Arial"/>
              </a:rPr>
              <a:t>Aprendizaje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Supervisado: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Clasificación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200" dirty="0">
                <a:latin typeface="Arial MT"/>
                <a:cs typeface="Arial MT"/>
              </a:rPr>
              <a:t>Redes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Neuronales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aplicado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problemas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de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clasificación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21348" y="3911853"/>
            <a:ext cx="421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Arial"/>
                <a:cs typeface="Arial"/>
              </a:rPr>
              <a:t>03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20771" y="3669791"/>
            <a:ext cx="1021080" cy="958850"/>
          </a:xfrm>
          <a:custGeom>
            <a:avLst/>
            <a:gdLst/>
            <a:ahLst/>
            <a:cxnLst/>
            <a:rect l="l" t="t" r="r" b="b"/>
            <a:pathLst>
              <a:path w="1021079" h="958850">
                <a:moveTo>
                  <a:pt x="510508" y="0"/>
                </a:moveTo>
                <a:lnTo>
                  <a:pt x="468020" y="11947"/>
                </a:lnTo>
                <a:lnTo>
                  <a:pt x="22574" y="427989"/>
                </a:lnTo>
                <a:lnTo>
                  <a:pt x="0" y="479297"/>
                </a:lnTo>
                <a:lnTo>
                  <a:pt x="5643" y="506606"/>
                </a:lnTo>
                <a:lnTo>
                  <a:pt x="22574" y="530605"/>
                </a:lnTo>
                <a:lnTo>
                  <a:pt x="455898" y="937386"/>
                </a:lnTo>
                <a:lnTo>
                  <a:pt x="481429" y="953317"/>
                </a:lnTo>
                <a:lnTo>
                  <a:pt x="510508" y="958627"/>
                </a:lnTo>
                <a:lnTo>
                  <a:pt x="539587" y="953317"/>
                </a:lnTo>
                <a:lnTo>
                  <a:pt x="565118" y="937386"/>
                </a:lnTo>
                <a:lnTo>
                  <a:pt x="628229" y="878141"/>
                </a:lnTo>
                <a:lnTo>
                  <a:pt x="510508" y="878141"/>
                </a:lnTo>
                <a:lnTo>
                  <a:pt x="488247" y="874093"/>
                </a:lnTo>
                <a:lnTo>
                  <a:pt x="468725" y="861948"/>
                </a:lnTo>
                <a:lnTo>
                  <a:pt x="102838" y="518540"/>
                </a:lnTo>
                <a:lnTo>
                  <a:pt x="89908" y="500205"/>
                </a:lnTo>
                <a:lnTo>
                  <a:pt x="85597" y="479297"/>
                </a:lnTo>
                <a:lnTo>
                  <a:pt x="89908" y="458390"/>
                </a:lnTo>
                <a:lnTo>
                  <a:pt x="468725" y="96646"/>
                </a:lnTo>
                <a:lnTo>
                  <a:pt x="510508" y="80390"/>
                </a:lnTo>
                <a:lnTo>
                  <a:pt x="628161" y="80390"/>
                </a:lnTo>
                <a:lnTo>
                  <a:pt x="565118" y="21208"/>
                </a:lnTo>
                <a:lnTo>
                  <a:pt x="552995" y="11947"/>
                </a:lnTo>
                <a:lnTo>
                  <a:pt x="539575" y="5318"/>
                </a:lnTo>
                <a:lnTo>
                  <a:pt x="525273" y="1331"/>
                </a:lnTo>
                <a:lnTo>
                  <a:pt x="510508" y="0"/>
                </a:lnTo>
                <a:close/>
              </a:path>
              <a:path w="1021079" h="958850">
                <a:moveTo>
                  <a:pt x="628161" y="80390"/>
                </a:moveTo>
                <a:lnTo>
                  <a:pt x="510508" y="80390"/>
                </a:lnTo>
                <a:lnTo>
                  <a:pt x="521805" y="81412"/>
                </a:lnTo>
                <a:lnTo>
                  <a:pt x="532780" y="84470"/>
                </a:lnTo>
                <a:lnTo>
                  <a:pt x="918178" y="440054"/>
                </a:lnTo>
                <a:lnTo>
                  <a:pt x="935609" y="479297"/>
                </a:lnTo>
                <a:lnTo>
                  <a:pt x="931251" y="500205"/>
                </a:lnTo>
                <a:lnTo>
                  <a:pt x="918178" y="518540"/>
                </a:lnTo>
                <a:lnTo>
                  <a:pt x="552291" y="861948"/>
                </a:lnTo>
                <a:lnTo>
                  <a:pt x="532768" y="874093"/>
                </a:lnTo>
                <a:lnTo>
                  <a:pt x="510508" y="878141"/>
                </a:lnTo>
                <a:lnTo>
                  <a:pt x="628229" y="878141"/>
                </a:lnTo>
                <a:lnTo>
                  <a:pt x="998442" y="530605"/>
                </a:lnTo>
                <a:lnTo>
                  <a:pt x="1015372" y="506606"/>
                </a:lnTo>
                <a:lnTo>
                  <a:pt x="1021016" y="479297"/>
                </a:lnTo>
                <a:lnTo>
                  <a:pt x="1015372" y="451989"/>
                </a:lnTo>
                <a:lnTo>
                  <a:pt x="998442" y="427989"/>
                </a:lnTo>
                <a:lnTo>
                  <a:pt x="628161" y="80390"/>
                </a:lnTo>
                <a:close/>
              </a:path>
            </a:pathLst>
          </a:custGeom>
          <a:solidFill>
            <a:srgbClr val="0085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737729" y="5117043"/>
            <a:ext cx="3434715" cy="64770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880"/>
              </a:spcBef>
            </a:pPr>
            <a:r>
              <a:rPr sz="1800" b="1" spc="-5" dirty="0">
                <a:latin typeface="Arial"/>
                <a:cs typeface="Arial"/>
              </a:rPr>
              <a:t>Deep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Learning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00" spc="-5" dirty="0">
                <a:latin typeface="Arial MT"/>
                <a:cs typeface="Arial MT"/>
              </a:rPr>
              <a:t>Introducción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a </a:t>
            </a:r>
            <a:r>
              <a:rPr sz="1200" dirty="0">
                <a:latin typeface="Arial MT"/>
                <a:cs typeface="Arial MT"/>
              </a:rPr>
              <a:t>Redes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Neuronales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" dirty="0">
                <a:latin typeface="Arial MT"/>
                <a:cs typeface="Arial MT"/>
              </a:rPr>
              <a:t>Convolucionales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59956" y="5351779"/>
            <a:ext cx="421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Arial"/>
                <a:cs typeface="Arial"/>
              </a:rPr>
              <a:t>04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90687" y="5109971"/>
            <a:ext cx="958850" cy="957580"/>
          </a:xfrm>
          <a:custGeom>
            <a:avLst/>
            <a:gdLst/>
            <a:ahLst/>
            <a:cxnLst/>
            <a:rect l="l" t="t" r="r" b="b"/>
            <a:pathLst>
              <a:path w="958850" h="957579">
                <a:moveTo>
                  <a:pt x="479326" y="0"/>
                </a:moveTo>
                <a:lnTo>
                  <a:pt x="439429" y="11947"/>
                </a:lnTo>
                <a:lnTo>
                  <a:pt x="21237" y="427354"/>
                </a:lnTo>
                <a:lnTo>
                  <a:pt x="0" y="478532"/>
                </a:lnTo>
                <a:lnTo>
                  <a:pt x="5307" y="505777"/>
                </a:lnTo>
                <a:lnTo>
                  <a:pt x="21237" y="529729"/>
                </a:lnTo>
                <a:lnTo>
                  <a:pt x="428018" y="935888"/>
                </a:lnTo>
                <a:lnTo>
                  <a:pt x="452017" y="951776"/>
                </a:lnTo>
                <a:lnTo>
                  <a:pt x="479326" y="957071"/>
                </a:lnTo>
                <a:lnTo>
                  <a:pt x="506635" y="951776"/>
                </a:lnTo>
                <a:lnTo>
                  <a:pt x="530634" y="935888"/>
                </a:lnTo>
                <a:lnTo>
                  <a:pt x="589818" y="876795"/>
                </a:lnTo>
                <a:lnTo>
                  <a:pt x="479326" y="876795"/>
                </a:lnTo>
                <a:lnTo>
                  <a:pt x="458419" y="872756"/>
                </a:lnTo>
                <a:lnTo>
                  <a:pt x="440083" y="860640"/>
                </a:lnTo>
                <a:lnTo>
                  <a:pt x="96675" y="517702"/>
                </a:lnTo>
                <a:lnTo>
                  <a:pt x="84531" y="499402"/>
                </a:lnTo>
                <a:lnTo>
                  <a:pt x="80486" y="478518"/>
                </a:lnTo>
                <a:lnTo>
                  <a:pt x="84531" y="457677"/>
                </a:lnTo>
                <a:lnTo>
                  <a:pt x="440083" y="96392"/>
                </a:lnTo>
                <a:lnTo>
                  <a:pt x="479326" y="80263"/>
                </a:lnTo>
                <a:lnTo>
                  <a:pt x="589782" y="80263"/>
                </a:lnTo>
                <a:lnTo>
                  <a:pt x="530634" y="21208"/>
                </a:lnTo>
                <a:lnTo>
                  <a:pt x="519224" y="11947"/>
                </a:lnTo>
                <a:lnTo>
                  <a:pt x="506600" y="5318"/>
                </a:lnTo>
                <a:lnTo>
                  <a:pt x="493165" y="1331"/>
                </a:lnTo>
                <a:lnTo>
                  <a:pt x="479326" y="0"/>
                </a:lnTo>
                <a:close/>
              </a:path>
              <a:path w="958850" h="957579">
                <a:moveTo>
                  <a:pt x="589782" y="80263"/>
                </a:moveTo>
                <a:lnTo>
                  <a:pt x="479326" y="80263"/>
                </a:lnTo>
                <a:lnTo>
                  <a:pt x="489941" y="81283"/>
                </a:lnTo>
                <a:lnTo>
                  <a:pt x="500234" y="84327"/>
                </a:lnTo>
                <a:lnTo>
                  <a:pt x="861977" y="439419"/>
                </a:lnTo>
                <a:lnTo>
                  <a:pt x="878456" y="478532"/>
                </a:lnTo>
                <a:lnTo>
                  <a:pt x="874336" y="499402"/>
                </a:lnTo>
                <a:lnTo>
                  <a:pt x="861977" y="517702"/>
                </a:lnTo>
                <a:lnTo>
                  <a:pt x="518569" y="860640"/>
                </a:lnTo>
                <a:lnTo>
                  <a:pt x="500234" y="872756"/>
                </a:lnTo>
                <a:lnTo>
                  <a:pt x="479326" y="876795"/>
                </a:lnTo>
                <a:lnTo>
                  <a:pt x="589818" y="876795"/>
                </a:lnTo>
                <a:lnTo>
                  <a:pt x="937415" y="529729"/>
                </a:lnTo>
                <a:lnTo>
                  <a:pt x="953346" y="505777"/>
                </a:lnTo>
                <a:lnTo>
                  <a:pt x="958656" y="478518"/>
                </a:lnTo>
                <a:lnTo>
                  <a:pt x="953346" y="451271"/>
                </a:lnTo>
                <a:lnTo>
                  <a:pt x="937415" y="427354"/>
                </a:lnTo>
                <a:lnTo>
                  <a:pt x="589782" y="80263"/>
                </a:lnTo>
                <a:close/>
              </a:path>
            </a:pathLst>
          </a:custGeom>
          <a:solidFill>
            <a:srgbClr val="125A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05104" y="844752"/>
            <a:ext cx="2856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chemeClr val="tx1"/>
                </a:solidFill>
              </a:rPr>
              <a:t>Contenidos</a:t>
            </a:r>
            <a:endParaRPr sz="4400">
              <a:solidFill>
                <a:schemeClr val="tx1"/>
              </a:solidFill>
            </a:endParaRPr>
          </a:p>
        </p:txBody>
      </p:sp>
      <p:pic>
        <p:nvPicPr>
          <p:cNvPr id="1026" name="Picture 2" descr="Machine Learning | DoiT International">
            <a:extLst>
              <a:ext uri="{FF2B5EF4-FFF2-40B4-BE49-F238E27FC236}">
                <a16:creationId xmlns:a16="http://schemas.microsoft.com/office/drawing/2014/main" id="{71FA79FA-F2B8-43D8-A5D4-3A2FF9C17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545" y="2470149"/>
            <a:ext cx="3038475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achine Learning: definición, funcionamiento, usos">
            <a:extLst>
              <a:ext uri="{FF2B5EF4-FFF2-40B4-BE49-F238E27FC236}">
                <a16:creationId xmlns:a16="http://schemas.microsoft.com/office/drawing/2014/main" id="{3105F890-B7A0-42B4-9ABA-28BEA55E3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199"/>
            <a:ext cx="12168554" cy="666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40305" y="653420"/>
            <a:ext cx="73113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solidFill>
                  <a:schemeClr val="tx1"/>
                </a:solidFill>
                <a:latin typeface="Arial"/>
                <a:cs typeface="Arial"/>
              </a:rPr>
              <a:t>Aprendizaje</a:t>
            </a:r>
            <a:r>
              <a:rPr sz="4800" b="1" spc="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4800" b="1" spc="-5" dirty="0">
                <a:solidFill>
                  <a:schemeClr val="tx1"/>
                </a:solidFill>
                <a:latin typeface="Arial"/>
                <a:cs typeface="Arial"/>
              </a:rPr>
              <a:t>Supervisado</a:t>
            </a:r>
            <a:endParaRPr sz="48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3500" y="2362200"/>
            <a:ext cx="9525000" cy="2777683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526415" indent="-514350">
              <a:lnSpc>
                <a:spcPct val="100000"/>
              </a:lnSpc>
              <a:spcBef>
                <a:spcPts val="1060"/>
              </a:spcBef>
              <a:buFont typeface="+mj-lt"/>
              <a:buAutoNum type="arabicPeriod"/>
              <a:tabLst>
                <a:tab pos="299085" algn="l"/>
                <a:tab pos="299720" algn="l"/>
              </a:tabLst>
            </a:pPr>
            <a:r>
              <a:rPr sz="2800" b="1" spc="-5" dirty="0">
                <a:latin typeface="Arial"/>
                <a:cs typeface="Arial"/>
              </a:rPr>
              <a:t>Aprendizaje</a:t>
            </a:r>
            <a:r>
              <a:rPr sz="2800" b="1" spc="2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Supervisado: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Regresión</a:t>
            </a:r>
            <a:endParaRPr sz="2800" dirty="0">
              <a:latin typeface="Arial"/>
              <a:cs typeface="Arial"/>
            </a:endParaRPr>
          </a:p>
          <a:p>
            <a:pPr marL="526415" indent="-514350">
              <a:lnSpc>
                <a:spcPct val="100000"/>
              </a:lnSpc>
              <a:spcBef>
                <a:spcPts val="965"/>
              </a:spcBef>
              <a:buFont typeface="+mj-lt"/>
              <a:buAutoNum type="arabicPeriod"/>
              <a:tabLst>
                <a:tab pos="299085" algn="l"/>
                <a:tab pos="299720" algn="l"/>
              </a:tabLst>
            </a:pPr>
            <a:r>
              <a:rPr sz="2800" b="1" spc="-5" dirty="0">
                <a:latin typeface="Arial"/>
                <a:cs typeface="Arial"/>
              </a:rPr>
              <a:t>Regresión Lineal y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Métricas</a:t>
            </a:r>
            <a:endParaRPr sz="2800" dirty="0">
              <a:latin typeface="Arial"/>
              <a:cs typeface="Arial"/>
            </a:endParaRPr>
          </a:p>
          <a:p>
            <a:pPr marL="526415" indent="-514350">
              <a:lnSpc>
                <a:spcPct val="100000"/>
              </a:lnSpc>
              <a:spcBef>
                <a:spcPts val="944"/>
              </a:spcBef>
              <a:buFont typeface="+mj-lt"/>
              <a:buAutoNum type="arabicPeriod"/>
              <a:tabLst>
                <a:tab pos="299085" algn="l"/>
                <a:tab pos="299720" algn="l"/>
              </a:tabLst>
            </a:pPr>
            <a:r>
              <a:rPr sz="2800" b="1" spc="-5" dirty="0">
                <a:latin typeface="Arial"/>
                <a:cs typeface="Arial"/>
              </a:rPr>
              <a:t>Redes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Neuronales</a:t>
            </a:r>
            <a:endParaRPr sz="2800" dirty="0">
              <a:latin typeface="Arial"/>
              <a:cs typeface="Arial"/>
            </a:endParaRPr>
          </a:p>
          <a:p>
            <a:pPr marL="526415" indent="-514350">
              <a:lnSpc>
                <a:spcPct val="100000"/>
              </a:lnSpc>
              <a:spcBef>
                <a:spcPts val="950"/>
              </a:spcBef>
              <a:buFont typeface="+mj-lt"/>
              <a:buAutoNum type="arabicPeriod"/>
              <a:tabLst>
                <a:tab pos="299085" algn="l"/>
                <a:tab pos="299720" algn="l"/>
              </a:tabLst>
            </a:pPr>
            <a:r>
              <a:rPr sz="2800" b="1" dirty="0">
                <a:latin typeface="Arial"/>
                <a:cs typeface="Arial"/>
              </a:rPr>
              <a:t>Modelo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de</a:t>
            </a:r>
            <a:r>
              <a:rPr sz="2800" b="1" spc="-3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Representación</a:t>
            </a:r>
            <a:endParaRPr sz="2800" dirty="0">
              <a:latin typeface="Arial"/>
              <a:cs typeface="Arial"/>
            </a:endParaRPr>
          </a:p>
          <a:p>
            <a:pPr marL="526415" indent="-514350">
              <a:lnSpc>
                <a:spcPct val="100000"/>
              </a:lnSpc>
              <a:spcBef>
                <a:spcPts val="944"/>
              </a:spcBef>
              <a:buFont typeface="+mj-lt"/>
              <a:buAutoNum type="arabicPeriod"/>
              <a:tabLst>
                <a:tab pos="299085" algn="l"/>
                <a:tab pos="299720" algn="l"/>
              </a:tabLst>
            </a:pPr>
            <a:r>
              <a:rPr sz="2800" b="1" dirty="0">
                <a:latin typeface="Arial"/>
                <a:cs typeface="Arial"/>
              </a:rPr>
              <a:t>Función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de Costo </a:t>
            </a:r>
            <a:r>
              <a:rPr sz="2800" b="1" spc="-5" dirty="0">
                <a:latin typeface="Arial"/>
                <a:cs typeface="Arial"/>
              </a:rPr>
              <a:t>y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Gradiente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Descendiente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Aprendizaje</a:t>
            </a:r>
            <a:r>
              <a:rPr spc="-20" dirty="0"/>
              <a:t> </a:t>
            </a:r>
            <a:r>
              <a:rPr spc="-5" dirty="0"/>
              <a:t>Supervisado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5421" y="1572259"/>
            <a:ext cx="1074674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 MT"/>
                <a:cs typeface="Arial MT"/>
              </a:rPr>
              <a:t>En</a:t>
            </a:r>
            <a:r>
              <a:rPr sz="2000" spc="20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</a:t>
            </a:r>
            <a:r>
              <a:rPr sz="2000" spc="2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aprendizaje</a:t>
            </a:r>
            <a:r>
              <a:rPr sz="2000" spc="2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supervisado,</a:t>
            </a:r>
            <a:r>
              <a:rPr sz="2000" spc="1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</a:t>
            </a:r>
            <a:r>
              <a:rPr sz="2000" spc="2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nos</a:t>
            </a:r>
            <a:r>
              <a:rPr sz="2000" spc="20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</a:t>
            </a:r>
            <a:r>
              <a:rPr sz="2000" spc="20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</a:t>
            </a:r>
            <a:r>
              <a:rPr sz="2000" spc="1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conjunto</a:t>
            </a:r>
            <a:r>
              <a:rPr sz="2000" spc="2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204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datos</a:t>
            </a:r>
            <a:r>
              <a:rPr sz="2000" spc="2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</a:t>
            </a:r>
            <a:r>
              <a:rPr sz="2000" spc="2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ya</a:t>
            </a:r>
            <a:r>
              <a:rPr sz="2000" spc="204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sabemos</a:t>
            </a:r>
            <a:r>
              <a:rPr sz="2000" spc="2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cómo</a:t>
            </a:r>
            <a:r>
              <a:rPr sz="2000" spc="2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debería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 </a:t>
            </a:r>
            <a:r>
              <a:rPr sz="2000" spc="-5" dirty="0">
                <a:latin typeface="Arial MT"/>
                <a:cs typeface="Arial MT"/>
              </a:rPr>
              <a:t>nuestra </a:t>
            </a:r>
            <a:r>
              <a:rPr sz="2000" dirty="0">
                <a:latin typeface="Arial MT"/>
                <a:cs typeface="Arial MT"/>
              </a:rPr>
              <a:t>salida </a:t>
            </a:r>
            <a:r>
              <a:rPr sz="2000" spc="-5" dirty="0">
                <a:latin typeface="Arial MT"/>
                <a:cs typeface="Arial MT"/>
              </a:rPr>
              <a:t>correcta, </a:t>
            </a:r>
            <a:r>
              <a:rPr sz="2000" dirty="0">
                <a:latin typeface="Arial MT"/>
                <a:cs typeface="Arial MT"/>
              </a:rPr>
              <a:t>teniendo </a:t>
            </a:r>
            <a:r>
              <a:rPr sz="2000" spc="-5" dirty="0">
                <a:latin typeface="Arial MT"/>
                <a:cs typeface="Arial MT"/>
              </a:rPr>
              <a:t>la </a:t>
            </a:r>
            <a:r>
              <a:rPr sz="2000" dirty="0">
                <a:latin typeface="Arial MT"/>
                <a:cs typeface="Arial MT"/>
              </a:rPr>
              <a:t>idea de que existe una relación </a:t>
            </a:r>
            <a:r>
              <a:rPr sz="2000" spc="-5" dirty="0">
                <a:latin typeface="Arial MT"/>
                <a:cs typeface="Arial MT"/>
              </a:rPr>
              <a:t>entre la entrada </a:t>
            </a:r>
            <a:r>
              <a:rPr sz="2000" dirty="0">
                <a:latin typeface="Arial MT"/>
                <a:cs typeface="Arial MT"/>
              </a:rPr>
              <a:t>y </a:t>
            </a:r>
            <a:r>
              <a:rPr sz="2000" spc="-5" dirty="0">
                <a:latin typeface="Arial MT"/>
                <a:cs typeface="Arial MT"/>
              </a:rPr>
              <a:t>la </a:t>
            </a:r>
            <a:r>
              <a:rPr sz="2000" dirty="0">
                <a:latin typeface="Arial MT"/>
                <a:cs typeface="Arial MT"/>
              </a:rPr>
              <a:t> salida. </a:t>
            </a:r>
            <a:r>
              <a:rPr sz="2000" spc="-5" dirty="0">
                <a:latin typeface="Arial MT"/>
                <a:cs typeface="Arial MT"/>
              </a:rPr>
              <a:t>Los problemas </a:t>
            </a:r>
            <a:r>
              <a:rPr sz="2000" dirty="0">
                <a:latin typeface="Arial MT"/>
                <a:cs typeface="Arial MT"/>
              </a:rPr>
              <a:t>de aprendizaje supervisado se clasifican en </a:t>
            </a:r>
            <a:r>
              <a:rPr sz="2000" spc="-5" dirty="0">
                <a:latin typeface="Arial MT"/>
                <a:cs typeface="Arial MT"/>
              </a:rPr>
              <a:t>problemas </a:t>
            </a:r>
            <a:r>
              <a:rPr sz="2000" dirty="0">
                <a:latin typeface="Arial MT"/>
                <a:cs typeface="Arial MT"/>
              </a:rPr>
              <a:t>de "regresión" y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"clasificación".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6274" y="3011865"/>
            <a:ext cx="6475951" cy="347677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01204876-9BA1-4EB1-A832-6039080615B2}"/>
                  </a:ext>
                </a:extLst>
              </p14:cNvPr>
              <p14:cNvContentPartPr/>
              <p14:nvPr/>
            </p14:nvContentPartPr>
            <p14:xfrm>
              <a:off x="6160680" y="3020400"/>
              <a:ext cx="1485720" cy="103392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01204876-9BA1-4EB1-A832-6039080615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51320" y="3011040"/>
                <a:ext cx="1504440" cy="1052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Aprendizaje</a:t>
            </a:r>
            <a:r>
              <a:rPr spc="-20" dirty="0"/>
              <a:t> </a:t>
            </a:r>
            <a:r>
              <a:rPr spc="-5" dirty="0"/>
              <a:t>Supervisado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46250" y="3257867"/>
            <a:ext cx="2444115" cy="1397000"/>
            <a:chOff x="1246250" y="3257867"/>
            <a:chExt cx="2444115" cy="139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5775" y="3267455"/>
              <a:ext cx="2424683" cy="13776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51013" y="3262629"/>
              <a:ext cx="2434590" cy="1387475"/>
            </a:xfrm>
            <a:custGeom>
              <a:avLst/>
              <a:gdLst/>
              <a:ahLst/>
              <a:cxnLst/>
              <a:rect l="l" t="t" r="r" b="b"/>
              <a:pathLst>
                <a:path w="2434590" h="1387475">
                  <a:moveTo>
                    <a:pt x="0" y="1387221"/>
                  </a:moveTo>
                  <a:lnTo>
                    <a:pt x="2434208" y="1387221"/>
                  </a:lnTo>
                  <a:lnTo>
                    <a:pt x="2434208" y="0"/>
                  </a:lnTo>
                  <a:lnTo>
                    <a:pt x="0" y="0"/>
                  </a:lnTo>
                  <a:lnTo>
                    <a:pt x="0" y="1387221"/>
                  </a:lnTo>
                  <a:close/>
                </a:path>
              </a:pathLst>
            </a:custGeom>
            <a:ln w="9525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246250" y="5143119"/>
            <a:ext cx="2444115" cy="1398270"/>
            <a:chOff x="1246250" y="5143119"/>
            <a:chExt cx="2444115" cy="13982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5775" y="5152644"/>
              <a:ext cx="2424683" cy="13792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51013" y="5147881"/>
              <a:ext cx="2434590" cy="1388745"/>
            </a:xfrm>
            <a:custGeom>
              <a:avLst/>
              <a:gdLst/>
              <a:ahLst/>
              <a:cxnLst/>
              <a:rect l="l" t="t" r="r" b="b"/>
              <a:pathLst>
                <a:path w="2434590" h="1388745">
                  <a:moveTo>
                    <a:pt x="0" y="1388744"/>
                  </a:moveTo>
                  <a:lnTo>
                    <a:pt x="2434208" y="1388744"/>
                  </a:lnTo>
                  <a:lnTo>
                    <a:pt x="2434208" y="0"/>
                  </a:lnTo>
                  <a:lnTo>
                    <a:pt x="0" y="0"/>
                  </a:lnTo>
                  <a:lnTo>
                    <a:pt x="0" y="1388744"/>
                  </a:lnTo>
                  <a:close/>
                </a:path>
              </a:pathLst>
            </a:custGeom>
            <a:ln w="9525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52194" y="4651629"/>
            <a:ext cx="1830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6F2F9F"/>
                </a:solidFill>
                <a:latin typeface="Arial"/>
                <a:cs typeface="Arial"/>
              </a:rPr>
              <a:t>PERFIL</a:t>
            </a:r>
            <a:r>
              <a:rPr sz="1200" b="1" spc="-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6F2F9F"/>
                </a:solidFill>
                <a:latin typeface="Arial"/>
                <a:cs typeface="Arial"/>
              </a:rPr>
              <a:t>DE</a:t>
            </a:r>
            <a:r>
              <a:rPr sz="1200" b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6F2F9F"/>
                </a:solidFill>
                <a:latin typeface="Arial"/>
                <a:cs typeface="Arial"/>
              </a:rPr>
              <a:t>ESTUDIANTE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2194" y="6537452"/>
            <a:ext cx="1830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6F2F9F"/>
                </a:solidFill>
                <a:latin typeface="Arial"/>
                <a:cs typeface="Arial"/>
              </a:rPr>
              <a:t>PERFIL</a:t>
            </a:r>
            <a:r>
              <a:rPr sz="1200" b="1" spc="-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6F2F9F"/>
                </a:solidFill>
                <a:latin typeface="Arial"/>
                <a:cs typeface="Arial"/>
              </a:rPr>
              <a:t>DE</a:t>
            </a:r>
            <a:r>
              <a:rPr sz="1200" b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6F2F9F"/>
                </a:solidFill>
                <a:latin typeface="Arial"/>
                <a:cs typeface="Arial"/>
              </a:rPr>
              <a:t>ESTUDIANTE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30217" y="3771138"/>
            <a:ext cx="960119" cy="303530"/>
          </a:xfrm>
          <a:custGeom>
            <a:avLst/>
            <a:gdLst/>
            <a:ahLst/>
            <a:cxnLst/>
            <a:rect l="l" t="t" r="r" b="b"/>
            <a:pathLst>
              <a:path w="960120" h="303529">
                <a:moveTo>
                  <a:pt x="0" y="75818"/>
                </a:moveTo>
                <a:lnTo>
                  <a:pt x="658368" y="75818"/>
                </a:lnTo>
                <a:lnTo>
                  <a:pt x="658368" y="0"/>
                </a:lnTo>
                <a:lnTo>
                  <a:pt x="960120" y="151637"/>
                </a:lnTo>
                <a:lnTo>
                  <a:pt x="658368" y="303275"/>
                </a:lnTo>
                <a:lnTo>
                  <a:pt x="658368" y="227456"/>
                </a:lnTo>
                <a:lnTo>
                  <a:pt x="0" y="227456"/>
                </a:lnTo>
                <a:lnTo>
                  <a:pt x="0" y="75818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80838" y="3243833"/>
            <a:ext cx="2423160" cy="1379220"/>
          </a:xfrm>
          <a:custGeom>
            <a:avLst/>
            <a:gdLst/>
            <a:ahLst/>
            <a:cxnLst/>
            <a:rect l="l" t="t" r="r" b="b"/>
            <a:pathLst>
              <a:path w="2423159" h="1379220">
                <a:moveTo>
                  <a:pt x="0" y="689609"/>
                </a:moveTo>
                <a:lnTo>
                  <a:pt x="1211579" y="0"/>
                </a:lnTo>
                <a:lnTo>
                  <a:pt x="2423160" y="689609"/>
                </a:lnTo>
                <a:lnTo>
                  <a:pt x="1211579" y="1379220"/>
                </a:lnTo>
                <a:lnTo>
                  <a:pt x="0" y="689609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477002" y="3799458"/>
            <a:ext cx="1808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CLASIFICACIÓN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5421" y="1345184"/>
            <a:ext cx="10742930" cy="2280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1900" spc="-10" dirty="0">
                <a:latin typeface="Arial MT"/>
                <a:cs typeface="Arial MT"/>
              </a:rPr>
              <a:t>En </a:t>
            </a:r>
            <a:r>
              <a:rPr sz="1900" dirty="0">
                <a:latin typeface="Arial MT"/>
                <a:cs typeface="Arial MT"/>
              </a:rPr>
              <a:t>un problema de regresión, estamos tratando de predecir resultados dentro </a:t>
            </a:r>
            <a:r>
              <a:rPr sz="1900" spc="-5" dirty="0">
                <a:latin typeface="Arial MT"/>
                <a:cs typeface="Arial MT"/>
              </a:rPr>
              <a:t>de </a:t>
            </a:r>
            <a:r>
              <a:rPr sz="1900" dirty="0">
                <a:latin typeface="Arial MT"/>
                <a:cs typeface="Arial MT"/>
              </a:rPr>
              <a:t>una salida 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continua, lo que significa que estamos tratando </a:t>
            </a:r>
            <a:r>
              <a:rPr sz="1900" spc="-5" dirty="0">
                <a:latin typeface="Arial MT"/>
                <a:cs typeface="Arial MT"/>
              </a:rPr>
              <a:t>de </a:t>
            </a:r>
            <a:r>
              <a:rPr sz="1900" dirty="0">
                <a:latin typeface="Arial MT"/>
                <a:cs typeface="Arial MT"/>
              </a:rPr>
              <a:t>asignar </a:t>
            </a:r>
            <a:r>
              <a:rPr sz="1900" spc="-5" dirty="0">
                <a:latin typeface="Arial MT"/>
                <a:cs typeface="Arial MT"/>
              </a:rPr>
              <a:t>variables </a:t>
            </a:r>
            <a:r>
              <a:rPr sz="1900" dirty="0">
                <a:latin typeface="Arial MT"/>
                <a:cs typeface="Arial MT"/>
              </a:rPr>
              <a:t>de entrada </a:t>
            </a:r>
            <a:r>
              <a:rPr sz="1900" spc="-5" dirty="0">
                <a:latin typeface="Arial MT"/>
                <a:cs typeface="Arial MT"/>
              </a:rPr>
              <a:t>a </a:t>
            </a:r>
            <a:r>
              <a:rPr sz="1900" dirty="0">
                <a:latin typeface="Arial MT"/>
                <a:cs typeface="Arial MT"/>
              </a:rPr>
              <a:t>alguna función </a:t>
            </a:r>
            <a:r>
              <a:rPr sz="1900" spc="-515" dirty="0">
                <a:latin typeface="Arial MT"/>
                <a:cs typeface="Arial MT"/>
              </a:rPr>
              <a:t> </a:t>
            </a:r>
            <a:r>
              <a:rPr sz="1900" spc="-5" dirty="0">
                <a:latin typeface="Arial MT"/>
                <a:cs typeface="Arial MT"/>
              </a:rPr>
              <a:t>continua.</a:t>
            </a:r>
            <a:endParaRPr sz="190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98700"/>
              </a:lnSpc>
              <a:spcBef>
                <a:spcPts val="835"/>
              </a:spcBef>
              <a:buChar char="•"/>
              <a:tabLst>
                <a:tab pos="355600" algn="l"/>
              </a:tabLst>
            </a:pPr>
            <a:r>
              <a:rPr sz="1900" spc="-10" dirty="0">
                <a:latin typeface="Arial MT"/>
                <a:cs typeface="Arial MT"/>
              </a:rPr>
              <a:t>En </a:t>
            </a:r>
            <a:r>
              <a:rPr sz="1900" spc="-5" dirty="0">
                <a:latin typeface="Arial MT"/>
                <a:cs typeface="Arial MT"/>
              </a:rPr>
              <a:t>un </a:t>
            </a:r>
            <a:r>
              <a:rPr sz="1900" dirty="0">
                <a:latin typeface="Arial MT"/>
                <a:cs typeface="Arial MT"/>
              </a:rPr>
              <a:t>problema </a:t>
            </a:r>
            <a:r>
              <a:rPr sz="1900" spc="-5" dirty="0">
                <a:latin typeface="Arial MT"/>
                <a:cs typeface="Arial MT"/>
              </a:rPr>
              <a:t>de </a:t>
            </a:r>
            <a:r>
              <a:rPr sz="1900" dirty="0">
                <a:latin typeface="Arial MT"/>
                <a:cs typeface="Arial MT"/>
              </a:rPr>
              <a:t>clasificación, estamos tratando </a:t>
            </a:r>
            <a:r>
              <a:rPr sz="1900" spc="-5" dirty="0">
                <a:latin typeface="Arial MT"/>
                <a:cs typeface="Arial MT"/>
              </a:rPr>
              <a:t>de predecir los </a:t>
            </a:r>
            <a:r>
              <a:rPr sz="1900" dirty="0">
                <a:latin typeface="Arial MT"/>
                <a:cs typeface="Arial MT"/>
              </a:rPr>
              <a:t>resultados en </a:t>
            </a:r>
            <a:r>
              <a:rPr sz="1900" spc="-5" dirty="0">
                <a:latin typeface="Arial MT"/>
                <a:cs typeface="Arial MT"/>
              </a:rPr>
              <a:t>una </a:t>
            </a:r>
            <a:r>
              <a:rPr sz="1900" dirty="0">
                <a:latin typeface="Arial MT"/>
                <a:cs typeface="Arial MT"/>
              </a:rPr>
              <a:t>salida 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discreta. </a:t>
            </a:r>
            <a:r>
              <a:rPr sz="1900" spc="-5" dirty="0">
                <a:latin typeface="Arial MT"/>
                <a:cs typeface="Arial MT"/>
              </a:rPr>
              <a:t>En </a:t>
            </a:r>
            <a:r>
              <a:rPr sz="1900" dirty="0">
                <a:latin typeface="Arial MT"/>
                <a:cs typeface="Arial MT"/>
              </a:rPr>
              <a:t>otras palabras, estamos tratando de mapear variables </a:t>
            </a:r>
            <a:r>
              <a:rPr sz="1900" spc="-5" dirty="0">
                <a:latin typeface="Arial MT"/>
                <a:cs typeface="Arial MT"/>
              </a:rPr>
              <a:t>de </a:t>
            </a:r>
            <a:r>
              <a:rPr sz="1900" dirty="0">
                <a:latin typeface="Arial MT"/>
                <a:cs typeface="Arial MT"/>
              </a:rPr>
              <a:t>entrada en categorías 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spc="-5" dirty="0">
                <a:latin typeface="Arial MT"/>
                <a:cs typeface="Arial MT"/>
              </a:rPr>
              <a:t>discretas.</a:t>
            </a:r>
            <a:endParaRPr sz="1900">
              <a:latin typeface="Arial MT"/>
              <a:cs typeface="Arial MT"/>
            </a:endParaRPr>
          </a:p>
          <a:p>
            <a:pPr marR="788035" algn="r">
              <a:lnSpc>
                <a:spcPct val="100000"/>
              </a:lnSpc>
              <a:spcBef>
                <a:spcPts val="1655"/>
              </a:spcBef>
            </a:pPr>
            <a:r>
              <a:rPr sz="1400" dirty="0">
                <a:solidFill>
                  <a:srgbClr val="6F2F9F"/>
                </a:solidFill>
                <a:latin typeface="Arial MT"/>
                <a:cs typeface="Arial MT"/>
              </a:rPr>
              <a:t>Predicción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005834" y="5656326"/>
            <a:ext cx="962025" cy="303530"/>
          </a:xfrm>
          <a:custGeom>
            <a:avLst/>
            <a:gdLst/>
            <a:ahLst/>
            <a:cxnLst/>
            <a:rect l="l" t="t" r="r" b="b"/>
            <a:pathLst>
              <a:path w="962025" h="303529">
                <a:moveTo>
                  <a:pt x="0" y="75818"/>
                </a:moveTo>
                <a:lnTo>
                  <a:pt x="659891" y="75818"/>
                </a:lnTo>
                <a:lnTo>
                  <a:pt x="659891" y="0"/>
                </a:lnTo>
                <a:lnTo>
                  <a:pt x="961643" y="151637"/>
                </a:lnTo>
                <a:lnTo>
                  <a:pt x="659891" y="303276"/>
                </a:lnTo>
                <a:lnTo>
                  <a:pt x="659891" y="227457"/>
                </a:lnTo>
                <a:lnTo>
                  <a:pt x="0" y="227457"/>
                </a:lnTo>
                <a:lnTo>
                  <a:pt x="0" y="75818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57978" y="5129021"/>
            <a:ext cx="2423160" cy="1379220"/>
          </a:xfrm>
          <a:custGeom>
            <a:avLst/>
            <a:gdLst/>
            <a:ahLst/>
            <a:cxnLst/>
            <a:rect l="l" t="t" r="r" b="b"/>
            <a:pathLst>
              <a:path w="2423159" h="1379220">
                <a:moveTo>
                  <a:pt x="0" y="689609"/>
                </a:moveTo>
                <a:lnTo>
                  <a:pt x="1211580" y="0"/>
                </a:lnTo>
                <a:lnTo>
                  <a:pt x="2423160" y="689609"/>
                </a:lnTo>
                <a:lnTo>
                  <a:pt x="1211580" y="1379220"/>
                </a:lnTo>
                <a:lnTo>
                  <a:pt x="0" y="689609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681598" y="5661761"/>
            <a:ext cx="1397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REGRESIÓN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38693" y="3781805"/>
            <a:ext cx="960119" cy="303530"/>
          </a:xfrm>
          <a:custGeom>
            <a:avLst/>
            <a:gdLst/>
            <a:ahLst/>
            <a:cxnLst/>
            <a:rect l="l" t="t" r="r" b="b"/>
            <a:pathLst>
              <a:path w="960120" h="303529">
                <a:moveTo>
                  <a:pt x="0" y="75819"/>
                </a:moveTo>
                <a:lnTo>
                  <a:pt x="658367" y="75819"/>
                </a:lnTo>
                <a:lnTo>
                  <a:pt x="658367" y="0"/>
                </a:lnTo>
                <a:lnTo>
                  <a:pt x="960120" y="151638"/>
                </a:lnTo>
                <a:lnTo>
                  <a:pt x="658367" y="303276"/>
                </a:lnTo>
                <a:lnTo>
                  <a:pt x="658367" y="227457"/>
                </a:lnTo>
                <a:lnTo>
                  <a:pt x="0" y="227457"/>
                </a:lnTo>
                <a:lnTo>
                  <a:pt x="0" y="75819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38693" y="5656326"/>
            <a:ext cx="960119" cy="303530"/>
          </a:xfrm>
          <a:custGeom>
            <a:avLst/>
            <a:gdLst/>
            <a:ahLst/>
            <a:cxnLst/>
            <a:rect l="l" t="t" r="r" b="b"/>
            <a:pathLst>
              <a:path w="960120" h="303529">
                <a:moveTo>
                  <a:pt x="0" y="75818"/>
                </a:moveTo>
                <a:lnTo>
                  <a:pt x="658367" y="75818"/>
                </a:lnTo>
                <a:lnTo>
                  <a:pt x="658367" y="0"/>
                </a:lnTo>
                <a:lnTo>
                  <a:pt x="960120" y="151637"/>
                </a:lnTo>
                <a:lnTo>
                  <a:pt x="658367" y="303276"/>
                </a:lnTo>
                <a:lnTo>
                  <a:pt x="658367" y="227457"/>
                </a:lnTo>
                <a:lnTo>
                  <a:pt x="0" y="227457"/>
                </a:lnTo>
                <a:lnTo>
                  <a:pt x="0" y="75818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280906" y="3598290"/>
            <a:ext cx="18078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715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6F2F9F"/>
                </a:solidFill>
                <a:latin typeface="Arial"/>
                <a:cs typeface="Arial"/>
              </a:rPr>
              <a:t>APRUEBA O </a:t>
            </a:r>
            <a:r>
              <a:rPr sz="2000" b="1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6F2F9F"/>
                </a:solidFill>
                <a:latin typeface="Arial"/>
                <a:cs typeface="Arial"/>
              </a:rPr>
              <a:t>DESAPRUEBA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12020" y="5415483"/>
            <a:ext cx="1747520" cy="542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345">
              <a:lnSpc>
                <a:spcPts val="1675"/>
              </a:lnSpc>
              <a:spcBef>
                <a:spcPts val="100"/>
              </a:spcBef>
            </a:pPr>
            <a:r>
              <a:rPr sz="1400" dirty="0">
                <a:solidFill>
                  <a:srgbClr val="6F2F9F"/>
                </a:solidFill>
                <a:latin typeface="Arial MT"/>
                <a:cs typeface="Arial MT"/>
              </a:rPr>
              <a:t>Predicción</a:t>
            </a:r>
            <a:r>
              <a:rPr sz="1400" spc="-70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F2F9F"/>
                </a:solidFill>
                <a:latin typeface="Arial MT"/>
                <a:cs typeface="Arial MT"/>
              </a:rPr>
              <a:t>de</a:t>
            </a:r>
            <a:r>
              <a:rPr sz="1400" spc="-40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6F2F9F"/>
                </a:solidFill>
                <a:latin typeface="Arial MT"/>
                <a:cs typeface="Arial MT"/>
              </a:rPr>
              <a:t>notas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2395"/>
              </a:lnSpc>
            </a:pPr>
            <a:r>
              <a:rPr sz="2000" b="1" spc="-15" dirty="0">
                <a:solidFill>
                  <a:srgbClr val="6F2F9F"/>
                </a:solidFill>
                <a:latin typeface="Arial"/>
                <a:cs typeface="Arial"/>
              </a:rPr>
              <a:t>PORCENTAJE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6" name="Picture 14">
            <a:extLst>
              <a:ext uri="{FF2B5EF4-FFF2-40B4-BE49-F238E27FC236}">
                <a16:creationId xmlns:a16="http://schemas.microsoft.com/office/drawing/2014/main" id="{37DFB16F-2746-4B87-BDCD-ECC045C7D2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56"/>
          <a:stretch/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4060" y="1049858"/>
            <a:ext cx="6644640" cy="1321516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954530" marR="5080" indent="-1942464">
              <a:lnSpc>
                <a:spcPts val="4750"/>
              </a:lnSpc>
              <a:spcBef>
                <a:spcPts val="705"/>
              </a:spcBef>
            </a:pPr>
            <a:r>
              <a:rPr sz="4400" b="1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Aprendizaje</a:t>
            </a:r>
            <a:r>
              <a:rPr sz="4400" b="1" spc="-75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supervisado </a:t>
            </a:r>
            <a:r>
              <a:rPr sz="4400" b="1" spc="-1205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Regresión</a:t>
            </a:r>
            <a:endParaRPr sz="4400" dirty="0">
              <a:solidFill>
                <a:schemeClr val="bg1">
                  <a:lumMod val="95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0311" y="2851404"/>
            <a:ext cx="4149090" cy="30106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0342" y="272034"/>
            <a:ext cx="81832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Aprendizaje</a:t>
            </a:r>
            <a:r>
              <a:rPr sz="4000" spc="15" dirty="0"/>
              <a:t> </a:t>
            </a:r>
            <a:r>
              <a:rPr sz="4000" spc="-5" dirty="0"/>
              <a:t>supervisado:</a:t>
            </a:r>
            <a:r>
              <a:rPr sz="4000" spc="5" dirty="0"/>
              <a:t> </a:t>
            </a:r>
            <a:r>
              <a:rPr sz="4000" spc="-5" dirty="0"/>
              <a:t>Regresión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88340" y="1373835"/>
            <a:ext cx="105352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En un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problema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regresión,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estamos </a:t>
            </a:r>
            <a:r>
              <a:rPr sz="2400" spc="-5" dirty="0">
                <a:latin typeface="Arial MT"/>
                <a:cs typeface="Arial MT"/>
              </a:rPr>
              <a:t>tratando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predecir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resultados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dentro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salida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continua,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 que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significa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que estamos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tratando</a:t>
            </a:r>
            <a:r>
              <a:rPr sz="2400" spc="-5" dirty="0">
                <a:latin typeface="Arial MT"/>
                <a:cs typeface="Arial MT"/>
              </a:rPr>
              <a:t> de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asignar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entrada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alguna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función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continua.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48951" y="2832735"/>
            <a:ext cx="4998085" cy="3093085"/>
            <a:chOff x="3548951" y="2832735"/>
            <a:chExt cx="4998085" cy="30930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38084" y="3053732"/>
              <a:ext cx="4442485" cy="269627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53714" y="2837497"/>
              <a:ext cx="4988560" cy="3083560"/>
            </a:xfrm>
            <a:custGeom>
              <a:avLst/>
              <a:gdLst/>
              <a:ahLst/>
              <a:cxnLst/>
              <a:rect l="l" t="t" r="r" b="b"/>
              <a:pathLst>
                <a:path w="4988559" h="3083560">
                  <a:moveTo>
                    <a:pt x="0" y="3083433"/>
                  </a:moveTo>
                  <a:lnTo>
                    <a:pt x="4988433" y="3083433"/>
                  </a:lnTo>
                  <a:lnTo>
                    <a:pt x="4988433" y="0"/>
                  </a:lnTo>
                  <a:lnTo>
                    <a:pt x="0" y="0"/>
                  </a:lnTo>
                  <a:lnTo>
                    <a:pt x="0" y="3083433"/>
                  </a:lnTo>
                  <a:close/>
                </a:path>
              </a:pathLst>
            </a:custGeom>
            <a:ln w="9525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0342" y="272034"/>
            <a:ext cx="81832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Aprendizaje</a:t>
            </a:r>
            <a:r>
              <a:rPr sz="4000" spc="15" dirty="0"/>
              <a:t> </a:t>
            </a:r>
            <a:r>
              <a:rPr sz="4000" spc="-5" dirty="0"/>
              <a:t>supervisado:</a:t>
            </a:r>
            <a:r>
              <a:rPr sz="4000" spc="5" dirty="0"/>
              <a:t> </a:t>
            </a:r>
            <a:r>
              <a:rPr sz="4000" spc="-5" dirty="0"/>
              <a:t>Regresión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88340" y="1373835"/>
            <a:ext cx="53955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92C61"/>
                </a:solidFill>
                <a:latin typeface="Arial"/>
                <a:cs typeface="Arial"/>
              </a:rPr>
              <a:t>OBJETIVO:</a:t>
            </a:r>
            <a:r>
              <a:rPr sz="2400" b="1" spc="-10" dirty="0">
                <a:solidFill>
                  <a:srgbClr val="092C61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Predecir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</a:t>
            </a:r>
            <a:r>
              <a:rPr sz="2400" spc="-5" dirty="0">
                <a:latin typeface="Arial MT"/>
                <a:cs typeface="Arial MT"/>
              </a:rPr>
              <a:t> valor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numérico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50703" y="2660523"/>
            <a:ext cx="4490720" cy="3371850"/>
            <a:chOff x="3850703" y="2660523"/>
            <a:chExt cx="4490720" cy="33718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0291" y="2670048"/>
              <a:ext cx="4471416" cy="33528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55465" y="2665285"/>
              <a:ext cx="4481195" cy="3362325"/>
            </a:xfrm>
            <a:custGeom>
              <a:avLst/>
              <a:gdLst/>
              <a:ahLst/>
              <a:cxnLst/>
              <a:rect l="l" t="t" r="r" b="b"/>
              <a:pathLst>
                <a:path w="4481195" h="3362325">
                  <a:moveTo>
                    <a:pt x="0" y="3362325"/>
                  </a:moveTo>
                  <a:lnTo>
                    <a:pt x="4480941" y="3362325"/>
                  </a:lnTo>
                  <a:lnTo>
                    <a:pt x="4480941" y="0"/>
                  </a:lnTo>
                  <a:lnTo>
                    <a:pt x="0" y="0"/>
                  </a:lnTo>
                  <a:lnTo>
                    <a:pt x="0" y="3362325"/>
                  </a:lnTo>
                  <a:close/>
                </a:path>
              </a:pathLst>
            </a:custGeom>
            <a:ln w="9525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1167" y="190576"/>
            <a:ext cx="70827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Regresión</a:t>
            </a:r>
            <a:r>
              <a:rPr sz="4000" spc="20" dirty="0"/>
              <a:t> </a:t>
            </a:r>
            <a:r>
              <a:rPr sz="4000" spc="-5" dirty="0"/>
              <a:t>Lineal</a:t>
            </a:r>
            <a:r>
              <a:rPr sz="4000" dirty="0"/>
              <a:t> </a:t>
            </a:r>
            <a:r>
              <a:rPr sz="4000" spc="-5" dirty="0"/>
              <a:t>Multivariables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5775515" y="4161599"/>
            <a:ext cx="5156835" cy="645795"/>
            <a:chOff x="5775515" y="4161599"/>
            <a:chExt cx="5156835" cy="6457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1855" y="4424398"/>
              <a:ext cx="4977277" cy="2665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80278" y="4166361"/>
              <a:ext cx="5147310" cy="636270"/>
            </a:xfrm>
            <a:custGeom>
              <a:avLst/>
              <a:gdLst/>
              <a:ahLst/>
              <a:cxnLst/>
              <a:rect l="l" t="t" r="r" b="b"/>
              <a:pathLst>
                <a:path w="5147309" h="636270">
                  <a:moveTo>
                    <a:pt x="0" y="635888"/>
                  </a:moveTo>
                  <a:lnTo>
                    <a:pt x="5146929" y="635888"/>
                  </a:lnTo>
                  <a:lnTo>
                    <a:pt x="5146929" y="0"/>
                  </a:lnTo>
                  <a:lnTo>
                    <a:pt x="0" y="0"/>
                  </a:lnTo>
                  <a:lnTo>
                    <a:pt x="0" y="635888"/>
                  </a:lnTo>
                  <a:close/>
                </a:path>
              </a:pathLst>
            </a:custGeom>
            <a:ln w="9525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2748533" y="3301746"/>
            <a:ext cx="1780539" cy="723900"/>
          </a:xfrm>
          <a:custGeom>
            <a:avLst/>
            <a:gdLst/>
            <a:ahLst/>
            <a:cxnLst/>
            <a:rect l="l" t="t" r="r" b="b"/>
            <a:pathLst>
              <a:path w="1780539" h="723900">
                <a:moveTo>
                  <a:pt x="0" y="120650"/>
                </a:moveTo>
                <a:lnTo>
                  <a:pt x="9475" y="73669"/>
                </a:lnTo>
                <a:lnTo>
                  <a:pt x="35321" y="35321"/>
                </a:lnTo>
                <a:lnTo>
                  <a:pt x="73669" y="9475"/>
                </a:lnTo>
                <a:lnTo>
                  <a:pt x="120650" y="0"/>
                </a:lnTo>
                <a:lnTo>
                  <a:pt x="1659382" y="0"/>
                </a:lnTo>
                <a:lnTo>
                  <a:pt x="1706362" y="9475"/>
                </a:lnTo>
                <a:lnTo>
                  <a:pt x="1744710" y="35321"/>
                </a:lnTo>
                <a:lnTo>
                  <a:pt x="1770556" y="73669"/>
                </a:lnTo>
                <a:lnTo>
                  <a:pt x="1780032" y="120650"/>
                </a:lnTo>
                <a:lnTo>
                  <a:pt x="1780032" y="603249"/>
                </a:lnTo>
                <a:lnTo>
                  <a:pt x="1770556" y="650230"/>
                </a:lnTo>
                <a:lnTo>
                  <a:pt x="1744710" y="688578"/>
                </a:lnTo>
                <a:lnTo>
                  <a:pt x="1706362" y="714424"/>
                </a:lnTo>
                <a:lnTo>
                  <a:pt x="1659382" y="723899"/>
                </a:lnTo>
                <a:lnTo>
                  <a:pt x="120650" y="723899"/>
                </a:lnTo>
                <a:lnTo>
                  <a:pt x="73669" y="714424"/>
                </a:lnTo>
                <a:lnTo>
                  <a:pt x="35321" y="688578"/>
                </a:lnTo>
                <a:lnTo>
                  <a:pt x="9475" y="650230"/>
                </a:lnTo>
                <a:lnTo>
                  <a:pt x="0" y="603249"/>
                </a:lnTo>
                <a:lnTo>
                  <a:pt x="0" y="120650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8340" y="1640585"/>
            <a:ext cx="10627995" cy="2304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La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regresión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lineal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múltiples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variables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también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conoce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como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"regresión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lineal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multivariante".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forma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multivariable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 función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hipótesis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acomoda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estas </a:t>
            </a:r>
            <a:r>
              <a:rPr sz="2400" spc="-5" dirty="0">
                <a:latin typeface="Arial MT"/>
                <a:cs typeface="Arial MT"/>
              </a:rPr>
              <a:t>múltiples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características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 la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siguiente: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700">
              <a:latin typeface="Arial MT"/>
              <a:cs typeface="Arial MT"/>
            </a:endParaRPr>
          </a:p>
          <a:p>
            <a:pPr marL="2220595" marR="6941820" indent="112395">
              <a:lnSpc>
                <a:spcPct val="100000"/>
              </a:lnSpc>
              <a:spcBef>
                <a:spcPts val="1875"/>
              </a:spcBef>
            </a:pP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Conjunto de </a:t>
            </a: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e</a:t>
            </a:r>
            <a:r>
              <a:rPr sz="1800" spc="-15" dirty="0">
                <a:solidFill>
                  <a:srgbClr val="6F2F9F"/>
                </a:solidFill>
                <a:latin typeface="Arial MT"/>
                <a:cs typeface="Arial MT"/>
              </a:rPr>
              <a:t>n</a:t>
            </a: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tre</a:t>
            </a:r>
            <a:r>
              <a:rPr sz="1800" spc="-15" dirty="0">
                <a:solidFill>
                  <a:srgbClr val="6F2F9F"/>
                </a:solidFill>
                <a:latin typeface="Arial MT"/>
                <a:cs typeface="Arial MT"/>
              </a:rPr>
              <a:t>n</a:t>
            </a: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am</a:t>
            </a:r>
            <a:r>
              <a:rPr sz="1800" spc="-15" dirty="0">
                <a:solidFill>
                  <a:srgbClr val="6F2F9F"/>
                </a:solidFill>
                <a:latin typeface="Arial MT"/>
                <a:cs typeface="Arial MT"/>
              </a:rPr>
              <a:t>i</a:t>
            </a: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e</a:t>
            </a:r>
            <a:r>
              <a:rPr sz="1800" spc="-15" dirty="0">
                <a:solidFill>
                  <a:srgbClr val="6F2F9F"/>
                </a:solidFill>
                <a:latin typeface="Arial MT"/>
                <a:cs typeface="Arial MT"/>
              </a:rPr>
              <a:t>n</a:t>
            </a: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to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48533" y="4588002"/>
            <a:ext cx="1780539" cy="723900"/>
          </a:xfrm>
          <a:custGeom>
            <a:avLst/>
            <a:gdLst/>
            <a:ahLst/>
            <a:cxnLst/>
            <a:rect l="l" t="t" r="r" b="b"/>
            <a:pathLst>
              <a:path w="1780539" h="723900">
                <a:moveTo>
                  <a:pt x="0" y="120650"/>
                </a:moveTo>
                <a:lnTo>
                  <a:pt x="9475" y="73669"/>
                </a:lnTo>
                <a:lnTo>
                  <a:pt x="35321" y="35321"/>
                </a:lnTo>
                <a:lnTo>
                  <a:pt x="73669" y="9475"/>
                </a:lnTo>
                <a:lnTo>
                  <a:pt x="120650" y="0"/>
                </a:lnTo>
                <a:lnTo>
                  <a:pt x="1659382" y="0"/>
                </a:lnTo>
                <a:lnTo>
                  <a:pt x="1706362" y="9475"/>
                </a:lnTo>
                <a:lnTo>
                  <a:pt x="1744710" y="35321"/>
                </a:lnTo>
                <a:lnTo>
                  <a:pt x="1770556" y="73669"/>
                </a:lnTo>
                <a:lnTo>
                  <a:pt x="1780032" y="120650"/>
                </a:lnTo>
                <a:lnTo>
                  <a:pt x="1780032" y="603250"/>
                </a:lnTo>
                <a:lnTo>
                  <a:pt x="1770556" y="650230"/>
                </a:lnTo>
                <a:lnTo>
                  <a:pt x="1744710" y="688578"/>
                </a:lnTo>
                <a:lnTo>
                  <a:pt x="1706362" y="714424"/>
                </a:lnTo>
                <a:lnTo>
                  <a:pt x="1659382" y="723900"/>
                </a:lnTo>
                <a:lnTo>
                  <a:pt x="120650" y="723900"/>
                </a:lnTo>
                <a:lnTo>
                  <a:pt x="73669" y="714424"/>
                </a:lnTo>
                <a:lnTo>
                  <a:pt x="35321" y="688578"/>
                </a:lnTo>
                <a:lnTo>
                  <a:pt x="9475" y="650230"/>
                </a:lnTo>
                <a:lnTo>
                  <a:pt x="0" y="603250"/>
                </a:lnTo>
                <a:lnTo>
                  <a:pt x="0" y="120650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96361" y="4656582"/>
            <a:ext cx="14827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26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Algoritmo de </a:t>
            </a: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e</a:t>
            </a:r>
            <a:r>
              <a:rPr sz="1800" spc="-15" dirty="0">
                <a:solidFill>
                  <a:srgbClr val="6F2F9F"/>
                </a:solidFill>
                <a:latin typeface="Arial MT"/>
                <a:cs typeface="Arial MT"/>
              </a:rPr>
              <a:t>n</a:t>
            </a: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tre</a:t>
            </a:r>
            <a:r>
              <a:rPr sz="1800" spc="-15" dirty="0">
                <a:solidFill>
                  <a:srgbClr val="6F2F9F"/>
                </a:solidFill>
                <a:latin typeface="Arial MT"/>
                <a:cs typeface="Arial MT"/>
              </a:rPr>
              <a:t>n</a:t>
            </a: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am</a:t>
            </a:r>
            <a:r>
              <a:rPr sz="1800" spc="-15" dirty="0">
                <a:solidFill>
                  <a:srgbClr val="6F2F9F"/>
                </a:solidFill>
                <a:latin typeface="Arial MT"/>
                <a:cs typeface="Arial MT"/>
              </a:rPr>
              <a:t>i</a:t>
            </a: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e</a:t>
            </a:r>
            <a:r>
              <a:rPr sz="1800" spc="-15" dirty="0">
                <a:solidFill>
                  <a:srgbClr val="6F2F9F"/>
                </a:solidFill>
                <a:latin typeface="Arial MT"/>
                <a:cs typeface="Arial MT"/>
              </a:rPr>
              <a:t>n</a:t>
            </a: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to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96234" y="5872734"/>
            <a:ext cx="541020" cy="363220"/>
          </a:xfrm>
          <a:custGeom>
            <a:avLst/>
            <a:gdLst/>
            <a:ahLst/>
            <a:cxnLst/>
            <a:rect l="l" t="t" r="r" b="b"/>
            <a:pathLst>
              <a:path w="541020" h="363220">
                <a:moveTo>
                  <a:pt x="0" y="60451"/>
                </a:moveTo>
                <a:lnTo>
                  <a:pt x="4748" y="36920"/>
                </a:lnTo>
                <a:lnTo>
                  <a:pt x="17700" y="17705"/>
                </a:lnTo>
                <a:lnTo>
                  <a:pt x="36915" y="4750"/>
                </a:lnTo>
                <a:lnTo>
                  <a:pt x="60451" y="0"/>
                </a:lnTo>
                <a:lnTo>
                  <a:pt x="480567" y="0"/>
                </a:lnTo>
                <a:lnTo>
                  <a:pt x="504104" y="4750"/>
                </a:lnTo>
                <a:lnTo>
                  <a:pt x="523319" y="17705"/>
                </a:lnTo>
                <a:lnTo>
                  <a:pt x="536271" y="36920"/>
                </a:lnTo>
                <a:lnTo>
                  <a:pt x="541019" y="60451"/>
                </a:lnTo>
                <a:lnTo>
                  <a:pt x="541019" y="302259"/>
                </a:lnTo>
                <a:lnTo>
                  <a:pt x="536271" y="325791"/>
                </a:lnTo>
                <a:lnTo>
                  <a:pt x="523319" y="345006"/>
                </a:lnTo>
                <a:lnTo>
                  <a:pt x="504104" y="357961"/>
                </a:lnTo>
                <a:lnTo>
                  <a:pt x="480567" y="362711"/>
                </a:lnTo>
                <a:lnTo>
                  <a:pt x="60451" y="362711"/>
                </a:lnTo>
                <a:lnTo>
                  <a:pt x="36915" y="357961"/>
                </a:lnTo>
                <a:lnTo>
                  <a:pt x="17700" y="345006"/>
                </a:lnTo>
                <a:lnTo>
                  <a:pt x="4748" y="325791"/>
                </a:lnTo>
                <a:lnTo>
                  <a:pt x="0" y="302259"/>
                </a:lnTo>
                <a:lnTo>
                  <a:pt x="0" y="60451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90035" y="589859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h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20214" y="5871768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x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03775" y="5893409"/>
            <a:ext cx="1561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predicción</a:t>
            </a:r>
            <a:r>
              <a:rPr sz="1800" spc="-15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de</a:t>
            </a:r>
            <a:r>
              <a:rPr sz="1800" spc="-45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437382" y="4127753"/>
            <a:ext cx="402590" cy="358140"/>
          </a:xfrm>
          <a:custGeom>
            <a:avLst/>
            <a:gdLst/>
            <a:ahLst/>
            <a:cxnLst/>
            <a:rect l="l" t="t" r="r" b="b"/>
            <a:pathLst>
              <a:path w="402589" h="358139">
                <a:moveTo>
                  <a:pt x="0" y="101981"/>
                </a:moveTo>
                <a:lnTo>
                  <a:pt x="100583" y="101981"/>
                </a:lnTo>
                <a:lnTo>
                  <a:pt x="100583" y="0"/>
                </a:lnTo>
                <a:lnTo>
                  <a:pt x="301751" y="0"/>
                </a:lnTo>
                <a:lnTo>
                  <a:pt x="301751" y="101981"/>
                </a:lnTo>
                <a:lnTo>
                  <a:pt x="402335" y="101981"/>
                </a:lnTo>
                <a:lnTo>
                  <a:pt x="201167" y="358140"/>
                </a:lnTo>
                <a:lnTo>
                  <a:pt x="0" y="101981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37382" y="5414009"/>
            <a:ext cx="402590" cy="356870"/>
          </a:xfrm>
          <a:custGeom>
            <a:avLst/>
            <a:gdLst/>
            <a:ahLst/>
            <a:cxnLst/>
            <a:rect l="l" t="t" r="r" b="b"/>
            <a:pathLst>
              <a:path w="402589" h="356870">
                <a:moveTo>
                  <a:pt x="0" y="101472"/>
                </a:moveTo>
                <a:lnTo>
                  <a:pt x="100583" y="101472"/>
                </a:lnTo>
                <a:lnTo>
                  <a:pt x="100583" y="0"/>
                </a:lnTo>
                <a:lnTo>
                  <a:pt x="301751" y="0"/>
                </a:lnTo>
                <a:lnTo>
                  <a:pt x="301751" y="101472"/>
                </a:lnTo>
                <a:lnTo>
                  <a:pt x="402335" y="101472"/>
                </a:lnTo>
                <a:lnTo>
                  <a:pt x="201167" y="356615"/>
                </a:lnTo>
                <a:lnTo>
                  <a:pt x="0" y="101472"/>
                </a:lnTo>
                <a:close/>
              </a:path>
            </a:pathLst>
          </a:custGeom>
          <a:ln w="28574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40329" y="5977890"/>
            <a:ext cx="640080" cy="142240"/>
          </a:xfrm>
          <a:custGeom>
            <a:avLst/>
            <a:gdLst/>
            <a:ahLst/>
            <a:cxnLst/>
            <a:rect l="l" t="t" r="r" b="b"/>
            <a:pathLst>
              <a:path w="640079" h="142239">
                <a:moveTo>
                  <a:pt x="0" y="35433"/>
                </a:moveTo>
                <a:lnTo>
                  <a:pt x="550163" y="35433"/>
                </a:lnTo>
                <a:lnTo>
                  <a:pt x="550163" y="0"/>
                </a:lnTo>
                <a:lnTo>
                  <a:pt x="640080" y="70866"/>
                </a:lnTo>
                <a:lnTo>
                  <a:pt x="550163" y="141732"/>
                </a:lnTo>
                <a:lnTo>
                  <a:pt x="550163" y="106299"/>
                </a:lnTo>
                <a:lnTo>
                  <a:pt x="0" y="106299"/>
                </a:lnTo>
                <a:lnTo>
                  <a:pt x="0" y="35433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53078" y="5987034"/>
            <a:ext cx="640080" cy="142240"/>
          </a:xfrm>
          <a:custGeom>
            <a:avLst/>
            <a:gdLst/>
            <a:ahLst/>
            <a:cxnLst/>
            <a:rect l="l" t="t" r="r" b="b"/>
            <a:pathLst>
              <a:path w="640079" h="142239">
                <a:moveTo>
                  <a:pt x="0" y="35432"/>
                </a:moveTo>
                <a:lnTo>
                  <a:pt x="550163" y="35432"/>
                </a:lnTo>
                <a:lnTo>
                  <a:pt x="550163" y="0"/>
                </a:lnTo>
                <a:lnTo>
                  <a:pt x="640080" y="70865"/>
                </a:lnTo>
                <a:lnTo>
                  <a:pt x="550163" y="141731"/>
                </a:lnTo>
                <a:lnTo>
                  <a:pt x="550163" y="106298"/>
                </a:lnTo>
                <a:lnTo>
                  <a:pt x="0" y="106298"/>
                </a:lnTo>
                <a:lnTo>
                  <a:pt x="0" y="35432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BF87E708-016B-4813-B54D-BBA4D5578F21}"/>
                  </a:ext>
                </a:extLst>
              </p14:cNvPr>
              <p14:cNvContentPartPr/>
              <p14:nvPr/>
            </p14:nvContentPartPr>
            <p14:xfrm>
              <a:off x="64080" y="2559600"/>
              <a:ext cx="11750400" cy="291456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BF87E708-016B-4813-B54D-BBA4D5578F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720" y="2550240"/>
                <a:ext cx="11769120" cy="2933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1167" y="190576"/>
            <a:ext cx="51073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Métricas</a:t>
            </a:r>
            <a:r>
              <a:rPr sz="4000" dirty="0"/>
              <a:t> </a:t>
            </a:r>
            <a:r>
              <a:rPr sz="4000" spc="-5" dirty="0"/>
              <a:t>de</a:t>
            </a:r>
            <a:r>
              <a:rPr sz="4000" spc="-15" dirty="0"/>
              <a:t> </a:t>
            </a:r>
            <a:r>
              <a:rPr sz="4000" spc="-5" dirty="0"/>
              <a:t>Regresión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88340" y="1300417"/>
            <a:ext cx="10483215" cy="127000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b="1" spc="-5" dirty="0">
                <a:solidFill>
                  <a:srgbClr val="6F2F9F"/>
                </a:solidFill>
                <a:latin typeface="Arial"/>
                <a:cs typeface="Arial"/>
              </a:rPr>
              <a:t>MEAN</a:t>
            </a:r>
            <a:r>
              <a:rPr sz="2400" b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6F2F9F"/>
                </a:solidFill>
                <a:latin typeface="Arial"/>
                <a:cs typeface="Arial"/>
              </a:rPr>
              <a:t>SQUARE</a:t>
            </a:r>
            <a:r>
              <a:rPr sz="2400" b="1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6F2F9F"/>
                </a:solidFill>
                <a:latin typeface="Arial"/>
                <a:cs typeface="Arial"/>
              </a:rPr>
              <a:t>ERROR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75"/>
              </a:spcBef>
              <a:tabLst>
                <a:tab pos="452755" algn="l"/>
              </a:tabLst>
            </a:pPr>
            <a:r>
              <a:rPr sz="2400" spc="-5" dirty="0">
                <a:latin typeface="Arial MT"/>
                <a:cs typeface="Arial MT"/>
              </a:rPr>
              <a:t>El	error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cuadrático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medio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estimador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mide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promedio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errores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cuadrado: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7679" y="2641489"/>
            <a:ext cx="2743200" cy="8575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8340" y="3525520"/>
            <a:ext cx="10365740" cy="12700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ROOT</a:t>
            </a:r>
            <a:r>
              <a:rPr sz="2400" b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6F2F9F"/>
                </a:solidFill>
                <a:latin typeface="Arial"/>
                <a:cs typeface="Arial"/>
              </a:rPr>
              <a:t>MEAN SQUARE</a:t>
            </a:r>
            <a:r>
              <a:rPr sz="2400" b="1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6F2F9F"/>
                </a:solidFill>
                <a:latin typeface="Arial"/>
                <a:cs typeface="Arial"/>
              </a:rPr>
              <a:t>ERROR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Arial MT"/>
                <a:cs typeface="Arial MT"/>
              </a:rPr>
              <a:t>Representa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desviación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estándar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</a:t>
            </a:r>
            <a:r>
              <a:rPr sz="2400" dirty="0">
                <a:latin typeface="Arial MT"/>
                <a:cs typeface="Arial MT"/>
              </a:rPr>
              <a:t> muestra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diferencias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entre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valores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predichos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-5" dirty="0">
                <a:latin typeface="Arial MT"/>
                <a:cs typeface="Arial MT"/>
              </a:rPr>
              <a:t> los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valores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observados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(llamados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residuos).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54423" y="5326379"/>
            <a:ext cx="3115055" cy="8580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5FCCED79-2010-40EB-8160-0A77E022B46E}"/>
                  </a:ext>
                </a:extLst>
              </p14:cNvPr>
              <p14:cNvContentPartPr/>
              <p14:nvPr/>
            </p14:nvContentPartPr>
            <p14:xfrm>
              <a:off x="4353120" y="1318320"/>
              <a:ext cx="6320520" cy="249840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5FCCED79-2010-40EB-8160-0A77E022B4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43760" y="1308960"/>
                <a:ext cx="6339240" cy="2517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1167" y="190576"/>
            <a:ext cx="51073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Métricas</a:t>
            </a:r>
            <a:r>
              <a:rPr sz="4000" dirty="0"/>
              <a:t> </a:t>
            </a:r>
            <a:r>
              <a:rPr sz="4000" spc="-5" dirty="0"/>
              <a:t>de</a:t>
            </a:r>
            <a:r>
              <a:rPr sz="4000" spc="-15" dirty="0"/>
              <a:t> </a:t>
            </a:r>
            <a:r>
              <a:rPr sz="4000" spc="-5" dirty="0"/>
              <a:t>Regresión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88340" y="1300417"/>
            <a:ext cx="10449560" cy="163576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80"/>
              </a:spcBef>
            </a:pPr>
            <a:r>
              <a:rPr sz="2400" b="1" spc="-5" dirty="0">
                <a:solidFill>
                  <a:srgbClr val="6F2F9F"/>
                </a:solidFill>
                <a:latin typeface="Arial"/>
                <a:cs typeface="Arial"/>
              </a:rPr>
              <a:t>MEAN</a:t>
            </a:r>
            <a:r>
              <a:rPr sz="2400" b="1" spc="-10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6F2F9F"/>
                </a:solidFill>
                <a:latin typeface="Arial"/>
                <a:cs typeface="Arial"/>
              </a:rPr>
              <a:t>ABSOLUTE</a:t>
            </a:r>
            <a:r>
              <a:rPr sz="2400" b="1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6F2F9F"/>
                </a:solidFill>
                <a:latin typeface="Arial"/>
                <a:cs typeface="Arial"/>
              </a:rPr>
              <a:t>ERROR</a:t>
            </a:r>
            <a:endParaRPr sz="24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 MT"/>
                <a:cs typeface="Arial MT"/>
              </a:rPr>
              <a:t>MAE </a:t>
            </a:r>
            <a:r>
              <a:rPr sz="2400" spc="-5" dirty="0">
                <a:latin typeface="Arial MT"/>
                <a:cs typeface="Arial MT"/>
              </a:rPr>
              <a:t>es el promedio de la diferencia absoluta entre los valores predichos </a:t>
            </a:r>
            <a:r>
              <a:rPr sz="2400" dirty="0">
                <a:latin typeface="Arial MT"/>
                <a:cs typeface="Arial MT"/>
              </a:rPr>
              <a:t>y </a:t>
            </a:r>
            <a:r>
              <a:rPr sz="2400" spc="-5" dirty="0">
                <a:latin typeface="Arial MT"/>
                <a:cs typeface="Arial MT"/>
              </a:rPr>
              <a:t>el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valor observado. El </a:t>
            </a:r>
            <a:r>
              <a:rPr sz="2400" dirty="0">
                <a:latin typeface="Arial MT"/>
                <a:cs typeface="Arial MT"/>
              </a:rPr>
              <a:t>MAE </a:t>
            </a:r>
            <a:r>
              <a:rPr sz="2400" spc="-5" dirty="0">
                <a:latin typeface="Arial MT"/>
                <a:cs typeface="Arial MT"/>
              </a:rPr>
              <a:t>es una puntuación lineal, lo que significa que todas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diferencias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individuales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 ponderan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igual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media.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6384" y="3157727"/>
            <a:ext cx="2999232" cy="8580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A0521ACA-C29B-49D5-81CB-EF7C72EDD6A0}"/>
                  </a:ext>
                </a:extLst>
              </p14:cNvPr>
              <p14:cNvContentPartPr/>
              <p14:nvPr/>
            </p14:nvContentPartPr>
            <p14:xfrm>
              <a:off x="6530760" y="3690360"/>
              <a:ext cx="915480" cy="3898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A0521ACA-C29B-49D5-81CB-EF7C72EDD6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21400" y="3681000"/>
                <a:ext cx="934200" cy="408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1167" y="190576"/>
            <a:ext cx="51073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Métricas</a:t>
            </a:r>
            <a:r>
              <a:rPr sz="4000" dirty="0"/>
              <a:t> </a:t>
            </a:r>
            <a:r>
              <a:rPr sz="4000" spc="-5" dirty="0"/>
              <a:t>de</a:t>
            </a:r>
            <a:r>
              <a:rPr sz="4000" spc="-15" dirty="0"/>
              <a:t> </a:t>
            </a:r>
            <a:r>
              <a:rPr sz="4000" spc="-5" dirty="0"/>
              <a:t>Regresión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88340" y="1522158"/>
            <a:ext cx="10587990" cy="236791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R</a:t>
            </a:r>
            <a:r>
              <a:rPr sz="2400" b="1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6F2F9F"/>
                </a:solidFill>
                <a:latin typeface="Arial"/>
                <a:cs typeface="Arial"/>
              </a:rPr>
              <a:t>Squared</a:t>
            </a:r>
            <a:r>
              <a:rPr sz="2400" b="1" spc="-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(R²)</a:t>
            </a:r>
            <a:r>
              <a:rPr sz="2400" b="1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6F2F9F"/>
                </a:solidFill>
                <a:latin typeface="Arial"/>
                <a:cs typeface="Arial"/>
              </a:rPr>
              <a:t>and</a:t>
            </a:r>
            <a:r>
              <a:rPr sz="2400" b="1" spc="-10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Adjusted</a:t>
            </a:r>
            <a:r>
              <a:rPr sz="2400" b="1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R</a:t>
            </a:r>
            <a:r>
              <a:rPr sz="2400" b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F2F9F"/>
                </a:solidFill>
                <a:latin typeface="Arial"/>
                <a:cs typeface="Arial"/>
              </a:rPr>
              <a:t>Squared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Arial MT"/>
                <a:cs typeface="Arial MT"/>
              </a:rPr>
              <a:t>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Squared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adjusted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utilizan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menudo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fines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explicativos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explican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qué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bien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variables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independientes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seleccionadas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explican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variabilidad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variables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dependientes.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Ambas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métricas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malinterpretan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bastante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y,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tanto,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 </a:t>
            </a:r>
            <a:r>
              <a:rPr sz="2400" spc="-5" dirty="0">
                <a:latin typeface="Arial MT"/>
                <a:cs typeface="Arial MT"/>
              </a:rPr>
              <a:t>gustaría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aclararlas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primero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antes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analizar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sus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pros </a:t>
            </a:r>
            <a:r>
              <a:rPr sz="2400" dirty="0">
                <a:latin typeface="Arial MT"/>
                <a:cs typeface="Arial MT"/>
              </a:rPr>
              <a:t>y sus contras.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1467" y="4223003"/>
            <a:ext cx="5071767" cy="7773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9497" y="5385213"/>
            <a:ext cx="2519749" cy="7754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F4DA42BF-65CB-44A5-A899-3E42D2705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51"/>
            <a:ext cx="12192000" cy="6857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4265" y="1049858"/>
            <a:ext cx="49047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Arial"/>
                <a:cs typeface="Arial"/>
              </a:rPr>
              <a:t>Redes</a:t>
            </a:r>
            <a:r>
              <a:rPr sz="4400" b="1" spc="-7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Neuronales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6576" y="2397251"/>
            <a:ext cx="4496562" cy="24254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4310" y="183642"/>
            <a:ext cx="7753984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/>
              <a:t>Representación</a:t>
            </a:r>
            <a:r>
              <a:rPr sz="5000" spc="-85" dirty="0"/>
              <a:t> </a:t>
            </a:r>
            <a:r>
              <a:rPr sz="5000" dirty="0"/>
              <a:t>del</a:t>
            </a:r>
            <a:r>
              <a:rPr sz="5000" spc="-35" dirty="0"/>
              <a:t> </a:t>
            </a:r>
            <a:r>
              <a:rPr sz="5000" dirty="0"/>
              <a:t>Modelo</a:t>
            </a:r>
            <a:endParaRPr sz="5000"/>
          </a:p>
        </p:txBody>
      </p:sp>
      <p:sp>
        <p:nvSpPr>
          <p:cNvPr id="3" name="object 3"/>
          <p:cNvSpPr/>
          <p:nvPr/>
        </p:nvSpPr>
        <p:spPr>
          <a:xfrm>
            <a:off x="4912614" y="3187445"/>
            <a:ext cx="1780539" cy="723900"/>
          </a:xfrm>
          <a:custGeom>
            <a:avLst/>
            <a:gdLst/>
            <a:ahLst/>
            <a:cxnLst/>
            <a:rect l="l" t="t" r="r" b="b"/>
            <a:pathLst>
              <a:path w="1780540" h="723900">
                <a:moveTo>
                  <a:pt x="0" y="120650"/>
                </a:moveTo>
                <a:lnTo>
                  <a:pt x="9475" y="73669"/>
                </a:lnTo>
                <a:lnTo>
                  <a:pt x="35321" y="35321"/>
                </a:lnTo>
                <a:lnTo>
                  <a:pt x="73669" y="9475"/>
                </a:lnTo>
                <a:lnTo>
                  <a:pt x="120650" y="0"/>
                </a:lnTo>
                <a:lnTo>
                  <a:pt x="1659382" y="0"/>
                </a:lnTo>
                <a:lnTo>
                  <a:pt x="1706362" y="9475"/>
                </a:lnTo>
                <a:lnTo>
                  <a:pt x="1744710" y="35321"/>
                </a:lnTo>
                <a:lnTo>
                  <a:pt x="1770556" y="73669"/>
                </a:lnTo>
                <a:lnTo>
                  <a:pt x="1780032" y="120650"/>
                </a:lnTo>
                <a:lnTo>
                  <a:pt x="1780032" y="603249"/>
                </a:lnTo>
                <a:lnTo>
                  <a:pt x="1770556" y="650230"/>
                </a:lnTo>
                <a:lnTo>
                  <a:pt x="1744710" y="688578"/>
                </a:lnTo>
                <a:lnTo>
                  <a:pt x="1706362" y="714424"/>
                </a:lnTo>
                <a:lnTo>
                  <a:pt x="1659382" y="723899"/>
                </a:lnTo>
                <a:lnTo>
                  <a:pt x="120650" y="723899"/>
                </a:lnTo>
                <a:lnTo>
                  <a:pt x="73669" y="714424"/>
                </a:lnTo>
                <a:lnTo>
                  <a:pt x="35321" y="688578"/>
                </a:lnTo>
                <a:lnTo>
                  <a:pt x="9475" y="650230"/>
                </a:lnTo>
                <a:lnTo>
                  <a:pt x="0" y="603249"/>
                </a:lnTo>
                <a:lnTo>
                  <a:pt x="0" y="120650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5421" y="1572259"/>
            <a:ext cx="10748010" cy="2257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Para </a:t>
            </a:r>
            <a:r>
              <a:rPr sz="2000" spc="-5" dirty="0">
                <a:latin typeface="Arial MT"/>
                <a:cs typeface="Arial MT"/>
              </a:rPr>
              <a:t>describir </a:t>
            </a:r>
            <a:r>
              <a:rPr sz="2000" dirty="0">
                <a:latin typeface="Arial MT"/>
                <a:cs typeface="Arial MT"/>
              </a:rPr>
              <a:t>el problema de aprendizaje supervisado </a:t>
            </a:r>
            <a:r>
              <a:rPr sz="2000" spc="-5" dirty="0">
                <a:latin typeface="Arial MT"/>
                <a:cs typeface="Arial MT"/>
              </a:rPr>
              <a:t>más formalmente, nuestro </a:t>
            </a:r>
            <a:r>
              <a:rPr sz="2000" dirty="0">
                <a:latin typeface="Arial MT"/>
                <a:cs typeface="Arial MT"/>
              </a:rPr>
              <a:t>objetivo es,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dado </a:t>
            </a:r>
            <a:r>
              <a:rPr sz="2000" spc="-10" dirty="0">
                <a:latin typeface="Arial MT"/>
                <a:cs typeface="Arial MT"/>
              </a:rPr>
              <a:t>un </a:t>
            </a:r>
            <a:r>
              <a:rPr sz="2000" dirty="0">
                <a:latin typeface="Arial MT"/>
                <a:cs typeface="Arial MT"/>
              </a:rPr>
              <a:t>conjunto </a:t>
            </a:r>
            <a:r>
              <a:rPr sz="2000" spc="-10" dirty="0">
                <a:latin typeface="Arial MT"/>
                <a:cs typeface="Arial MT"/>
              </a:rPr>
              <a:t>de </a:t>
            </a:r>
            <a:r>
              <a:rPr sz="2000" spc="-5" dirty="0">
                <a:latin typeface="Arial MT"/>
                <a:cs typeface="Arial MT"/>
              </a:rPr>
              <a:t>entrenamiento, aprender una </a:t>
            </a:r>
            <a:r>
              <a:rPr sz="2000" dirty="0">
                <a:latin typeface="Arial MT"/>
                <a:cs typeface="Arial MT"/>
              </a:rPr>
              <a:t>función h : X → Y para </a:t>
            </a:r>
            <a:r>
              <a:rPr sz="2000" spc="-5" dirty="0">
                <a:latin typeface="Arial MT"/>
                <a:cs typeface="Arial MT"/>
              </a:rPr>
              <a:t>que h(x) </a:t>
            </a:r>
            <a:r>
              <a:rPr sz="2000" dirty="0">
                <a:latin typeface="Arial MT"/>
                <a:cs typeface="Arial MT"/>
              </a:rPr>
              <a:t>sea un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"buen" </a:t>
            </a:r>
            <a:r>
              <a:rPr sz="2000" spc="-5" dirty="0">
                <a:latin typeface="Arial MT"/>
                <a:cs typeface="Arial MT"/>
              </a:rPr>
              <a:t>predictor para </a:t>
            </a:r>
            <a:r>
              <a:rPr sz="2000" dirty="0">
                <a:latin typeface="Arial MT"/>
                <a:cs typeface="Arial MT"/>
              </a:rPr>
              <a:t>el valor </a:t>
            </a:r>
            <a:r>
              <a:rPr sz="2000" spc="-5" dirty="0">
                <a:latin typeface="Arial MT"/>
                <a:cs typeface="Arial MT"/>
              </a:rPr>
              <a:t>correspondiente </a:t>
            </a:r>
            <a:r>
              <a:rPr sz="2000" spc="-10" dirty="0">
                <a:latin typeface="Arial MT"/>
                <a:cs typeface="Arial MT"/>
              </a:rPr>
              <a:t>de </a:t>
            </a:r>
            <a:r>
              <a:rPr sz="2000" spc="-75" dirty="0">
                <a:latin typeface="Arial MT"/>
                <a:cs typeface="Arial MT"/>
              </a:rPr>
              <a:t>y. </a:t>
            </a:r>
            <a:r>
              <a:rPr sz="2000" dirty="0">
                <a:latin typeface="Arial MT"/>
                <a:cs typeface="Arial MT"/>
              </a:rPr>
              <a:t>Por razones </a:t>
            </a:r>
            <a:r>
              <a:rPr sz="2000" spc="-5" dirty="0">
                <a:latin typeface="Arial MT"/>
                <a:cs typeface="Arial MT"/>
              </a:rPr>
              <a:t>históricas, esta función </a:t>
            </a:r>
            <a:r>
              <a:rPr sz="2000" dirty="0">
                <a:latin typeface="Arial MT"/>
                <a:cs typeface="Arial MT"/>
              </a:rPr>
              <a:t>h </a:t>
            </a:r>
            <a:r>
              <a:rPr sz="2000" spc="-10" dirty="0">
                <a:latin typeface="Arial MT"/>
                <a:cs typeface="Arial MT"/>
              </a:rPr>
              <a:t>se 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llama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hipótesis.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150">
              <a:latin typeface="Arial MT"/>
              <a:cs typeface="Arial MT"/>
            </a:endParaRPr>
          </a:p>
          <a:p>
            <a:pPr marL="4417695" marR="4864100" algn="ctr">
              <a:lnSpc>
                <a:spcPct val="100000"/>
              </a:lnSpc>
            </a:pP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Conjunto</a:t>
            </a:r>
            <a:r>
              <a:rPr sz="1800" spc="5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de </a:t>
            </a: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e</a:t>
            </a:r>
            <a:r>
              <a:rPr sz="1800" spc="-15" dirty="0">
                <a:solidFill>
                  <a:srgbClr val="6F2F9F"/>
                </a:solidFill>
                <a:latin typeface="Arial MT"/>
                <a:cs typeface="Arial MT"/>
              </a:rPr>
              <a:t>n</a:t>
            </a: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tre</a:t>
            </a:r>
            <a:r>
              <a:rPr sz="1800" spc="-15" dirty="0">
                <a:solidFill>
                  <a:srgbClr val="6F2F9F"/>
                </a:solidFill>
                <a:latin typeface="Arial MT"/>
                <a:cs typeface="Arial MT"/>
              </a:rPr>
              <a:t>n</a:t>
            </a: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am</a:t>
            </a:r>
            <a:r>
              <a:rPr sz="1800" spc="-15" dirty="0">
                <a:solidFill>
                  <a:srgbClr val="6F2F9F"/>
                </a:solidFill>
                <a:latin typeface="Arial MT"/>
                <a:cs typeface="Arial MT"/>
              </a:rPr>
              <a:t>i</a:t>
            </a: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e</a:t>
            </a:r>
            <a:r>
              <a:rPr sz="1800" spc="-15" dirty="0">
                <a:solidFill>
                  <a:srgbClr val="6F2F9F"/>
                </a:solidFill>
                <a:latin typeface="Arial MT"/>
                <a:cs typeface="Arial MT"/>
              </a:rPr>
              <a:t>n</a:t>
            </a: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to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12614" y="4472178"/>
            <a:ext cx="1780539" cy="723900"/>
          </a:xfrm>
          <a:custGeom>
            <a:avLst/>
            <a:gdLst/>
            <a:ahLst/>
            <a:cxnLst/>
            <a:rect l="l" t="t" r="r" b="b"/>
            <a:pathLst>
              <a:path w="1780540" h="723900">
                <a:moveTo>
                  <a:pt x="0" y="120650"/>
                </a:moveTo>
                <a:lnTo>
                  <a:pt x="9475" y="73669"/>
                </a:lnTo>
                <a:lnTo>
                  <a:pt x="35321" y="35321"/>
                </a:lnTo>
                <a:lnTo>
                  <a:pt x="73669" y="9475"/>
                </a:lnTo>
                <a:lnTo>
                  <a:pt x="120650" y="0"/>
                </a:lnTo>
                <a:lnTo>
                  <a:pt x="1659382" y="0"/>
                </a:lnTo>
                <a:lnTo>
                  <a:pt x="1706362" y="9475"/>
                </a:lnTo>
                <a:lnTo>
                  <a:pt x="1744710" y="35321"/>
                </a:lnTo>
                <a:lnTo>
                  <a:pt x="1770556" y="73669"/>
                </a:lnTo>
                <a:lnTo>
                  <a:pt x="1780032" y="120650"/>
                </a:lnTo>
                <a:lnTo>
                  <a:pt x="1780032" y="603250"/>
                </a:lnTo>
                <a:lnTo>
                  <a:pt x="1770556" y="650230"/>
                </a:lnTo>
                <a:lnTo>
                  <a:pt x="1744710" y="688578"/>
                </a:lnTo>
                <a:lnTo>
                  <a:pt x="1706362" y="714424"/>
                </a:lnTo>
                <a:lnTo>
                  <a:pt x="1659382" y="723900"/>
                </a:lnTo>
                <a:lnTo>
                  <a:pt x="120650" y="723900"/>
                </a:lnTo>
                <a:lnTo>
                  <a:pt x="73669" y="714424"/>
                </a:lnTo>
                <a:lnTo>
                  <a:pt x="35321" y="688578"/>
                </a:lnTo>
                <a:lnTo>
                  <a:pt x="9475" y="650230"/>
                </a:lnTo>
                <a:lnTo>
                  <a:pt x="0" y="603250"/>
                </a:lnTo>
                <a:lnTo>
                  <a:pt x="0" y="120650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60950" y="4541646"/>
            <a:ext cx="14833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Algoritmo</a:t>
            </a:r>
            <a:r>
              <a:rPr sz="1800" spc="-25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de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6F2F9F"/>
                </a:solidFill>
                <a:latin typeface="Arial MT"/>
                <a:cs typeface="Arial MT"/>
              </a:rPr>
              <a:t>en</a:t>
            </a: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tre</a:t>
            </a:r>
            <a:r>
              <a:rPr sz="1800" spc="-10" dirty="0">
                <a:solidFill>
                  <a:srgbClr val="6F2F9F"/>
                </a:solidFill>
                <a:latin typeface="Arial MT"/>
                <a:cs typeface="Arial MT"/>
              </a:rPr>
              <a:t>na</a:t>
            </a: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m</a:t>
            </a:r>
            <a:r>
              <a:rPr sz="1800" spc="-10" dirty="0">
                <a:solidFill>
                  <a:srgbClr val="6F2F9F"/>
                </a:solidFill>
                <a:latin typeface="Arial MT"/>
                <a:cs typeface="Arial MT"/>
              </a:rPr>
              <a:t>ien</a:t>
            </a: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to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60314" y="5758434"/>
            <a:ext cx="541020" cy="363220"/>
          </a:xfrm>
          <a:custGeom>
            <a:avLst/>
            <a:gdLst/>
            <a:ahLst/>
            <a:cxnLst/>
            <a:rect l="l" t="t" r="r" b="b"/>
            <a:pathLst>
              <a:path w="541020" h="363220">
                <a:moveTo>
                  <a:pt x="0" y="60451"/>
                </a:moveTo>
                <a:lnTo>
                  <a:pt x="4748" y="36920"/>
                </a:lnTo>
                <a:lnTo>
                  <a:pt x="17700" y="17705"/>
                </a:lnTo>
                <a:lnTo>
                  <a:pt x="36915" y="4750"/>
                </a:lnTo>
                <a:lnTo>
                  <a:pt x="60451" y="0"/>
                </a:lnTo>
                <a:lnTo>
                  <a:pt x="480568" y="0"/>
                </a:lnTo>
                <a:lnTo>
                  <a:pt x="504104" y="4750"/>
                </a:lnTo>
                <a:lnTo>
                  <a:pt x="523319" y="17705"/>
                </a:lnTo>
                <a:lnTo>
                  <a:pt x="536271" y="36920"/>
                </a:lnTo>
                <a:lnTo>
                  <a:pt x="541020" y="60451"/>
                </a:lnTo>
                <a:lnTo>
                  <a:pt x="541020" y="302259"/>
                </a:lnTo>
                <a:lnTo>
                  <a:pt x="536271" y="325791"/>
                </a:lnTo>
                <a:lnTo>
                  <a:pt x="523319" y="345006"/>
                </a:lnTo>
                <a:lnTo>
                  <a:pt x="504104" y="357961"/>
                </a:lnTo>
                <a:lnTo>
                  <a:pt x="480568" y="362711"/>
                </a:lnTo>
                <a:lnTo>
                  <a:pt x="60451" y="362711"/>
                </a:lnTo>
                <a:lnTo>
                  <a:pt x="36915" y="357961"/>
                </a:lnTo>
                <a:lnTo>
                  <a:pt x="17700" y="345006"/>
                </a:lnTo>
                <a:lnTo>
                  <a:pt x="4748" y="325791"/>
                </a:lnTo>
                <a:lnTo>
                  <a:pt x="0" y="302259"/>
                </a:lnTo>
                <a:lnTo>
                  <a:pt x="0" y="60451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55004" y="5783376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h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84928" y="575685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x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68490" y="5778500"/>
            <a:ext cx="1561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predicción</a:t>
            </a:r>
            <a:r>
              <a:rPr sz="1800" spc="-15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de</a:t>
            </a:r>
            <a:r>
              <a:rPr sz="1800" spc="-45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602985" y="4013453"/>
            <a:ext cx="401320" cy="356870"/>
          </a:xfrm>
          <a:custGeom>
            <a:avLst/>
            <a:gdLst/>
            <a:ahLst/>
            <a:cxnLst/>
            <a:rect l="l" t="t" r="r" b="b"/>
            <a:pathLst>
              <a:path w="401320" h="356870">
                <a:moveTo>
                  <a:pt x="0" y="101473"/>
                </a:moveTo>
                <a:lnTo>
                  <a:pt x="100202" y="101473"/>
                </a:lnTo>
                <a:lnTo>
                  <a:pt x="100202" y="0"/>
                </a:lnTo>
                <a:lnTo>
                  <a:pt x="300609" y="0"/>
                </a:lnTo>
                <a:lnTo>
                  <a:pt x="300609" y="101473"/>
                </a:lnTo>
                <a:lnTo>
                  <a:pt x="400812" y="101473"/>
                </a:lnTo>
                <a:lnTo>
                  <a:pt x="200405" y="356616"/>
                </a:lnTo>
                <a:lnTo>
                  <a:pt x="0" y="101473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602985" y="5298185"/>
            <a:ext cx="401320" cy="358140"/>
          </a:xfrm>
          <a:custGeom>
            <a:avLst/>
            <a:gdLst/>
            <a:ahLst/>
            <a:cxnLst/>
            <a:rect l="l" t="t" r="r" b="b"/>
            <a:pathLst>
              <a:path w="401320" h="358139">
                <a:moveTo>
                  <a:pt x="0" y="101980"/>
                </a:moveTo>
                <a:lnTo>
                  <a:pt x="100202" y="101980"/>
                </a:lnTo>
                <a:lnTo>
                  <a:pt x="100202" y="0"/>
                </a:lnTo>
                <a:lnTo>
                  <a:pt x="300609" y="0"/>
                </a:lnTo>
                <a:lnTo>
                  <a:pt x="300609" y="101980"/>
                </a:lnTo>
                <a:lnTo>
                  <a:pt x="400812" y="101980"/>
                </a:lnTo>
                <a:lnTo>
                  <a:pt x="200405" y="358139"/>
                </a:lnTo>
                <a:lnTo>
                  <a:pt x="0" y="101980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04409" y="5863590"/>
            <a:ext cx="640080" cy="140335"/>
          </a:xfrm>
          <a:custGeom>
            <a:avLst/>
            <a:gdLst/>
            <a:ahLst/>
            <a:cxnLst/>
            <a:rect l="l" t="t" r="r" b="b"/>
            <a:pathLst>
              <a:path w="640079" h="140335">
                <a:moveTo>
                  <a:pt x="0" y="35052"/>
                </a:moveTo>
                <a:lnTo>
                  <a:pt x="551179" y="35052"/>
                </a:lnTo>
                <a:lnTo>
                  <a:pt x="551179" y="0"/>
                </a:lnTo>
                <a:lnTo>
                  <a:pt x="640079" y="70104"/>
                </a:lnTo>
                <a:lnTo>
                  <a:pt x="551179" y="140208"/>
                </a:lnTo>
                <a:lnTo>
                  <a:pt x="551179" y="105156"/>
                </a:lnTo>
                <a:lnTo>
                  <a:pt x="0" y="105156"/>
                </a:lnTo>
                <a:lnTo>
                  <a:pt x="0" y="35052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17158" y="5872734"/>
            <a:ext cx="640080" cy="140335"/>
          </a:xfrm>
          <a:custGeom>
            <a:avLst/>
            <a:gdLst/>
            <a:ahLst/>
            <a:cxnLst/>
            <a:rect l="l" t="t" r="r" b="b"/>
            <a:pathLst>
              <a:path w="640079" h="140335">
                <a:moveTo>
                  <a:pt x="0" y="35051"/>
                </a:moveTo>
                <a:lnTo>
                  <a:pt x="551180" y="35051"/>
                </a:lnTo>
                <a:lnTo>
                  <a:pt x="551180" y="0"/>
                </a:lnTo>
                <a:lnTo>
                  <a:pt x="640080" y="70103"/>
                </a:lnTo>
                <a:lnTo>
                  <a:pt x="551180" y="140207"/>
                </a:lnTo>
                <a:lnTo>
                  <a:pt x="551180" y="105155"/>
                </a:lnTo>
                <a:lnTo>
                  <a:pt x="0" y="105155"/>
                </a:lnTo>
                <a:lnTo>
                  <a:pt x="0" y="35051"/>
                </a:lnTo>
                <a:close/>
              </a:path>
            </a:pathLst>
          </a:custGeom>
          <a:ln w="28575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B315A250-271F-47FB-894B-76F134999BF0}"/>
                  </a:ext>
                </a:extLst>
              </p14:cNvPr>
              <p14:cNvContentPartPr/>
              <p14:nvPr/>
            </p14:nvContentPartPr>
            <p14:xfrm>
              <a:off x="752760" y="1866600"/>
              <a:ext cx="10348560" cy="405468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B315A250-271F-47FB-894B-76F134999B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3400" y="1857240"/>
                <a:ext cx="10367280" cy="4073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7776" y="149809"/>
            <a:ext cx="60096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Redes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Neuronales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099807" y="2355595"/>
            <a:ext cx="3531235" cy="1840864"/>
            <a:chOff x="7099807" y="2355595"/>
            <a:chExt cx="3531235" cy="184086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4991" y="2430779"/>
              <a:ext cx="3455670" cy="17655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12507" y="2368326"/>
              <a:ext cx="3430524" cy="174037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106157" y="2361945"/>
              <a:ext cx="3443604" cy="1753235"/>
            </a:xfrm>
            <a:custGeom>
              <a:avLst/>
              <a:gdLst/>
              <a:ahLst/>
              <a:cxnLst/>
              <a:rect l="l" t="t" r="r" b="b"/>
              <a:pathLst>
                <a:path w="3443604" h="1753235">
                  <a:moveTo>
                    <a:pt x="0" y="1753108"/>
                  </a:moveTo>
                  <a:lnTo>
                    <a:pt x="3443224" y="1753108"/>
                  </a:lnTo>
                  <a:lnTo>
                    <a:pt x="3443224" y="0"/>
                  </a:lnTo>
                  <a:lnTo>
                    <a:pt x="0" y="0"/>
                  </a:lnTo>
                  <a:lnTo>
                    <a:pt x="0" y="175310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29486" y="2034095"/>
            <a:ext cx="3954145" cy="2409190"/>
            <a:chOff x="1229486" y="2034095"/>
            <a:chExt cx="3954145" cy="240919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4845" y="2043683"/>
              <a:ext cx="3649134" cy="238963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34249" y="2038857"/>
              <a:ext cx="3944620" cy="2399665"/>
            </a:xfrm>
            <a:custGeom>
              <a:avLst/>
              <a:gdLst/>
              <a:ahLst/>
              <a:cxnLst/>
              <a:rect l="l" t="t" r="r" b="b"/>
              <a:pathLst>
                <a:path w="3944620" h="2399665">
                  <a:moveTo>
                    <a:pt x="0" y="2399157"/>
                  </a:moveTo>
                  <a:lnTo>
                    <a:pt x="3944492" y="2399157"/>
                  </a:lnTo>
                  <a:lnTo>
                    <a:pt x="3944492" y="0"/>
                  </a:lnTo>
                  <a:lnTo>
                    <a:pt x="0" y="0"/>
                  </a:lnTo>
                  <a:lnTo>
                    <a:pt x="0" y="2399157"/>
                  </a:lnTo>
                  <a:close/>
                </a:path>
              </a:pathLst>
            </a:custGeom>
            <a:ln w="9525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574406" y="4566284"/>
            <a:ext cx="2508885" cy="90424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475615" marR="5080" indent="-463550">
              <a:lnSpc>
                <a:spcPts val="3070"/>
              </a:lnSpc>
              <a:spcBef>
                <a:spcPts val="844"/>
              </a:spcBef>
            </a:pPr>
            <a:r>
              <a:rPr sz="3200" b="1" dirty="0">
                <a:solidFill>
                  <a:srgbClr val="001F5F"/>
                </a:solidFill>
                <a:latin typeface="Arial"/>
                <a:cs typeface="Arial"/>
              </a:rPr>
              <a:t>Una</a:t>
            </a:r>
            <a:r>
              <a:rPr sz="3200" b="1" spc="-10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1F5F"/>
                </a:solidFill>
                <a:latin typeface="Arial"/>
                <a:cs typeface="Arial"/>
              </a:rPr>
              <a:t>neurona </a:t>
            </a:r>
            <a:r>
              <a:rPr sz="3200" b="1" spc="-87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1F5F"/>
                </a:solidFill>
                <a:latin typeface="Arial"/>
                <a:cs typeface="Arial"/>
              </a:rPr>
              <a:t>artificial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74291" y="4566284"/>
            <a:ext cx="2508885" cy="90424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62585" marR="5080" indent="-350520">
              <a:lnSpc>
                <a:spcPts val="3070"/>
              </a:lnSpc>
              <a:spcBef>
                <a:spcPts val="844"/>
              </a:spcBef>
            </a:pPr>
            <a:r>
              <a:rPr sz="3200" b="1" dirty="0">
                <a:solidFill>
                  <a:srgbClr val="001F5F"/>
                </a:solidFill>
                <a:latin typeface="Arial"/>
                <a:cs typeface="Arial"/>
              </a:rPr>
              <a:t>Una</a:t>
            </a:r>
            <a:r>
              <a:rPr sz="3200" b="1" spc="-10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1F5F"/>
                </a:solidFill>
                <a:latin typeface="Arial"/>
                <a:cs typeface="Arial"/>
              </a:rPr>
              <a:t>neurona </a:t>
            </a:r>
            <a:r>
              <a:rPr sz="3200" b="1" spc="-87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1F5F"/>
                </a:solidFill>
                <a:latin typeface="Arial"/>
                <a:cs typeface="Arial"/>
              </a:rPr>
              <a:t>biológica</a:t>
            </a:r>
            <a:endParaRPr sz="32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E6F35233-A444-4D95-97C8-B776337E54D3}"/>
                  </a:ext>
                </a:extLst>
              </p14:cNvPr>
              <p14:cNvContentPartPr/>
              <p14:nvPr/>
            </p14:nvContentPartPr>
            <p14:xfrm>
              <a:off x="6973560" y="578160"/>
              <a:ext cx="4198680" cy="368784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E6F35233-A444-4D95-97C8-B776337E54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64200" y="568800"/>
                <a:ext cx="4217400" cy="3706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4080" y="149809"/>
            <a:ext cx="57188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Neurona</a:t>
            </a:r>
            <a:r>
              <a:rPr b="1" spc="-28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Artificial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5421" y="1572259"/>
            <a:ext cx="1074674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7026909" algn="l"/>
              </a:tabLst>
            </a:pPr>
            <a:r>
              <a:rPr sz="2000" dirty="0">
                <a:latin typeface="Arial MT"/>
                <a:cs typeface="Arial MT"/>
              </a:rPr>
              <a:t>Las</a:t>
            </a:r>
            <a:r>
              <a:rPr sz="2000" spc="459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neuronas</a:t>
            </a:r>
            <a:r>
              <a:rPr sz="2000" spc="4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son</a:t>
            </a:r>
            <a:r>
              <a:rPr sz="2000" spc="46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básicamente</a:t>
            </a:r>
            <a:r>
              <a:rPr sz="2000" spc="47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unidades</a:t>
            </a:r>
            <a:r>
              <a:rPr sz="2000" spc="47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computacionales	que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toman</a:t>
            </a:r>
            <a:r>
              <a:rPr sz="2000" spc="434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entradas</a:t>
            </a:r>
            <a:r>
              <a:rPr sz="2000" spc="4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(dendritas)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entradas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eléctricas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(llamadas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"picos")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canalizan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hacia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salidas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(axones).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62985" y="6272336"/>
            <a:ext cx="40754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6F2F9F"/>
                </a:solidFill>
                <a:latin typeface="Arial"/>
                <a:cs typeface="Arial"/>
              </a:rPr>
              <a:t>Modelo</a:t>
            </a:r>
            <a:r>
              <a:rPr sz="2000" b="1" spc="-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6F2F9F"/>
                </a:solidFill>
                <a:latin typeface="Arial"/>
                <a:cs typeface="Arial"/>
              </a:rPr>
              <a:t>de</a:t>
            </a:r>
            <a:r>
              <a:rPr sz="2000" b="1" spc="-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6F2F9F"/>
                </a:solidFill>
                <a:latin typeface="Arial"/>
                <a:cs typeface="Arial"/>
              </a:rPr>
              <a:t>McCulloch-Pitts</a:t>
            </a:r>
            <a:r>
              <a:rPr sz="2000" b="1" spc="-6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6F2F9F"/>
                </a:solidFill>
                <a:latin typeface="Arial"/>
                <a:cs typeface="Arial"/>
              </a:rPr>
              <a:t>(1949)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2667000"/>
            <a:ext cx="678180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4080" y="149809"/>
            <a:ext cx="57188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Neurona</a:t>
            </a:r>
            <a:r>
              <a:rPr b="1" spc="-28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Artificial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1600200"/>
            <a:ext cx="8382000" cy="48630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0736" y="183642"/>
            <a:ext cx="499808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/>
              <a:t>Función</a:t>
            </a:r>
            <a:r>
              <a:rPr sz="5000" spc="-90" dirty="0"/>
              <a:t> </a:t>
            </a:r>
            <a:r>
              <a:rPr sz="5000" dirty="0"/>
              <a:t>de</a:t>
            </a:r>
            <a:r>
              <a:rPr sz="5000" spc="-50" dirty="0"/>
              <a:t> </a:t>
            </a:r>
            <a:r>
              <a:rPr sz="5000" dirty="0"/>
              <a:t>Costo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655421" y="1572259"/>
            <a:ext cx="1074674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Podemos </a:t>
            </a:r>
            <a:r>
              <a:rPr sz="2000" spc="-5" dirty="0">
                <a:latin typeface="Arial MT"/>
                <a:cs typeface="Arial MT"/>
              </a:rPr>
              <a:t>medir la </a:t>
            </a:r>
            <a:r>
              <a:rPr sz="2000" dirty="0">
                <a:latin typeface="Arial MT"/>
                <a:cs typeface="Arial MT"/>
              </a:rPr>
              <a:t>precisión de </a:t>
            </a:r>
            <a:r>
              <a:rPr sz="2000" spc="-5" dirty="0">
                <a:latin typeface="Arial MT"/>
                <a:cs typeface="Arial MT"/>
              </a:rPr>
              <a:t>nuestra función </a:t>
            </a:r>
            <a:r>
              <a:rPr sz="2000" dirty="0">
                <a:latin typeface="Arial MT"/>
                <a:cs typeface="Arial MT"/>
              </a:rPr>
              <a:t>de </a:t>
            </a:r>
            <a:r>
              <a:rPr sz="2000" spc="-5" dirty="0">
                <a:latin typeface="Arial MT"/>
                <a:cs typeface="Arial MT"/>
              </a:rPr>
              <a:t>hipótesis usando </a:t>
            </a:r>
            <a:r>
              <a:rPr sz="2000" dirty="0">
                <a:latin typeface="Arial MT"/>
                <a:cs typeface="Arial MT"/>
              </a:rPr>
              <a:t>una </a:t>
            </a:r>
            <a:r>
              <a:rPr sz="2000" spc="-5" dirty="0">
                <a:latin typeface="Arial MT"/>
                <a:cs typeface="Arial MT"/>
              </a:rPr>
              <a:t>función </a:t>
            </a:r>
            <a:r>
              <a:rPr sz="2000" dirty="0">
                <a:latin typeface="Arial MT"/>
                <a:cs typeface="Arial MT"/>
              </a:rPr>
              <a:t>de costo. </a:t>
            </a:r>
            <a:r>
              <a:rPr sz="2000" spc="-5" dirty="0">
                <a:latin typeface="Arial MT"/>
                <a:cs typeface="Arial MT"/>
              </a:rPr>
              <a:t>Esto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toma una diferencia </a:t>
            </a:r>
            <a:r>
              <a:rPr sz="2000" spc="-5" dirty="0">
                <a:latin typeface="Arial MT"/>
                <a:cs typeface="Arial MT"/>
              </a:rPr>
              <a:t>promedio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(en </a:t>
            </a:r>
            <a:r>
              <a:rPr sz="2000" dirty="0">
                <a:latin typeface="Arial MT"/>
                <a:cs typeface="Arial MT"/>
              </a:rPr>
              <a:t>realidad, </a:t>
            </a:r>
            <a:r>
              <a:rPr sz="2000" spc="-5" dirty="0">
                <a:latin typeface="Arial MT"/>
                <a:cs typeface="Arial MT"/>
              </a:rPr>
              <a:t>una versión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más elegante </a:t>
            </a:r>
            <a:r>
              <a:rPr sz="2000" dirty="0">
                <a:latin typeface="Arial MT"/>
                <a:cs typeface="Arial MT"/>
              </a:rPr>
              <a:t>de </a:t>
            </a:r>
            <a:r>
              <a:rPr sz="2000" spc="-10" dirty="0">
                <a:latin typeface="Arial MT"/>
                <a:cs typeface="Arial MT"/>
              </a:rPr>
              <a:t>un</a:t>
            </a:r>
            <a:r>
              <a:rPr sz="2000" spc="53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promedio) </a:t>
            </a:r>
            <a:r>
              <a:rPr sz="2000" dirty="0">
                <a:latin typeface="Arial MT"/>
                <a:cs typeface="Arial MT"/>
              </a:rPr>
              <a:t>de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todos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resultados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la </a:t>
            </a:r>
            <a:r>
              <a:rPr sz="2000" dirty="0">
                <a:latin typeface="Arial MT"/>
                <a:cs typeface="Arial MT"/>
              </a:rPr>
              <a:t>hipótesis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entradas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x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la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salida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75" dirty="0">
                <a:latin typeface="Arial MT"/>
                <a:cs typeface="Arial MT"/>
              </a:rPr>
              <a:t>y.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02063" y="2911919"/>
            <a:ext cx="5588000" cy="1034415"/>
            <a:chOff x="3302063" y="2911919"/>
            <a:chExt cx="5588000" cy="10344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19201" y="3112563"/>
              <a:ext cx="5281896" cy="64481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306826" y="2916682"/>
              <a:ext cx="5578475" cy="1024890"/>
            </a:xfrm>
            <a:custGeom>
              <a:avLst/>
              <a:gdLst/>
              <a:ahLst/>
              <a:cxnLst/>
              <a:rect l="l" t="t" r="r" b="b"/>
              <a:pathLst>
                <a:path w="5578475" h="1024889">
                  <a:moveTo>
                    <a:pt x="0" y="1024508"/>
                  </a:moveTo>
                  <a:lnTo>
                    <a:pt x="5578221" y="1024508"/>
                  </a:lnTo>
                  <a:lnTo>
                    <a:pt x="5578221" y="0"/>
                  </a:lnTo>
                  <a:lnTo>
                    <a:pt x="0" y="0"/>
                  </a:lnTo>
                  <a:lnTo>
                    <a:pt x="0" y="1024508"/>
                  </a:lnTo>
                  <a:close/>
                </a:path>
              </a:pathLst>
            </a:custGeom>
            <a:ln w="9525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55421" y="4227702"/>
            <a:ext cx="102609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Esta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función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también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denomina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"función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error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cuadrático"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"error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cuadrático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medio".</a:t>
            </a:r>
            <a:endParaRPr sz="20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2D76DA19-7475-4E5A-84E0-C157240F6D46}"/>
                  </a:ext>
                </a:extLst>
              </p14:cNvPr>
              <p14:cNvContentPartPr/>
              <p14:nvPr/>
            </p14:nvContentPartPr>
            <p14:xfrm>
              <a:off x="342360" y="2467440"/>
              <a:ext cx="10721520" cy="268776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2D76DA19-7475-4E5A-84E0-C157240F6D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3000" y="2458080"/>
                <a:ext cx="10740240" cy="2706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5001" y="183642"/>
            <a:ext cx="686943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/>
              <a:t>Gradiente</a:t>
            </a:r>
            <a:r>
              <a:rPr sz="5000" spc="-75" dirty="0"/>
              <a:t> </a:t>
            </a:r>
            <a:r>
              <a:rPr sz="5000" spc="-5" dirty="0"/>
              <a:t>Descendiente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540816" y="1715516"/>
            <a:ext cx="5957570" cy="2567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La </a:t>
            </a:r>
            <a:r>
              <a:rPr sz="2000" spc="-5" dirty="0">
                <a:latin typeface="Arial MT"/>
                <a:cs typeface="Arial MT"/>
              </a:rPr>
              <a:t>pendiente </a:t>
            </a:r>
            <a:r>
              <a:rPr sz="2000" dirty="0">
                <a:latin typeface="Arial MT"/>
                <a:cs typeface="Arial MT"/>
              </a:rPr>
              <a:t>de </a:t>
            </a:r>
            <a:r>
              <a:rPr sz="2000" spc="-5" dirty="0">
                <a:latin typeface="Arial MT"/>
                <a:cs typeface="Arial MT"/>
              </a:rPr>
              <a:t>la tangente </a:t>
            </a:r>
            <a:r>
              <a:rPr sz="2000" spc="-10" dirty="0">
                <a:latin typeface="Arial MT"/>
                <a:cs typeface="Arial MT"/>
              </a:rPr>
              <a:t>es </a:t>
            </a:r>
            <a:r>
              <a:rPr sz="2000" spc="-5" dirty="0">
                <a:latin typeface="Arial MT"/>
                <a:cs typeface="Arial MT"/>
              </a:rPr>
              <a:t>la </a:t>
            </a:r>
            <a:r>
              <a:rPr sz="2000" dirty="0">
                <a:latin typeface="Arial MT"/>
                <a:cs typeface="Arial MT"/>
              </a:rPr>
              <a:t>derivada en </a:t>
            </a:r>
            <a:r>
              <a:rPr sz="2000" spc="-5" dirty="0">
                <a:latin typeface="Arial MT"/>
                <a:cs typeface="Arial MT"/>
              </a:rPr>
              <a:t>ese </a:t>
            </a:r>
            <a:r>
              <a:rPr sz="2000" dirty="0">
                <a:latin typeface="Arial MT"/>
                <a:cs typeface="Arial MT"/>
              </a:rPr>
              <a:t> punto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nos</a:t>
            </a:r>
            <a:r>
              <a:rPr sz="2000" spc="-5" dirty="0">
                <a:latin typeface="Arial MT"/>
                <a:cs typeface="Arial MT"/>
              </a:rPr>
              <a:t> dará</a:t>
            </a:r>
            <a:r>
              <a:rPr sz="2000" dirty="0">
                <a:latin typeface="Arial MT"/>
                <a:cs typeface="Arial MT"/>
              </a:rPr>
              <a:t> una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dirección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hacia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donde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movernos. Hacemos</a:t>
            </a:r>
            <a:r>
              <a:rPr sz="2000" dirty="0">
                <a:latin typeface="Arial MT"/>
                <a:cs typeface="Arial MT"/>
              </a:rPr>
              <a:t> escalones hacia abajo de </a:t>
            </a:r>
            <a:r>
              <a:rPr sz="2000" spc="-5" dirty="0">
                <a:latin typeface="Arial MT"/>
                <a:cs typeface="Arial MT"/>
              </a:rPr>
              <a:t>la </a:t>
            </a:r>
            <a:r>
              <a:rPr sz="2000" dirty="0">
                <a:latin typeface="Arial MT"/>
                <a:cs typeface="Arial MT"/>
              </a:rPr>
              <a:t> función de costo </a:t>
            </a:r>
            <a:r>
              <a:rPr sz="2000" spc="-10" dirty="0">
                <a:latin typeface="Arial MT"/>
                <a:cs typeface="Arial MT"/>
              </a:rPr>
              <a:t>en </a:t>
            </a:r>
            <a:r>
              <a:rPr sz="2000" spc="-5" dirty="0">
                <a:latin typeface="Arial MT"/>
                <a:cs typeface="Arial MT"/>
              </a:rPr>
              <a:t>la </a:t>
            </a:r>
            <a:r>
              <a:rPr sz="2000" dirty="0">
                <a:latin typeface="Arial MT"/>
                <a:cs typeface="Arial MT"/>
              </a:rPr>
              <a:t>dirección con el descenso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más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pronunciado.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El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tamaño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cada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paso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está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determinado por el </a:t>
            </a:r>
            <a:r>
              <a:rPr sz="2000" spc="-5" dirty="0">
                <a:latin typeface="Arial MT"/>
                <a:cs typeface="Arial MT"/>
              </a:rPr>
              <a:t>parámetro </a:t>
            </a:r>
            <a:r>
              <a:rPr sz="2000" spc="-420" dirty="0">
                <a:latin typeface="Arial MT"/>
                <a:cs typeface="Arial MT"/>
              </a:rPr>
              <a:t>α,</a:t>
            </a:r>
            <a:r>
              <a:rPr sz="2000" spc="-4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que </a:t>
            </a:r>
            <a:r>
              <a:rPr sz="2000" spc="-5" dirty="0">
                <a:latin typeface="Arial MT"/>
                <a:cs typeface="Arial MT"/>
              </a:rPr>
              <a:t>se </a:t>
            </a:r>
            <a:r>
              <a:rPr sz="2000" dirty="0">
                <a:latin typeface="Arial MT"/>
                <a:cs typeface="Arial MT"/>
              </a:rPr>
              <a:t>denomina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tasa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aprendizaje.</a:t>
            </a:r>
            <a:endParaRPr sz="20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805"/>
              </a:spcBef>
            </a:pPr>
            <a:r>
              <a:rPr sz="2000" spc="-5" dirty="0">
                <a:latin typeface="Arial MT"/>
                <a:cs typeface="Arial MT"/>
              </a:rPr>
              <a:t>El</a:t>
            </a:r>
            <a:r>
              <a:rPr sz="2000" dirty="0">
                <a:latin typeface="Arial MT"/>
                <a:cs typeface="Arial MT"/>
              </a:rPr>
              <a:t> algoritmo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descenso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gradiente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0816" y="5070441"/>
            <a:ext cx="3289300" cy="8375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2000" dirty="0">
                <a:latin typeface="Arial MT"/>
                <a:cs typeface="Arial MT"/>
              </a:rPr>
              <a:t>repetir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hasta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convergencia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latin typeface="Arial MT"/>
                <a:cs typeface="Arial MT"/>
              </a:rPr>
              <a:t>Donde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j=0,1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6491" y="1808291"/>
            <a:ext cx="5322658" cy="27383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162" y="4568776"/>
            <a:ext cx="2449320" cy="3915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A0675635-CAC0-4519-98B2-CB3F2965B3F2}"/>
                  </a:ext>
                </a:extLst>
              </p14:cNvPr>
              <p14:cNvContentPartPr/>
              <p14:nvPr/>
            </p14:nvContentPartPr>
            <p14:xfrm>
              <a:off x="817560" y="1249560"/>
              <a:ext cx="10573200" cy="510552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A0675635-CAC0-4519-98B2-CB3F2965B3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8200" y="1240200"/>
                <a:ext cx="10591920" cy="5124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FE40A0B3-C66B-401E-BC30-60EE7E0C2B68}"/>
                  </a:ext>
                </a:extLst>
              </p14:cNvPr>
              <p14:cNvContentPartPr/>
              <p14:nvPr/>
            </p14:nvContentPartPr>
            <p14:xfrm>
              <a:off x="372240" y="307440"/>
              <a:ext cx="7703640" cy="625500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FE40A0B3-C66B-401E-BC30-60EE7E0C2B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2880" y="298080"/>
                <a:ext cx="7722360" cy="627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2853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1167" y="190576"/>
            <a:ext cx="70827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Regresión</a:t>
            </a:r>
            <a:r>
              <a:rPr sz="4000" spc="20" dirty="0"/>
              <a:t> </a:t>
            </a:r>
            <a:r>
              <a:rPr sz="4000" spc="-5" dirty="0"/>
              <a:t>Lineal</a:t>
            </a:r>
            <a:r>
              <a:rPr sz="4000" dirty="0"/>
              <a:t> </a:t>
            </a:r>
            <a:r>
              <a:rPr sz="4000" spc="-5" dirty="0"/>
              <a:t>Multivariables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88340" y="1373835"/>
            <a:ext cx="105860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La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forma </a:t>
            </a:r>
            <a:r>
              <a:rPr sz="2400" spc="-5" dirty="0">
                <a:latin typeface="Arial MT"/>
                <a:cs typeface="Arial MT"/>
              </a:rPr>
              <a:t>multivariable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 la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función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 </a:t>
            </a:r>
            <a:r>
              <a:rPr sz="2400" spc="-5" dirty="0">
                <a:latin typeface="Arial MT"/>
                <a:cs typeface="Arial MT"/>
              </a:rPr>
              <a:t>hipótesis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acomoda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múltiples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características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es la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siguiente: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08743" y="2469959"/>
            <a:ext cx="5154930" cy="645795"/>
            <a:chOff x="3408743" y="2469959"/>
            <a:chExt cx="5154930" cy="6457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5051" y="2732758"/>
              <a:ext cx="4975800" cy="26653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13505" y="2474722"/>
              <a:ext cx="5145405" cy="636270"/>
            </a:xfrm>
            <a:custGeom>
              <a:avLst/>
              <a:gdLst/>
              <a:ahLst/>
              <a:cxnLst/>
              <a:rect l="l" t="t" r="r" b="b"/>
              <a:pathLst>
                <a:path w="5145405" h="636269">
                  <a:moveTo>
                    <a:pt x="0" y="635888"/>
                  </a:moveTo>
                  <a:lnTo>
                    <a:pt x="5145405" y="635888"/>
                  </a:lnTo>
                  <a:lnTo>
                    <a:pt x="5145405" y="0"/>
                  </a:lnTo>
                  <a:lnTo>
                    <a:pt x="0" y="0"/>
                  </a:lnTo>
                  <a:lnTo>
                    <a:pt x="0" y="635888"/>
                  </a:lnTo>
                  <a:close/>
                </a:path>
              </a:pathLst>
            </a:custGeom>
            <a:ln w="9525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88340" y="3552266"/>
            <a:ext cx="51949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Gradiente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Descendiente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Multivariable: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340" y="5226139"/>
            <a:ext cx="8209915" cy="75819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i="1" dirty="0">
                <a:solidFill>
                  <a:srgbClr val="1F1F1F"/>
                </a:solidFill>
                <a:latin typeface="Calibri"/>
                <a:cs typeface="Calibri"/>
              </a:rPr>
              <a:t>α</a:t>
            </a:r>
            <a:r>
              <a:rPr sz="2000" i="1" spc="-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1F1F1F"/>
                </a:solidFill>
                <a:latin typeface="Tahoma"/>
                <a:cs typeface="Tahoma"/>
              </a:rPr>
              <a:t>m</a:t>
            </a:r>
            <a:r>
              <a:rPr sz="2000" spc="-45" dirty="0">
                <a:solidFill>
                  <a:srgbClr val="1F1F1F"/>
                </a:solidFill>
                <a:latin typeface="Tahoma"/>
                <a:cs typeface="Tahoma"/>
              </a:rPr>
              <a:t>uy</a:t>
            </a:r>
            <a:r>
              <a:rPr sz="2000" spc="-22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1F1F1F"/>
                </a:solidFill>
                <a:latin typeface="Tahoma"/>
                <a:cs typeface="Tahoma"/>
              </a:rPr>
              <a:t>pequ</a:t>
            </a:r>
            <a:r>
              <a:rPr sz="2000" spc="-75" dirty="0">
                <a:solidFill>
                  <a:srgbClr val="1F1F1F"/>
                </a:solidFill>
                <a:latin typeface="Tahoma"/>
                <a:cs typeface="Tahoma"/>
              </a:rPr>
              <a:t>eño:</a:t>
            </a:r>
            <a:r>
              <a:rPr sz="2000" spc="-25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1F1F1F"/>
                </a:solidFill>
                <a:latin typeface="Tahoma"/>
                <a:cs typeface="Tahoma"/>
              </a:rPr>
              <a:t>conver</a:t>
            </a:r>
            <a:r>
              <a:rPr sz="2000" spc="-55" dirty="0">
                <a:solidFill>
                  <a:srgbClr val="1F1F1F"/>
                </a:solidFill>
                <a:latin typeface="Tahoma"/>
                <a:cs typeface="Tahoma"/>
              </a:rPr>
              <a:t>g</a:t>
            </a:r>
            <a:r>
              <a:rPr sz="2000" spc="-30" dirty="0">
                <a:solidFill>
                  <a:srgbClr val="1F1F1F"/>
                </a:solidFill>
                <a:latin typeface="Tahoma"/>
                <a:cs typeface="Tahoma"/>
              </a:rPr>
              <a:t>en</a:t>
            </a:r>
            <a:r>
              <a:rPr sz="2000" spc="-35" dirty="0">
                <a:solidFill>
                  <a:srgbClr val="1F1F1F"/>
                </a:solidFill>
                <a:latin typeface="Tahoma"/>
                <a:cs typeface="Tahoma"/>
              </a:rPr>
              <a:t>c</a:t>
            </a:r>
            <a:r>
              <a:rPr sz="2000" spc="-5" dirty="0">
                <a:solidFill>
                  <a:srgbClr val="1F1F1F"/>
                </a:solidFill>
                <a:latin typeface="Tahoma"/>
                <a:cs typeface="Tahoma"/>
              </a:rPr>
              <a:t>ia</a:t>
            </a:r>
            <a:r>
              <a:rPr sz="2000" spc="-23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1F1F1F"/>
                </a:solidFill>
                <a:latin typeface="Tahoma"/>
                <a:cs typeface="Tahoma"/>
              </a:rPr>
              <a:t>len</a:t>
            </a:r>
            <a:r>
              <a:rPr sz="2000" spc="-15" dirty="0">
                <a:solidFill>
                  <a:srgbClr val="1F1F1F"/>
                </a:solidFill>
                <a:latin typeface="Tahoma"/>
                <a:cs typeface="Tahoma"/>
              </a:rPr>
              <a:t>t</a:t>
            </a:r>
            <a:r>
              <a:rPr sz="2000" spc="-75" dirty="0">
                <a:solidFill>
                  <a:srgbClr val="1F1F1F"/>
                </a:solidFill>
                <a:latin typeface="Tahoma"/>
                <a:cs typeface="Tahoma"/>
              </a:rPr>
              <a:t>a.</a:t>
            </a:r>
            <a:endParaRPr sz="20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i="1" dirty="0">
                <a:solidFill>
                  <a:srgbClr val="1F1F1F"/>
                </a:solidFill>
                <a:latin typeface="Calibri"/>
                <a:cs typeface="Calibri"/>
              </a:rPr>
              <a:t>α</a:t>
            </a:r>
            <a:r>
              <a:rPr sz="2000" i="1" spc="-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1F1F1F"/>
                </a:solidFill>
                <a:latin typeface="Tahoma"/>
                <a:cs typeface="Tahoma"/>
              </a:rPr>
              <a:t>muy</a:t>
            </a:r>
            <a:r>
              <a:rPr sz="2000" spc="-22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1F1F1F"/>
                </a:solidFill>
                <a:latin typeface="Tahoma"/>
                <a:cs typeface="Tahoma"/>
              </a:rPr>
              <a:t>grande:</a:t>
            </a:r>
            <a:r>
              <a:rPr sz="2000" spc="-21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1F1F1F"/>
                </a:solidFill>
                <a:latin typeface="Tahoma"/>
                <a:cs typeface="Tahoma"/>
              </a:rPr>
              <a:t>puede</a:t>
            </a:r>
            <a:r>
              <a:rPr sz="2000" spc="-254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1F1F1F"/>
                </a:solidFill>
                <a:latin typeface="Tahoma"/>
                <a:cs typeface="Tahoma"/>
              </a:rPr>
              <a:t>no</a:t>
            </a:r>
            <a:r>
              <a:rPr sz="2000" spc="-22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1F1F1F"/>
                </a:solidFill>
                <a:latin typeface="Tahoma"/>
                <a:cs typeface="Tahoma"/>
              </a:rPr>
              <a:t>decrecer</a:t>
            </a:r>
            <a:r>
              <a:rPr sz="2000" spc="-24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1F1F1F"/>
                </a:solidFill>
                <a:latin typeface="Tahoma"/>
                <a:cs typeface="Tahoma"/>
              </a:rPr>
              <a:t>en</a:t>
            </a:r>
            <a:r>
              <a:rPr sz="2000" spc="-23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1F1F1F"/>
                </a:solidFill>
                <a:latin typeface="Tahoma"/>
                <a:cs typeface="Tahoma"/>
              </a:rPr>
              <a:t>cada</a:t>
            </a:r>
            <a:r>
              <a:rPr sz="2000" spc="-22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1F1F1F"/>
                </a:solidFill>
                <a:latin typeface="Tahoma"/>
                <a:cs typeface="Tahoma"/>
              </a:rPr>
              <a:t>iteración</a:t>
            </a:r>
            <a:r>
              <a:rPr sz="2000" spc="-229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1F1F1F"/>
                </a:solidFill>
                <a:latin typeface="Tahoma"/>
                <a:cs typeface="Tahoma"/>
              </a:rPr>
              <a:t>y</a:t>
            </a:r>
            <a:r>
              <a:rPr sz="2000" spc="-22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2000" spc="-30" dirty="0">
                <a:solidFill>
                  <a:srgbClr val="1F1F1F"/>
                </a:solidFill>
                <a:latin typeface="Tahoma"/>
                <a:cs typeface="Tahoma"/>
              </a:rPr>
              <a:t>puede</a:t>
            </a:r>
            <a:r>
              <a:rPr sz="2000" spc="-254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1F1F1F"/>
                </a:solidFill>
                <a:latin typeface="Tahoma"/>
                <a:cs typeface="Tahoma"/>
              </a:rPr>
              <a:t>no</a:t>
            </a:r>
            <a:r>
              <a:rPr sz="2000" spc="-22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1F1F1F"/>
                </a:solidFill>
                <a:latin typeface="Tahoma"/>
                <a:cs typeface="Tahoma"/>
              </a:rPr>
              <a:t>converger.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628199" y="4323143"/>
            <a:ext cx="4935855" cy="631825"/>
            <a:chOff x="3628199" y="4323143"/>
            <a:chExt cx="4935855" cy="63182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79989" y="4406672"/>
              <a:ext cx="4610466" cy="48589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632961" y="4327905"/>
              <a:ext cx="4926330" cy="622300"/>
            </a:xfrm>
            <a:custGeom>
              <a:avLst/>
              <a:gdLst/>
              <a:ahLst/>
              <a:cxnLst/>
              <a:rect l="l" t="t" r="r" b="b"/>
              <a:pathLst>
                <a:path w="4926330" h="622300">
                  <a:moveTo>
                    <a:pt x="0" y="622173"/>
                  </a:moveTo>
                  <a:lnTo>
                    <a:pt x="4925949" y="622173"/>
                  </a:lnTo>
                  <a:lnTo>
                    <a:pt x="4925949" y="0"/>
                  </a:lnTo>
                  <a:lnTo>
                    <a:pt x="0" y="0"/>
                  </a:lnTo>
                  <a:lnTo>
                    <a:pt x="0" y="622173"/>
                  </a:lnTo>
                  <a:close/>
                </a:path>
              </a:pathLst>
            </a:custGeom>
            <a:ln w="9525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CDD22F60-F829-4ACB-A48D-28EB02028A18}"/>
                  </a:ext>
                </a:extLst>
              </p14:cNvPr>
              <p14:cNvContentPartPr/>
              <p14:nvPr/>
            </p14:nvContentPartPr>
            <p14:xfrm>
              <a:off x="3609360" y="1598760"/>
              <a:ext cx="8457840" cy="393120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CDD22F60-F829-4ACB-A48D-28EB02028A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00000" y="1589400"/>
                <a:ext cx="8476560" cy="3949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7776" y="149809"/>
            <a:ext cx="60096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Redes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Neuronales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1752600"/>
            <a:ext cx="838200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3497" y="307085"/>
            <a:ext cx="5918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Laboratorio:</a:t>
            </a:r>
            <a:r>
              <a:rPr sz="3600" b="1" spc="-4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“Hola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spc="-5" dirty="0">
                <a:latin typeface="Arial"/>
                <a:cs typeface="Arial"/>
              </a:rPr>
              <a:t>Mundo”</a:t>
            </a:r>
            <a:endParaRPr sz="36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616578" y="2955417"/>
          <a:ext cx="4946650" cy="22313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Tamaño(m2)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Precio($)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8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20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22000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4769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30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35000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40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41000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52000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60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63000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16939" y="1553717"/>
            <a:ext cx="911098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-5" dirty="0">
                <a:latin typeface="Arial MT"/>
                <a:cs typeface="Arial MT"/>
              </a:rPr>
              <a:t>Se desea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conocer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 precio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una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vivienda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70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m2,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teniendo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siguientes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datos: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2374392"/>
              <a:ext cx="12192000" cy="2109470"/>
            </a:xfrm>
            <a:custGeom>
              <a:avLst/>
              <a:gdLst/>
              <a:ahLst/>
              <a:cxnLst/>
              <a:rect l="l" t="t" r="r" b="b"/>
              <a:pathLst>
                <a:path w="12192000" h="2109470">
                  <a:moveTo>
                    <a:pt x="12192000" y="0"/>
                  </a:moveTo>
                  <a:lnTo>
                    <a:pt x="0" y="0"/>
                  </a:lnTo>
                  <a:lnTo>
                    <a:pt x="0" y="2109216"/>
                  </a:lnTo>
                  <a:lnTo>
                    <a:pt x="12192000" y="2109216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2F7D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55285" y="2759455"/>
            <a:ext cx="22809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latin typeface="Calibri"/>
                <a:cs typeface="Calibri"/>
              </a:rPr>
              <a:t>G</a:t>
            </a:r>
            <a:r>
              <a:rPr sz="6000" spc="-135" dirty="0">
                <a:latin typeface="Calibri"/>
                <a:cs typeface="Calibri"/>
              </a:rPr>
              <a:t>r</a:t>
            </a:r>
            <a:r>
              <a:rPr sz="6000" dirty="0">
                <a:latin typeface="Calibri"/>
                <a:cs typeface="Calibri"/>
              </a:rPr>
              <a:t>acias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1016</TotalTime>
  <Words>828</Words>
  <Application>Microsoft Office PowerPoint</Application>
  <PresentationFormat>Panorámica</PresentationFormat>
  <Paragraphs>106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0" baseType="lpstr">
      <vt:lpstr>Arial</vt:lpstr>
      <vt:lpstr>Arial MT</vt:lpstr>
      <vt:lpstr>Calibri</vt:lpstr>
      <vt:lpstr>Calibri Light</vt:lpstr>
      <vt:lpstr>Tahoma</vt:lpstr>
      <vt:lpstr>Office Theme</vt:lpstr>
      <vt:lpstr>Presentación de PowerPoint</vt:lpstr>
      <vt:lpstr>Contenidos</vt:lpstr>
      <vt:lpstr>Aprendizaje Supervisado</vt:lpstr>
      <vt:lpstr>Aprendizaje Supervisado</vt:lpstr>
      <vt:lpstr>Aprendizaje Supervisado</vt:lpstr>
      <vt:lpstr>Aprendizaje supervisado  Regresión</vt:lpstr>
      <vt:lpstr>Aprendizaje supervisado: Regresión</vt:lpstr>
      <vt:lpstr>Aprendizaje supervisado: Regresión</vt:lpstr>
      <vt:lpstr>Regresión Lineal Multivariables</vt:lpstr>
      <vt:lpstr>Métricas de Regresión</vt:lpstr>
      <vt:lpstr>Métricas de Regresión</vt:lpstr>
      <vt:lpstr>Métricas de Regresión</vt:lpstr>
      <vt:lpstr>Redes Neuronales</vt:lpstr>
      <vt:lpstr>Representación del Modelo</vt:lpstr>
      <vt:lpstr>Redes Neuronales</vt:lpstr>
      <vt:lpstr>Neurona Artificial</vt:lpstr>
      <vt:lpstr>Neurona Artificial</vt:lpstr>
      <vt:lpstr>Función de Costo</vt:lpstr>
      <vt:lpstr>Gradiente Descendiente</vt:lpstr>
      <vt:lpstr>Presentación de PowerPoint</vt:lpstr>
      <vt:lpstr>Regresión Lineal Multivariables</vt:lpstr>
      <vt:lpstr>Redes Neuronales</vt:lpstr>
      <vt:lpstr>Laboratorio: “Hola Mundo”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Jaime Huaytalla Pariona</cp:lastModifiedBy>
  <cp:revision>5</cp:revision>
  <dcterms:created xsi:type="dcterms:W3CDTF">2022-04-28T22:48:56Z</dcterms:created>
  <dcterms:modified xsi:type="dcterms:W3CDTF">2024-05-17T17:47:05Z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2022-04-28T00:00:00Z</vt:filetime>
  </property>
</Properties>
</file>