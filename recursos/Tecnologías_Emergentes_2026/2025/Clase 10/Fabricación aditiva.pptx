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9507200" cy="14630400"/>
  <p:notesSz cx="146304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10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513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2394374"/>
            <a:ext cx="16581120" cy="5093547"/>
          </a:xfrm>
        </p:spPr>
        <p:txBody>
          <a:bodyPr anchor="b"/>
          <a:lstStyle>
            <a:lvl1pPr algn="ctr">
              <a:defRPr sz="1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7684348"/>
            <a:ext cx="14630400" cy="3532292"/>
          </a:xfrm>
        </p:spPr>
        <p:txBody>
          <a:bodyPr/>
          <a:lstStyle>
            <a:lvl1pPr marL="0" indent="0" algn="ctr">
              <a:buNone/>
              <a:defRPr sz="5120"/>
            </a:lvl1pPr>
            <a:lvl2pPr marL="975345" indent="0" algn="ctr">
              <a:buNone/>
              <a:defRPr sz="4267"/>
            </a:lvl2pPr>
            <a:lvl3pPr marL="1950690" indent="0" algn="ctr">
              <a:buNone/>
              <a:defRPr sz="3840"/>
            </a:lvl3pPr>
            <a:lvl4pPr marL="2926034" indent="0" algn="ctr">
              <a:buNone/>
              <a:defRPr sz="3413"/>
            </a:lvl4pPr>
            <a:lvl5pPr marL="3901379" indent="0" algn="ctr">
              <a:buNone/>
              <a:defRPr sz="3413"/>
            </a:lvl5pPr>
            <a:lvl6pPr marL="4876724" indent="0" algn="ctr">
              <a:buNone/>
              <a:defRPr sz="3413"/>
            </a:lvl6pPr>
            <a:lvl7pPr marL="5852069" indent="0" algn="ctr">
              <a:buNone/>
              <a:defRPr sz="3413"/>
            </a:lvl7pPr>
            <a:lvl8pPr marL="6827413" indent="0" algn="ctr">
              <a:buNone/>
              <a:defRPr sz="3413"/>
            </a:lvl8pPr>
            <a:lvl9pPr marL="7802758" indent="0" algn="ctr">
              <a:buNone/>
              <a:defRPr sz="341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2445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8251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961" y="3647444"/>
            <a:ext cx="16824960" cy="6085839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961" y="9790858"/>
            <a:ext cx="16824960" cy="3200399"/>
          </a:xfrm>
        </p:spPr>
        <p:txBody>
          <a:bodyPr/>
          <a:lstStyle>
            <a:lvl1pPr marL="0" indent="0">
              <a:buNone/>
              <a:defRPr sz="5120">
                <a:solidFill>
                  <a:schemeClr val="tx1"/>
                </a:solidFill>
              </a:defRPr>
            </a:lvl1pPr>
            <a:lvl2pPr marL="975345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2pPr>
            <a:lvl3pPr marL="195069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3pPr>
            <a:lvl4pPr marL="2926034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4pPr>
            <a:lvl5pPr marL="3901379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5pPr>
            <a:lvl6pPr marL="4876724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6pPr>
            <a:lvl7pPr marL="5852069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7pPr>
            <a:lvl8pPr marL="6827413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8pPr>
            <a:lvl9pPr marL="7802758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8197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3894667"/>
            <a:ext cx="8290560" cy="928285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75520" y="3894667"/>
            <a:ext cx="8290560" cy="928285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356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778936"/>
            <a:ext cx="16824960" cy="282786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663" y="3586481"/>
            <a:ext cx="8252459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3663" y="5344160"/>
            <a:ext cx="8252459" cy="786045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75521" y="3586481"/>
            <a:ext cx="8293101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75521" y="5344160"/>
            <a:ext cx="8293101" cy="786045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0494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7948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461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975360"/>
            <a:ext cx="6291580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3101" y="2106510"/>
            <a:ext cx="9875520" cy="10397067"/>
          </a:xfrm>
        </p:spPr>
        <p:txBody>
          <a:bodyPr/>
          <a:lstStyle>
            <a:lvl1pPr>
              <a:defRPr sz="6827"/>
            </a:lvl1pPr>
            <a:lvl2pPr>
              <a:defRPr sz="5973"/>
            </a:lvl2pPr>
            <a:lvl3pPr>
              <a:defRPr sz="5120"/>
            </a:lvl3pPr>
            <a:lvl4pPr>
              <a:defRPr sz="4267"/>
            </a:lvl4pPr>
            <a:lvl5pPr>
              <a:defRPr sz="4267"/>
            </a:lvl5pPr>
            <a:lvl6pPr>
              <a:defRPr sz="4267"/>
            </a:lvl6pPr>
            <a:lvl7pPr>
              <a:defRPr sz="4267"/>
            </a:lvl7pPr>
            <a:lvl8pPr>
              <a:defRPr sz="4267"/>
            </a:lvl8pPr>
            <a:lvl9pPr>
              <a:defRPr sz="42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1" y="4389120"/>
            <a:ext cx="6291580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2450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975360"/>
            <a:ext cx="6291580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93101" y="2106510"/>
            <a:ext cx="9875520" cy="10397067"/>
          </a:xfrm>
        </p:spPr>
        <p:txBody>
          <a:bodyPr anchor="t"/>
          <a:lstStyle>
            <a:lvl1pPr marL="0" indent="0">
              <a:buNone/>
              <a:defRPr sz="6827"/>
            </a:lvl1pPr>
            <a:lvl2pPr marL="975345" indent="0">
              <a:buNone/>
              <a:defRPr sz="5973"/>
            </a:lvl2pPr>
            <a:lvl3pPr marL="1950690" indent="0">
              <a:buNone/>
              <a:defRPr sz="5120"/>
            </a:lvl3pPr>
            <a:lvl4pPr marL="2926034" indent="0">
              <a:buNone/>
              <a:defRPr sz="4267"/>
            </a:lvl4pPr>
            <a:lvl5pPr marL="3901379" indent="0">
              <a:buNone/>
              <a:defRPr sz="4267"/>
            </a:lvl5pPr>
            <a:lvl6pPr marL="4876724" indent="0">
              <a:buNone/>
              <a:defRPr sz="4267"/>
            </a:lvl6pPr>
            <a:lvl7pPr marL="5852069" indent="0">
              <a:buNone/>
              <a:defRPr sz="4267"/>
            </a:lvl7pPr>
            <a:lvl8pPr marL="6827413" indent="0">
              <a:buNone/>
              <a:defRPr sz="4267"/>
            </a:lvl8pPr>
            <a:lvl9pPr marL="7802758" indent="0">
              <a:buNone/>
              <a:defRPr sz="42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1" y="4389120"/>
            <a:ext cx="6291580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9622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5604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9841" y="778933"/>
            <a:ext cx="4206240" cy="1239858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1121" y="778933"/>
            <a:ext cx="12374880" cy="1239858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474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9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778936"/>
            <a:ext cx="1682496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3894667"/>
            <a:ext cx="16824960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1120" y="13560217"/>
            <a:ext cx="43891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61760" y="13560217"/>
            <a:ext cx="658368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76960" y="13560217"/>
            <a:ext cx="43891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19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1950690" rtl="0" eaLnBrk="1" latinLnBrk="0" hangingPunct="1">
        <a:lnSpc>
          <a:spcPct val="90000"/>
        </a:lnSpc>
        <a:spcBef>
          <a:spcPct val="0"/>
        </a:spcBef>
        <a:buNone/>
        <a:defRPr sz="93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95069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301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2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41370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905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439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74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508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90430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69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603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37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72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206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7413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758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45D7C8-3653-8E2B-E041-6680DCF0834D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E99355D-948D-7931-B795-84F1D5CEE336}"/>
              </a:ext>
            </a:extLst>
          </p:cNvPr>
          <p:cNvSpPr/>
          <p:nvPr/>
        </p:nvSpPr>
        <p:spPr>
          <a:xfrm>
            <a:off x="1659467" y="13614400"/>
            <a:ext cx="3539066" cy="86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3ABEC73-A8B7-E870-478B-50DD0D8BF911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ECFECCC-18C8-C3FB-4C2D-DFD3E6925C79}"/>
              </a:ext>
            </a:extLst>
          </p:cNvPr>
          <p:cNvSpPr/>
          <p:nvPr/>
        </p:nvSpPr>
        <p:spPr>
          <a:xfrm>
            <a:off x="1659467" y="13614400"/>
            <a:ext cx="3539066" cy="86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9E4C9E2-B5C6-E944-CE8F-C438773341AF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6B25AD2-58E7-84F7-0913-0F789734A438}"/>
              </a:ext>
            </a:extLst>
          </p:cNvPr>
          <p:cNvSpPr/>
          <p:nvPr/>
        </p:nvSpPr>
        <p:spPr>
          <a:xfrm>
            <a:off x="1659467" y="13614400"/>
            <a:ext cx="3539066" cy="86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FBDE6C1-42D1-4C65-22AB-B39ED8F188DC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860DBD-7247-2125-DC4F-94CC5AC386A0}"/>
              </a:ext>
            </a:extLst>
          </p:cNvPr>
          <p:cNvSpPr/>
          <p:nvPr/>
        </p:nvSpPr>
        <p:spPr>
          <a:xfrm>
            <a:off x="1659467" y="13614400"/>
            <a:ext cx="3539066" cy="86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6C1AA06-B0C5-9D43-CD45-62090B6468C4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1FF5583-ED6B-2DB8-675E-76B758C16FAC}"/>
              </a:ext>
            </a:extLst>
          </p:cNvPr>
          <p:cNvSpPr/>
          <p:nvPr/>
        </p:nvSpPr>
        <p:spPr>
          <a:xfrm>
            <a:off x="1659467" y="13614400"/>
            <a:ext cx="3539066" cy="86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BA2970C-AAE0-F216-1A20-31F36DC9963E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A6B645-B674-4098-B67E-0DD3BAB7ADF0}"/>
              </a:ext>
            </a:extLst>
          </p:cNvPr>
          <p:cNvSpPr/>
          <p:nvPr/>
        </p:nvSpPr>
        <p:spPr>
          <a:xfrm>
            <a:off x="1659467" y="13614400"/>
            <a:ext cx="3539066" cy="86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F231EA0-8895-A909-8AD4-AEB1E33DE630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5312BBE-4A5D-3E0D-BE02-AB201E4D4E66}"/>
              </a:ext>
            </a:extLst>
          </p:cNvPr>
          <p:cNvSpPr/>
          <p:nvPr/>
        </p:nvSpPr>
        <p:spPr>
          <a:xfrm>
            <a:off x="15375467" y="13182600"/>
            <a:ext cx="3539066" cy="86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97EACE6-1081-1980-3A10-00DA6AABF727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87CFB14-001D-BD7B-4358-8CDFC009D480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6331AF8-B269-C467-B5BC-55F0E3374422}"/>
              </a:ext>
            </a:extLst>
          </p:cNvPr>
          <p:cNvSpPr/>
          <p:nvPr/>
        </p:nvSpPr>
        <p:spPr>
          <a:xfrm>
            <a:off x="1659467" y="13614400"/>
            <a:ext cx="3539066" cy="86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BD4066F-90E5-0E20-C6B8-58BBB45A69F1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7E5A251-DFA8-4C71-D061-8CE4E5BA8179}"/>
              </a:ext>
            </a:extLst>
          </p:cNvPr>
          <p:cNvSpPr/>
          <p:nvPr/>
        </p:nvSpPr>
        <p:spPr>
          <a:xfrm>
            <a:off x="1659467" y="13817600"/>
            <a:ext cx="3539066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A397DDF-57F9-752A-C5FA-CBBDB4C45F83}"/>
              </a:ext>
            </a:extLst>
          </p:cNvPr>
          <p:cNvSpPr/>
          <p:nvPr/>
        </p:nvSpPr>
        <p:spPr>
          <a:xfrm>
            <a:off x="262466" y="84667"/>
            <a:ext cx="5918201" cy="1625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215F13-AE1E-09CA-C460-89D16FE03983}"/>
              </a:ext>
            </a:extLst>
          </p:cNvPr>
          <p:cNvSpPr/>
          <p:nvPr/>
        </p:nvSpPr>
        <p:spPr>
          <a:xfrm>
            <a:off x="11667067" y="84666"/>
            <a:ext cx="7577666" cy="1117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1CC9D8E-D669-3D86-F7ED-D568237B6A4D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9737199-F07C-75B9-70B1-2D3B8CD5808A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FF88EDB-F9D5-0754-ADEE-C8208DB71E21}"/>
              </a:ext>
            </a:extLst>
          </p:cNvPr>
          <p:cNvSpPr/>
          <p:nvPr/>
        </p:nvSpPr>
        <p:spPr>
          <a:xfrm>
            <a:off x="262466" y="84667"/>
            <a:ext cx="18982267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2C48162-F1DD-478C-B41B-5698BC76384F}"/>
              </a:ext>
            </a:extLst>
          </p:cNvPr>
          <p:cNvSpPr/>
          <p:nvPr/>
        </p:nvSpPr>
        <p:spPr>
          <a:xfrm>
            <a:off x="228599" y="84667"/>
            <a:ext cx="18982267" cy="18118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15</Words>
  <Application>Microsoft Office PowerPoint</Application>
  <PresentationFormat>Personalizado</PresentationFormat>
  <Paragraphs>15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JAIME ANTONIO HUAYTALLA PARIONA</cp:lastModifiedBy>
  <cp:revision>2</cp:revision>
  <dcterms:created xsi:type="dcterms:W3CDTF">2025-06-06T15:52:38Z</dcterms:created>
  <dcterms:modified xsi:type="dcterms:W3CDTF">2025-06-06T15:57:17Z</dcterms:modified>
</cp:coreProperties>
</file>