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9507200" cy="10972800"/>
  <p:notesSz cx="109728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202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1795781"/>
            <a:ext cx="1463040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763261"/>
            <a:ext cx="146304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7260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473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960" y="2735582"/>
            <a:ext cx="1682496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960" y="7343142"/>
            <a:ext cx="1682496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447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2921000"/>
            <a:ext cx="8290560" cy="69621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75520" y="2921000"/>
            <a:ext cx="8290560" cy="69621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529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1" y="584201"/>
            <a:ext cx="16824960" cy="212090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662" y="2689861"/>
            <a:ext cx="8252459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3662" y="4008120"/>
            <a:ext cx="8252459" cy="58953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75520" y="2689861"/>
            <a:ext cx="8293101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75520" y="4008120"/>
            <a:ext cx="8293101" cy="58953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841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7123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785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2" y="731520"/>
            <a:ext cx="629157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101" y="1579881"/>
            <a:ext cx="987552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2" y="3291840"/>
            <a:ext cx="629157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6656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662" y="731520"/>
            <a:ext cx="6291579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93101" y="1579881"/>
            <a:ext cx="987552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3662" y="3291840"/>
            <a:ext cx="6291579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4349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1510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9840" y="584200"/>
            <a:ext cx="4206240" cy="929894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1120" y="584200"/>
            <a:ext cx="12374880" cy="929894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5966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57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584201"/>
            <a:ext cx="1682496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2921000"/>
            <a:ext cx="1682496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1120" y="10170161"/>
            <a:ext cx="43891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61760" y="10170161"/>
            <a:ext cx="658368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76960" y="10170161"/>
            <a:ext cx="438912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469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ommon Materials used in 3D Printing">
            <a:extLst>
              <a:ext uri="{FF2B5EF4-FFF2-40B4-BE49-F238E27FC236}">
                <a16:creationId xmlns:a16="http://schemas.microsoft.com/office/drawing/2014/main" id="{1DC50DA7-6426-B2A6-3E4C-70FB7AA3B5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" r="3593"/>
          <a:stretch>
            <a:fillRect/>
          </a:stretch>
        </p:blipFill>
        <p:spPr bwMode="auto">
          <a:xfrm>
            <a:off x="889000" y="1053421"/>
            <a:ext cx="13855700" cy="846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18</Words>
  <Application>Microsoft Office PowerPoint</Application>
  <PresentationFormat>Personalizado</PresentationFormat>
  <Paragraphs>18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JAIME ANTONIO HUAYTALLA PARIONA</cp:lastModifiedBy>
  <cp:revision>2</cp:revision>
  <dcterms:created xsi:type="dcterms:W3CDTF">2025-06-26T01:55:35Z</dcterms:created>
  <dcterms:modified xsi:type="dcterms:W3CDTF">2025-06-26T02:09:12Z</dcterms:modified>
</cp:coreProperties>
</file>