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1877" y="315595"/>
            <a:ext cx="8604885" cy="559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F7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2F7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86" cy="685342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2900" y="880872"/>
            <a:ext cx="7886700" cy="50977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96340"/>
          </a:xfrm>
          <a:custGeom>
            <a:avLst/>
            <a:gdLst/>
            <a:ahLst/>
            <a:cxnLst/>
            <a:rect l="l" t="t" r="r" b="b"/>
            <a:pathLst>
              <a:path w="12192000" h="1196340">
                <a:moveTo>
                  <a:pt x="12192000" y="0"/>
                </a:moveTo>
                <a:lnTo>
                  <a:pt x="0" y="0"/>
                </a:lnTo>
                <a:lnTo>
                  <a:pt x="0" y="1196339"/>
                </a:lnTo>
                <a:lnTo>
                  <a:pt x="12192000" y="119633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63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54353" y="0"/>
            <a:ext cx="11038205" cy="1251585"/>
          </a:xfrm>
          <a:custGeom>
            <a:avLst/>
            <a:gdLst/>
            <a:ahLst/>
            <a:cxnLst/>
            <a:rect l="l" t="t" r="r" b="b"/>
            <a:pathLst>
              <a:path w="11038205" h="1251585">
                <a:moveTo>
                  <a:pt x="262839" y="837692"/>
                </a:moveTo>
                <a:lnTo>
                  <a:pt x="62522" y="693674"/>
                </a:lnTo>
                <a:lnTo>
                  <a:pt x="0" y="780542"/>
                </a:lnTo>
                <a:lnTo>
                  <a:pt x="200355" y="924687"/>
                </a:lnTo>
                <a:lnTo>
                  <a:pt x="262839" y="837692"/>
                </a:lnTo>
                <a:close/>
              </a:path>
              <a:path w="11038205" h="1251585">
                <a:moveTo>
                  <a:pt x="11037646" y="41910"/>
                </a:moveTo>
                <a:lnTo>
                  <a:pt x="10928807" y="0"/>
                </a:lnTo>
                <a:lnTo>
                  <a:pt x="10598099" y="0"/>
                </a:lnTo>
                <a:lnTo>
                  <a:pt x="10598099" y="294005"/>
                </a:lnTo>
                <a:lnTo>
                  <a:pt x="9895281" y="563626"/>
                </a:lnTo>
                <a:lnTo>
                  <a:pt x="9852127" y="546989"/>
                </a:lnTo>
                <a:lnTo>
                  <a:pt x="9671634" y="477393"/>
                </a:lnTo>
                <a:lnTo>
                  <a:pt x="9685871" y="471932"/>
                </a:lnTo>
                <a:lnTo>
                  <a:pt x="10374452" y="207899"/>
                </a:lnTo>
                <a:lnTo>
                  <a:pt x="10598099" y="294005"/>
                </a:lnTo>
                <a:lnTo>
                  <a:pt x="10598099" y="0"/>
                </a:lnTo>
                <a:lnTo>
                  <a:pt x="10560253" y="0"/>
                </a:lnTo>
                <a:lnTo>
                  <a:pt x="9329496" y="471932"/>
                </a:lnTo>
                <a:lnTo>
                  <a:pt x="9329496" y="470916"/>
                </a:lnTo>
                <a:lnTo>
                  <a:pt x="9211640" y="516128"/>
                </a:lnTo>
                <a:lnTo>
                  <a:pt x="9211640" y="517144"/>
                </a:lnTo>
                <a:lnTo>
                  <a:pt x="9134043" y="546989"/>
                </a:lnTo>
                <a:lnTo>
                  <a:pt x="9134043" y="546100"/>
                </a:lnTo>
                <a:lnTo>
                  <a:pt x="9016060" y="591312"/>
                </a:lnTo>
                <a:lnTo>
                  <a:pt x="9016060" y="592201"/>
                </a:lnTo>
                <a:lnTo>
                  <a:pt x="8917254" y="630047"/>
                </a:lnTo>
                <a:lnTo>
                  <a:pt x="8905570" y="625602"/>
                </a:lnTo>
                <a:lnTo>
                  <a:pt x="8905570" y="775462"/>
                </a:lnTo>
                <a:lnTo>
                  <a:pt x="9056065" y="832993"/>
                </a:lnTo>
                <a:lnTo>
                  <a:pt x="9057843" y="1022858"/>
                </a:lnTo>
                <a:lnTo>
                  <a:pt x="9094038" y="1008888"/>
                </a:lnTo>
                <a:lnTo>
                  <a:pt x="9094673" y="847725"/>
                </a:lnTo>
                <a:lnTo>
                  <a:pt x="9253169" y="908304"/>
                </a:lnTo>
                <a:lnTo>
                  <a:pt x="9253550" y="947674"/>
                </a:lnTo>
                <a:lnTo>
                  <a:pt x="9289745" y="933704"/>
                </a:lnTo>
                <a:lnTo>
                  <a:pt x="9289745" y="922274"/>
                </a:lnTo>
                <a:lnTo>
                  <a:pt x="9490913" y="999109"/>
                </a:lnTo>
                <a:lnTo>
                  <a:pt x="9569526" y="969010"/>
                </a:lnTo>
                <a:lnTo>
                  <a:pt x="9569780" y="1026414"/>
                </a:lnTo>
                <a:lnTo>
                  <a:pt x="9608515" y="1014603"/>
                </a:lnTo>
                <a:lnTo>
                  <a:pt x="9611055" y="1251204"/>
                </a:lnTo>
                <a:lnTo>
                  <a:pt x="9646996" y="1237361"/>
                </a:lnTo>
                <a:lnTo>
                  <a:pt x="9648063" y="1014603"/>
                </a:lnTo>
                <a:lnTo>
                  <a:pt x="9648139" y="1001268"/>
                </a:lnTo>
                <a:lnTo>
                  <a:pt x="9685096" y="984631"/>
                </a:lnTo>
                <a:lnTo>
                  <a:pt x="9685223" y="969010"/>
                </a:lnTo>
                <a:lnTo>
                  <a:pt x="9685604" y="924687"/>
                </a:lnTo>
                <a:lnTo>
                  <a:pt x="9691903" y="922274"/>
                </a:lnTo>
                <a:lnTo>
                  <a:pt x="9765233" y="894207"/>
                </a:lnTo>
                <a:lnTo>
                  <a:pt x="9765360" y="951103"/>
                </a:lnTo>
                <a:lnTo>
                  <a:pt x="9804222" y="939419"/>
                </a:lnTo>
                <a:lnTo>
                  <a:pt x="9806635" y="1176020"/>
                </a:lnTo>
                <a:lnTo>
                  <a:pt x="9842703" y="1162177"/>
                </a:lnTo>
                <a:lnTo>
                  <a:pt x="9843770" y="939419"/>
                </a:lnTo>
                <a:lnTo>
                  <a:pt x="9843846" y="926084"/>
                </a:lnTo>
                <a:lnTo>
                  <a:pt x="9880803" y="909447"/>
                </a:lnTo>
                <a:lnTo>
                  <a:pt x="9880930" y="894207"/>
                </a:lnTo>
                <a:lnTo>
                  <a:pt x="9881311" y="849884"/>
                </a:lnTo>
                <a:lnTo>
                  <a:pt x="9886950" y="847725"/>
                </a:lnTo>
                <a:lnTo>
                  <a:pt x="9960940" y="819404"/>
                </a:lnTo>
                <a:lnTo>
                  <a:pt x="9961067" y="876046"/>
                </a:lnTo>
                <a:lnTo>
                  <a:pt x="9999929" y="864362"/>
                </a:lnTo>
                <a:lnTo>
                  <a:pt x="10002215" y="1100963"/>
                </a:lnTo>
                <a:lnTo>
                  <a:pt x="10038410" y="1086993"/>
                </a:lnTo>
                <a:lnTo>
                  <a:pt x="10039248" y="864362"/>
                </a:lnTo>
                <a:lnTo>
                  <a:pt x="10039299" y="850900"/>
                </a:lnTo>
                <a:lnTo>
                  <a:pt x="10076256" y="834263"/>
                </a:lnTo>
                <a:lnTo>
                  <a:pt x="10076409" y="819404"/>
                </a:lnTo>
                <a:lnTo>
                  <a:pt x="10076891" y="775081"/>
                </a:lnTo>
                <a:lnTo>
                  <a:pt x="10156520" y="744474"/>
                </a:lnTo>
                <a:lnTo>
                  <a:pt x="10156774" y="800862"/>
                </a:lnTo>
                <a:lnTo>
                  <a:pt x="10195636" y="789178"/>
                </a:lnTo>
                <a:lnTo>
                  <a:pt x="10197922" y="1025779"/>
                </a:lnTo>
                <a:lnTo>
                  <a:pt x="10234117" y="1011809"/>
                </a:lnTo>
                <a:lnTo>
                  <a:pt x="10234955" y="789178"/>
                </a:lnTo>
                <a:lnTo>
                  <a:pt x="10235006" y="775843"/>
                </a:lnTo>
                <a:lnTo>
                  <a:pt x="10271963" y="759206"/>
                </a:lnTo>
                <a:lnTo>
                  <a:pt x="10272077" y="744474"/>
                </a:lnTo>
                <a:lnTo>
                  <a:pt x="10272471" y="700151"/>
                </a:lnTo>
                <a:lnTo>
                  <a:pt x="10352100" y="669671"/>
                </a:lnTo>
                <a:lnTo>
                  <a:pt x="10352227" y="725678"/>
                </a:lnTo>
                <a:lnTo>
                  <a:pt x="10391343" y="713994"/>
                </a:lnTo>
                <a:lnTo>
                  <a:pt x="10393502" y="950595"/>
                </a:lnTo>
                <a:lnTo>
                  <a:pt x="10429570" y="936625"/>
                </a:lnTo>
                <a:lnTo>
                  <a:pt x="10430637" y="713994"/>
                </a:lnTo>
                <a:lnTo>
                  <a:pt x="10430713" y="700659"/>
                </a:lnTo>
                <a:lnTo>
                  <a:pt x="10467670" y="684022"/>
                </a:lnTo>
                <a:lnTo>
                  <a:pt x="10467784" y="669671"/>
                </a:lnTo>
                <a:lnTo>
                  <a:pt x="10468127" y="630047"/>
                </a:lnTo>
                <a:lnTo>
                  <a:pt x="10468178" y="625348"/>
                </a:lnTo>
                <a:lnTo>
                  <a:pt x="10547807" y="594868"/>
                </a:lnTo>
                <a:lnTo>
                  <a:pt x="10547934" y="650494"/>
                </a:lnTo>
                <a:lnTo>
                  <a:pt x="10586796" y="638937"/>
                </a:lnTo>
                <a:lnTo>
                  <a:pt x="10589209" y="875411"/>
                </a:lnTo>
                <a:lnTo>
                  <a:pt x="10625277" y="861441"/>
                </a:lnTo>
                <a:lnTo>
                  <a:pt x="10626344" y="638937"/>
                </a:lnTo>
                <a:lnTo>
                  <a:pt x="10626420" y="625475"/>
                </a:lnTo>
                <a:lnTo>
                  <a:pt x="10663250" y="608838"/>
                </a:lnTo>
                <a:lnTo>
                  <a:pt x="10663390" y="594868"/>
                </a:lnTo>
                <a:lnTo>
                  <a:pt x="10663733" y="563626"/>
                </a:lnTo>
                <a:lnTo>
                  <a:pt x="10663885" y="550418"/>
                </a:lnTo>
                <a:lnTo>
                  <a:pt x="10743387" y="520065"/>
                </a:lnTo>
                <a:lnTo>
                  <a:pt x="10743641" y="575437"/>
                </a:lnTo>
                <a:lnTo>
                  <a:pt x="10782503" y="563753"/>
                </a:lnTo>
                <a:lnTo>
                  <a:pt x="10784916" y="800227"/>
                </a:lnTo>
                <a:lnTo>
                  <a:pt x="10820857" y="786257"/>
                </a:lnTo>
                <a:lnTo>
                  <a:pt x="10821810" y="563753"/>
                </a:lnTo>
                <a:lnTo>
                  <a:pt x="10821873" y="550418"/>
                </a:lnTo>
                <a:lnTo>
                  <a:pt x="10858957" y="533781"/>
                </a:lnTo>
                <a:lnTo>
                  <a:pt x="10859072" y="520065"/>
                </a:lnTo>
                <a:lnTo>
                  <a:pt x="10859465" y="475615"/>
                </a:lnTo>
                <a:lnTo>
                  <a:pt x="10939094" y="445135"/>
                </a:lnTo>
                <a:lnTo>
                  <a:pt x="10939348" y="500253"/>
                </a:lnTo>
                <a:lnTo>
                  <a:pt x="10978083" y="488569"/>
                </a:lnTo>
                <a:lnTo>
                  <a:pt x="10980369" y="725043"/>
                </a:lnTo>
                <a:lnTo>
                  <a:pt x="11016564" y="711200"/>
                </a:lnTo>
                <a:lnTo>
                  <a:pt x="11017517" y="488569"/>
                </a:lnTo>
                <a:lnTo>
                  <a:pt x="11017580" y="475107"/>
                </a:lnTo>
                <a:lnTo>
                  <a:pt x="11037646" y="466090"/>
                </a:lnTo>
                <a:lnTo>
                  <a:pt x="11037646" y="445135"/>
                </a:lnTo>
                <a:lnTo>
                  <a:pt x="11037646" y="207899"/>
                </a:lnTo>
                <a:lnTo>
                  <a:pt x="11037646" y="419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4353" y="693673"/>
            <a:ext cx="262890" cy="231140"/>
          </a:xfrm>
          <a:custGeom>
            <a:avLst/>
            <a:gdLst/>
            <a:ahLst/>
            <a:cxnLst/>
            <a:rect l="l" t="t" r="r" b="b"/>
            <a:pathLst>
              <a:path w="262890" h="231140">
                <a:moveTo>
                  <a:pt x="62522" y="0"/>
                </a:moveTo>
                <a:lnTo>
                  <a:pt x="262839" y="144017"/>
                </a:lnTo>
                <a:lnTo>
                  <a:pt x="200355" y="231012"/>
                </a:lnTo>
                <a:lnTo>
                  <a:pt x="0" y="86867"/>
                </a:lnTo>
                <a:lnTo>
                  <a:pt x="62522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15005" y="547751"/>
            <a:ext cx="85343" cy="8534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53001" y="253031"/>
            <a:ext cx="85375" cy="85375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53748" y="9398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30395" y="0"/>
                </a:moveTo>
                <a:lnTo>
                  <a:pt x="17154" y="4905"/>
                </a:lnTo>
                <a:lnTo>
                  <a:pt x="6435" y="14859"/>
                </a:lnTo>
                <a:lnTo>
                  <a:pt x="423" y="28180"/>
                </a:lnTo>
                <a:lnTo>
                  <a:pt x="0" y="42275"/>
                </a:lnTo>
                <a:lnTo>
                  <a:pt x="4896" y="55489"/>
                </a:lnTo>
                <a:lnTo>
                  <a:pt x="14843" y="66167"/>
                </a:lnTo>
                <a:lnTo>
                  <a:pt x="28167" y="72215"/>
                </a:lnTo>
                <a:lnTo>
                  <a:pt x="42273" y="72644"/>
                </a:lnTo>
                <a:lnTo>
                  <a:pt x="55510" y="67738"/>
                </a:lnTo>
                <a:lnTo>
                  <a:pt x="66227" y="57785"/>
                </a:lnTo>
                <a:lnTo>
                  <a:pt x="72239" y="44463"/>
                </a:lnTo>
                <a:lnTo>
                  <a:pt x="72664" y="30368"/>
                </a:lnTo>
                <a:lnTo>
                  <a:pt x="67772" y="17154"/>
                </a:lnTo>
                <a:lnTo>
                  <a:pt x="57832" y="6476"/>
                </a:lnTo>
                <a:lnTo>
                  <a:pt x="44506" y="428"/>
                </a:lnTo>
                <a:lnTo>
                  <a:pt x="3039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53748" y="93980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6435" y="14859"/>
                </a:moveTo>
                <a:lnTo>
                  <a:pt x="17154" y="4905"/>
                </a:lnTo>
                <a:lnTo>
                  <a:pt x="30395" y="0"/>
                </a:lnTo>
                <a:lnTo>
                  <a:pt x="44506" y="428"/>
                </a:lnTo>
                <a:lnTo>
                  <a:pt x="57832" y="6476"/>
                </a:lnTo>
                <a:lnTo>
                  <a:pt x="67772" y="17154"/>
                </a:lnTo>
                <a:lnTo>
                  <a:pt x="72664" y="30368"/>
                </a:lnTo>
                <a:lnTo>
                  <a:pt x="72239" y="44463"/>
                </a:lnTo>
                <a:lnTo>
                  <a:pt x="66227" y="57785"/>
                </a:lnTo>
                <a:lnTo>
                  <a:pt x="55510" y="67738"/>
                </a:lnTo>
                <a:lnTo>
                  <a:pt x="42273" y="72644"/>
                </a:lnTo>
                <a:lnTo>
                  <a:pt x="28167" y="72215"/>
                </a:lnTo>
                <a:lnTo>
                  <a:pt x="14843" y="66167"/>
                </a:lnTo>
                <a:lnTo>
                  <a:pt x="4896" y="55489"/>
                </a:lnTo>
                <a:lnTo>
                  <a:pt x="0" y="42275"/>
                </a:lnTo>
                <a:lnTo>
                  <a:pt x="423" y="28180"/>
                </a:lnTo>
                <a:lnTo>
                  <a:pt x="6435" y="14859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8720" y="91487"/>
            <a:ext cx="85372" cy="8537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45148" y="103806"/>
            <a:ext cx="85364" cy="8542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5244" y="719693"/>
            <a:ext cx="85372" cy="8535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585457" y="174879"/>
            <a:ext cx="167640" cy="134620"/>
          </a:xfrm>
          <a:custGeom>
            <a:avLst/>
            <a:gdLst/>
            <a:ahLst/>
            <a:cxnLst/>
            <a:rect l="l" t="t" r="r" b="b"/>
            <a:pathLst>
              <a:path w="167640" h="134620">
                <a:moveTo>
                  <a:pt x="20599" y="0"/>
                </a:moveTo>
                <a:lnTo>
                  <a:pt x="0" y="28701"/>
                </a:lnTo>
                <a:lnTo>
                  <a:pt x="146761" y="134239"/>
                </a:lnTo>
                <a:lnTo>
                  <a:pt x="167360" y="105537"/>
                </a:lnTo>
                <a:lnTo>
                  <a:pt x="205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585457" y="174879"/>
            <a:ext cx="167640" cy="134620"/>
          </a:xfrm>
          <a:custGeom>
            <a:avLst/>
            <a:gdLst/>
            <a:ahLst/>
            <a:cxnLst/>
            <a:rect l="l" t="t" r="r" b="b"/>
            <a:pathLst>
              <a:path w="167640" h="134620">
                <a:moveTo>
                  <a:pt x="20599" y="0"/>
                </a:moveTo>
                <a:lnTo>
                  <a:pt x="167360" y="105537"/>
                </a:lnTo>
                <a:lnTo>
                  <a:pt x="146761" y="134239"/>
                </a:lnTo>
                <a:lnTo>
                  <a:pt x="0" y="28701"/>
                </a:lnTo>
                <a:lnTo>
                  <a:pt x="20599" y="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2030" y="859408"/>
            <a:ext cx="107683" cy="104648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81352" y="383793"/>
            <a:ext cx="180467" cy="16446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6733" y="334518"/>
            <a:ext cx="85343" cy="85343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28369" y="244983"/>
            <a:ext cx="85343" cy="85344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03388" y="827405"/>
            <a:ext cx="275590" cy="222250"/>
          </a:xfrm>
          <a:custGeom>
            <a:avLst/>
            <a:gdLst/>
            <a:ahLst/>
            <a:cxnLst/>
            <a:rect l="l" t="t" r="r" b="b"/>
            <a:pathLst>
              <a:path w="275590" h="222250">
                <a:moveTo>
                  <a:pt x="35206" y="0"/>
                </a:moveTo>
                <a:lnTo>
                  <a:pt x="0" y="49022"/>
                </a:lnTo>
                <a:lnTo>
                  <a:pt x="240400" y="221869"/>
                </a:lnTo>
                <a:lnTo>
                  <a:pt x="275592" y="172847"/>
                </a:lnTo>
                <a:lnTo>
                  <a:pt x="352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03388" y="3555"/>
            <a:ext cx="2632710" cy="1045844"/>
          </a:xfrm>
          <a:custGeom>
            <a:avLst/>
            <a:gdLst/>
            <a:ahLst/>
            <a:cxnLst/>
            <a:rect l="l" t="t" r="r" b="b"/>
            <a:pathLst>
              <a:path w="2632710" h="1045844">
                <a:moveTo>
                  <a:pt x="35206" y="823849"/>
                </a:moveTo>
                <a:lnTo>
                  <a:pt x="275592" y="996696"/>
                </a:lnTo>
                <a:lnTo>
                  <a:pt x="240400" y="1045718"/>
                </a:lnTo>
                <a:lnTo>
                  <a:pt x="0" y="872871"/>
                </a:lnTo>
                <a:lnTo>
                  <a:pt x="35206" y="823849"/>
                </a:lnTo>
                <a:close/>
              </a:path>
              <a:path w="2632710" h="1045844">
                <a:moveTo>
                  <a:pt x="1386829" y="0"/>
                </a:moveTo>
                <a:lnTo>
                  <a:pt x="2211821" y="606044"/>
                </a:lnTo>
                <a:lnTo>
                  <a:pt x="2632572" y="593471"/>
                </a:lnTo>
              </a:path>
              <a:path w="2632710" h="1045844">
                <a:moveTo>
                  <a:pt x="446382" y="7366"/>
                </a:moveTo>
                <a:lnTo>
                  <a:pt x="517984" y="197739"/>
                </a:lnTo>
              </a:path>
              <a:path w="2632710" h="1045844">
                <a:moveTo>
                  <a:pt x="639765" y="7620"/>
                </a:moveTo>
                <a:lnTo>
                  <a:pt x="680747" y="90424"/>
                </a:lnTo>
              </a:path>
              <a:path w="2632710" h="1045844">
                <a:moveTo>
                  <a:pt x="802566" y="17779"/>
                </a:moveTo>
                <a:lnTo>
                  <a:pt x="832081" y="94234"/>
                </a:lnTo>
              </a:path>
              <a:path w="2632710" h="1045844">
                <a:moveTo>
                  <a:pt x="942533" y="8890"/>
                </a:moveTo>
                <a:lnTo>
                  <a:pt x="978499" y="106679"/>
                </a:lnTo>
              </a:path>
              <a:path w="2632710" h="1045844">
                <a:moveTo>
                  <a:pt x="1251066" y="1777"/>
                </a:moveTo>
                <a:lnTo>
                  <a:pt x="1371081" y="282828"/>
                </a:lnTo>
              </a:path>
              <a:path w="2632710" h="1045844">
                <a:moveTo>
                  <a:pt x="1343014" y="2032"/>
                </a:moveTo>
                <a:lnTo>
                  <a:pt x="1482714" y="34112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38922" y="640953"/>
            <a:ext cx="104790" cy="104806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99015" y="790559"/>
            <a:ext cx="104817" cy="104806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54159" y="1054084"/>
            <a:ext cx="104817" cy="104806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0" y="0"/>
            <a:ext cx="2559685" cy="1060450"/>
          </a:xfrm>
          <a:custGeom>
            <a:avLst/>
            <a:gdLst/>
            <a:ahLst/>
            <a:cxnLst/>
            <a:rect l="l" t="t" r="r" b="b"/>
            <a:pathLst>
              <a:path w="2559685" h="1060450">
                <a:moveTo>
                  <a:pt x="1924557" y="327659"/>
                </a:moveTo>
                <a:lnTo>
                  <a:pt x="2559303" y="301625"/>
                </a:lnTo>
              </a:path>
              <a:path w="2559685" h="1060450">
                <a:moveTo>
                  <a:pt x="1566036" y="69215"/>
                </a:moveTo>
                <a:lnTo>
                  <a:pt x="1710943" y="422401"/>
                </a:lnTo>
              </a:path>
              <a:path w="2559685" h="1060450">
                <a:moveTo>
                  <a:pt x="0" y="773950"/>
                </a:moveTo>
                <a:lnTo>
                  <a:pt x="171602" y="768350"/>
                </a:lnTo>
              </a:path>
              <a:path w="2559685" h="1060450">
                <a:moveTo>
                  <a:pt x="0" y="851446"/>
                </a:moveTo>
                <a:lnTo>
                  <a:pt x="125785" y="854075"/>
                </a:lnTo>
              </a:path>
              <a:path w="2559685" h="1060450">
                <a:moveTo>
                  <a:pt x="484949" y="684657"/>
                </a:moveTo>
                <a:lnTo>
                  <a:pt x="599046" y="1060450"/>
                </a:lnTo>
              </a:path>
              <a:path w="2559685" h="1060450">
                <a:moveTo>
                  <a:pt x="837196" y="750951"/>
                </a:moveTo>
                <a:lnTo>
                  <a:pt x="1185621" y="737108"/>
                </a:lnTo>
              </a:path>
              <a:path w="2559685" h="1060450">
                <a:moveTo>
                  <a:pt x="144081" y="0"/>
                </a:moveTo>
                <a:lnTo>
                  <a:pt x="247040" y="322579"/>
                </a:lnTo>
                <a:lnTo>
                  <a:pt x="916990" y="807847"/>
                </a:lnTo>
              </a:path>
              <a:path w="2559685" h="1060450">
                <a:moveTo>
                  <a:pt x="0" y="26753"/>
                </a:moveTo>
                <a:lnTo>
                  <a:pt x="42280" y="57657"/>
                </a:lnTo>
                <a:lnTo>
                  <a:pt x="156781" y="442595"/>
                </a:lnTo>
                <a:lnTo>
                  <a:pt x="788339" y="902842"/>
                </a:lnTo>
              </a:path>
              <a:path w="2559685" h="1060450">
                <a:moveTo>
                  <a:pt x="586663" y="568578"/>
                </a:moveTo>
                <a:lnTo>
                  <a:pt x="1001941" y="562228"/>
                </a:lnTo>
                <a:lnTo>
                  <a:pt x="1208773" y="710946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4776" y="827786"/>
            <a:ext cx="263175" cy="231648"/>
          </a:xfrm>
          <a:prstGeom prst="rect">
            <a:avLst/>
          </a:prstGeom>
        </p:spPr>
      </p:pic>
      <p:sp>
        <p:nvSpPr>
          <p:cNvPr id="39" name="bg object 39"/>
          <p:cNvSpPr/>
          <p:nvPr/>
        </p:nvSpPr>
        <p:spPr>
          <a:xfrm>
            <a:off x="940968" y="168275"/>
            <a:ext cx="614045" cy="506095"/>
          </a:xfrm>
          <a:custGeom>
            <a:avLst/>
            <a:gdLst/>
            <a:ahLst/>
            <a:cxnLst/>
            <a:rect l="l" t="t" r="r" b="b"/>
            <a:pathLst>
              <a:path w="614044" h="506095">
                <a:moveTo>
                  <a:pt x="0" y="0"/>
                </a:moveTo>
                <a:lnTo>
                  <a:pt x="16154" y="75819"/>
                </a:lnTo>
                <a:lnTo>
                  <a:pt x="614019" y="50571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54225" y="149809"/>
            <a:ext cx="8484870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5421" y="1686559"/>
            <a:ext cx="8536305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2F7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jp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8530" y="4807407"/>
            <a:ext cx="4446270" cy="17447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500" spc="-30" dirty="0">
                <a:solidFill>
                  <a:srgbClr val="FFFFFF"/>
                </a:solidFill>
                <a:latin typeface="Calibri Light"/>
                <a:cs typeface="Calibri Light"/>
              </a:rPr>
              <a:t>INTELIGENCIA</a:t>
            </a:r>
            <a:r>
              <a:rPr sz="3500" spc="-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500" spc="-20" dirty="0">
                <a:solidFill>
                  <a:srgbClr val="FFFFFF"/>
                </a:solidFill>
                <a:latin typeface="Calibri Light"/>
                <a:cs typeface="Calibri Light"/>
              </a:rPr>
              <a:t>ARTIFICIAL</a:t>
            </a:r>
            <a:endParaRPr lang="es-ES" sz="3500" spc="-20" dirty="0">
              <a:solidFill>
                <a:srgbClr val="FFFFFF"/>
              </a:solidFill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s-PE" sz="3500" spc="-20" dirty="0">
              <a:solidFill>
                <a:srgbClr val="FFFFFF"/>
              </a:solidFill>
              <a:latin typeface="Calibri Light"/>
              <a:cs typeface="Calibri Light"/>
            </a:endParaRPr>
          </a:p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s-PE"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Ing. Jaime Huaytalla Pariona</a:t>
            </a:r>
          </a:p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es-PE"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jhuaytalla@uncp.edu.pe  </a:t>
            </a:r>
            <a:endParaRPr lang="es-ES" sz="3500" spc="-20" dirty="0">
              <a:solidFill>
                <a:srgbClr val="FFFFFF"/>
              </a:solidFill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25641" y="798575"/>
            <a:ext cx="4197350" cy="6464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7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Introducción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Inteligencia</a:t>
            </a:r>
            <a:r>
              <a:rPr sz="1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Artificial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y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Aprendizaje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Supervisado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21707" y="103212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53324" y="790955"/>
            <a:ext cx="957580" cy="957580"/>
          </a:xfrm>
          <a:custGeom>
            <a:avLst/>
            <a:gdLst/>
            <a:ahLst/>
            <a:cxnLst/>
            <a:rect l="l" t="t" r="r" b="b"/>
            <a:pathLst>
              <a:path w="957579" h="957580">
                <a:moveTo>
                  <a:pt x="478567" y="0"/>
                </a:moveTo>
                <a:lnTo>
                  <a:pt x="438723" y="11947"/>
                </a:lnTo>
                <a:lnTo>
                  <a:pt x="21240" y="427355"/>
                </a:lnTo>
                <a:lnTo>
                  <a:pt x="0" y="478536"/>
                </a:lnTo>
                <a:lnTo>
                  <a:pt x="5310" y="505793"/>
                </a:lnTo>
                <a:lnTo>
                  <a:pt x="21240" y="529717"/>
                </a:lnTo>
                <a:lnTo>
                  <a:pt x="427386" y="935863"/>
                </a:lnTo>
                <a:lnTo>
                  <a:pt x="451310" y="951793"/>
                </a:lnTo>
                <a:lnTo>
                  <a:pt x="478567" y="957103"/>
                </a:lnTo>
                <a:lnTo>
                  <a:pt x="505825" y="951793"/>
                </a:lnTo>
                <a:lnTo>
                  <a:pt x="529748" y="935863"/>
                </a:lnTo>
                <a:lnTo>
                  <a:pt x="588835" y="876776"/>
                </a:lnTo>
                <a:lnTo>
                  <a:pt x="478567" y="876776"/>
                </a:lnTo>
                <a:lnTo>
                  <a:pt x="457711" y="872751"/>
                </a:lnTo>
                <a:lnTo>
                  <a:pt x="439451" y="860679"/>
                </a:lnTo>
                <a:lnTo>
                  <a:pt x="96424" y="517652"/>
                </a:lnTo>
                <a:lnTo>
                  <a:pt x="84351" y="499391"/>
                </a:lnTo>
                <a:lnTo>
                  <a:pt x="80327" y="478536"/>
                </a:lnTo>
                <a:lnTo>
                  <a:pt x="84351" y="457680"/>
                </a:lnTo>
                <a:lnTo>
                  <a:pt x="439451" y="96393"/>
                </a:lnTo>
                <a:lnTo>
                  <a:pt x="478567" y="80264"/>
                </a:lnTo>
                <a:lnTo>
                  <a:pt x="588803" y="80264"/>
                </a:lnTo>
                <a:lnTo>
                  <a:pt x="529748" y="21209"/>
                </a:lnTo>
                <a:lnTo>
                  <a:pt x="518412" y="11947"/>
                </a:lnTo>
                <a:lnTo>
                  <a:pt x="505825" y="5318"/>
                </a:lnTo>
                <a:lnTo>
                  <a:pt x="492404" y="1331"/>
                </a:lnTo>
                <a:lnTo>
                  <a:pt x="478567" y="0"/>
                </a:lnTo>
                <a:close/>
              </a:path>
              <a:path w="957579" h="957580">
                <a:moveTo>
                  <a:pt x="588803" y="80264"/>
                </a:moveTo>
                <a:lnTo>
                  <a:pt x="478567" y="80264"/>
                </a:lnTo>
                <a:lnTo>
                  <a:pt x="489180" y="81283"/>
                </a:lnTo>
                <a:lnTo>
                  <a:pt x="499459" y="84328"/>
                </a:lnTo>
                <a:lnTo>
                  <a:pt x="860710" y="439420"/>
                </a:lnTo>
                <a:lnTo>
                  <a:pt x="876998" y="478536"/>
                </a:lnTo>
                <a:lnTo>
                  <a:pt x="872926" y="499391"/>
                </a:lnTo>
                <a:lnTo>
                  <a:pt x="860710" y="517652"/>
                </a:lnTo>
                <a:lnTo>
                  <a:pt x="517683" y="860679"/>
                </a:lnTo>
                <a:lnTo>
                  <a:pt x="499423" y="872751"/>
                </a:lnTo>
                <a:lnTo>
                  <a:pt x="478567" y="876776"/>
                </a:lnTo>
                <a:lnTo>
                  <a:pt x="588835" y="876776"/>
                </a:lnTo>
                <a:lnTo>
                  <a:pt x="935894" y="529717"/>
                </a:lnTo>
                <a:lnTo>
                  <a:pt x="951825" y="505793"/>
                </a:lnTo>
                <a:lnTo>
                  <a:pt x="957135" y="478536"/>
                </a:lnTo>
                <a:lnTo>
                  <a:pt x="951825" y="451278"/>
                </a:lnTo>
                <a:lnTo>
                  <a:pt x="935894" y="427355"/>
                </a:lnTo>
                <a:lnTo>
                  <a:pt x="588803" y="80264"/>
                </a:lnTo>
                <a:close/>
              </a:path>
            </a:pathLst>
          </a:custGeom>
          <a:solidFill>
            <a:srgbClr val="1F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596253" y="2237395"/>
            <a:ext cx="4027170" cy="647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8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Supervisado: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Regresión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Redes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Neuronales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aplicado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problemas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regresión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18734" y="2472054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50732" y="2229611"/>
            <a:ext cx="957580" cy="958850"/>
          </a:xfrm>
          <a:custGeom>
            <a:avLst/>
            <a:gdLst/>
            <a:ahLst/>
            <a:cxnLst/>
            <a:rect l="l" t="t" r="r" b="b"/>
            <a:pathLst>
              <a:path w="957579" h="958850">
                <a:moveTo>
                  <a:pt x="478567" y="0"/>
                </a:moveTo>
                <a:lnTo>
                  <a:pt x="438723" y="11947"/>
                </a:lnTo>
                <a:lnTo>
                  <a:pt x="21240" y="427989"/>
                </a:lnTo>
                <a:lnTo>
                  <a:pt x="0" y="479298"/>
                </a:lnTo>
                <a:lnTo>
                  <a:pt x="5310" y="506606"/>
                </a:lnTo>
                <a:lnTo>
                  <a:pt x="21240" y="530605"/>
                </a:lnTo>
                <a:lnTo>
                  <a:pt x="427386" y="937387"/>
                </a:lnTo>
                <a:lnTo>
                  <a:pt x="451310" y="953317"/>
                </a:lnTo>
                <a:lnTo>
                  <a:pt x="478567" y="958627"/>
                </a:lnTo>
                <a:lnTo>
                  <a:pt x="505825" y="953317"/>
                </a:lnTo>
                <a:lnTo>
                  <a:pt x="529748" y="937387"/>
                </a:lnTo>
                <a:lnTo>
                  <a:pt x="588901" y="878141"/>
                </a:lnTo>
                <a:lnTo>
                  <a:pt x="478567" y="878141"/>
                </a:lnTo>
                <a:lnTo>
                  <a:pt x="457711" y="874093"/>
                </a:lnTo>
                <a:lnTo>
                  <a:pt x="439451" y="861949"/>
                </a:lnTo>
                <a:lnTo>
                  <a:pt x="96424" y="518540"/>
                </a:lnTo>
                <a:lnTo>
                  <a:pt x="84351" y="500205"/>
                </a:lnTo>
                <a:lnTo>
                  <a:pt x="80327" y="479298"/>
                </a:lnTo>
                <a:lnTo>
                  <a:pt x="84351" y="458390"/>
                </a:lnTo>
                <a:lnTo>
                  <a:pt x="439451" y="96647"/>
                </a:lnTo>
                <a:lnTo>
                  <a:pt x="478567" y="80390"/>
                </a:lnTo>
                <a:lnTo>
                  <a:pt x="588838" y="80390"/>
                </a:lnTo>
                <a:lnTo>
                  <a:pt x="529748" y="21209"/>
                </a:lnTo>
                <a:lnTo>
                  <a:pt x="518412" y="11947"/>
                </a:lnTo>
                <a:lnTo>
                  <a:pt x="505825" y="5318"/>
                </a:lnTo>
                <a:lnTo>
                  <a:pt x="492404" y="1331"/>
                </a:lnTo>
                <a:lnTo>
                  <a:pt x="478567" y="0"/>
                </a:lnTo>
                <a:close/>
              </a:path>
              <a:path w="957579" h="958850">
                <a:moveTo>
                  <a:pt x="588838" y="80390"/>
                </a:moveTo>
                <a:lnTo>
                  <a:pt x="478567" y="80390"/>
                </a:lnTo>
                <a:lnTo>
                  <a:pt x="489180" y="81412"/>
                </a:lnTo>
                <a:lnTo>
                  <a:pt x="499459" y="84470"/>
                </a:lnTo>
                <a:lnTo>
                  <a:pt x="860710" y="440054"/>
                </a:lnTo>
                <a:lnTo>
                  <a:pt x="876998" y="479298"/>
                </a:lnTo>
                <a:lnTo>
                  <a:pt x="872926" y="500205"/>
                </a:lnTo>
                <a:lnTo>
                  <a:pt x="860710" y="518540"/>
                </a:lnTo>
                <a:lnTo>
                  <a:pt x="517683" y="861949"/>
                </a:lnTo>
                <a:lnTo>
                  <a:pt x="499423" y="874093"/>
                </a:lnTo>
                <a:lnTo>
                  <a:pt x="478567" y="878141"/>
                </a:lnTo>
                <a:lnTo>
                  <a:pt x="588901" y="878141"/>
                </a:lnTo>
                <a:lnTo>
                  <a:pt x="935894" y="530605"/>
                </a:lnTo>
                <a:lnTo>
                  <a:pt x="951825" y="506606"/>
                </a:lnTo>
                <a:lnTo>
                  <a:pt x="957135" y="479298"/>
                </a:lnTo>
                <a:lnTo>
                  <a:pt x="951825" y="451989"/>
                </a:lnTo>
                <a:lnTo>
                  <a:pt x="935894" y="427989"/>
                </a:lnTo>
                <a:lnTo>
                  <a:pt x="588838" y="80390"/>
                </a:lnTo>
                <a:close/>
              </a:path>
            </a:pathLst>
          </a:custGeom>
          <a:solidFill>
            <a:srgbClr val="09A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44588" y="3677003"/>
            <a:ext cx="4321175" cy="64833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88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Supervisado: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Clasificación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Redes</a:t>
            </a:r>
            <a:r>
              <a:rPr sz="1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Neuronales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aplicado</a:t>
            </a:r>
            <a:r>
              <a:rPr sz="1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problemas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2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clasificación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21348" y="3911853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20771" y="3669791"/>
            <a:ext cx="1021080" cy="958850"/>
          </a:xfrm>
          <a:custGeom>
            <a:avLst/>
            <a:gdLst/>
            <a:ahLst/>
            <a:cxnLst/>
            <a:rect l="l" t="t" r="r" b="b"/>
            <a:pathLst>
              <a:path w="1021079" h="958850">
                <a:moveTo>
                  <a:pt x="510508" y="0"/>
                </a:moveTo>
                <a:lnTo>
                  <a:pt x="468020" y="11947"/>
                </a:lnTo>
                <a:lnTo>
                  <a:pt x="22574" y="427989"/>
                </a:lnTo>
                <a:lnTo>
                  <a:pt x="0" y="479297"/>
                </a:lnTo>
                <a:lnTo>
                  <a:pt x="5643" y="506606"/>
                </a:lnTo>
                <a:lnTo>
                  <a:pt x="22574" y="530605"/>
                </a:lnTo>
                <a:lnTo>
                  <a:pt x="455898" y="937386"/>
                </a:lnTo>
                <a:lnTo>
                  <a:pt x="481429" y="953317"/>
                </a:lnTo>
                <a:lnTo>
                  <a:pt x="510508" y="958627"/>
                </a:lnTo>
                <a:lnTo>
                  <a:pt x="539587" y="953317"/>
                </a:lnTo>
                <a:lnTo>
                  <a:pt x="565118" y="937386"/>
                </a:lnTo>
                <a:lnTo>
                  <a:pt x="628229" y="878141"/>
                </a:lnTo>
                <a:lnTo>
                  <a:pt x="510508" y="878141"/>
                </a:lnTo>
                <a:lnTo>
                  <a:pt x="488247" y="874093"/>
                </a:lnTo>
                <a:lnTo>
                  <a:pt x="468725" y="861948"/>
                </a:lnTo>
                <a:lnTo>
                  <a:pt x="102838" y="518540"/>
                </a:lnTo>
                <a:lnTo>
                  <a:pt x="89908" y="500205"/>
                </a:lnTo>
                <a:lnTo>
                  <a:pt x="85597" y="479297"/>
                </a:lnTo>
                <a:lnTo>
                  <a:pt x="89908" y="458390"/>
                </a:lnTo>
                <a:lnTo>
                  <a:pt x="468725" y="96646"/>
                </a:lnTo>
                <a:lnTo>
                  <a:pt x="510508" y="80390"/>
                </a:lnTo>
                <a:lnTo>
                  <a:pt x="628161" y="80390"/>
                </a:lnTo>
                <a:lnTo>
                  <a:pt x="565118" y="21208"/>
                </a:lnTo>
                <a:lnTo>
                  <a:pt x="552995" y="11947"/>
                </a:lnTo>
                <a:lnTo>
                  <a:pt x="539575" y="5318"/>
                </a:lnTo>
                <a:lnTo>
                  <a:pt x="525273" y="1331"/>
                </a:lnTo>
                <a:lnTo>
                  <a:pt x="510508" y="0"/>
                </a:lnTo>
                <a:close/>
              </a:path>
              <a:path w="1021079" h="958850">
                <a:moveTo>
                  <a:pt x="628161" y="80390"/>
                </a:moveTo>
                <a:lnTo>
                  <a:pt x="510508" y="80390"/>
                </a:lnTo>
                <a:lnTo>
                  <a:pt x="521805" y="81412"/>
                </a:lnTo>
                <a:lnTo>
                  <a:pt x="532780" y="84470"/>
                </a:lnTo>
                <a:lnTo>
                  <a:pt x="918178" y="440054"/>
                </a:lnTo>
                <a:lnTo>
                  <a:pt x="935609" y="479297"/>
                </a:lnTo>
                <a:lnTo>
                  <a:pt x="931251" y="500205"/>
                </a:lnTo>
                <a:lnTo>
                  <a:pt x="918178" y="518540"/>
                </a:lnTo>
                <a:lnTo>
                  <a:pt x="552291" y="861948"/>
                </a:lnTo>
                <a:lnTo>
                  <a:pt x="532768" y="874093"/>
                </a:lnTo>
                <a:lnTo>
                  <a:pt x="510508" y="878141"/>
                </a:lnTo>
                <a:lnTo>
                  <a:pt x="628229" y="878141"/>
                </a:lnTo>
                <a:lnTo>
                  <a:pt x="998442" y="530605"/>
                </a:lnTo>
                <a:lnTo>
                  <a:pt x="1015372" y="506606"/>
                </a:lnTo>
                <a:lnTo>
                  <a:pt x="1021016" y="479297"/>
                </a:lnTo>
                <a:lnTo>
                  <a:pt x="1015372" y="451989"/>
                </a:lnTo>
                <a:lnTo>
                  <a:pt x="998442" y="427989"/>
                </a:lnTo>
                <a:lnTo>
                  <a:pt x="628161" y="80390"/>
                </a:lnTo>
                <a:close/>
              </a:path>
            </a:pathLst>
          </a:custGeom>
          <a:solidFill>
            <a:srgbClr val="0085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737729" y="5117043"/>
            <a:ext cx="3434079" cy="64770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880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Deep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Introducción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Redes</a:t>
            </a:r>
            <a:r>
              <a:rPr sz="1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Neuronales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Convolucionales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9956" y="5351779"/>
            <a:ext cx="421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90687" y="5109971"/>
            <a:ext cx="958850" cy="957580"/>
          </a:xfrm>
          <a:custGeom>
            <a:avLst/>
            <a:gdLst/>
            <a:ahLst/>
            <a:cxnLst/>
            <a:rect l="l" t="t" r="r" b="b"/>
            <a:pathLst>
              <a:path w="958850" h="957579">
                <a:moveTo>
                  <a:pt x="479326" y="0"/>
                </a:moveTo>
                <a:lnTo>
                  <a:pt x="439429" y="11947"/>
                </a:lnTo>
                <a:lnTo>
                  <a:pt x="21237" y="427354"/>
                </a:lnTo>
                <a:lnTo>
                  <a:pt x="0" y="478532"/>
                </a:lnTo>
                <a:lnTo>
                  <a:pt x="5307" y="505777"/>
                </a:lnTo>
                <a:lnTo>
                  <a:pt x="21237" y="529729"/>
                </a:lnTo>
                <a:lnTo>
                  <a:pt x="428018" y="935888"/>
                </a:lnTo>
                <a:lnTo>
                  <a:pt x="452017" y="951776"/>
                </a:lnTo>
                <a:lnTo>
                  <a:pt x="479326" y="957071"/>
                </a:lnTo>
                <a:lnTo>
                  <a:pt x="506635" y="951776"/>
                </a:lnTo>
                <a:lnTo>
                  <a:pt x="530634" y="935888"/>
                </a:lnTo>
                <a:lnTo>
                  <a:pt x="589818" y="876795"/>
                </a:lnTo>
                <a:lnTo>
                  <a:pt x="479326" y="876795"/>
                </a:lnTo>
                <a:lnTo>
                  <a:pt x="458419" y="872756"/>
                </a:lnTo>
                <a:lnTo>
                  <a:pt x="440083" y="860640"/>
                </a:lnTo>
                <a:lnTo>
                  <a:pt x="96675" y="517702"/>
                </a:lnTo>
                <a:lnTo>
                  <a:pt x="84531" y="499402"/>
                </a:lnTo>
                <a:lnTo>
                  <a:pt x="80486" y="478518"/>
                </a:lnTo>
                <a:lnTo>
                  <a:pt x="84531" y="457677"/>
                </a:lnTo>
                <a:lnTo>
                  <a:pt x="440083" y="96392"/>
                </a:lnTo>
                <a:lnTo>
                  <a:pt x="479326" y="80263"/>
                </a:lnTo>
                <a:lnTo>
                  <a:pt x="589782" y="80263"/>
                </a:lnTo>
                <a:lnTo>
                  <a:pt x="530634" y="21208"/>
                </a:lnTo>
                <a:lnTo>
                  <a:pt x="519224" y="11947"/>
                </a:lnTo>
                <a:lnTo>
                  <a:pt x="506600" y="5318"/>
                </a:lnTo>
                <a:lnTo>
                  <a:pt x="493165" y="1331"/>
                </a:lnTo>
                <a:lnTo>
                  <a:pt x="479326" y="0"/>
                </a:lnTo>
                <a:close/>
              </a:path>
              <a:path w="958850" h="957579">
                <a:moveTo>
                  <a:pt x="589782" y="80263"/>
                </a:moveTo>
                <a:lnTo>
                  <a:pt x="479326" y="80263"/>
                </a:lnTo>
                <a:lnTo>
                  <a:pt x="489941" y="81283"/>
                </a:lnTo>
                <a:lnTo>
                  <a:pt x="500234" y="84327"/>
                </a:lnTo>
                <a:lnTo>
                  <a:pt x="861977" y="439419"/>
                </a:lnTo>
                <a:lnTo>
                  <a:pt x="878456" y="478532"/>
                </a:lnTo>
                <a:lnTo>
                  <a:pt x="874336" y="499402"/>
                </a:lnTo>
                <a:lnTo>
                  <a:pt x="861977" y="517702"/>
                </a:lnTo>
                <a:lnTo>
                  <a:pt x="518569" y="860640"/>
                </a:lnTo>
                <a:lnTo>
                  <a:pt x="500234" y="872756"/>
                </a:lnTo>
                <a:lnTo>
                  <a:pt x="479326" y="876795"/>
                </a:lnTo>
                <a:lnTo>
                  <a:pt x="589818" y="876795"/>
                </a:lnTo>
                <a:lnTo>
                  <a:pt x="937415" y="529729"/>
                </a:lnTo>
                <a:lnTo>
                  <a:pt x="953346" y="505777"/>
                </a:lnTo>
                <a:lnTo>
                  <a:pt x="958656" y="478518"/>
                </a:lnTo>
                <a:lnTo>
                  <a:pt x="953346" y="451271"/>
                </a:lnTo>
                <a:lnTo>
                  <a:pt x="937415" y="427354"/>
                </a:lnTo>
                <a:lnTo>
                  <a:pt x="589782" y="80263"/>
                </a:lnTo>
                <a:close/>
              </a:path>
            </a:pathLst>
          </a:custGeom>
          <a:solidFill>
            <a:srgbClr val="125A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705104" y="844752"/>
            <a:ext cx="2856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" dirty="0">
                <a:latin typeface="Arial MT"/>
                <a:cs typeface="Arial MT"/>
              </a:rPr>
              <a:t>Contenidos</a:t>
            </a:r>
            <a:endParaRPr sz="4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49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9053" y="425577"/>
            <a:ext cx="52120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Machine</a:t>
            </a:r>
            <a:r>
              <a:rPr sz="4800" spc="-170" dirty="0"/>
              <a:t> </a:t>
            </a:r>
            <a:r>
              <a:rPr sz="4800" spc="-10" dirty="0"/>
              <a:t>Learning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6263385" y="1546733"/>
            <a:ext cx="5581015" cy="2591435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Inteligencia</a:t>
            </a:r>
            <a:r>
              <a:rPr sz="1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Artificial</a:t>
            </a:r>
            <a:endParaRPr sz="1800">
              <a:latin typeface="Arial"/>
              <a:cs typeface="Arial"/>
            </a:endParaRPr>
          </a:p>
          <a:p>
            <a:pPr marL="299085" marR="636270" indent="-287020">
              <a:lnSpc>
                <a:spcPct val="106700"/>
              </a:lnSpc>
              <a:spcBef>
                <a:spcPts val="82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Supervisado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Supervisado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Neurona</a:t>
            </a:r>
            <a:r>
              <a:rPr sz="1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Artificial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44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Python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(Tensor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Flow)</a:t>
            </a:r>
            <a:endParaRPr sz="1800">
              <a:latin typeface="Arial"/>
              <a:cs typeface="Arial"/>
            </a:endParaRPr>
          </a:p>
          <a:p>
            <a:pPr marL="299085" marR="5080" indent="-287020">
              <a:lnSpc>
                <a:spcPct val="107200"/>
              </a:lnSpc>
              <a:spcBef>
                <a:spcPts val="7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Laboratorio: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Programación</a:t>
            </a:r>
            <a:r>
              <a:rPr sz="18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“Hola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Mundo”</a:t>
            </a:r>
            <a:r>
              <a:rPr sz="18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supervisado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49" y="-6350"/>
            <a:ext cx="12198350" cy="1257935"/>
            <a:chOff x="-6349" y="-6350"/>
            <a:chExt cx="12198350" cy="12579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196340"/>
            </a:xfrm>
            <a:custGeom>
              <a:avLst/>
              <a:gdLst/>
              <a:ahLst/>
              <a:cxnLst/>
              <a:rect l="l" t="t" r="r" b="b"/>
              <a:pathLst>
                <a:path w="12192000" h="1196340">
                  <a:moveTo>
                    <a:pt x="12192000" y="0"/>
                  </a:moveTo>
                  <a:lnTo>
                    <a:pt x="0" y="0"/>
                  </a:lnTo>
                  <a:lnTo>
                    <a:pt x="0" y="1196339"/>
                  </a:lnTo>
                  <a:lnTo>
                    <a:pt x="12192000" y="119633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8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54353" y="0"/>
              <a:ext cx="11038205" cy="1251585"/>
            </a:xfrm>
            <a:custGeom>
              <a:avLst/>
              <a:gdLst/>
              <a:ahLst/>
              <a:cxnLst/>
              <a:rect l="l" t="t" r="r" b="b"/>
              <a:pathLst>
                <a:path w="11038205" h="1251585">
                  <a:moveTo>
                    <a:pt x="262839" y="837692"/>
                  </a:moveTo>
                  <a:lnTo>
                    <a:pt x="62522" y="693674"/>
                  </a:lnTo>
                  <a:lnTo>
                    <a:pt x="0" y="780542"/>
                  </a:lnTo>
                  <a:lnTo>
                    <a:pt x="200355" y="924687"/>
                  </a:lnTo>
                  <a:lnTo>
                    <a:pt x="262839" y="837692"/>
                  </a:lnTo>
                  <a:close/>
                </a:path>
                <a:path w="11038205" h="1251585">
                  <a:moveTo>
                    <a:pt x="11037646" y="41910"/>
                  </a:moveTo>
                  <a:lnTo>
                    <a:pt x="10928807" y="0"/>
                  </a:lnTo>
                  <a:lnTo>
                    <a:pt x="10598099" y="0"/>
                  </a:lnTo>
                  <a:lnTo>
                    <a:pt x="10598099" y="294005"/>
                  </a:lnTo>
                  <a:lnTo>
                    <a:pt x="9895281" y="563626"/>
                  </a:lnTo>
                  <a:lnTo>
                    <a:pt x="9852127" y="546989"/>
                  </a:lnTo>
                  <a:lnTo>
                    <a:pt x="9671634" y="477393"/>
                  </a:lnTo>
                  <a:lnTo>
                    <a:pt x="9685871" y="471932"/>
                  </a:lnTo>
                  <a:lnTo>
                    <a:pt x="10374452" y="207899"/>
                  </a:lnTo>
                  <a:lnTo>
                    <a:pt x="10598099" y="294005"/>
                  </a:lnTo>
                  <a:lnTo>
                    <a:pt x="10598099" y="0"/>
                  </a:lnTo>
                  <a:lnTo>
                    <a:pt x="10560253" y="0"/>
                  </a:lnTo>
                  <a:lnTo>
                    <a:pt x="9329496" y="471932"/>
                  </a:lnTo>
                  <a:lnTo>
                    <a:pt x="9329496" y="470916"/>
                  </a:lnTo>
                  <a:lnTo>
                    <a:pt x="9211640" y="516128"/>
                  </a:lnTo>
                  <a:lnTo>
                    <a:pt x="9211640" y="517144"/>
                  </a:lnTo>
                  <a:lnTo>
                    <a:pt x="9134043" y="546989"/>
                  </a:lnTo>
                  <a:lnTo>
                    <a:pt x="9134043" y="546100"/>
                  </a:lnTo>
                  <a:lnTo>
                    <a:pt x="9016060" y="591312"/>
                  </a:lnTo>
                  <a:lnTo>
                    <a:pt x="9016060" y="592201"/>
                  </a:lnTo>
                  <a:lnTo>
                    <a:pt x="8917254" y="630047"/>
                  </a:lnTo>
                  <a:lnTo>
                    <a:pt x="8905570" y="625602"/>
                  </a:lnTo>
                  <a:lnTo>
                    <a:pt x="8905570" y="775462"/>
                  </a:lnTo>
                  <a:lnTo>
                    <a:pt x="9056065" y="832993"/>
                  </a:lnTo>
                  <a:lnTo>
                    <a:pt x="9057843" y="1022858"/>
                  </a:lnTo>
                  <a:lnTo>
                    <a:pt x="9094038" y="1008888"/>
                  </a:lnTo>
                  <a:lnTo>
                    <a:pt x="9094673" y="847725"/>
                  </a:lnTo>
                  <a:lnTo>
                    <a:pt x="9253169" y="908304"/>
                  </a:lnTo>
                  <a:lnTo>
                    <a:pt x="9253550" y="947674"/>
                  </a:lnTo>
                  <a:lnTo>
                    <a:pt x="9289745" y="933704"/>
                  </a:lnTo>
                  <a:lnTo>
                    <a:pt x="9289745" y="922274"/>
                  </a:lnTo>
                  <a:lnTo>
                    <a:pt x="9490913" y="999109"/>
                  </a:lnTo>
                  <a:lnTo>
                    <a:pt x="9569526" y="969010"/>
                  </a:lnTo>
                  <a:lnTo>
                    <a:pt x="9569780" y="1026414"/>
                  </a:lnTo>
                  <a:lnTo>
                    <a:pt x="9608515" y="1014603"/>
                  </a:lnTo>
                  <a:lnTo>
                    <a:pt x="9611055" y="1251204"/>
                  </a:lnTo>
                  <a:lnTo>
                    <a:pt x="9646996" y="1237361"/>
                  </a:lnTo>
                  <a:lnTo>
                    <a:pt x="9648063" y="1014603"/>
                  </a:lnTo>
                  <a:lnTo>
                    <a:pt x="9648139" y="1001268"/>
                  </a:lnTo>
                  <a:lnTo>
                    <a:pt x="9685096" y="984631"/>
                  </a:lnTo>
                  <a:lnTo>
                    <a:pt x="9685223" y="969010"/>
                  </a:lnTo>
                  <a:lnTo>
                    <a:pt x="9685604" y="924687"/>
                  </a:lnTo>
                  <a:lnTo>
                    <a:pt x="9691903" y="922274"/>
                  </a:lnTo>
                  <a:lnTo>
                    <a:pt x="9765233" y="894207"/>
                  </a:lnTo>
                  <a:lnTo>
                    <a:pt x="9765360" y="951103"/>
                  </a:lnTo>
                  <a:lnTo>
                    <a:pt x="9804222" y="939419"/>
                  </a:lnTo>
                  <a:lnTo>
                    <a:pt x="9806635" y="1176020"/>
                  </a:lnTo>
                  <a:lnTo>
                    <a:pt x="9842703" y="1162177"/>
                  </a:lnTo>
                  <a:lnTo>
                    <a:pt x="9843770" y="939419"/>
                  </a:lnTo>
                  <a:lnTo>
                    <a:pt x="9843846" y="926084"/>
                  </a:lnTo>
                  <a:lnTo>
                    <a:pt x="9880803" y="909447"/>
                  </a:lnTo>
                  <a:lnTo>
                    <a:pt x="9880930" y="894207"/>
                  </a:lnTo>
                  <a:lnTo>
                    <a:pt x="9881311" y="849884"/>
                  </a:lnTo>
                  <a:lnTo>
                    <a:pt x="9886950" y="847725"/>
                  </a:lnTo>
                  <a:lnTo>
                    <a:pt x="9960940" y="819404"/>
                  </a:lnTo>
                  <a:lnTo>
                    <a:pt x="9961067" y="876046"/>
                  </a:lnTo>
                  <a:lnTo>
                    <a:pt x="9999929" y="864362"/>
                  </a:lnTo>
                  <a:lnTo>
                    <a:pt x="10002215" y="1100963"/>
                  </a:lnTo>
                  <a:lnTo>
                    <a:pt x="10038410" y="1086993"/>
                  </a:lnTo>
                  <a:lnTo>
                    <a:pt x="10039248" y="864362"/>
                  </a:lnTo>
                  <a:lnTo>
                    <a:pt x="10039299" y="850900"/>
                  </a:lnTo>
                  <a:lnTo>
                    <a:pt x="10076256" y="834263"/>
                  </a:lnTo>
                  <a:lnTo>
                    <a:pt x="10076409" y="819404"/>
                  </a:lnTo>
                  <a:lnTo>
                    <a:pt x="10076891" y="775081"/>
                  </a:lnTo>
                  <a:lnTo>
                    <a:pt x="10156520" y="744474"/>
                  </a:lnTo>
                  <a:lnTo>
                    <a:pt x="10156774" y="800862"/>
                  </a:lnTo>
                  <a:lnTo>
                    <a:pt x="10195636" y="789178"/>
                  </a:lnTo>
                  <a:lnTo>
                    <a:pt x="10197922" y="1025779"/>
                  </a:lnTo>
                  <a:lnTo>
                    <a:pt x="10234117" y="1011809"/>
                  </a:lnTo>
                  <a:lnTo>
                    <a:pt x="10234955" y="789178"/>
                  </a:lnTo>
                  <a:lnTo>
                    <a:pt x="10235006" y="775843"/>
                  </a:lnTo>
                  <a:lnTo>
                    <a:pt x="10271963" y="759206"/>
                  </a:lnTo>
                  <a:lnTo>
                    <a:pt x="10272077" y="744474"/>
                  </a:lnTo>
                  <a:lnTo>
                    <a:pt x="10272471" y="700151"/>
                  </a:lnTo>
                  <a:lnTo>
                    <a:pt x="10352100" y="669671"/>
                  </a:lnTo>
                  <a:lnTo>
                    <a:pt x="10352227" y="725678"/>
                  </a:lnTo>
                  <a:lnTo>
                    <a:pt x="10391343" y="713994"/>
                  </a:lnTo>
                  <a:lnTo>
                    <a:pt x="10393502" y="950595"/>
                  </a:lnTo>
                  <a:lnTo>
                    <a:pt x="10429570" y="936625"/>
                  </a:lnTo>
                  <a:lnTo>
                    <a:pt x="10430637" y="713994"/>
                  </a:lnTo>
                  <a:lnTo>
                    <a:pt x="10430713" y="700659"/>
                  </a:lnTo>
                  <a:lnTo>
                    <a:pt x="10467670" y="684022"/>
                  </a:lnTo>
                  <a:lnTo>
                    <a:pt x="10467784" y="669671"/>
                  </a:lnTo>
                  <a:lnTo>
                    <a:pt x="10468127" y="630047"/>
                  </a:lnTo>
                  <a:lnTo>
                    <a:pt x="10468178" y="625348"/>
                  </a:lnTo>
                  <a:lnTo>
                    <a:pt x="10547807" y="594868"/>
                  </a:lnTo>
                  <a:lnTo>
                    <a:pt x="10547934" y="650494"/>
                  </a:lnTo>
                  <a:lnTo>
                    <a:pt x="10586796" y="638937"/>
                  </a:lnTo>
                  <a:lnTo>
                    <a:pt x="10589209" y="875411"/>
                  </a:lnTo>
                  <a:lnTo>
                    <a:pt x="10625277" y="861441"/>
                  </a:lnTo>
                  <a:lnTo>
                    <a:pt x="10626344" y="638937"/>
                  </a:lnTo>
                  <a:lnTo>
                    <a:pt x="10626420" y="625475"/>
                  </a:lnTo>
                  <a:lnTo>
                    <a:pt x="10663250" y="608838"/>
                  </a:lnTo>
                  <a:lnTo>
                    <a:pt x="10663390" y="594868"/>
                  </a:lnTo>
                  <a:lnTo>
                    <a:pt x="10663733" y="563626"/>
                  </a:lnTo>
                  <a:lnTo>
                    <a:pt x="10663885" y="550418"/>
                  </a:lnTo>
                  <a:lnTo>
                    <a:pt x="10743387" y="520065"/>
                  </a:lnTo>
                  <a:lnTo>
                    <a:pt x="10743641" y="575437"/>
                  </a:lnTo>
                  <a:lnTo>
                    <a:pt x="10782503" y="563753"/>
                  </a:lnTo>
                  <a:lnTo>
                    <a:pt x="10784916" y="800227"/>
                  </a:lnTo>
                  <a:lnTo>
                    <a:pt x="10820857" y="786257"/>
                  </a:lnTo>
                  <a:lnTo>
                    <a:pt x="10821810" y="563753"/>
                  </a:lnTo>
                  <a:lnTo>
                    <a:pt x="10821873" y="550418"/>
                  </a:lnTo>
                  <a:lnTo>
                    <a:pt x="10858957" y="533781"/>
                  </a:lnTo>
                  <a:lnTo>
                    <a:pt x="10859072" y="520065"/>
                  </a:lnTo>
                  <a:lnTo>
                    <a:pt x="10859465" y="475615"/>
                  </a:lnTo>
                  <a:lnTo>
                    <a:pt x="10939094" y="445135"/>
                  </a:lnTo>
                  <a:lnTo>
                    <a:pt x="10939348" y="500253"/>
                  </a:lnTo>
                  <a:lnTo>
                    <a:pt x="10978083" y="488569"/>
                  </a:lnTo>
                  <a:lnTo>
                    <a:pt x="10980369" y="725043"/>
                  </a:lnTo>
                  <a:lnTo>
                    <a:pt x="11016564" y="711200"/>
                  </a:lnTo>
                  <a:lnTo>
                    <a:pt x="11017517" y="488569"/>
                  </a:lnTo>
                  <a:lnTo>
                    <a:pt x="11017580" y="475107"/>
                  </a:lnTo>
                  <a:lnTo>
                    <a:pt x="11037646" y="466090"/>
                  </a:lnTo>
                  <a:lnTo>
                    <a:pt x="11037646" y="445135"/>
                  </a:lnTo>
                  <a:lnTo>
                    <a:pt x="11037646" y="207899"/>
                  </a:lnTo>
                  <a:lnTo>
                    <a:pt x="11037646" y="41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4353" y="693673"/>
              <a:ext cx="262890" cy="231140"/>
            </a:xfrm>
            <a:custGeom>
              <a:avLst/>
              <a:gdLst/>
              <a:ahLst/>
              <a:cxnLst/>
              <a:rect l="l" t="t" r="r" b="b"/>
              <a:pathLst>
                <a:path w="262890" h="231140">
                  <a:moveTo>
                    <a:pt x="62522" y="0"/>
                  </a:moveTo>
                  <a:lnTo>
                    <a:pt x="262839" y="144017"/>
                  </a:lnTo>
                  <a:lnTo>
                    <a:pt x="200355" y="231012"/>
                  </a:lnTo>
                  <a:lnTo>
                    <a:pt x="0" y="86867"/>
                  </a:lnTo>
                  <a:lnTo>
                    <a:pt x="6252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5005" y="547751"/>
              <a:ext cx="85343" cy="85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3001" y="253031"/>
              <a:ext cx="85375" cy="853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3748" y="9398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30395" y="0"/>
                  </a:moveTo>
                  <a:lnTo>
                    <a:pt x="17154" y="4905"/>
                  </a:lnTo>
                  <a:lnTo>
                    <a:pt x="6435" y="14859"/>
                  </a:lnTo>
                  <a:lnTo>
                    <a:pt x="423" y="28180"/>
                  </a:lnTo>
                  <a:lnTo>
                    <a:pt x="0" y="42275"/>
                  </a:lnTo>
                  <a:lnTo>
                    <a:pt x="4896" y="55489"/>
                  </a:lnTo>
                  <a:lnTo>
                    <a:pt x="14843" y="66167"/>
                  </a:lnTo>
                  <a:lnTo>
                    <a:pt x="28167" y="72215"/>
                  </a:lnTo>
                  <a:lnTo>
                    <a:pt x="42273" y="72644"/>
                  </a:lnTo>
                  <a:lnTo>
                    <a:pt x="55510" y="67738"/>
                  </a:lnTo>
                  <a:lnTo>
                    <a:pt x="66227" y="57785"/>
                  </a:lnTo>
                  <a:lnTo>
                    <a:pt x="72239" y="44463"/>
                  </a:lnTo>
                  <a:lnTo>
                    <a:pt x="72664" y="30368"/>
                  </a:lnTo>
                  <a:lnTo>
                    <a:pt x="67772" y="17154"/>
                  </a:lnTo>
                  <a:lnTo>
                    <a:pt x="57832" y="6476"/>
                  </a:lnTo>
                  <a:lnTo>
                    <a:pt x="44506" y="428"/>
                  </a:lnTo>
                  <a:lnTo>
                    <a:pt x="30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3748" y="9398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6435" y="14859"/>
                  </a:moveTo>
                  <a:lnTo>
                    <a:pt x="17154" y="4905"/>
                  </a:lnTo>
                  <a:lnTo>
                    <a:pt x="30395" y="0"/>
                  </a:lnTo>
                  <a:lnTo>
                    <a:pt x="44506" y="428"/>
                  </a:lnTo>
                  <a:lnTo>
                    <a:pt x="57832" y="6476"/>
                  </a:lnTo>
                  <a:lnTo>
                    <a:pt x="67772" y="17154"/>
                  </a:lnTo>
                  <a:lnTo>
                    <a:pt x="72664" y="30368"/>
                  </a:lnTo>
                  <a:lnTo>
                    <a:pt x="72239" y="44463"/>
                  </a:lnTo>
                  <a:lnTo>
                    <a:pt x="66227" y="57785"/>
                  </a:lnTo>
                  <a:lnTo>
                    <a:pt x="55510" y="67738"/>
                  </a:lnTo>
                  <a:lnTo>
                    <a:pt x="42273" y="72644"/>
                  </a:lnTo>
                  <a:lnTo>
                    <a:pt x="28167" y="72215"/>
                  </a:lnTo>
                  <a:lnTo>
                    <a:pt x="14843" y="66167"/>
                  </a:lnTo>
                  <a:lnTo>
                    <a:pt x="4896" y="55489"/>
                  </a:lnTo>
                  <a:lnTo>
                    <a:pt x="0" y="42275"/>
                  </a:lnTo>
                  <a:lnTo>
                    <a:pt x="423" y="28180"/>
                  </a:lnTo>
                  <a:lnTo>
                    <a:pt x="6435" y="148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720" y="91487"/>
              <a:ext cx="85372" cy="85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5148" y="103806"/>
              <a:ext cx="85364" cy="854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244" y="719693"/>
              <a:ext cx="85372" cy="853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5457" y="174879"/>
              <a:ext cx="167640" cy="134620"/>
            </a:xfrm>
            <a:custGeom>
              <a:avLst/>
              <a:gdLst/>
              <a:ahLst/>
              <a:cxnLst/>
              <a:rect l="l" t="t" r="r" b="b"/>
              <a:pathLst>
                <a:path w="167640" h="134620">
                  <a:moveTo>
                    <a:pt x="20599" y="0"/>
                  </a:moveTo>
                  <a:lnTo>
                    <a:pt x="0" y="28701"/>
                  </a:lnTo>
                  <a:lnTo>
                    <a:pt x="146761" y="134239"/>
                  </a:lnTo>
                  <a:lnTo>
                    <a:pt x="167360" y="105537"/>
                  </a:lnTo>
                  <a:lnTo>
                    <a:pt x="20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5457" y="174879"/>
              <a:ext cx="167640" cy="134620"/>
            </a:xfrm>
            <a:custGeom>
              <a:avLst/>
              <a:gdLst/>
              <a:ahLst/>
              <a:cxnLst/>
              <a:rect l="l" t="t" r="r" b="b"/>
              <a:pathLst>
                <a:path w="167640" h="134620">
                  <a:moveTo>
                    <a:pt x="20599" y="0"/>
                  </a:moveTo>
                  <a:lnTo>
                    <a:pt x="167360" y="105537"/>
                  </a:lnTo>
                  <a:lnTo>
                    <a:pt x="146761" y="134239"/>
                  </a:lnTo>
                  <a:lnTo>
                    <a:pt x="0" y="28701"/>
                  </a:lnTo>
                  <a:lnTo>
                    <a:pt x="20599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030" y="859408"/>
              <a:ext cx="107683" cy="1046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1352" y="383793"/>
              <a:ext cx="180467" cy="1644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733" y="334518"/>
              <a:ext cx="85343" cy="853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369" y="244983"/>
              <a:ext cx="85343" cy="853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3388" y="827405"/>
              <a:ext cx="275590" cy="222250"/>
            </a:xfrm>
            <a:custGeom>
              <a:avLst/>
              <a:gdLst/>
              <a:ahLst/>
              <a:cxnLst/>
              <a:rect l="l" t="t" r="r" b="b"/>
              <a:pathLst>
                <a:path w="275590" h="222250">
                  <a:moveTo>
                    <a:pt x="35206" y="0"/>
                  </a:moveTo>
                  <a:lnTo>
                    <a:pt x="0" y="49022"/>
                  </a:lnTo>
                  <a:lnTo>
                    <a:pt x="240400" y="221869"/>
                  </a:lnTo>
                  <a:lnTo>
                    <a:pt x="275592" y="172847"/>
                  </a:lnTo>
                  <a:lnTo>
                    <a:pt x="35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388" y="3555"/>
              <a:ext cx="2632710" cy="1045844"/>
            </a:xfrm>
            <a:custGeom>
              <a:avLst/>
              <a:gdLst/>
              <a:ahLst/>
              <a:cxnLst/>
              <a:rect l="l" t="t" r="r" b="b"/>
              <a:pathLst>
                <a:path w="2632710" h="1045844">
                  <a:moveTo>
                    <a:pt x="35206" y="823849"/>
                  </a:moveTo>
                  <a:lnTo>
                    <a:pt x="275592" y="996696"/>
                  </a:lnTo>
                  <a:lnTo>
                    <a:pt x="240400" y="1045718"/>
                  </a:lnTo>
                  <a:lnTo>
                    <a:pt x="0" y="872871"/>
                  </a:lnTo>
                  <a:lnTo>
                    <a:pt x="35206" y="823849"/>
                  </a:lnTo>
                  <a:close/>
                </a:path>
                <a:path w="2632710" h="1045844">
                  <a:moveTo>
                    <a:pt x="1386829" y="0"/>
                  </a:moveTo>
                  <a:lnTo>
                    <a:pt x="2211821" y="606044"/>
                  </a:lnTo>
                  <a:lnTo>
                    <a:pt x="2632572" y="593471"/>
                  </a:lnTo>
                </a:path>
                <a:path w="2632710" h="1045844">
                  <a:moveTo>
                    <a:pt x="446382" y="7366"/>
                  </a:moveTo>
                  <a:lnTo>
                    <a:pt x="517984" y="197739"/>
                  </a:lnTo>
                </a:path>
                <a:path w="2632710" h="1045844">
                  <a:moveTo>
                    <a:pt x="639765" y="7620"/>
                  </a:moveTo>
                  <a:lnTo>
                    <a:pt x="680747" y="90424"/>
                  </a:lnTo>
                </a:path>
                <a:path w="2632710" h="1045844">
                  <a:moveTo>
                    <a:pt x="802566" y="17779"/>
                  </a:moveTo>
                  <a:lnTo>
                    <a:pt x="832081" y="94234"/>
                  </a:lnTo>
                </a:path>
                <a:path w="2632710" h="1045844">
                  <a:moveTo>
                    <a:pt x="942533" y="8890"/>
                  </a:moveTo>
                  <a:lnTo>
                    <a:pt x="978499" y="106679"/>
                  </a:lnTo>
                </a:path>
                <a:path w="2632710" h="1045844">
                  <a:moveTo>
                    <a:pt x="1251066" y="1777"/>
                  </a:moveTo>
                  <a:lnTo>
                    <a:pt x="1371081" y="282828"/>
                  </a:lnTo>
                </a:path>
                <a:path w="2632710" h="1045844">
                  <a:moveTo>
                    <a:pt x="1343014" y="2032"/>
                  </a:moveTo>
                  <a:lnTo>
                    <a:pt x="1482714" y="3411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8922" y="640953"/>
              <a:ext cx="104790" cy="1048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9015" y="790559"/>
              <a:ext cx="104817" cy="1048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159" y="1054084"/>
              <a:ext cx="104817" cy="10480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0" y="0"/>
              <a:ext cx="2559685" cy="1060450"/>
            </a:xfrm>
            <a:custGeom>
              <a:avLst/>
              <a:gdLst/>
              <a:ahLst/>
              <a:cxnLst/>
              <a:rect l="l" t="t" r="r" b="b"/>
              <a:pathLst>
                <a:path w="2559685" h="1060450">
                  <a:moveTo>
                    <a:pt x="1924557" y="327659"/>
                  </a:moveTo>
                  <a:lnTo>
                    <a:pt x="2559303" y="301625"/>
                  </a:lnTo>
                </a:path>
                <a:path w="2559685" h="1060450">
                  <a:moveTo>
                    <a:pt x="1566036" y="69215"/>
                  </a:moveTo>
                  <a:lnTo>
                    <a:pt x="1710943" y="422401"/>
                  </a:lnTo>
                </a:path>
                <a:path w="2559685" h="1060450">
                  <a:moveTo>
                    <a:pt x="0" y="773950"/>
                  </a:moveTo>
                  <a:lnTo>
                    <a:pt x="171602" y="768350"/>
                  </a:lnTo>
                </a:path>
                <a:path w="2559685" h="1060450">
                  <a:moveTo>
                    <a:pt x="0" y="851446"/>
                  </a:moveTo>
                  <a:lnTo>
                    <a:pt x="125785" y="854075"/>
                  </a:lnTo>
                </a:path>
                <a:path w="2559685" h="1060450">
                  <a:moveTo>
                    <a:pt x="484949" y="684657"/>
                  </a:moveTo>
                  <a:lnTo>
                    <a:pt x="599046" y="1060450"/>
                  </a:lnTo>
                </a:path>
                <a:path w="2559685" h="1060450">
                  <a:moveTo>
                    <a:pt x="837196" y="750951"/>
                  </a:moveTo>
                  <a:lnTo>
                    <a:pt x="1185621" y="737108"/>
                  </a:lnTo>
                </a:path>
                <a:path w="2559685" h="1060450">
                  <a:moveTo>
                    <a:pt x="144081" y="0"/>
                  </a:moveTo>
                  <a:lnTo>
                    <a:pt x="247040" y="322579"/>
                  </a:lnTo>
                  <a:lnTo>
                    <a:pt x="916990" y="807847"/>
                  </a:lnTo>
                </a:path>
                <a:path w="2559685" h="1060450">
                  <a:moveTo>
                    <a:pt x="0" y="26753"/>
                  </a:moveTo>
                  <a:lnTo>
                    <a:pt x="42280" y="57657"/>
                  </a:lnTo>
                  <a:lnTo>
                    <a:pt x="156781" y="442595"/>
                  </a:lnTo>
                  <a:lnTo>
                    <a:pt x="788339" y="902842"/>
                  </a:lnTo>
                </a:path>
                <a:path w="2559685" h="1060450">
                  <a:moveTo>
                    <a:pt x="586663" y="568578"/>
                  </a:moveTo>
                  <a:lnTo>
                    <a:pt x="1001941" y="562228"/>
                  </a:lnTo>
                  <a:lnTo>
                    <a:pt x="1208773" y="7109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776" y="827786"/>
              <a:ext cx="263175" cy="2316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40968" y="168275"/>
              <a:ext cx="614045" cy="506095"/>
            </a:xfrm>
            <a:custGeom>
              <a:avLst/>
              <a:gdLst/>
              <a:ahLst/>
              <a:cxnLst/>
              <a:rect l="l" t="t" r="r" b="b"/>
              <a:pathLst>
                <a:path w="614044" h="506095">
                  <a:moveTo>
                    <a:pt x="0" y="0"/>
                  </a:moveTo>
                  <a:lnTo>
                    <a:pt x="16154" y="75819"/>
                  </a:lnTo>
                  <a:lnTo>
                    <a:pt x="614019" y="5057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6225">
              <a:lnSpc>
                <a:spcPct val="100000"/>
              </a:lnSpc>
              <a:spcBef>
                <a:spcPts val="100"/>
              </a:spcBef>
            </a:pPr>
            <a:r>
              <a:rPr sz="5400" b="0" spc="-10" dirty="0">
                <a:latin typeface="Arial MT"/>
                <a:cs typeface="Arial MT"/>
              </a:rPr>
              <a:t>Inteligencia</a:t>
            </a:r>
            <a:r>
              <a:rPr sz="5400" b="0" spc="-260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Artificial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51417" y="2647479"/>
            <a:ext cx="2034539" cy="11791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indent="6985" algn="ctr">
              <a:lnSpc>
                <a:spcPct val="101099"/>
              </a:lnSpc>
              <a:spcBef>
                <a:spcPts val="190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Pensar</a:t>
            </a:r>
            <a:r>
              <a:rPr sz="1400" b="1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Racionalmente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“El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estudio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facultades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mentales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mediante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el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uso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de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modelos computacionales”.(Charniak</a:t>
            </a:r>
            <a:r>
              <a:rPr sz="1200" spc="10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y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McDermott,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1985)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41420" y="2237232"/>
            <a:ext cx="4709159" cy="372465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9749281" y="1950973"/>
            <a:ext cx="647700" cy="648970"/>
            <a:chOff x="9749281" y="1950973"/>
            <a:chExt cx="647700" cy="648970"/>
          </a:xfrm>
        </p:grpSpPr>
        <p:sp>
          <p:nvSpPr>
            <p:cNvPr id="31" name="object 31"/>
            <p:cNvSpPr/>
            <p:nvPr/>
          </p:nvSpPr>
          <p:spPr>
            <a:xfrm>
              <a:off x="9761981" y="1963673"/>
              <a:ext cx="622300" cy="623570"/>
            </a:xfrm>
            <a:custGeom>
              <a:avLst/>
              <a:gdLst/>
              <a:ahLst/>
              <a:cxnLst/>
              <a:rect l="l" t="t" r="r" b="b"/>
              <a:pathLst>
                <a:path w="622300" h="623569">
                  <a:moveTo>
                    <a:pt x="0" y="103631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2" y="0"/>
                  </a:lnTo>
                  <a:lnTo>
                    <a:pt x="518160" y="0"/>
                  </a:lnTo>
                  <a:lnTo>
                    <a:pt x="558516" y="8137"/>
                  </a:lnTo>
                  <a:lnTo>
                    <a:pt x="591454" y="30337"/>
                  </a:lnTo>
                  <a:lnTo>
                    <a:pt x="613654" y="63275"/>
                  </a:lnTo>
                  <a:lnTo>
                    <a:pt x="621792" y="103631"/>
                  </a:lnTo>
                  <a:lnTo>
                    <a:pt x="621792" y="519684"/>
                  </a:lnTo>
                  <a:lnTo>
                    <a:pt x="613654" y="560040"/>
                  </a:lnTo>
                  <a:lnTo>
                    <a:pt x="591454" y="592978"/>
                  </a:lnTo>
                  <a:lnTo>
                    <a:pt x="558516" y="615178"/>
                  </a:lnTo>
                  <a:lnTo>
                    <a:pt x="518160" y="623315"/>
                  </a:lnTo>
                  <a:lnTo>
                    <a:pt x="103632" y="623315"/>
                  </a:lnTo>
                  <a:lnTo>
                    <a:pt x="63275" y="615178"/>
                  </a:lnTo>
                  <a:lnTo>
                    <a:pt x="30337" y="592978"/>
                  </a:lnTo>
                  <a:lnTo>
                    <a:pt x="8137" y="560040"/>
                  </a:lnTo>
                  <a:lnTo>
                    <a:pt x="0" y="519684"/>
                  </a:lnTo>
                  <a:lnTo>
                    <a:pt x="0" y="103631"/>
                  </a:lnTo>
                  <a:close/>
                </a:path>
              </a:pathLst>
            </a:custGeom>
            <a:ln w="25400">
              <a:solidFill>
                <a:srgbClr val="125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30383" y="2150363"/>
              <a:ext cx="285115" cy="208915"/>
            </a:xfrm>
            <a:custGeom>
              <a:avLst/>
              <a:gdLst/>
              <a:ahLst/>
              <a:cxnLst/>
              <a:rect l="l" t="t" r="r" b="b"/>
              <a:pathLst>
                <a:path w="285115" h="208914">
                  <a:moveTo>
                    <a:pt x="266319" y="24764"/>
                  </a:moveTo>
                  <a:lnTo>
                    <a:pt x="18669" y="24764"/>
                  </a:lnTo>
                  <a:lnTo>
                    <a:pt x="11412" y="26167"/>
                  </a:lnTo>
                  <a:lnTo>
                    <a:pt x="5476" y="29987"/>
                  </a:lnTo>
                  <a:lnTo>
                    <a:pt x="1470" y="35641"/>
                  </a:lnTo>
                  <a:lnTo>
                    <a:pt x="0" y="42545"/>
                  </a:lnTo>
                  <a:lnTo>
                    <a:pt x="0" y="191008"/>
                  </a:lnTo>
                  <a:lnTo>
                    <a:pt x="1470" y="197965"/>
                  </a:lnTo>
                  <a:lnTo>
                    <a:pt x="5476" y="203612"/>
                  </a:lnTo>
                  <a:lnTo>
                    <a:pt x="11412" y="207402"/>
                  </a:lnTo>
                  <a:lnTo>
                    <a:pt x="18669" y="208787"/>
                  </a:lnTo>
                  <a:lnTo>
                    <a:pt x="266319" y="208787"/>
                  </a:lnTo>
                  <a:lnTo>
                    <a:pt x="273575" y="207402"/>
                  </a:lnTo>
                  <a:lnTo>
                    <a:pt x="279511" y="203612"/>
                  </a:lnTo>
                  <a:lnTo>
                    <a:pt x="283517" y="197965"/>
                  </a:lnTo>
                  <a:lnTo>
                    <a:pt x="284988" y="191008"/>
                  </a:lnTo>
                  <a:lnTo>
                    <a:pt x="284988" y="182880"/>
                  </a:lnTo>
                  <a:lnTo>
                    <a:pt x="140716" y="182880"/>
                  </a:lnTo>
                  <a:lnTo>
                    <a:pt x="113587" y="177686"/>
                  </a:lnTo>
                  <a:lnTo>
                    <a:pt x="91424" y="163528"/>
                  </a:lnTo>
                  <a:lnTo>
                    <a:pt x="76475" y="142535"/>
                  </a:lnTo>
                  <a:lnTo>
                    <a:pt x="70993" y="116839"/>
                  </a:lnTo>
                  <a:lnTo>
                    <a:pt x="76475" y="91090"/>
                  </a:lnTo>
                  <a:lnTo>
                    <a:pt x="91424" y="70104"/>
                  </a:lnTo>
                  <a:lnTo>
                    <a:pt x="113587" y="55975"/>
                  </a:lnTo>
                  <a:lnTo>
                    <a:pt x="140716" y="50800"/>
                  </a:lnTo>
                  <a:lnTo>
                    <a:pt x="284988" y="50800"/>
                  </a:lnTo>
                  <a:lnTo>
                    <a:pt x="284988" y="42545"/>
                  </a:lnTo>
                  <a:lnTo>
                    <a:pt x="283517" y="35641"/>
                  </a:lnTo>
                  <a:lnTo>
                    <a:pt x="279511" y="29987"/>
                  </a:lnTo>
                  <a:lnTo>
                    <a:pt x="273575" y="26167"/>
                  </a:lnTo>
                  <a:lnTo>
                    <a:pt x="266319" y="24764"/>
                  </a:lnTo>
                  <a:close/>
                </a:path>
                <a:path w="285115" h="208914">
                  <a:moveTo>
                    <a:pt x="284988" y="50800"/>
                  </a:moveTo>
                  <a:lnTo>
                    <a:pt x="140716" y="50800"/>
                  </a:lnTo>
                  <a:lnTo>
                    <a:pt x="167844" y="55975"/>
                  </a:lnTo>
                  <a:lnTo>
                    <a:pt x="190007" y="70104"/>
                  </a:lnTo>
                  <a:lnTo>
                    <a:pt x="204956" y="91090"/>
                  </a:lnTo>
                  <a:lnTo>
                    <a:pt x="210439" y="116839"/>
                  </a:lnTo>
                  <a:lnTo>
                    <a:pt x="204956" y="142535"/>
                  </a:lnTo>
                  <a:lnTo>
                    <a:pt x="190007" y="163528"/>
                  </a:lnTo>
                  <a:lnTo>
                    <a:pt x="167844" y="177686"/>
                  </a:lnTo>
                  <a:lnTo>
                    <a:pt x="140716" y="182880"/>
                  </a:lnTo>
                  <a:lnTo>
                    <a:pt x="284988" y="182880"/>
                  </a:lnTo>
                  <a:lnTo>
                    <a:pt x="284988" y="74040"/>
                  </a:lnTo>
                  <a:lnTo>
                    <a:pt x="227584" y="74040"/>
                  </a:lnTo>
                  <a:lnTo>
                    <a:pt x="222250" y="68961"/>
                  </a:lnTo>
                  <a:lnTo>
                    <a:pt x="222250" y="56514"/>
                  </a:lnTo>
                  <a:lnTo>
                    <a:pt x="227584" y="51562"/>
                  </a:lnTo>
                  <a:lnTo>
                    <a:pt x="284988" y="51562"/>
                  </a:lnTo>
                  <a:lnTo>
                    <a:pt x="284988" y="50800"/>
                  </a:lnTo>
                  <a:close/>
                </a:path>
                <a:path w="285115" h="208914">
                  <a:moveTo>
                    <a:pt x="140716" y="57912"/>
                  </a:moveTo>
                  <a:lnTo>
                    <a:pt x="116472" y="62529"/>
                  </a:lnTo>
                  <a:lnTo>
                    <a:pt x="96694" y="75136"/>
                  </a:lnTo>
                  <a:lnTo>
                    <a:pt x="83369" y="93862"/>
                  </a:lnTo>
                  <a:lnTo>
                    <a:pt x="78486" y="116839"/>
                  </a:lnTo>
                  <a:lnTo>
                    <a:pt x="83369" y="139763"/>
                  </a:lnTo>
                  <a:lnTo>
                    <a:pt x="96694" y="158496"/>
                  </a:lnTo>
                  <a:lnTo>
                    <a:pt x="116472" y="171132"/>
                  </a:lnTo>
                  <a:lnTo>
                    <a:pt x="140716" y="175768"/>
                  </a:lnTo>
                  <a:lnTo>
                    <a:pt x="164959" y="171132"/>
                  </a:lnTo>
                  <a:lnTo>
                    <a:pt x="181755" y="160400"/>
                  </a:lnTo>
                  <a:lnTo>
                    <a:pt x="140716" y="160400"/>
                  </a:lnTo>
                  <a:lnTo>
                    <a:pt x="122797" y="156970"/>
                  </a:lnTo>
                  <a:lnTo>
                    <a:pt x="108140" y="147621"/>
                  </a:lnTo>
                  <a:lnTo>
                    <a:pt x="98246" y="133772"/>
                  </a:lnTo>
                  <a:lnTo>
                    <a:pt x="94615" y="116839"/>
                  </a:lnTo>
                  <a:lnTo>
                    <a:pt x="98246" y="99833"/>
                  </a:lnTo>
                  <a:lnTo>
                    <a:pt x="108140" y="85947"/>
                  </a:lnTo>
                  <a:lnTo>
                    <a:pt x="122797" y="76584"/>
                  </a:lnTo>
                  <a:lnTo>
                    <a:pt x="140716" y="73151"/>
                  </a:lnTo>
                  <a:lnTo>
                    <a:pt x="181624" y="73151"/>
                  </a:lnTo>
                  <a:lnTo>
                    <a:pt x="164959" y="62529"/>
                  </a:lnTo>
                  <a:lnTo>
                    <a:pt x="140716" y="57912"/>
                  </a:lnTo>
                  <a:close/>
                </a:path>
                <a:path w="285115" h="208914">
                  <a:moveTo>
                    <a:pt x="181624" y="73151"/>
                  </a:moveTo>
                  <a:lnTo>
                    <a:pt x="140716" y="73151"/>
                  </a:lnTo>
                  <a:lnTo>
                    <a:pt x="158634" y="76584"/>
                  </a:lnTo>
                  <a:lnTo>
                    <a:pt x="173291" y="85947"/>
                  </a:lnTo>
                  <a:lnTo>
                    <a:pt x="183185" y="99833"/>
                  </a:lnTo>
                  <a:lnTo>
                    <a:pt x="186817" y="116839"/>
                  </a:lnTo>
                  <a:lnTo>
                    <a:pt x="183185" y="133772"/>
                  </a:lnTo>
                  <a:lnTo>
                    <a:pt x="173291" y="147621"/>
                  </a:lnTo>
                  <a:lnTo>
                    <a:pt x="158634" y="156970"/>
                  </a:lnTo>
                  <a:lnTo>
                    <a:pt x="140716" y="160400"/>
                  </a:lnTo>
                  <a:lnTo>
                    <a:pt x="181755" y="160400"/>
                  </a:lnTo>
                  <a:lnTo>
                    <a:pt x="184737" y="158496"/>
                  </a:lnTo>
                  <a:lnTo>
                    <a:pt x="198062" y="139763"/>
                  </a:lnTo>
                  <a:lnTo>
                    <a:pt x="202946" y="116839"/>
                  </a:lnTo>
                  <a:lnTo>
                    <a:pt x="198062" y="93862"/>
                  </a:lnTo>
                  <a:lnTo>
                    <a:pt x="184737" y="75136"/>
                  </a:lnTo>
                  <a:lnTo>
                    <a:pt x="181624" y="73151"/>
                  </a:lnTo>
                  <a:close/>
                </a:path>
                <a:path w="285115" h="208914">
                  <a:moveTo>
                    <a:pt x="140716" y="87630"/>
                  </a:moveTo>
                  <a:lnTo>
                    <a:pt x="128714" y="89925"/>
                  </a:lnTo>
                  <a:lnTo>
                    <a:pt x="118903" y="96186"/>
                  </a:lnTo>
                  <a:lnTo>
                    <a:pt x="112283" y="105471"/>
                  </a:lnTo>
                  <a:lnTo>
                    <a:pt x="109855" y="116839"/>
                  </a:lnTo>
                  <a:lnTo>
                    <a:pt x="112283" y="128208"/>
                  </a:lnTo>
                  <a:lnTo>
                    <a:pt x="118903" y="137493"/>
                  </a:lnTo>
                  <a:lnTo>
                    <a:pt x="128714" y="143754"/>
                  </a:lnTo>
                  <a:lnTo>
                    <a:pt x="140716" y="146050"/>
                  </a:lnTo>
                  <a:lnTo>
                    <a:pt x="152717" y="143754"/>
                  </a:lnTo>
                  <a:lnTo>
                    <a:pt x="162528" y="137493"/>
                  </a:lnTo>
                  <a:lnTo>
                    <a:pt x="169148" y="128208"/>
                  </a:lnTo>
                  <a:lnTo>
                    <a:pt x="171576" y="116839"/>
                  </a:lnTo>
                  <a:lnTo>
                    <a:pt x="169148" y="105471"/>
                  </a:lnTo>
                  <a:lnTo>
                    <a:pt x="162528" y="96186"/>
                  </a:lnTo>
                  <a:lnTo>
                    <a:pt x="152717" y="89925"/>
                  </a:lnTo>
                  <a:lnTo>
                    <a:pt x="140716" y="87630"/>
                  </a:lnTo>
                  <a:close/>
                </a:path>
                <a:path w="285115" h="208914">
                  <a:moveTo>
                    <a:pt x="284988" y="51562"/>
                  </a:moveTo>
                  <a:lnTo>
                    <a:pt x="240665" y="51562"/>
                  </a:lnTo>
                  <a:lnTo>
                    <a:pt x="245999" y="56514"/>
                  </a:lnTo>
                  <a:lnTo>
                    <a:pt x="245999" y="68961"/>
                  </a:lnTo>
                  <a:lnTo>
                    <a:pt x="240665" y="74040"/>
                  </a:lnTo>
                  <a:lnTo>
                    <a:pt x="284988" y="74040"/>
                  </a:lnTo>
                  <a:lnTo>
                    <a:pt x="284988" y="51562"/>
                  </a:lnTo>
                  <a:close/>
                </a:path>
                <a:path w="285115" h="208914">
                  <a:moveTo>
                    <a:pt x="78613" y="10922"/>
                  </a:moveTo>
                  <a:lnTo>
                    <a:pt x="34417" y="10922"/>
                  </a:lnTo>
                  <a:lnTo>
                    <a:pt x="31876" y="13335"/>
                  </a:lnTo>
                  <a:lnTo>
                    <a:pt x="31876" y="24764"/>
                  </a:lnTo>
                  <a:lnTo>
                    <a:pt x="81152" y="24764"/>
                  </a:lnTo>
                  <a:lnTo>
                    <a:pt x="81152" y="13335"/>
                  </a:lnTo>
                  <a:lnTo>
                    <a:pt x="78613" y="10922"/>
                  </a:lnTo>
                  <a:close/>
                </a:path>
                <a:path w="285115" h="208914">
                  <a:moveTo>
                    <a:pt x="188975" y="0"/>
                  </a:moveTo>
                  <a:lnTo>
                    <a:pt x="96012" y="0"/>
                  </a:lnTo>
                  <a:lnTo>
                    <a:pt x="89408" y="24764"/>
                  </a:lnTo>
                  <a:lnTo>
                    <a:pt x="195580" y="24764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125A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830436" y="5177067"/>
            <a:ext cx="2472055" cy="8134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Actuar</a:t>
            </a:r>
            <a:r>
              <a:rPr sz="1400" b="1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Racionalmente</a:t>
            </a:r>
            <a:endParaRPr sz="14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“La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Inteligencia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Computacional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el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estudio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del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diseño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agentes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inteligentes.”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(Poole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et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al.,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1998)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749281" y="4480814"/>
            <a:ext cx="647700" cy="647700"/>
            <a:chOff x="9749281" y="4480814"/>
            <a:chExt cx="647700" cy="647700"/>
          </a:xfrm>
        </p:grpSpPr>
        <p:sp>
          <p:nvSpPr>
            <p:cNvPr id="35" name="object 35"/>
            <p:cNvSpPr/>
            <p:nvPr/>
          </p:nvSpPr>
          <p:spPr>
            <a:xfrm>
              <a:off x="9761981" y="4493514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03631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2" y="0"/>
                  </a:lnTo>
                  <a:lnTo>
                    <a:pt x="518160" y="0"/>
                  </a:lnTo>
                  <a:lnTo>
                    <a:pt x="558516" y="8137"/>
                  </a:lnTo>
                  <a:lnTo>
                    <a:pt x="591454" y="30337"/>
                  </a:lnTo>
                  <a:lnTo>
                    <a:pt x="613654" y="63275"/>
                  </a:lnTo>
                  <a:lnTo>
                    <a:pt x="621792" y="103631"/>
                  </a:lnTo>
                  <a:lnTo>
                    <a:pt x="621792" y="518160"/>
                  </a:lnTo>
                  <a:lnTo>
                    <a:pt x="613654" y="558516"/>
                  </a:lnTo>
                  <a:lnTo>
                    <a:pt x="591454" y="591454"/>
                  </a:lnTo>
                  <a:lnTo>
                    <a:pt x="558516" y="613654"/>
                  </a:lnTo>
                  <a:lnTo>
                    <a:pt x="518160" y="621792"/>
                  </a:lnTo>
                  <a:lnTo>
                    <a:pt x="103632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1"/>
                  </a:lnTo>
                  <a:close/>
                </a:path>
              </a:pathLst>
            </a:custGeom>
            <a:ln w="25400">
              <a:solidFill>
                <a:srgbClr val="09A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10571" y="4637532"/>
              <a:ext cx="338455" cy="334010"/>
            </a:xfrm>
            <a:custGeom>
              <a:avLst/>
              <a:gdLst/>
              <a:ahLst/>
              <a:cxnLst/>
              <a:rect l="l" t="t" r="r" b="b"/>
              <a:pathLst>
                <a:path w="338454" h="334010">
                  <a:moveTo>
                    <a:pt x="158114" y="16510"/>
                  </a:moveTo>
                  <a:lnTo>
                    <a:pt x="108118" y="24594"/>
                  </a:lnTo>
                  <a:lnTo>
                    <a:pt x="64712" y="47107"/>
                  </a:lnTo>
                  <a:lnTo>
                    <a:pt x="30492" y="81441"/>
                  </a:lnTo>
                  <a:lnTo>
                    <a:pt x="8055" y="124986"/>
                  </a:lnTo>
                  <a:lnTo>
                    <a:pt x="0" y="175133"/>
                  </a:lnTo>
                  <a:lnTo>
                    <a:pt x="8055" y="225279"/>
                  </a:lnTo>
                  <a:lnTo>
                    <a:pt x="30492" y="268824"/>
                  </a:lnTo>
                  <a:lnTo>
                    <a:pt x="64712" y="303158"/>
                  </a:lnTo>
                  <a:lnTo>
                    <a:pt x="108118" y="325671"/>
                  </a:lnTo>
                  <a:lnTo>
                    <a:pt x="158114" y="333756"/>
                  </a:lnTo>
                  <a:lnTo>
                    <a:pt x="208111" y="325671"/>
                  </a:lnTo>
                  <a:lnTo>
                    <a:pt x="251517" y="303158"/>
                  </a:lnTo>
                  <a:lnTo>
                    <a:pt x="285737" y="268824"/>
                  </a:lnTo>
                  <a:lnTo>
                    <a:pt x="308174" y="225279"/>
                  </a:lnTo>
                  <a:lnTo>
                    <a:pt x="316229" y="175133"/>
                  </a:lnTo>
                  <a:lnTo>
                    <a:pt x="158114" y="175133"/>
                  </a:lnTo>
                  <a:lnTo>
                    <a:pt x="158114" y="16510"/>
                  </a:lnTo>
                  <a:close/>
                </a:path>
                <a:path w="338454" h="334010">
                  <a:moveTo>
                    <a:pt x="337820" y="143637"/>
                  </a:moveTo>
                  <a:lnTo>
                    <a:pt x="302641" y="156464"/>
                  </a:lnTo>
                  <a:lnTo>
                    <a:pt x="334899" y="156591"/>
                  </a:lnTo>
                  <a:lnTo>
                    <a:pt x="338327" y="155321"/>
                  </a:lnTo>
                  <a:lnTo>
                    <a:pt x="337820" y="143637"/>
                  </a:lnTo>
                  <a:close/>
                </a:path>
                <a:path w="338454" h="334010">
                  <a:moveTo>
                    <a:pt x="332994" y="116586"/>
                  </a:moveTo>
                  <a:lnTo>
                    <a:pt x="224535" y="156210"/>
                  </a:lnTo>
                  <a:lnTo>
                    <a:pt x="256794" y="156337"/>
                  </a:lnTo>
                  <a:lnTo>
                    <a:pt x="335660" y="127508"/>
                  </a:lnTo>
                  <a:lnTo>
                    <a:pt x="335025" y="123825"/>
                  </a:lnTo>
                  <a:lnTo>
                    <a:pt x="334136" y="120142"/>
                  </a:lnTo>
                  <a:lnTo>
                    <a:pt x="332994" y="116586"/>
                  </a:lnTo>
                  <a:close/>
                </a:path>
                <a:path w="338454" h="334010">
                  <a:moveTo>
                    <a:pt x="323850" y="91186"/>
                  </a:moveTo>
                  <a:lnTo>
                    <a:pt x="180212" y="143637"/>
                  </a:lnTo>
                  <a:lnTo>
                    <a:pt x="180212" y="155448"/>
                  </a:lnTo>
                  <a:lnTo>
                    <a:pt x="328168" y="101473"/>
                  </a:lnTo>
                  <a:lnTo>
                    <a:pt x="327025" y="97917"/>
                  </a:lnTo>
                  <a:lnTo>
                    <a:pt x="325627" y="94488"/>
                  </a:lnTo>
                  <a:lnTo>
                    <a:pt x="323850" y="91186"/>
                  </a:lnTo>
                  <a:close/>
                </a:path>
                <a:path w="338454" h="334010">
                  <a:moveTo>
                    <a:pt x="310260" y="67310"/>
                  </a:moveTo>
                  <a:lnTo>
                    <a:pt x="180212" y="114808"/>
                  </a:lnTo>
                  <a:lnTo>
                    <a:pt x="180212" y="126746"/>
                  </a:lnTo>
                  <a:lnTo>
                    <a:pt x="316356" y="76962"/>
                  </a:lnTo>
                  <a:lnTo>
                    <a:pt x="314578" y="73660"/>
                  </a:lnTo>
                  <a:lnTo>
                    <a:pt x="312547" y="70485"/>
                  </a:lnTo>
                  <a:lnTo>
                    <a:pt x="310260" y="67310"/>
                  </a:lnTo>
                  <a:close/>
                </a:path>
                <a:path w="338454" h="334010">
                  <a:moveTo>
                    <a:pt x="291719" y="45339"/>
                  </a:moveTo>
                  <a:lnTo>
                    <a:pt x="180212" y="85979"/>
                  </a:lnTo>
                  <a:lnTo>
                    <a:pt x="180212" y="97917"/>
                  </a:lnTo>
                  <a:lnTo>
                    <a:pt x="299974" y="54229"/>
                  </a:lnTo>
                  <a:lnTo>
                    <a:pt x="291719" y="45339"/>
                  </a:lnTo>
                  <a:close/>
                </a:path>
                <a:path w="338454" h="334010">
                  <a:moveTo>
                    <a:pt x="266953" y="25527"/>
                  </a:moveTo>
                  <a:lnTo>
                    <a:pt x="180212" y="57277"/>
                  </a:lnTo>
                  <a:lnTo>
                    <a:pt x="180212" y="69088"/>
                  </a:lnTo>
                  <a:lnTo>
                    <a:pt x="278002" y="33528"/>
                  </a:lnTo>
                  <a:lnTo>
                    <a:pt x="274447" y="30607"/>
                  </a:lnTo>
                  <a:lnTo>
                    <a:pt x="270763" y="28067"/>
                  </a:lnTo>
                  <a:lnTo>
                    <a:pt x="266953" y="25527"/>
                  </a:lnTo>
                  <a:close/>
                </a:path>
                <a:path w="338454" h="334010">
                  <a:moveTo>
                    <a:pt x="233045" y="9144"/>
                  </a:moveTo>
                  <a:lnTo>
                    <a:pt x="180212" y="28448"/>
                  </a:lnTo>
                  <a:lnTo>
                    <a:pt x="180212" y="40386"/>
                  </a:lnTo>
                  <a:lnTo>
                    <a:pt x="248411" y="15494"/>
                  </a:lnTo>
                  <a:lnTo>
                    <a:pt x="243458" y="12954"/>
                  </a:lnTo>
                  <a:lnTo>
                    <a:pt x="238378" y="10795"/>
                  </a:lnTo>
                  <a:lnTo>
                    <a:pt x="233045" y="9144"/>
                  </a:lnTo>
                  <a:close/>
                </a:path>
                <a:path w="338454" h="334010">
                  <a:moveTo>
                    <a:pt x="180212" y="0"/>
                  </a:moveTo>
                  <a:lnTo>
                    <a:pt x="180212" y="11557"/>
                  </a:lnTo>
                  <a:lnTo>
                    <a:pt x="205867" y="2286"/>
                  </a:lnTo>
                  <a:lnTo>
                    <a:pt x="199536" y="1232"/>
                  </a:lnTo>
                  <a:lnTo>
                    <a:pt x="193135" y="523"/>
                  </a:lnTo>
                  <a:lnTo>
                    <a:pt x="186686" y="125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09A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65708" y="2656242"/>
            <a:ext cx="2390775" cy="117983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45720" marR="38100" indent="222250">
              <a:lnSpc>
                <a:spcPct val="102800"/>
              </a:lnSpc>
              <a:spcBef>
                <a:spcPts val="160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Pensar</a:t>
            </a:r>
            <a:r>
              <a:rPr sz="14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Humanamente</a:t>
            </a:r>
            <a:r>
              <a:rPr sz="1400" b="1" spc="50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“El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nuevo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y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emocionante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esfuerzo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para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hacer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que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las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computadoras</a:t>
            </a:r>
            <a:endParaRPr sz="1200">
              <a:latin typeface="Arial MT"/>
              <a:cs typeface="Arial MT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piensen...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máquinas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con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mente,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en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el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sentido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completo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y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literal”.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(Haugeland,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1985)“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45817" y="1960117"/>
            <a:ext cx="648970" cy="647700"/>
            <a:chOff x="1845817" y="1960117"/>
            <a:chExt cx="648970" cy="647700"/>
          </a:xfrm>
        </p:grpSpPr>
        <p:sp>
          <p:nvSpPr>
            <p:cNvPr id="39" name="object 39"/>
            <p:cNvSpPr/>
            <p:nvPr/>
          </p:nvSpPr>
          <p:spPr>
            <a:xfrm>
              <a:off x="1858517" y="1972817"/>
              <a:ext cx="623570" cy="622300"/>
            </a:xfrm>
            <a:custGeom>
              <a:avLst/>
              <a:gdLst/>
              <a:ahLst/>
              <a:cxnLst/>
              <a:rect l="l" t="t" r="r" b="b"/>
              <a:pathLst>
                <a:path w="623569" h="622300">
                  <a:moveTo>
                    <a:pt x="0" y="103632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1" y="0"/>
                  </a:lnTo>
                  <a:lnTo>
                    <a:pt x="519683" y="0"/>
                  </a:lnTo>
                  <a:lnTo>
                    <a:pt x="560040" y="8137"/>
                  </a:lnTo>
                  <a:lnTo>
                    <a:pt x="592978" y="30337"/>
                  </a:lnTo>
                  <a:lnTo>
                    <a:pt x="615178" y="63275"/>
                  </a:lnTo>
                  <a:lnTo>
                    <a:pt x="623315" y="103632"/>
                  </a:lnTo>
                  <a:lnTo>
                    <a:pt x="623315" y="518160"/>
                  </a:lnTo>
                  <a:lnTo>
                    <a:pt x="615178" y="558516"/>
                  </a:lnTo>
                  <a:lnTo>
                    <a:pt x="592978" y="591454"/>
                  </a:lnTo>
                  <a:lnTo>
                    <a:pt x="560040" y="613654"/>
                  </a:lnTo>
                  <a:lnTo>
                    <a:pt x="519683" y="621792"/>
                  </a:lnTo>
                  <a:lnTo>
                    <a:pt x="103631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2"/>
                  </a:lnTo>
                  <a:close/>
                </a:path>
              </a:pathLst>
            </a:custGeom>
            <a:ln w="25400">
              <a:solidFill>
                <a:srgbClr val="1FFA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0343" y="2106167"/>
              <a:ext cx="361315" cy="356870"/>
            </a:xfrm>
            <a:custGeom>
              <a:avLst/>
              <a:gdLst/>
              <a:ahLst/>
              <a:cxnLst/>
              <a:rect l="l" t="t" r="r" b="b"/>
              <a:pathLst>
                <a:path w="361314" h="356869">
                  <a:moveTo>
                    <a:pt x="180594" y="0"/>
                  </a:moveTo>
                  <a:lnTo>
                    <a:pt x="132600" y="6372"/>
                  </a:lnTo>
                  <a:lnTo>
                    <a:pt x="89464" y="24355"/>
                  </a:lnTo>
                  <a:lnTo>
                    <a:pt x="52911" y="52244"/>
                  </a:lnTo>
                  <a:lnTo>
                    <a:pt x="24666" y="88335"/>
                  </a:lnTo>
                  <a:lnTo>
                    <a:pt x="6454" y="130924"/>
                  </a:lnTo>
                  <a:lnTo>
                    <a:pt x="0" y="178308"/>
                  </a:lnTo>
                  <a:lnTo>
                    <a:pt x="6454" y="225691"/>
                  </a:lnTo>
                  <a:lnTo>
                    <a:pt x="24666" y="268280"/>
                  </a:lnTo>
                  <a:lnTo>
                    <a:pt x="52911" y="304371"/>
                  </a:lnTo>
                  <a:lnTo>
                    <a:pt x="89464" y="332260"/>
                  </a:lnTo>
                  <a:lnTo>
                    <a:pt x="132600" y="350243"/>
                  </a:lnTo>
                  <a:lnTo>
                    <a:pt x="180594" y="356616"/>
                  </a:lnTo>
                  <a:lnTo>
                    <a:pt x="228587" y="350243"/>
                  </a:lnTo>
                  <a:lnTo>
                    <a:pt x="271723" y="332260"/>
                  </a:lnTo>
                  <a:lnTo>
                    <a:pt x="285076" y="322072"/>
                  </a:lnTo>
                  <a:lnTo>
                    <a:pt x="167258" y="322072"/>
                  </a:lnTo>
                  <a:lnTo>
                    <a:pt x="116409" y="308143"/>
                  </a:lnTo>
                  <a:lnTo>
                    <a:pt x="74882" y="278272"/>
                  </a:lnTo>
                  <a:lnTo>
                    <a:pt x="46333" y="236043"/>
                  </a:lnTo>
                  <a:lnTo>
                    <a:pt x="34417" y="185039"/>
                  </a:lnTo>
                  <a:lnTo>
                    <a:pt x="48260" y="185039"/>
                  </a:lnTo>
                  <a:lnTo>
                    <a:pt x="54737" y="179070"/>
                  </a:lnTo>
                  <a:lnTo>
                    <a:pt x="54737" y="164084"/>
                  </a:lnTo>
                  <a:lnTo>
                    <a:pt x="48260" y="157987"/>
                  </a:lnTo>
                  <a:lnTo>
                    <a:pt x="35687" y="157987"/>
                  </a:lnTo>
                  <a:lnTo>
                    <a:pt x="50597" y="111803"/>
                  </a:lnTo>
                  <a:lnTo>
                    <a:pt x="79438" y="73882"/>
                  </a:lnTo>
                  <a:lnTo>
                    <a:pt x="119233" y="47152"/>
                  </a:lnTo>
                  <a:lnTo>
                    <a:pt x="167005" y="34544"/>
                  </a:lnTo>
                  <a:lnTo>
                    <a:pt x="285076" y="34544"/>
                  </a:lnTo>
                  <a:lnTo>
                    <a:pt x="271723" y="24355"/>
                  </a:lnTo>
                  <a:lnTo>
                    <a:pt x="228587" y="6372"/>
                  </a:lnTo>
                  <a:lnTo>
                    <a:pt x="180594" y="0"/>
                  </a:lnTo>
                  <a:close/>
                </a:path>
                <a:path w="361314" h="356869">
                  <a:moveTo>
                    <a:pt x="188341" y="303530"/>
                  </a:moveTo>
                  <a:lnTo>
                    <a:pt x="173355" y="303530"/>
                  </a:lnTo>
                  <a:lnTo>
                    <a:pt x="167258" y="309880"/>
                  </a:lnTo>
                  <a:lnTo>
                    <a:pt x="167258" y="322072"/>
                  </a:lnTo>
                  <a:lnTo>
                    <a:pt x="194437" y="322072"/>
                  </a:lnTo>
                  <a:lnTo>
                    <a:pt x="194437" y="309880"/>
                  </a:lnTo>
                  <a:lnTo>
                    <a:pt x="188341" y="303530"/>
                  </a:lnTo>
                  <a:close/>
                </a:path>
                <a:path w="361314" h="356869">
                  <a:moveTo>
                    <a:pt x="285076" y="34544"/>
                  </a:moveTo>
                  <a:lnTo>
                    <a:pt x="194182" y="34544"/>
                  </a:lnTo>
                  <a:lnTo>
                    <a:pt x="243038" y="47638"/>
                  </a:lnTo>
                  <a:lnTo>
                    <a:pt x="283463" y="75485"/>
                  </a:lnTo>
                  <a:lnTo>
                    <a:pt x="312269" y="114929"/>
                  </a:lnTo>
                  <a:lnTo>
                    <a:pt x="326263" y="162814"/>
                  </a:lnTo>
                  <a:lnTo>
                    <a:pt x="312928" y="162814"/>
                  </a:lnTo>
                  <a:lnTo>
                    <a:pt x="306450" y="168910"/>
                  </a:lnTo>
                  <a:lnTo>
                    <a:pt x="306450" y="183769"/>
                  </a:lnTo>
                  <a:lnTo>
                    <a:pt x="312928" y="189865"/>
                  </a:lnTo>
                  <a:lnTo>
                    <a:pt x="326517" y="189865"/>
                  </a:lnTo>
                  <a:lnTo>
                    <a:pt x="313505" y="239079"/>
                  </a:lnTo>
                  <a:lnTo>
                    <a:pt x="284908" y="279733"/>
                  </a:lnTo>
                  <a:lnTo>
                    <a:pt x="244095" y="308504"/>
                  </a:lnTo>
                  <a:lnTo>
                    <a:pt x="194437" y="322072"/>
                  </a:lnTo>
                  <a:lnTo>
                    <a:pt x="285076" y="322072"/>
                  </a:lnTo>
                  <a:lnTo>
                    <a:pt x="308276" y="304371"/>
                  </a:lnTo>
                  <a:lnTo>
                    <a:pt x="336521" y="268280"/>
                  </a:lnTo>
                  <a:lnTo>
                    <a:pt x="354733" y="225691"/>
                  </a:lnTo>
                  <a:lnTo>
                    <a:pt x="361188" y="178308"/>
                  </a:lnTo>
                  <a:lnTo>
                    <a:pt x="354733" y="130924"/>
                  </a:lnTo>
                  <a:lnTo>
                    <a:pt x="336521" y="88335"/>
                  </a:lnTo>
                  <a:lnTo>
                    <a:pt x="308276" y="52244"/>
                  </a:lnTo>
                  <a:lnTo>
                    <a:pt x="285076" y="34544"/>
                  </a:lnTo>
                  <a:close/>
                </a:path>
                <a:path w="361314" h="356869">
                  <a:moveTo>
                    <a:pt x="180594" y="53086"/>
                  </a:moveTo>
                  <a:lnTo>
                    <a:pt x="131568" y="62936"/>
                  </a:lnTo>
                  <a:lnTo>
                    <a:pt x="91567" y="89789"/>
                  </a:lnTo>
                  <a:lnTo>
                    <a:pt x="64615" y="129595"/>
                  </a:lnTo>
                  <a:lnTo>
                    <a:pt x="54737" y="178308"/>
                  </a:lnTo>
                  <a:lnTo>
                    <a:pt x="64615" y="227020"/>
                  </a:lnTo>
                  <a:lnTo>
                    <a:pt x="91567" y="266827"/>
                  </a:lnTo>
                  <a:lnTo>
                    <a:pt x="131568" y="293679"/>
                  </a:lnTo>
                  <a:lnTo>
                    <a:pt x="180594" y="303530"/>
                  </a:lnTo>
                  <a:lnTo>
                    <a:pt x="229619" y="293679"/>
                  </a:lnTo>
                  <a:lnTo>
                    <a:pt x="269620" y="266827"/>
                  </a:lnTo>
                  <a:lnTo>
                    <a:pt x="296572" y="227020"/>
                  </a:lnTo>
                  <a:lnTo>
                    <a:pt x="298956" y="215265"/>
                  </a:lnTo>
                  <a:lnTo>
                    <a:pt x="250698" y="215265"/>
                  </a:lnTo>
                  <a:lnTo>
                    <a:pt x="240982" y="215137"/>
                  </a:lnTo>
                  <a:lnTo>
                    <a:pt x="231139" y="215137"/>
                  </a:lnTo>
                  <a:lnTo>
                    <a:pt x="230886" y="215011"/>
                  </a:lnTo>
                  <a:lnTo>
                    <a:pt x="206608" y="199771"/>
                  </a:lnTo>
                  <a:lnTo>
                    <a:pt x="180594" y="199771"/>
                  </a:lnTo>
                  <a:lnTo>
                    <a:pt x="172184" y="198078"/>
                  </a:lnTo>
                  <a:lnTo>
                    <a:pt x="165322" y="193468"/>
                  </a:lnTo>
                  <a:lnTo>
                    <a:pt x="160698" y="186644"/>
                  </a:lnTo>
                  <a:lnTo>
                    <a:pt x="159004" y="178308"/>
                  </a:lnTo>
                  <a:lnTo>
                    <a:pt x="159100" y="168910"/>
                  </a:lnTo>
                  <a:lnTo>
                    <a:pt x="164973" y="161162"/>
                  </a:lnTo>
                  <a:lnTo>
                    <a:pt x="173228" y="158242"/>
                  </a:lnTo>
                  <a:lnTo>
                    <a:pt x="169418" y="106553"/>
                  </a:lnTo>
                  <a:lnTo>
                    <a:pt x="169291" y="106172"/>
                  </a:lnTo>
                  <a:lnTo>
                    <a:pt x="169544" y="106172"/>
                  </a:lnTo>
                  <a:lnTo>
                    <a:pt x="180594" y="84962"/>
                  </a:lnTo>
                  <a:lnTo>
                    <a:pt x="262431" y="84962"/>
                  </a:lnTo>
                  <a:lnTo>
                    <a:pt x="229619" y="62936"/>
                  </a:lnTo>
                  <a:lnTo>
                    <a:pt x="180594" y="53086"/>
                  </a:lnTo>
                  <a:close/>
                </a:path>
                <a:path w="361314" h="356869">
                  <a:moveTo>
                    <a:pt x="262431" y="84962"/>
                  </a:moveTo>
                  <a:lnTo>
                    <a:pt x="180594" y="84962"/>
                  </a:lnTo>
                  <a:lnTo>
                    <a:pt x="191643" y="106172"/>
                  </a:lnTo>
                  <a:lnTo>
                    <a:pt x="191897" y="106172"/>
                  </a:lnTo>
                  <a:lnTo>
                    <a:pt x="191897" y="106553"/>
                  </a:lnTo>
                  <a:lnTo>
                    <a:pt x="191769" y="106553"/>
                  </a:lnTo>
                  <a:lnTo>
                    <a:pt x="187960" y="158242"/>
                  </a:lnTo>
                  <a:lnTo>
                    <a:pt x="196214" y="161162"/>
                  </a:lnTo>
                  <a:lnTo>
                    <a:pt x="202087" y="168910"/>
                  </a:lnTo>
                  <a:lnTo>
                    <a:pt x="202056" y="181229"/>
                  </a:lnTo>
                  <a:lnTo>
                    <a:pt x="201803" y="182499"/>
                  </a:lnTo>
                  <a:lnTo>
                    <a:pt x="239394" y="199009"/>
                  </a:lnTo>
                  <a:lnTo>
                    <a:pt x="239522" y="199009"/>
                  </a:lnTo>
                  <a:lnTo>
                    <a:pt x="239649" y="199262"/>
                  </a:lnTo>
                  <a:lnTo>
                    <a:pt x="250698" y="215265"/>
                  </a:lnTo>
                  <a:lnTo>
                    <a:pt x="298956" y="215265"/>
                  </a:lnTo>
                  <a:lnTo>
                    <a:pt x="306450" y="178308"/>
                  </a:lnTo>
                  <a:lnTo>
                    <a:pt x="296572" y="129595"/>
                  </a:lnTo>
                  <a:lnTo>
                    <a:pt x="269621" y="89789"/>
                  </a:lnTo>
                  <a:lnTo>
                    <a:pt x="262431" y="84962"/>
                  </a:lnTo>
                  <a:close/>
                </a:path>
                <a:path w="361314" h="356869">
                  <a:moveTo>
                    <a:pt x="231267" y="215011"/>
                  </a:moveTo>
                  <a:lnTo>
                    <a:pt x="231139" y="215137"/>
                  </a:lnTo>
                  <a:lnTo>
                    <a:pt x="240982" y="215137"/>
                  </a:lnTo>
                  <a:lnTo>
                    <a:pt x="231267" y="215011"/>
                  </a:lnTo>
                  <a:close/>
                </a:path>
                <a:path w="361314" h="356869">
                  <a:moveTo>
                    <a:pt x="196087" y="193167"/>
                  </a:moveTo>
                  <a:lnTo>
                    <a:pt x="192278" y="197231"/>
                  </a:lnTo>
                  <a:lnTo>
                    <a:pt x="186689" y="199771"/>
                  </a:lnTo>
                  <a:lnTo>
                    <a:pt x="206608" y="199771"/>
                  </a:lnTo>
                  <a:lnTo>
                    <a:pt x="196087" y="193167"/>
                  </a:lnTo>
                  <a:close/>
                </a:path>
                <a:path w="361314" h="356869">
                  <a:moveTo>
                    <a:pt x="194182" y="34544"/>
                  </a:moveTo>
                  <a:lnTo>
                    <a:pt x="167005" y="34544"/>
                  </a:lnTo>
                  <a:lnTo>
                    <a:pt x="167005" y="46228"/>
                  </a:lnTo>
                  <a:lnTo>
                    <a:pt x="173100" y="52578"/>
                  </a:lnTo>
                  <a:lnTo>
                    <a:pt x="188087" y="52578"/>
                  </a:lnTo>
                  <a:lnTo>
                    <a:pt x="194182" y="46228"/>
                  </a:lnTo>
                  <a:lnTo>
                    <a:pt x="194182" y="34544"/>
                  </a:lnTo>
                  <a:close/>
                </a:path>
              </a:pathLst>
            </a:custGeom>
            <a:solidFill>
              <a:srgbClr val="1F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48003" y="5185277"/>
            <a:ext cx="2228850" cy="9969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88595">
              <a:lnSpc>
                <a:spcPct val="101899"/>
              </a:lnSpc>
              <a:spcBef>
                <a:spcPts val="180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Actuar</a:t>
            </a:r>
            <a:r>
              <a:rPr sz="1400" b="1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Humanamente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“El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arte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crear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máquinas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que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realizan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funciones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que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requieren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inteligencia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cuando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las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realizan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personas”.</a:t>
            </a:r>
            <a:r>
              <a:rPr sz="1200" spc="-7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(Kurzweil,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1990)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845817" y="4489958"/>
            <a:ext cx="648970" cy="647700"/>
            <a:chOff x="1845817" y="4489958"/>
            <a:chExt cx="648970" cy="647700"/>
          </a:xfrm>
        </p:grpSpPr>
        <p:sp>
          <p:nvSpPr>
            <p:cNvPr id="43" name="object 43"/>
            <p:cNvSpPr/>
            <p:nvPr/>
          </p:nvSpPr>
          <p:spPr>
            <a:xfrm>
              <a:off x="1858517" y="4502658"/>
              <a:ext cx="623570" cy="622300"/>
            </a:xfrm>
            <a:custGeom>
              <a:avLst/>
              <a:gdLst/>
              <a:ahLst/>
              <a:cxnLst/>
              <a:rect l="l" t="t" r="r" b="b"/>
              <a:pathLst>
                <a:path w="623569" h="622300">
                  <a:moveTo>
                    <a:pt x="0" y="103632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1" y="0"/>
                  </a:lnTo>
                  <a:lnTo>
                    <a:pt x="519683" y="0"/>
                  </a:lnTo>
                  <a:lnTo>
                    <a:pt x="560040" y="8137"/>
                  </a:lnTo>
                  <a:lnTo>
                    <a:pt x="592978" y="30337"/>
                  </a:lnTo>
                  <a:lnTo>
                    <a:pt x="615178" y="63275"/>
                  </a:lnTo>
                  <a:lnTo>
                    <a:pt x="623315" y="103632"/>
                  </a:lnTo>
                  <a:lnTo>
                    <a:pt x="623315" y="518160"/>
                  </a:lnTo>
                  <a:lnTo>
                    <a:pt x="615178" y="558516"/>
                  </a:lnTo>
                  <a:lnTo>
                    <a:pt x="592978" y="591454"/>
                  </a:lnTo>
                  <a:lnTo>
                    <a:pt x="560040" y="613654"/>
                  </a:lnTo>
                  <a:lnTo>
                    <a:pt x="519683" y="621792"/>
                  </a:lnTo>
                  <a:lnTo>
                    <a:pt x="103631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2"/>
                  </a:lnTo>
                  <a:close/>
                </a:path>
              </a:pathLst>
            </a:custGeom>
            <a:ln w="25399">
              <a:solidFill>
                <a:srgbClr val="008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10282" y="4665345"/>
              <a:ext cx="329565" cy="320040"/>
            </a:xfrm>
            <a:custGeom>
              <a:avLst/>
              <a:gdLst/>
              <a:ahLst/>
              <a:cxnLst/>
              <a:rect l="l" t="t" r="r" b="b"/>
              <a:pathLst>
                <a:path w="329564" h="320039">
                  <a:moveTo>
                    <a:pt x="87273" y="284479"/>
                  </a:moveTo>
                  <a:lnTo>
                    <a:pt x="62484" y="284479"/>
                  </a:lnTo>
                  <a:lnTo>
                    <a:pt x="68706" y="289559"/>
                  </a:lnTo>
                  <a:lnTo>
                    <a:pt x="75692" y="292100"/>
                  </a:lnTo>
                  <a:lnTo>
                    <a:pt x="82931" y="294639"/>
                  </a:lnTo>
                  <a:lnTo>
                    <a:pt x="89281" y="320039"/>
                  </a:lnTo>
                  <a:lnTo>
                    <a:pt x="121031" y="320039"/>
                  </a:lnTo>
                  <a:lnTo>
                    <a:pt x="126492" y="294639"/>
                  </a:lnTo>
                  <a:lnTo>
                    <a:pt x="134239" y="293369"/>
                  </a:lnTo>
                  <a:lnTo>
                    <a:pt x="141605" y="289559"/>
                  </a:lnTo>
                  <a:lnTo>
                    <a:pt x="143806" y="288289"/>
                  </a:lnTo>
                  <a:lnTo>
                    <a:pt x="104521" y="288289"/>
                  </a:lnTo>
                  <a:lnTo>
                    <a:pt x="87273" y="284479"/>
                  </a:lnTo>
                  <a:close/>
                </a:path>
                <a:path w="329564" h="320039">
                  <a:moveTo>
                    <a:pt x="181374" y="285750"/>
                  </a:moveTo>
                  <a:lnTo>
                    <a:pt x="148209" y="285750"/>
                  </a:lnTo>
                  <a:lnTo>
                    <a:pt x="146304" y="288289"/>
                  </a:lnTo>
                  <a:lnTo>
                    <a:pt x="170053" y="300989"/>
                  </a:lnTo>
                  <a:lnTo>
                    <a:pt x="181374" y="285750"/>
                  </a:lnTo>
                  <a:close/>
                </a:path>
                <a:path w="329564" h="320039">
                  <a:moveTo>
                    <a:pt x="36068" y="119379"/>
                  </a:moveTo>
                  <a:lnTo>
                    <a:pt x="14986" y="143509"/>
                  </a:lnTo>
                  <a:lnTo>
                    <a:pt x="29083" y="166369"/>
                  </a:lnTo>
                  <a:lnTo>
                    <a:pt x="26289" y="172719"/>
                  </a:lnTo>
                  <a:lnTo>
                    <a:pt x="24003" y="179069"/>
                  </a:lnTo>
                  <a:lnTo>
                    <a:pt x="22479" y="185419"/>
                  </a:lnTo>
                  <a:lnTo>
                    <a:pt x="0" y="190500"/>
                  </a:lnTo>
                  <a:lnTo>
                    <a:pt x="635" y="224789"/>
                  </a:lnTo>
                  <a:lnTo>
                    <a:pt x="23368" y="231139"/>
                  </a:lnTo>
                  <a:lnTo>
                    <a:pt x="25273" y="238759"/>
                  </a:lnTo>
                  <a:lnTo>
                    <a:pt x="28193" y="245109"/>
                  </a:lnTo>
                  <a:lnTo>
                    <a:pt x="31877" y="251459"/>
                  </a:lnTo>
                  <a:lnTo>
                    <a:pt x="19177" y="270509"/>
                  </a:lnTo>
                  <a:lnTo>
                    <a:pt x="40005" y="297179"/>
                  </a:lnTo>
                  <a:lnTo>
                    <a:pt x="63118" y="285750"/>
                  </a:lnTo>
                  <a:lnTo>
                    <a:pt x="62484" y="284479"/>
                  </a:lnTo>
                  <a:lnTo>
                    <a:pt x="87273" y="284479"/>
                  </a:lnTo>
                  <a:lnTo>
                    <a:pt x="75775" y="281939"/>
                  </a:lnTo>
                  <a:lnTo>
                    <a:pt x="52101" y="264159"/>
                  </a:lnTo>
                  <a:lnTo>
                    <a:pt x="35905" y="238759"/>
                  </a:lnTo>
                  <a:lnTo>
                    <a:pt x="29591" y="208279"/>
                  </a:lnTo>
                  <a:lnTo>
                    <a:pt x="34772" y="177800"/>
                  </a:lnTo>
                  <a:lnTo>
                    <a:pt x="50085" y="153669"/>
                  </a:lnTo>
                  <a:lnTo>
                    <a:pt x="73185" y="137159"/>
                  </a:lnTo>
                  <a:lnTo>
                    <a:pt x="90310" y="133350"/>
                  </a:lnTo>
                  <a:lnTo>
                    <a:pt x="58928" y="133350"/>
                  </a:lnTo>
                  <a:lnTo>
                    <a:pt x="36068" y="119379"/>
                  </a:lnTo>
                  <a:close/>
                </a:path>
                <a:path w="329564" h="320039">
                  <a:moveTo>
                    <a:pt x="138620" y="130809"/>
                  </a:moveTo>
                  <a:lnTo>
                    <a:pt x="101727" y="130809"/>
                  </a:lnTo>
                  <a:lnTo>
                    <a:pt x="130472" y="137159"/>
                  </a:lnTo>
                  <a:lnTo>
                    <a:pt x="154146" y="154939"/>
                  </a:lnTo>
                  <a:lnTo>
                    <a:pt x="170342" y="180339"/>
                  </a:lnTo>
                  <a:lnTo>
                    <a:pt x="176656" y="210819"/>
                  </a:lnTo>
                  <a:lnTo>
                    <a:pt x="171475" y="241300"/>
                  </a:lnTo>
                  <a:lnTo>
                    <a:pt x="156162" y="266700"/>
                  </a:lnTo>
                  <a:lnTo>
                    <a:pt x="133062" y="283209"/>
                  </a:lnTo>
                  <a:lnTo>
                    <a:pt x="104521" y="288289"/>
                  </a:lnTo>
                  <a:lnTo>
                    <a:pt x="143806" y="288289"/>
                  </a:lnTo>
                  <a:lnTo>
                    <a:pt x="148209" y="285750"/>
                  </a:lnTo>
                  <a:lnTo>
                    <a:pt x="181374" y="285750"/>
                  </a:lnTo>
                  <a:lnTo>
                    <a:pt x="189865" y="274319"/>
                  </a:lnTo>
                  <a:lnTo>
                    <a:pt x="176022" y="255269"/>
                  </a:lnTo>
                  <a:lnTo>
                    <a:pt x="178943" y="248919"/>
                  </a:lnTo>
                  <a:lnTo>
                    <a:pt x="181356" y="243839"/>
                  </a:lnTo>
                  <a:lnTo>
                    <a:pt x="182880" y="237489"/>
                  </a:lnTo>
                  <a:lnTo>
                    <a:pt x="207010" y="231139"/>
                  </a:lnTo>
                  <a:lnTo>
                    <a:pt x="206502" y="196850"/>
                  </a:lnTo>
                  <a:lnTo>
                    <a:pt x="183387" y="190500"/>
                  </a:lnTo>
                  <a:lnTo>
                    <a:pt x="181483" y="182879"/>
                  </a:lnTo>
                  <a:lnTo>
                    <a:pt x="178435" y="173989"/>
                  </a:lnTo>
                  <a:lnTo>
                    <a:pt x="174371" y="167639"/>
                  </a:lnTo>
                  <a:lnTo>
                    <a:pt x="186055" y="147319"/>
                  </a:lnTo>
                  <a:lnTo>
                    <a:pt x="175006" y="134619"/>
                  </a:lnTo>
                  <a:lnTo>
                    <a:pt x="143383" y="134619"/>
                  </a:lnTo>
                  <a:lnTo>
                    <a:pt x="138620" y="130809"/>
                  </a:lnTo>
                  <a:close/>
                </a:path>
                <a:path w="329564" h="320039">
                  <a:moveTo>
                    <a:pt x="101854" y="140969"/>
                  </a:moveTo>
                  <a:lnTo>
                    <a:pt x="76993" y="146050"/>
                  </a:lnTo>
                  <a:lnTo>
                    <a:pt x="56896" y="160019"/>
                  </a:lnTo>
                  <a:lnTo>
                    <a:pt x="43561" y="181609"/>
                  </a:lnTo>
                  <a:lnTo>
                    <a:pt x="38989" y="208279"/>
                  </a:lnTo>
                  <a:lnTo>
                    <a:pt x="44547" y="234950"/>
                  </a:lnTo>
                  <a:lnTo>
                    <a:pt x="58689" y="256539"/>
                  </a:lnTo>
                  <a:lnTo>
                    <a:pt x="79333" y="271779"/>
                  </a:lnTo>
                  <a:lnTo>
                    <a:pt x="104393" y="278129"/>
                  </a:lnTo>
                  <a:lnTo>
                    <a:pt x="129252" y="273050"/>
                  </a:lnTo>
                  <a:lnTo>
                    <a:pt x="149336" y="259079"/>
                  </a:lnTo>
                  <a:lnTo>
                    <a:pt x="154811" y="250189"/>
                  </a:lnTo>
                  <a:lnTo>
                    <a:pt x="103886" y="250189"/>
                  </a:lnTo>
                  <a:lnTo>
                    <a:pt x="89046" y="246379"/>
                  </a:lnTo>
                  <a:lnTo>
                    <a:pt x="76803" y="237489"/>
                  </a:lnTo>
                  <a:lnTo>
                    <a:pt x="68417" y="224789"/>
                  </a:lnTo>
                  <a:lnTo>
                    <a:pt x="65150" y="208279"/>
                  </a:lnTo>
                  <a:lnTo>
                    <a:pt x="67857" y="193039"/>
                  </a:lnTo>
                  <a:lnTo>
                    <a:pt x="75755" y="180339"/>
                  </a:lnTo>
                  <a:lnTo>
                    <a:pt x="87653" y="171450"/>
                  </a:lnTo>
                  <a:lnTo>
                    <a:pt x="102362" y="168909"/>
                  </a:lnTo>
                  <a:lnTo>
                    <a:pt x="151690" y="168909"/>
                  </a:lnTo>
                  <a:lnTo>
                    <a:pt x="147542" y="162559"/>
                  </a:lnTo>
                  <a:lnTo>
                    <a:pt x="126912" y="147319"/>
                  </a:lnTo>
                  <a:lnTo>
                    <a:pt x="101854" y="140969"/>
                  </a:lnTo>
                  <a:close/>
                </a:path>
                <a:path w="329564" h="320039">
                  <a:moveTo>
                    <a:pt x="151690" y="168909"/>
                  </a:moveTo>
                  <a:lnTo>
                    <a:pt x="102362" y="168909"/>
                  </a:lnTo>
                  <a:lnTo>
                    <a:pt x="117201" y="172719"/>
                  </a:lnTo>
                  <a:lnTo>
                    <a:pt x="129444" y="181609"/>
                  </a:lnTo>
                  <a:lnTo>
                    <a:pt x="137830" y="194309"/>
                  </a:lnTo>
                  <a:lnTo>
                    <a:pt x="141097" y="210819"/>
                  </a:lnTo>
                  <a:lnTo>
                    <a:pt x="138390" y="226059"/>
                  </a:lnTo>
                  <a:lnTo>
                    <a:pt x="130492" y="238759"/>
                  </a:lnTo>
                  <a:lnTo>
                    <a:pt x="118594" y="247650"/>
                  </a:lnTo>
                  <a:lnTo>
                    <a:pt x="103886" y="250189"/>
                  </a:lnTo>
                  <a:lnTo>
                    <a:pt x="154811" y="250189"/>
                  </a:lnTo>
                  <a:lnTo>
                    <a:pt x="162633" y="237489"/>
                  </a:lnTo>
                  <a:lnTo>
                    <a:pt x="167131" y="210819"/>
                  </a:lnTo>
                  <a:lnTo>
                    <a:pt x="161647" y="184150"/>
                  </a:lnTo>
                  <a:lnTo>
                    <a:pt x="151690" y="168909"/>
                  </a:lnTo>
                  <a:close/>
                </a:path>
                <a:path w="329564" h="320039">
                  <a:moveTo>
                    <a:pt x="286977" y="212089"/>
                  </a:moveTo>
                  <a:lnTo>
                    <a:pt x="243459" y="212089"/>
                  </a:lnTo>
                  <a:lnTo>
                    <a:pt x="243321" y="212220"/>
                  </a:lnTo>
                  <a:lnTo>
                    <a:pt x="247650" y="213359"/>
                  </a:lnTo>
                  <a:lnTo>
                    <a:pt x="252730" y="214629"/>
                  </a:lnTo>
                  <a:lnTo>
                    <a:pt x="257937" y="214629"/>
                  </a:lnTo>
                  <a:lnTo>
                    <a:pt x="266446" y="229869"/>
                  </a:lnTo>
                  <a:lnTo>
                    <a:pt x="287400" y="224789"/>
                  </a:lnTo>
                  <a:lnTo>
                    <a:pt x="286977" y="212089"/>
                  </a:lnTo>
                  <a:close/>
                </a:path>
                <a:path w="329564" h="320039">
                  <a:moveTo>
                    <a:pt x="197739" y="105409"/>
                  </a:moveTo>
                  <a:lnTo>
                    <a:pt x="187833" y="125729"/>
                  </a:lnTo>
                  <a:lnTo>
                    <a:pt x="201041" y="138429"/>
                  </a:lnTo>
                  <a:lnTo>
                    <a:pt x="200152" y="142239"/>
                  </a:lnTo>
                  <a:lnTo>
                    <a:pt x="199770" y="146050"/>
                  </a:lnTo>
                  <a:lnTo>
                    <a:pt x="199675" y="148589"/>
                  </a:lnTo>
                  <a:lnTo>
                    <a:pt x="199771" y="152400"/>
                  </a:lnTo>
                  <a:lnTo>
                    <a:pt x="185800" y="160019"/>
                  </a:lnTo>
                  <a:lnTo>
                    <a:pt x="191897" y="182879"/>
                  </a:lnTo>
                  <a:lnTo>
                    <a:pt x="208025" y="182879"/>
                  </a:lnTo>
                  <a:lnTo>
                    <a:pt x="210566" y="187959"/>
                  </a:lnTo>
                  <a:lnTo>
                    <a:pt x="213614" y="191769"/>
                  </a:lnTo>
                  <a:lnTo>
                    <a:pt x="217169" y="195579"/>
                  </a:lnTo>
                  <a:lnTo>
                    <a:pt x="211962" y="210819"/>
                  </a:lnTo>
                  <a:lnTo>
                    <a:pt x="230124" y="224789"/>
                  </a:lnTo>
                  <a:lnTo>
                    <a:pt x="243321" y="212220"/>
                  </a:lnTo>
                  <a:lnTo>
                    <a:pt x="242824" y="212089"/>
                  </a:lnTo>
                  <a:lnTo>
                    <a:pt x="286977" y="212089"/>
                  </a:lnTo>
                  <a:lnTo>
                    <a:pt x="286808" y="207009"/>
                  </a:lnTo>
                  <a:lnTo>
                    <a:pt x="251053" y="207009"/>
                  </a:lnTo>
                  <a:lnTo>
                    <a:pt x="232521" y="199389"/>
                  </a:lnTo>
                  <a:lnTo>
                    <a:pt x="217584" y="185419"/>
                  </a:lnTo>
                  <a:lnTo>
                    <a:pt x="208280" y="166369"/>
                  </a:lnTo>
                  <a:lnTo>
                    <a:pt x="206642" y="144779"/>
                  </a:lnTo>
                  <a:lnTo>
                    <a:pt x="212613" y="125729"/>
                  </a:lnTo>
                  <a:lnTo>
                    <a:pt x="224126" y="110489"/>
                  </a:lnTo>
                  <a:lnTo>
                    <a:pt x="215137" y="110489"/>
                  </a:lnTo>
                  <a:lnTo>
                    <a:pt x="197739" y="105409"/>
                  </a:lnTo>
                  <a:close/>
                </a:path>
                <a:path w="329564" h="320039">
                  <a:moveTo>
                    <a:pt x="300259" y="99059"/>
                  </a:moveTo>
                  <a:lnTo>
                    <a:pt x="253111" y="99059"/>
                  </a:lnTo>
                  <a:lnTo>
                    <a:pt x="270293" y="101600"/>
                  </a:lnTo>
                  <a:lnTo>
                    <a:pt x="285702" y="109219"/>
                  </a:lnTo>
                  <a:lnTo>
                    <a:pt x="297991" y="123189"/>
                  </a:lnTo>
                  <a:lnTo>
                    <a:pt x="305816" y="139700"/>
                  </a:lnTo>
                  <a:lnTo>
                    <a:pt x="307453" y="161289"/>
                  </a:lnTo>
                  <a:lnTo>
                    <a:pt x="301482" y="181609"/>
                  </a:lnTo>
                  <a:lnTo>
                    <a:pt x="289010" y="196850"/>
                  </a:lnTo>
                  <a:lnTo>
                    <a:pt x="271144" y="205739"/>
                  </a:lnTo>
                  <a:lnTo>
                    <a:pt x="251053" y="207009"/>
                  </a:lnTo>
                  <a:lnTo>
                    <a:pt x="286808" y="207009"/>
                  </a:lnTo>
                  <a:lnTo>
                    <a:pt x="286766" y="205739"/>
                  </a:lnTo>
                  <a:lnTo>
                    <a:pt x="291592" y="203200"/>
                  </a:lnTo>
                  <a:lnTo>
                    <a:pt x="295910" y="199389"/>
                  </a:lnTo>
                  <a:lnTo>
                    <a:pt x="299466" y="195579"/>
                  </a:lnTo>
                  <a:lnTo>
                    <a:pt x="318971" y="195579"/>
                  </a:lnTo>
                  <a:lnTo>
                    <a:pt x="325247" y="180339"/>
                  </a:lnTo>
                  <a:lnTo>
                    <a:pt x="312674" y="170179"/>
                  </a:lnTo>
                  <a:lnTo>
                    <a:pt x="313690" y="165100"/>
                  </a:lnTo>
                  <a:lnTo>
                    <a:pt x="314325" y="161289"/>
                  </a:lnTo>
                  <a:lnTo>
                    <a:pt x="314325" y="156209"/>
                  </a:lnTo>
                  <a:lnTo>
                    <a:pt x="329184" y="147319"/>
                  </a:lnTo>
                  <a:lnTo>
                    <a:pt x="323088" y="125729"/>
                  </a:lnTo>
                  <a:lnTo>
                    <a:pt x="306831" y="124459"/>
                  </a:lnTo>
                  <a:lnTo>
                    <a:pt x="304165" y="119379"/>
                  </a:lnTo>
                  <a:lnTo>
                    <a:pt x="300863" y="115569"/>
                  </a:lnTo>
                  <a:lnTo>
                    <a:pt x="296925" y="110489"/>
                  </a:lnTo>
                  <a:lnTo>
                    <a:pt x="300259" y="99059"/>
                  </a:lnTo>
                  <a:close/>
                </a:path>
                <a:path w="329564" h="320039">
                  <a:moveTo>
                    <a:pt x="318971" y="195579"/>
                  </a:moveTo>
                  <a:lnTo>
                    <a:pt x="299466" y="195579"/>
                  </a:lnTo>
                  <a:lnTo>
                    <a:pt x="298704" y="198119"/>
                  </a:lnTo>
                  <a:lnTo>
                    <a:pt x="316356" y="201929"/>
                  </a:lnTo>
                  <a:lnTo>
                    <a:pt x="318971" y="195579"/>
                  </a:lnTo>
                  <a:close/>
                </a:path>
                <a:path w="329564" h="320039">
                  <a:moveTo>
                    <a:pt x="253619" y="105409"/>
                  </a:moveTo>
                  <a:lnTo>
                    <a:pt x="250698" y="106679"/>
                  </a:lnTo>
                  <a:lnTo>
                    <a:pt x="244729" y="106679"/>
                  </a:lnTo>
                  <a:lnTo>
                    <a:pt x="229203" y="115569"/>
                  </a:lnTo>
                  <a:lnTo>
                    <a:pt x="218344" y="128269"/>
                  </a:lnTo>
                  <a:lnTo>
                    <a:pt x="213153" y="146050"/>
                  </a:lnTo>
                  <a:lnTo>
                    <a:pt x="214630" y="165100"/>
                  </a:lnTo>
                  <a:lnTo>
                    <a:pt x="222718" y="181609"/>
                  </a:lnTo>
                  <a:lnTo>
                    <a:pt x="235712" y="193039"/>
                  </a:lnTo>
                  <a:lnTo>
                    <a:pt x="251848" y="199389"/>
                  </a:lnTo>
                  <a:lnTo>
                    <a:pt x="269367" y="199389"/>
                  </a:lnTo>
                  <a:lnTo>
                    <a:pt x="284894" y="190500"/>
                  </a:lnTo>
                  <a:lnTo>
                    <a:pt x="293592" y="180339"/>
                  </a:lnTo>
                  <a:lnTo>
                    <a:pt x="253958" y="180339"/>
                  </a:lnTo>
                  <a:lnTo>
                    <a:pt x="244427" y="176529"/>
                  </a:lnTo>
                  <a:lnTo>
                    <a:pt x="236729" y="170179"/>
                  </a:lnTo>
                  <a:lnTo>
                    <a:pt x="231902" y="160019"/>
                  </a:lnTo>
                  <a:lnTo>
                    <a:pt x="231020" y="148589"/>
                  </a:lnTo>
                  <a:lnTo>
                    <a:pt x="234092" y="138429"/>
                  </a:lnTo>
                  <a:lnTo>
                    <a:pt x="240545" y="130809"/>
                  </a:lnTo>
                  <a:lnTo>
                    <a:pt x="249809" y="125729"/>
                  </a:lnTo>
                  <a:lnTo>
                    <a:pt x="291574" y="125729"/>
                  </a:lnTo>
                  <a:lnTo>
                    <a:pt x="282035" y="115569"/>
                  </a:lnTo>
                  <a:lnTo>
                    <a:pt x="268589" y="107950"/>
                  </a:lnTo>
                  <a:lnTo>
                    <a:pt x="253619" y="105409"/>
                  </a:lnTo>
                  <a:close/>
                </a:path>
                <a:path w="329564" h="320039">
                  <a:moveTo>
                    <a:pt x="291574" y="125729"/>
                  </a:moveTo>
                  <a:lnTo>
                    <a:pt x="255016" y="125729"/>
                  </a:lnTo>
                  <a:lnTo>
                    <a:pt x="263923" y="127000"/>
                  </a:lnTo>
                  <a:lnTo>
                    <a:pt x="271891" y="130809"/>
                  </a:lnTo>
                  <a:lnTo>
                    <a:pt x="278215" y="137159"/>
                  </a:lnTo>
                  <a:lnTo>
                    <a:pt x="282194" y="146050"/>
                  </a:lnTo>
                  <a:lnTo>
                    <a:pt x="283075" y="157479"/>
                  </a:lnTo>
                  <a:lnTo>
                    <a:pt x="280003" y="167639"/>
                  </a:lnTo>
                  <a:lnTo>
                    <a:pt x="273550" y="175259"/>
                  </a:lnTo>
                  <a:lnTo>
                    <a:pt x="264287" y="180339"/>
                  </a:lnTo>
                  <a:lnTo>
                    <a:pt x="293592" y="180339"/>
                  </a:lnTo>
                  <a:lnTo>
                    <a:pt x="295767" y="177800"/>
                  </a:lnTo>
                  <a:lnTo>
                    <a:pt x="300995" y="160019"/>
                  </a:lnTo>
                  <a:lnTo>
                    <a:pt x="299593" y="142239"/>
                  </a:lnTo>
                  <a:lnTo>
                    <a:pt x="292766" y="127000"/>
                  </a:lnTo>
                  <a:lnTo>
                    <a:pt x="291574" y="125729"/>
                  </a:lnTo>
                  <a:close/>
                </a:path>
                <a:path w="329564" h="320039">
                  <a:moveTo>
                    <a:pt x="163956" y="121919"/>
                  </a:moveTo>
                  <a:lnTo>
                    <a:pt x="143383" y="134619"/>
                  </a:lnTo>
                  <a:lnTo>
                    <a:pt x="175006" y="134619"/>
                  </a:lnTo>
                  <a:lnTo>
                    <a:pt x="163956" y="121919"/>
                  </a:lnTo>
                  <a:close/>
                </a:path>
                <a:path w="329564" h="320039">
                  <a:moveTo>
                    <a:pt x="85217" y="96519"/>
                  </a:moveTo>
                  <a:lnTo>
                    <a:pt x="79375" y="123189"/>
                  </a:lnTo>
                  <a:lnTo>
                    <a:pt x="80264" y="123189"/>
                  </a:lnTo>
                  <a:lnTo>
                    <a:pt x="72643" y="125729"/>
                  </a:lnTo>
                  <a:lnTo>
                    <a:pt x="65405" y="128269"/>
                  </a:lnTo>
                  <a:lnTo>
                    <a:pt x="58983" y="133306"/>
                  </a:lnTo>
                  <a:lnTo>
                    <a:pt x="90310" y="133350"/>
                  </a:lnTo>
                  <a:lnTo>
                    <a:pt x="101727" y="130809"/>
                  </a:lnTo>
                  <a:lnTo>
                    <a:pt x="138620" y="130809"/>
                  </a:lnTo>
                  <a:lnTo>
                    <a:pt x="137033" y="129539"/>
                  </a:lnTo>
                  <a:lnTo>
                    <a:pt x="130175" y="127000"/>
                  </a:lnTo>
                  <a:lnTo>
                    <a:pt x="122809" y="124459"/>
                  </a:lnTo>
                  <a:lnTo>
                    <a:pt x="123698" y="124459"/>
                  </a:lnTo>
                  <a:lnTo>
                    <a:pt x="116840" y="97789"/>
                  </a:lnTo>
                  <a:lnTo>
                    <a:pt x="85217" y="96519"/>
                  </a:lnTo>
                  <a:close/>
                </a:path>
                <a:path w="329564" h="320039">
                  <a:moveTo>
                    <a:pt x="247396" y="74929"/>
                  </a:moveTo>
                  <a:lnTo>
                    <a:pt x="226441" y="81279"/>
                  </a:lnTo>
                  <a:lnTo>
                    <a:pt x="227075" y="100329"/>
                  </a:lnTo>
                  <a:lnTo>
                    <a:pt x="227584" y="100329"/>
                  </a:lnTo>
                  <a:lnTo>
                    <a:pt x="222885" y="102869"/>
                  </a:lnTo>
                  <a:lnTo>
                    <a:pt x="218694" y="105409"/>
                  </a:lnTo>
                  <a:lnTo>
                    <a:pt x="215159" y="110459"/>
                  </a:lnTo>
                  <a:lnTo>
                    <a:pt x="224126" y="110489"/>
                  </a:lnTo>
                  <a:lnTo>
                    <a:pt x="225085" y="109219"/>
                  </a:lnTo>
                  <a:lnTo>
                    <a:pt x="242950" y="100329"/>
                  </a:lnTo>
                  <a:lnTo>
                    <a:pt x="246380" y="99059"/>
                  </a:lnTo>
                  <a:lnTo>
                    <a:pt x="300259" y="99059"/>
                  </a:lnTo>
                  <a:lnTo>
                    <a:pt x="301371" y="95250"/>
                  </a:lnTo>
                  <a:lnTo>
                    <a:pt x="271018" y="95250"/>
                  </a:lnTo>
                  <a:lnTo>
                    <a:pt x="266065" y="92709"/>
                  </a:lnTo>
                  <a:lnTo>
                    <a:pt x="255905" y="92709"/>
                  </a:lnTo>
                  <a:lnTo>
                    <a:pt x="256412" y="91439"/>
                  </a:lnTo>
                  <a:lnTo>
                    <a:pt x="247396" y="74929"/>
                  </a:lnTo>
                  <a:close/>
                </a:path>
                <a:path w="329564" h="320039">
                  <a:moveTo>
                    <a:pt x="216662" y="83819"/>
                  </a:moveTo>
                  <a:lnTo>
                    <a:pt x="160019" y="83819"/>
                  </a:lnTo>
                  <a:lnTo>
                    <a:pt x="162560" y="86359"/>
                  </a:lnTo>
                  <a:lnTo>
                    <a:pt x="165354" y="88900"/>
                  </a:lnTo>
                  <a:lnTo>
                    <a:pt x="168402" y="90169"/>
                  </a:lnTo>
                  <a:lnTo>
                    <a:pt x="167767" y="101600"/>
                  </a:lnTo>
                  <a:lnTo>
                    <a:pt x="182372" y="107950"/>
                  </a:lnTo>
                  <a:lnTo>
                    <a:pt x="188849" y="96519"/>
                  </a:lnTo>
                  <a:lnTo>
                    <a:pt x="192024" y="96519"/>
                  </a:lnTo>
                  <a:lnTo>
                    <a:pt x="198881" y="93979"/>
                  </a:lnTo>
                  <a:lnTo>
                    <a:pt x="220048" y="93979"/>
                  </a:lnTo>
                  <a:lnTo>
                    <a:pt x="216662" y="83819"/>
                  </a:lnTo>
                  <a:close/>
                </a:path>
                <a:path w="329564" h="320039">
                  <a:moveTo>
                    <a:pt x="220048" y="93979"/>
                  </a:moveTo>
                  <a:lnTo>
                    <a:pt x="198881" y="93979"/>
                  </a:lnTo>
                  <a:lnTo>
                    <a:pt x="207518" y="104139"/>
                  </a:lnTo>
                  <a:lnTo>
                    <a:pt x="220472" y="95250"/>
                  </a:lnTo>
                  <a:lnTo>
                    <a:pt x="220048" y="93979"/>
                  </a:lnTo>
                  <a:close/>
                </a:path>
                <a:path w="329564" h="320039">
                  <a:moveTo>
                    <a:pt x="282575" y="82550"/>
                  </a:moveTo>
                  <a:lnTo>
                    <a:pt x="271018" y="95250"/>
                  </a:lnTo>
                  <a:lnTo>
                    <a:pt x="301371" y="95250"/>
                  </a:lnTo>
                  <a:lnTo>
                    <a:pt x="282575" y="82550"/>
                  </a:lnTo>
                  <a:close/>
                </a:path>
                <a:path w="329564" h="320039">
                  <a:moveTo>
                    <a:pt x="184023" y="33019"/>
                  </a:moveTo>
                  <a:lnTo>
                    <a:pt x="138684" y="33019"/>
                  </a:lnTo>
                  <a:lnTo>
                    <a:pt x="135890" y="49529"/>
                  </a:lnTo>
                  <a:lnTo>
                    <a:pt x="147066" y="54609"/>
                  </a:lnTo>
                  <a:lnTo>
                    <a:pt x="147319" y="58419"/>
                  </a:lnTo>
                  <a:lnTo>
                    <a:pt x="147828" y="60959"/>
                  </a:lnTo>
                  <a:lnTo>
                    <a:pt x="148844" y="64769"/>
                  </a:lnTo>
                  <a:lnTo>
                    <a:pt x="141097" y="73659"/>
                  </a:lnTo>
                  <a:lnTo>
                    <a:pt x="149352" y="87629"/>
                  </a:lnTo>
                  <a:lnTo>
                    <a:pt x="160019" y="83819"/>
                  </a:lnTo>
                  <a:lnTo>
                    <a:pt x="216662" y="83819"/>
                  </a:lnTo>
                  <a:lnTo>
                    <a:pt x="219329" y="80009"/>
                  </a:lnTo>
                  <a:lnTo>
                    <a:pt x="221487" y="77469"/>
                  </a:lnTo>
                  <a:lnTo>
                    <a:pt x="223139" y="73659"/>
                  </a:lnTo>
                  <a:lnTo>
                    <a:pt x="235331" y="73659"/>
                  </a:lnTo>
                  <a:lnTo>
                    <a:pt x="235487" y="72389"/>
                  </a:lnTo>
                  <a:lnTo>
                    <a:pt x="183070" y="72389"/>
                  </a:lnTo>
                  <a:lnTo>
                    <a:pt x="176633" y="68579"/>
                  </a:lnTo>
                  <a:lnTo>
                    <a:pt x="171577" y="63500"/>
                  </a:lnTo>
                  <a:lnTo>
                    <a:pt x="168949" y="55879"/>
                  </a:lnTo>
                  <a:lnTo>
                    <a:pt x="169132" y="48259"/>
                  </a:lnTo>
                  <a:lnTo>
                    <a:pt x="171934" y="41909"/>
                  </a:lnTo>
                  <a:lnTo>
                    <a:pt x="177165" y="36829"/>
                  </a:lnTo>
                  <a:lnTo>
                    <a:pt x="180340" y="34289"/>
                  </a:lnTo>
                  <a:lnTo>
                    <a:pt x="184023" y="33019"/>
                  </a:lnTo>
                  <a:close/>
                </a:path>
                <a:path w="329564" h="320039">
                  <a:moveTo>
                    <a:pt x="235331" y="73659"/>
                  </a:moveTo>
                  <a:lnTo>
                    <a:pt x="223139" y="73659"/>
                  </a:lnTo>
                  <a:lnTo>
                    <a:pt x="222885" y="74929"/>
                  </a:lnTo>
                  <a:lnTo>
                    <a:pt x="235331" y="73659"/>
                  </a:lnTo>
                  <a:close/>
                </a:path>
                <a:path w="329564" h="320039">
                  <a:moveTo>
                    <a:pt x="157080" y="23612"/>
                  </a:moveTo>
                  <a:lnTo>
                    <a:pt x="154940" y="26669"/>
                  </a:lnTo>
                  <a:lnTo>
                    <a:pt x="152781" y="29209"/>
                  </a:lnTo>
                  <a:lnTo>
                    <a:pt x="151256" y="33019"/>
                  </a:lnTo>
                  <a:lnTo>
                    <a:pt x="184023" y="33019"/>
                  </a:lnTo>
                  <a:lnTo>
                    <a:pt x="187452" y="34289"/>
                  </a:lnTo>
                  <a:lnTo>
                    <a:pt x="193421" y="34289"/>
                  </a:lnTo>
                  <a:lnTo>
                    <a:pt x="199136" y="38100"/>
                  </a:lnTo>
                  <a:lnTo>
                    <a:pt x="202437" y="43179"/>
                  </a:lnTo>
                  <a:lnTo>
                    <a:pt x="205083" y="50800"/>
                  </a:lnTo>
                  <a:lnTo>
                    <a:pt x="204930" y="58419"/>
                  </a:lnTo>
                  <a:lnTo>
                    <a:pt x="202134" y="64769"/>
                  </a:lnTo>
                  <a:lnTo>
                    <a:pt x="196850" y="69850"/>
                  </a:lnTo>
                  <a:lnTo>
                    <a:pt x="190079" y="72389"/>
                  </a:lnTo>
                  <a:lnTo>
                    <a:pt x="235487" y="72389"/>
                  </a:lnTo>
                  <a:lnTo>
                    <a:pt x="237362" y="57150"/>
                  </a:lnTo>
                  <a:lnTo>
                    <a:pt x="227075" y="53339"/>
                  </a:lnTo>
                  <a:lnTo>
                    <a:pt x="226949" y="49529"/>
                  </a:lnTo>
                  <a:lnTo>
                    <a:pt x="225679" y="43179"/>
                  </a:lnTo>
                  <a:lnTo>
                    <a:pt x="233934" y="34289"/>
                  </a:lnTo>
                  <a:lnTo>
                    <a:pt x="227930" y="24129"/>
                  </a:lnTo>
                  <a:lnTo>
                    <a:pt x="157225" y="24129"/>
                  </a:lnTo>
                  <a:lnTo>
                    <a:pt x="157080" y="23612"/>
                  </a:lnTo>
                  <a:close/>
                </a:path>
                <a:path w="329564" h="320039">
                  <a:moveTo>
                    <a:pt x="213952" y="22859"/>
                  </a:moveTo>
                  <a:lnTo>
                    <a:pt x="157606" y="22859"/>
                  </a:lnTo>
                  <a:lnTo>
                    <a:pt x="157225" y="24129"/>
                  </a:lnTo>
                  <a:lnTo>
                    <a:pt x="214884" y="24129"/>
                  </a:lnTo>
                  <a:lnTo>
                    <a:pt x="213952" y="22859"/>
                  </a:lnTo>
                  <a:close/>
                </a:path>
                <a:path w="329564" h="320039">
                  <a:moveTo>
                    <a:pt x="225679" y="20319"/>
                  </a:moveTo>
                  <a:lnTo>
                    <a:pt x="214884" y="24129"/>
                  </a:lnTo>
                  <a:lnTo>
                    <a:pt x="227930" y="24129"/>
                  </a:lnTo>
                  <a:lnTo>
                    <a:pt x="225679" y="20319"/>
                  </a:lnTo>
                  <a:close/>
                </a:path>
                <a:path w="329564" h="320039">
                  <a:moveTo>
                    <a:pt x="166116" y="2539"/>
                  </a:moveTo>
                  <a:lnTo>
                    <a:pt x="153289" y="10159"/>
                  </a:lnTo>
                  <a:lnTo>
                    <a:pt x="157080" y="23612"/>
                  </a:lnTo>
                  <a:lnTo>
                    <a:pt x="157606" y="22859"/>
                  </a:lnTo>
                  <a:lnTo>
                    <a:pt x="213952" y="22859"/>
                  </a:lnTo>
                  <a:lnTo>
                    <a:pt x="212090" y="20319"/>
                  </a:lnTo>
                  <a:lnTo>
                    <a:pt x="209042" y="17779"/>
                  </a:lnTo>
                  <a:lnTo>
                    <a:pt x="205612" y="16509"/>
                  </a:lnTo>
                  <a:lnTo>
                    <a:pt x="205655" y="12700"/>
                  </a:lnTo>
                  <a:lnTo>
                    <a:pt x="175006" y="12700"/>
                  </a:lnTo>
                  <a:lnTo>
                    <a:pt x="175260" y="11429"/>
                  </a:lnTo>
                  <a:lnTo>
                    <a:pt x="166116" y="2539"/>
                  </a:lnTo>
                  <a:close/>
                </a:path>
                <a:path w="329564" h="320039">
                  <a:moveTo>
                    <a:pt x="190881" y="0"/>
                  </a:moveTo>
                  <a:lnTo>
                    <a:pt x="185419" y="10159"/>
                  </a:lnTo>
                  <a:lnTo>
                    <a:pt x="181864" y="10159"/>
                  </a:lnTo>
                  <a:lnTo>
                    <a:pt x="175006" y="12700"/>
                  </a:lnTo>
                  <a:lnTo>
                    <a:pt x="205655" y="12700"/>
                  </a:lnTo>
                  <a:lnTo>
                    <a:pt x="205740" y="5079"/>
                  </a:lnTo>
                  <a:lnTo>
                    <a:pt x="190881" y="0"/>
                  </a:lnTo>
                  <a:close/>
                </a:path>
              </a:pathLst>
            </a:custGeom>
            <a:solidFill>
              <a:srgbClr val="008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49" y="-6350"/>
            <a:ext cx="12198350" cy="1257935"/>
            <a:chOff x="-6349" y="-6350"/>
            <a:chExt cx="12198350" cy="12579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2192000" cy="1196340"/>
            </a:xfrm>
            <a:custGeom>
              <a:avLst/>
              <a:gdLst/>
              <a:ahLst/>
              <a:cxnLst/>
              <a:rect l="l" t="t" r="r" b="b"/>
              <a:pathLst>
                <a:path w="12192000" h="1196340">
                  <a:moveTo>
                    <a:pt x="12192000" y="0"/>
                  </a:moveTo>
                  <a:lnTo>
                    <a:pt x="0" y="0"/>
                  </a:lnTo>
                  <a:lnTo>
                    <a:pt x="0" y="1196339"/>
                  </a:lnTo>
                  <a:lnTo>
                    <a:pt x="12192000" y="119633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8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54353" y="0"/>
              <a:ext cx="11038205" cy="1251585"/>
            </a:xfrm>
            <a:custGeom>
              <a:avLst/>
              <a:gdLst/>
              <a:ahLst/>
              <a:cxnLst/>
              <a:rect l="l" t="t" r="r" b="b"/>
              <a:pathLst>
                <a:path w="11038205" h="1251585">
                  <a:moveTo>
                    <a:pt x="262839" y="837692"/>
                  </a:moveTo>
                  <a:lnTo>
                    <a:pt x="62522" y="693674"/>
                  </a:lnTo>
                  <a:lnTo>
                    <a:pt x="0" y="780542"/>
                  </a:lnTo>
                  <a:lnTo>
                    <a:pt x="200355" y="924687"/>
                  </a:lnTo>
                  <a:lnTo>
                    <a:pt x="262839" y="837692"/>
                  </a:lnTo>
                  <a:close/>
                </a:path>
                <a:path w="11038205" h="1251585">
                  <a:moveTo>
                    <a:pt x="11037646" y="41910"/>
                  </a:moveTo>
                  <a:lnTo>
                    <a:pt x="10928807" y="0"/>
                  </a:lnTo>
                  <a:lnTo>
                    <a:pt x="10598099" y="0"/>
                  </a:lnTo>
                  <a:lnTo>
                    <a:pt x="10598099" y="294005"/>
                  </a:lnTo>
                  <a:lnTo>
                    <a:pt x="9895281" y="563626"/>
                  </a:lnTo>
                  <a:lnTo>
                    <a:pt x="9852127" y="546989"/>
                  </a:lnTo>
                  <a:lnTo>
                    <a:pt x="9671634" y="477393"/>
                  </a:lnTo>
                  <a:lnTo>
                    <a:pt x="9685871" y="471932"/>
                  </a:lnTo>
                  <a:lnTo>
                    <a:pt x="10374452" y="207899"/>
                  </a:lnTo>
                  <a:lnTo>
                    <a:pt x="10598099" y="294005"/>
                  </a:lnTo>
                  <a:lnTo>
                    <a:pt x="10598099" y="0"/>
                  </a:lnTo>
                  <a:lnTo>
                    <a:pt x="10560253" y="0"/>
                  </a:lnTo>
                  <a:lnTo>
                    <a:pt x="9329496" y="471932"/>
                  </a:lnTo>
                  <a:lnTo>
                    <a:pt x="9329496" y="470916"/>
                  </a:lnTo>
                  <a:lnTo>
                    <a:pt x="9211640" y="516128"/>
                  </a:lnTo>
                  <a:lnTo>
                    <a:pt x="9211640" y="517144"/>
                  </a:lnTo>
                  <a:lnTo>
                    <a:pt x="9134043" y="546989"/>
                  </a:lnTo>
                  <a:lnTo>
                    <a:pt x="9134043" y="546100"/>
                  </a:lnTo>
                  <a:lnTo>
                    <a:pt x="9016060" y="591312"/>
                  </a:lnTo>
                  <a:lnTo>
                    <a:pt x="9016060" y="592201"/>
                  </a:lnTo>
                  <a:lnTo>
                    <a:pt x="8917254" y="630047"/>
                  </a:lnTo>
                  <a:lnTo>
                    <a:pt x="8905570" y="625602"/>
                  </a:lnTo>
                  <a:lnTo>
                    <a:pt x="8905570" y="775462"/>
                  </a:lnTo>
                  <a:lnTo>
                    <a:pt x="9056065" y="832993"/>
                  </a:lnTo>
                  <a:lnTo>
                    <a:pt x="9057843" y="1022858"/>
                  </a:lnTo>
                  <a:lnTo>
                    <a:pt x="9094038" y="1008888"/>
                  </a:lnTo>
                  <a:lnTo>
                    <a:pt x="9094673" y="847725"/>
                  </a:lnTo>
                  <a:lnTo>
                    <a:pt x="9253169" y="908304"/>
                  </a:lnTo>
                  <a:lnTo>
                    <a:pt x="9253550" y="947674"/>
                  </a:lnTo>
                  <a:lnTo>
                    <a:pt x="9289745" y="933704"/>
                  </a:lnTo>
                  <a:lnTo>
                    <a:pt x="9289745" y="922274"/>
                  </a:lnTo>
                  <a:lnTo>
                    <a:pt x="9490913" y="999109"/>
                  </a:lnTo>
                  <a:lnTo>
                    <a:pt x="9569526" y="969010"/>
                  </a:lnTo>
                  <a:lnTo>
                    <a:pt x="9569780" y="1026414"/>
                  </a:lnTo>
                  <a:lnTo>
                    <a:pt x="9608515" y="1014603"/>
                  </a:lnTo>
                  <a:lnTo>
                    <a:pt x="9611055" y="1251204"/>
                  </a:lnTo>
                  <a:lnTo>
                    <a:pt x="9646996" y="1237361"/>
                  </a:lnTo>
                  <a:lnTo>
                    <a:pt x="9648063" y="1014603"/>
                  </a:lnTo>
                  <a:lnTo>
                    <a:pt x="9648139" y="1001268"/>
                  </a:lnTo>
                  <a:lnTo>
                    <a:pt x="9685096" y="984631"/>
                  </a:lnTo>
                  <a:lnTo>
                    <a:pt x="9685223" y="969010"/>
                  </a:lnTo>
                  <a:lnTo>
                    <a:pt x="9685604" y="924687"/>
                  </a:lnTo>
                  <a:lnTo>
                    <a:pt x="9691903" y="922274"/>
                  </a:lnTo>
                  <a:lnTo>
                    <a:pt x="9765233" y="894207"/>
                  </a:lnTo>
                  <a:lnTo>
                    <a:pt x="9765360" y="951103"/>
                  </a:lnTo>
                  <a:lnTo>
                    <a:pt x="9804222" y="939419"/>
                  </a:lnTo>
                  <a:lnTo>
                    <a:pt x="9806635" y="1176020"/>
                  </a:lnTo>
                  <a:lnTo>
                    <a:pt x="9842703" y="1162177"/>
                  </a:lnTo>
                  <a:lnTo>
                    <a:pt x="9843770" y="939419"/>
                  </a:lnTo>
                  <a:lnTo>
                    <a:pt x="9843846" y="926084"/>
                  </a:lnTo>
                  <a:lnTo>
                    <a:pt x="9880803" y="909447"/>
                  </a:lnTo>
                  <a:lnTo>
                    <a:pt x="9880930" y="894207"/>
                  </a:lnTo>
                  <a:lnTo>
                    <a:pt x="9881311" y="849884"/>
                  </a:lnTo>
                  <a:lnTo>
                    <a:pt x="9886950" y="847725"/>
                  </a:lnTo>
                  <a:lnTo>
                    <a:pt x="9960940" y="819404"/>
                  </a:lnTo>
                  <a:lnTo>
                    <a:pt x="9961067" y="876046"/>
                  </a:lnTo>
                  <a:lnTo>
                    <a:pt x="9999929" y="864362"/>
                  </a:lnTo>
                  <a:lnTo>
                    <a:pt x="10002215" y="1100963"/>
                  </a:lnTo>
                  <a:lnTo>
                    <a:pt x="10038410" y="1086993"/>
                  </a:lnTo>
                  <a:lnTo>
                    <a:pt x="10039248" y="864362"/>
                  </a:lnTo>
                  <a:lnTo>
                    <a:pt x="10039299" y="850900"/>
                  </a:lnTo>
                  <a:lnTo>
                    <a:pt x="10076256" y="834263"/>
                  </a:lnTo>
                  <a:lnTo>
                    <a:pt x="10076409" y="819404"/>
                  </a:lnTo>
                  <a:lnTo>
                    <a:pt x="10076891" y="775081"/>
                  </a:lnTo>
                  <a:lnTo>
                    <a:pt x="10156520" y="744474"/>
                  </a:lnTo>
                  <a:lnTo>
                    <a:pt x="10156774" y="800862"/>
                  </a:lnTo>
                  <a:lnTo>
                    <a:pt x="10195636" y="789178"/>
                  </a:lnTo>
                  <a:lnTo>
                    <a:pt x="10197922" y="1025779"/>
                  </a:lnTo>
                  <a:lnTo>
                    <a:pt x="10234117" y="1011809"/>
                  </a:lnTo>
                  <a:lnTo>
                    <a:pt x="10234955" y="789178"/>
                  </a:lnTo>
                  <a:lnTo>
                    <a:pt x="10235006" y="775843"/>
                  </a:lnTo>
                  <a:lnTo>
                    <a:pt x="10271963" y="759206"/>
                  </a:lnTo>
                  <a:lnTo>
                    <a:pt x="10272077" y="744474"/>
                  </a:lnTo>
                  <a:lnTo>
                    <a:pt x="10272471" y="700151"/>
                  </a:lnTo>
                  <a:lnTo>
                    <a:pt x="10352100" y="669671"/>
                  </a:lnTo>
                  <a:lnTo>
                    <a:pt x="10352227" y="725678"/>
                  </a:lnTo>
                  <a:lnTo>
                    <a:pt x="10391343" y="713994"/>
                  </a:lnTo>
                  <a:lnTo>
                    <a:pt x="10393502" y="950595"/>
                  </a:lnTo>
                  <a:lnTo>
                    <a:pt x="10429570" y="936625"/>
                  </a:lnTo>
                  <a:lnTo>
                    <a:pt x="10430637" y="713994"/>
                  </a:lnTo>
                  <a:lnTo>
                    <a:pt x="10430713" y="700659"/>
                  </a:lnTo>
                  <a:lnTo>
                    <a:pt x="10467670" y="684022"/>
                  </a:lnTo>
                  <a:lnTo>
                    <a:pt x="10467784" y="669671"/>
                  </a:lnTo>
                  <a:lnTo>
                    <a:pt x="10468127" y="630047"/>
                  </a:lnTo>
                  <a:lnTo>
                    <a:pt x="10468178" y="625348"/>
                  </a:lnTo>
                  <a:lnTo>
                    <a:pt x="10547807" y="594868"/>
                  </a:lnTo>
                  <a:lnTo>
                    <a:pt x="10547934" y="650494"/>
                  </a:lnTo>
                  <a:lnTo>
                    <a:pt x="10586796" y="638937"/>
                  </a:lnTo>
                  <a:lnTo>
                    <a:pt x="10589209" y="875411"/>
                  </a:lnTo>
                  <a:lnTo>
                    <a:pt x="10625277" y="861441"/>
                  </a:lnTo>
                  <a:lnTo>
                    <a:pt x="10626344" y="638937"/>
                  </a:lnTo>
                  <a:lnTo>
                    <a:pt x="10626420" y="625475"/>
                  </a:lnTo>
                  <a:lnTo>
                    <a:pt x="10663250" y="608838"/>
                  </a:lnTo>
                  <a:lnTo>
                    <a:pt x="10663390" y="594868"/>
                  </a:lnTo>
                  <a:lnTo>
                    <a:pt x="10663733" y="563626"/>
                  </a:lnTo>
                  <a:lnTo>
                    <a:pt x="10663885" y="550418"/>
                  </a:lnTo>
                  <a:lnTo>
                    <a:pt x="10743387" y="520065"/>
                  </a:lnTo>
                  <a:lnTo>
                    <a:pt x="10743641" y="575437"/>
                  </a:lnTo>
                  <a:lnTo>
                    <a:pt x="10782503" y="563753"/>
                  </a:lnTo>
                  <a:lnTo>
                    <a:pt x="10784916" y="800227"/>
                  </a:lnTo>
                  <a:lnTo>
                    <a:pt x="10820857" y="786257"/>
                  </a:lnTo>
                  <a:lnTo>
                    <a:pt x="10821810" y="563753"/>
                  </a:lnTo>
                  <a:lnTo>
                    <a:pt x="10821873" y="550418"/>
                  </a:lnTo>
                  <a:lnTo>
                    <a:pt x="10858957" y="533781"/>
                  </a:lnTo>
                  <a:lnTo>
                    <a:pt x="10859072" y="520065"/>
                  </a:lnTo>
                  <a:lnTo>
                    <a:pt x="10859465" y="475615"/>
                  </a:lnTo>
                  <a:lnTo>
                    <a:pt x="10939094" y="445135"/>
                  </a:lnTo>
                  <a:lnTo>
                    <a:pt x="10939348" y="500253"/>
                  </a:lnTo>
                  <a:lnTo>
                    <a:pt x="10978083" y="488569"/>
                  </a:lnTo>
                  <a:lnTo>
                    <a:pt x="10980369" y="725043"/>
                  </a:lnTo>
                  <a:lnTo>
                    <a:pt x="11016564" y="711200"/>
                  </a:lnTo>
                  <a:lnTo>
                    <a:pt x="11017517" y="488569"/>
                  </a:lnTo>
                  <a:lnTo>
                    <a:pt x="11017580" y="475107"/>
                  </a:lnTo>
                  <a:lnTo>
                    <a:pt x="11037646" y="466090"/>
                  </a:lnTo>
                  <a:lnTo>
                    <a:pt x="11037646" y="445135"/>
                  </a:lnTo>
                  <a:lnTo>
                    <a:pt x="11037646" y="207899"/>
                  </a:lnTo>
                  <a:lnTo>
                    <a:pt x="11037646" y="419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54353" y="693673"/>
              <a:ext cx="262890" cy="231140"/>
            </a:xfrm>
            <a:custGeom>
              <a:avLst/>
              <a:gdLst/>
              <a:ahLst/>
              <a:cxnLst/>
              <a:rect l="l" t="t" r="r" b="b"/>
              <a:pathLst>
                <a:path w="262890" h="231140">
                  <a:moveTo>
                    <a:pt x="62522" y="0"/>
                  </a:moveTo>
                  <a:lnTo>
                    <a:pt x="262839" y="144017"/>
                  </a:lnTo>
                  <a:lnTo>
                    <a:pt x="200355" y="231012"/>
                  </a:lnTo>
                  <a:lnTo>
                    <a:pt x="0" y="86867"/>
                  </a:lnTo>
                  <a:lnTo>
                    <a:pt x="6252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5005" y="547751"/>
              <a:ext cx="85343" cy="8534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3001" y="253031"/>
              <a:ext cx="85375" cy="853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3748" y="9398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30395" y="0"/>
                  </a:moveTo>
                  <a:lnTo>
                    <a:pt x="17154" y="4905"/>
                  </a:lnTo>
                  <a:lnTo>
                    <a:pt x="6435" y="14859"/>
                  </a:lnTo>
                  <a:lnTo>
                    <a:pt x="423" y="28180"/>
                  </a:lnTo>
                  <a:lnTo>
                    <a:pt x="0" y="42275"/>
                  </a:lnTo>
                  <a:lnTo>
                    <a:pt x="4896" y="55489"/>
                  </a:lnTo>
                  <a:lnTo>
                    <a:pt x="14843" y="66167"/>
                  </a:lnTo>
                  <a:lnTo>
                    <a:pt x="28167" y="72215"/>
                  </a:lnTo>
                  <a:lnTo>
                    <a:pt x="42273" y="72644"/>
                  </a:lnTo>
                  <a:lnTo>
                    <a:pt x="55510" y="67738"/>
                  </a:lnTo>
                  <a:lnTo>
                    <a:pt x="66227" y="57785"/>
                  </a:lnTo>
                  <a:lnTo>
                    <a:pt x="72239" y="44463"/>
                  </a:lnTo>
                  <a:lnTo>
                    <a:pt x="72664" y="30368"/>
                  </a:lnTo>
                  <a:lnTo>
                    <a:pt x="67772" y="17154"/>
                  </a:lnTo>
                  <a:lnTo>
                    <a:pt x="57832" y="6476"/>
                  </a:lnTo>
                  <a:lnTo>
                    <a:pt x="44506" y="428"/>
                  </a:lnTo>
                  <a:lnTo>
                    <a:pt x="303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3748" y="9398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73025" h="73025">
                  <a:moveTo>
                    <a:pt x="6435" y="14859"/>
                  </a:moveTo>
                  <a:lnTo>
                    <a:pt x="17154" y="4905"/>
                  </a:lnTo>
                  <a:lnTo>
                    <a:pt x="30395" y="0"/>
                  </a:lnTo>
                  <a:lnTo>
                    <a:pt x="44506" y="428"/>
                  </a:lnTo>
                  <a:lnTo>
                    <a:pt x="57832" y="6476"/>
                  </a:lnTo>
                  <a:lnTo>
                    <a:pt x="67772" y="17154"/>
                  </a:lnTo>
                  <a:lnTo>
                    <a:pt x="72664" y="30368"/>
                  </a:lnTo>
                  <a:lnTo>
                    <a:pt x="72239" y="44463"/>
                  </a:lnTo>
                  <a:lnTo>
                    <a:pt x="66227" y="57785"/>
                  </a:lnTo>
                  <a:lnTo>
                    <a:pt x="55510" y="67738"/>
                  </a:lnTo>
                  <a:lnTo>
                    <a:pt x="42273" y="72644"/>
                  </a:lnTo>
                  <a:lnTo>
                    <a:pt x="28167" y="72215"/>
                  </a:lnTo>
                  <a:lnTo>
                    <a:pt x="14843" y="66167"/>
                  </a:lnTo>
                  <a:lnTo>
                    <a:pt x="4896" y="55489"/>
                  </a:lnTo>
                  <a:lnTo>
                    <a:pt x="0" y="42275"/>
                  </a:lnTo>
                  <a:lnTo>
                    <a:pt x="423" y="28180"/>
                  </a:lnTo>
                  <a:lnTo>
                    <a:pt x="6435" y="1485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720" y="91487"/>
              <a:ext cx="85372" cy="8537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5148" y="103806"/>
              <a:ext cx="85364" cy="854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244" y="719693"/>
              <a:ext cx="85372" cy="853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5457" y="174879"/>
              <a:ext cx="167640" cy="134620"/>
            </a:xfrm>
            <a:custGeom>
              <a:avLst/>
              <a:gdLst/>
              <a:ahLst/>
              <a:cxnLst/>
              <a:rect l="l" t="t" r="r" b="b"/>
              <a:pathLst>
                <a:path w="167640" h="134620">
                  <a:moveTo>
                    <a:pt x="20599" y="0"/>
                  </a:moveTo>
                  <a:lnTo>
                    <a:pt x="0" y="28701"/>
                  </a:lnTo>
                  <a:lnTo>
                    <a:pt x="146761" y="134239"/>
                  </a:lnTo>
                  <a:lnTo>
                    <a:pt x="167360" y="105537"/>
                  </a:lnTo>
                  <a:lnTo>
                    <a:pt x="205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5457" y="174879"/>
              <a:ext cx="167640" cy="134620"/>
            </a:xfrm>
            <a:custGeom>
              <a:avLst/>
              <a:gdLst/>
              <a:ahLst/>
              <a:cxnLst/>
              <a:rect l="l" t="t" r="r" b="b"/>
              <a:pathLst>
                <a:path w="167640" h="134620">
                  <a:moveTo>
                    <a:pt x="20599" y="0"/>
                  </a:moveTo>
                  <a:lnTo>
                    <a:pt x="167360" y="105537"/>
                  </a:lnTo>
                  <a:lnTo>
                    <a:pt x="146761" y="134239"/>
                  </a:lnTo>
                  <a:lnTo>
                    <a:pt x="0" y="28701"/>
                  </a:lnTo>
                  <a:lnTo>
                    <a:pt x="20599" y="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030" y="859408"/>
              <a:ext cx="107683" cy="10464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81352" y="383793"/>
              <a:ext cx="180467" cy="16446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733" y="334518"/>
              <a:ext cx="85343" cy="8534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8369" y="244983"/>
              <a:ext cx="85343" cy="8534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3388" y="827405"/>
              <a:ext cx="275590" cy="222250"/>
            </a:xfrm>
            <a:custGeom>
              <a:avLst/>
              <a:gdLst/>
              <a:ahLst/>
              <a:cxnLst/>
              <a:rect l="l" t="t" r="r" b="b"/>
              <a:pathLst>
                <a:path w="275590" h="222250">
                  <a:moveTo>
                    <a:pt x="35206" y="0"/>
                  </a:moveTo>
                  <a:lnTo>
                    <a:pt x="0" y="49022"/>
                  </a:lnTo>
                  <a:lnTo>
                    <a:pt x="240400" y="221869"/>
                  </a:lnTo>
                  <a:lnTo>
                    <a:pt x="275592" y="172847"/>
                  </a:lnTo>
                  <a:lnTo>
                    <a:pt x="352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3388" y="3555"/>
              <a:ext cx="2632710" cy="1045844"/>
            </a:xfrm>
            <a:custGeom>
              <a:avLst/>
              <a:gdLst/>
              <a:ahLst/>
              <a:cxnLst/>
              <a:rect l="l" t="t" r="r" b="b"/>
              <a:pathLst>
                <a:path w="2632710" h="1045844">
                  <a:moveTo>
                    <a:pt x="35206" y="823849"/>
                  </a:moveTo>
                  <a:lnTo>
                    <a:pt x="275592" y="996696"/>
                  </a:lnTo>
                  <a:lnTo>
                    <a:pt x="240400" y="1045718"/>
                  </a:lnTo>
                  <a:lnTo>
                    <a:pt x="0" y="872871"/>
                  </a:lnTo>
                  <a:lnTo>
                    <a:pt x="35206" y="823849"/>
                  </a:lnTo>
                  <a:close/>
                </a:path>
                <a:path w="2632710" h="1045844">
                  <a:moveTo>
                    <a:pt x="1386829" y="0"/>
                  </a:moveTo>
                  <a:lnTo>
                    <a:pt x="2211821" y="606044"/>
                  </a:lnTo>
                  <a:lnTo>
                    <a:pt x="2632572" y="593471"/>
                  </a:lnTo>
                </a:path>
                <a:path w="2632710" h="1045844">
                  <a:moveTo>
                    <a:pt x="446382" y="7366"/>
                  </a:moveTo>
                  <a:lnTo>
                    <a:pt x="517984" y="197739"/>
                  </a:lnTo>
                </a:path>
                <a:path w="2632710" h="1045844">
                  <a:moveTo>
                    <a:pt x="639765" y="7620"/>
                  </a:moveTo>
                  <a:lnTo>
                    <a:pt x="680747" y="90424"/>
                  </a:lnTo>
                </a:path>
                <a:path w="2632710" h="1045844">
                  <a:moveTo>
                    <a:pt x="802566" y="17779"/>
                  </a:moveTo>
                  <a:lnTo>
                    <a:pt x="832081" y="94234"/>
                  </a:lnTo>
                </a:path>
                <a:path w="2632710" h="1045844">
                  <a:moveTo>
                    <a:pt x="942533" y="8890"/>
                  </a:moveTo>
                  <a:lnTo>
                    <a:pt x="978499" y="106679"/>
                  </a:lnTo>
                </a:path>
                <a:path w="2632710" h="1045844">
                  <a:moveTo>
                    <a:pt x="1251066" y="1777"/>
                  </a:moveTo>
                  <a:lnTo>
                    <a:pt x="1371081" y="282828"/>
                  </a:lnTo>
                </a:path>
                <a:path w="2632710" h="1045844">
                  <a:moveTo>
                    <a:pt x="1343014" y="2032"/>
                  </a:moveTo>
                  <a:lnTo>
                    <a:pt x="1482714" y="341122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38922" y="640953"/>
              <a:ext cx="104790" cy="1048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9015" y="790559"/>
              <a:ext cx="104817" cy="1048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4159" y="1054084"/>
              <a:ext cx="104817" cy="10480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0" y="0"/>
              <a:ext cx="2559685" cy="1060450"/>
            </a:xfrm>
            <a:custGeom>
              <a:avLst/>
              <a:gdLst/>
              <a:ahLst/>
              <a:cxnLst/>
              <a:rect l="l" t="t" r="r" b="b"/>
              <a:pathLst>
                <a:path w="2559685" h="1060450">
                  <a:moveTo>
                    <a:pt x="1924557" y="327659"/>
                  </a:moveTo>
                  <a:lnTo>
                    <a:pt x="2559303" y="301625"/>
                  </a:lnTo>
                </a:path>
                <a:path w="2559685" h="1060450">
                  <a:moveTo>
                    <a:pt x="1566036" y="69215"/>
                  </a:moveTo>
                  <a:lnTo>
                    <a:pt x="1710943" y="422401"/>
                  </a:lnTo>
                </a:path>
                <a:path w="2559685" h="1060450">
                  <a:moveTo>
                    <a:pt x="0" y="773950"/>
                  </a:moveTo>
                  <a:lnTo>
                    <a:pt x="171602" y="768350"/>
                  </a:lnTo>
                </a:path>
                <a:path w="2559685" h="1060450">
                  <a:moveTo>
                    <a:pt x="0" y="851446"/>
                  </a:moveTo>
                  <a:lnTo>
                    <a:pt x="125785" y="854075"/>
                  </a:lnTo>
                </a:path>
                <a:path w="2559685" h="1060450">
                  <a:moveTo>
                    <a:pt x="484949" y="684657"/>
                  </a:moveTo>
                  <a:lnTo>
                    <a:pt x="599046" y="1060450"/>
                  </a:lnTo>
                </a:path>
                <a:path w="2559685" h="1060450">
                  <a:moveTo>
                    <a:pt x="837196" y="750951"/>
                  </a:moveTo>
                  <a:lnTo>
                    <a:pt x="1185621" y="737108"/>
                  </a:lnTo>
                </a:path>
                <a:path w="2559685" h="1060450">
                  <a:moveTo>
                    <a:pt x="144081" y="0"/>
                  </a:moveTo>
                  <a:lnTo>
                    <a:pt x="247040" y="322579"/>
                  </a:lnTo>
                  <a:lnTo>
                    <a:pt x="916990" y="807847"/>
                  </a:lnTo>
                </a:path>
                <a:path w="2559685" h="1060450">
                  <a:moveTo>
                    <a:pt x="0" y="26753"/>
                  </a:moveTo>
                  <a:lnTo>
                    <a:pt x="42280" y="57657"/>
                  </a:lnTo>
                  <a:lnTo>
                    <a:pt x="156781" y="442595"/>
                  </a:lnTo>
                  <a:lnTo>
                    <a:pt x="788339" y="902842"/>
                  </a:lnTo>
                </a:path>
                <a:path w="2559685" h="1060450">
                  <a:moveTo>
                    <a:pt x="586663" y="568578"/>
                  </a:moveTo>
                  <a:lnTo>
                    <a:pt x="1001941" y="562228"/>
                  </a:lnTo>
                  <a:lnTo>
                    <a:pt x="1208773" y="71094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4776" y="827786"/>
              <a:ext cx="263175" cy="23164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40968" y="168275"/>
              <a:ext cx="614045" cy="506095"/>
            </a:xfrm>
            <a:custGeom>
              <a:avLst/>
              <a:gdLst/>
              <a:ahLst/>
              <a:cxnLst/>
              <a:rect l="l" t="t" r="r" b="b"/>
              <a:pathLst>
                <a:path w="614044" h="506095">
                  <a:moveTo>
                    <a:pt x="0" y="0"/>
                  </a:moveTo>
                  <a:lnTo>
                    <a:pt x="16154" y="75819"/>
                  </a:lnTo>
                  <a:lnTo>
                    <a:pt x="614019" y="505713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6225">
              <a:lnSpc>
                <a:spcPct val="100000"/>
              </a:lnSpc>
              <a:spcBef>
                <a:spcPts val="100"/>
              </a:spcBef>
            </a:pPr>
            <a:r>
              <a:rPr sz="5400" b="0" spc="-10" dirty="0">
                <a:latin typeface="Arial MT"/>
                <a:cs typeface="Arial MT"/>
              </a:rPr>
              <a:t>Inteligencia</a:t>
            </a:r>
            <a:r>
              <a:rPr sz="5400" b="0" spc="-260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Artificial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63025" y="2647479"/>
            <a:ext cx="2209165" cy="813435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 marR="5080" indent="142875">
              <a:lnSpc>
                <a:spcPct val="102699"/>
              </a:lnSpc>
              <a:spcBef>
                <a:spcPts val="165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Pensar</a:t>
            </a:r>
            <a:r>
              <a:rPr sz="14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Racionalmente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“El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estudio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los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cálculos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que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hacen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posible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percibir,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razonar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y</a:t>
            </a:r>
            <a:endParaRPr sz="1200">
              <a:latin typeface="Arial MT"/>
              <a:cs typeface="Arial MT"/>
            </a:endParaRPr>
          </a:p>
          <a:p>
            <a:pPr marL="307975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actuar”.(Winston,</a:t>
            </a:r>
            <a:r>
              <a:rPr sz="1200" spc="-8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1992)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741420" y="2237232"/>
            <a:ext cx="4709159" cy="372465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9749281" y="1950973"/>
            <a:ext cx="647700" cy="648970"/>
            <a:chOff x="9749281" y="1950973"/>
            <a:chExt cx="647700" cy="648970"/>
          </a:xfrm>
        </p:grpSpPr>
        <p:sp>
          <p:nvSpPr>
            <p:cNvPr id="31" name="object 31"/>
            <p:cNvSpPr/>
            <p:nvPr/>
          </p:nvSpPr>
          <p:spPr>
            <a:xfrm>
              <a:off x="9761981" y="1963673"/>
              <a:ext cx="622300" cy="623570"/>
            </a:xfrm>
            <a:custGeom>
              <a:avLst/>
              <a:gdLst/>
              <a:ahLst/>
              <a:cxnLst/>
              <a:rect l="l" t="t" r="r" b="b"/>
              <a:pathLst>
                <a:path w="622300" h="623569">
                  <a:moveTo>
                    <a:pt x="0" y="103631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2" y="0"/>
                  </a:lnTo>
                  <a:lnTo>
                    <a:pt x="518160" y="0"/>
                  </a:lnTo>
                  <a:lnTo>
                    <a:pt x="558516" y="8137"/>
                  </a:lnTo>
                  <a:lnTo>
                    <a:pt x="591454" y="30337"/>
                  </a:lnTo>
                  <a:lnTo>
                    <a:pt x="613654" y="63275"/>
                  </a:lnTo>
                  <a:lnTo>
                    <a:pt x="621792" y="103631"/>
                  </a:lnTo>
                  <a:lnTo>
                    <a:pt x="621792" y="519684"/>
                  </a:lnTo>
                  <a:lnTo>
                    <a:pt x="613654" y="560040"/>
                  </a:lnTo>
                  <a:lnTo>
                    <a:pt x="591454" y="592978"/>
                  </a:lnTo>
                  <a:lnTo>
                    <a:pt x="558516" y="615178"/>
                  </a:lnTo>
                  <a:lnTo>
                    <a:pt x="518160" y="623315"/>
                  </a:lnTo>
                  <a:lnTo>
                    <a:pt x="103632" y="623315"/>
                  </a:lnTo>
                  <a:lnTo>
                    <a:pt x="63275" y="615178"/>
                  </a:lnTo>
                  <a:lnTo>
                    <a:pt x="30337" y="592978"/>
                  </a:lnTo>
                  <a:lnTo>
                    <a:pt x="8137" y="560040"/>
                  </a:lnTo>
                  <a:lnTo>
                    <a:pt x="0" y="519684"/>
                  </a:lnTo>
                  <a:lnTo>
                    <a:pt x="0" y="103631"/>
                  </a:lnTo>
                  <a:close/>
                </a:path>
              </a:pathLst>
            </a:custGeom>
            <a:ln w="25400">
              <a:solidFill>
                <a:srgbClr val="125A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930383" y="2150363"/>
              <a:ext cx="285115" cy="208915"/>
            </a:xfrm>
            <a:custGeom>
              <a:avLst/>
              <a:gdLst/>
              <a:ahLst/>
              <a:cxnLst/>
              <a:rect l="l" t="t" r="r" b="b"/>
              <a:pathLst>
                <a:path w="285115" h="208914">
                  <a:moveTo>
                    <a:pt x="266319" y="24764"/>
                  </a:moveTo>
                  <a:lnTo>
                    <a:pt x="18669" y="24764"/>
                  </a:lnTo>
                  <a:lnTo>
                    <a:pt x="11412" y="26167"/>
                  </a:lnTo>
                  <a:lnTo>
                    <a:pt x="5476" y="29987"/>
                  </a:lnTo>
                  <a:lnTo>
                    <a:pt x="1470" y="35641"/>
                  </a:lnTo>
                  <a:lnTo>
                    <a:pt x="0" y="42545"/>
                  </a:lnTo>
                  <a:lnTo>
                    <a:pt x="0" y="191008"/>
                  </a:lnTo>
                  <a:lnTo>
                    <a:pt x="1470" y="197965"/>
                  </a:lnTo>
                  <a:lnTo>
                    <a:pt x="5476" y="203612"/>
                  </a:lnTo>
                  <a:lnTo>
                    <a:pt x="11412" y="207402"/>
                  </a:lnTo>
                  <a:lnTo>
                    <a:pt x="18669" y="208787"/>
                  </a:lnTo>
                  <a:lnTo>
                    <a:pt x="266319" y="208787"/>
                  </a:lnTo>
                  <a:lnTo>
                    <a:pt x="273575" y="207402"/>
                  </a:lnTo>
                  <a:lnTo>
                    <a:pt x="279511" y="203612"/>
                  </a:lnTo>
                  <a:lnTo>
                    <a:pt x="283517" y="197965"/>
                  </a:lnTo>
                  <a:lnTo>
                    <a:pt x="284988" y="191008"/>
                  </a:lnTo>
                  <a:lnTo>
                    <a:pt x="284988" y="182880"/>
                  </a:lnTo>
                  <a:lnTo>
                    <a:pt x="140716" y="182880"/>
                  </a:lnTo>
                  <a:lnTo>
                    <a:pt x="113587" y="177686"/>
                  </a:lnTo>
                  <a:lnTo>
                    <a:pt x="91424" y="163528"/>
                  </a:lnTo>
                  <a:lnTo>
                    <a:pt x="76475" y="142535"/>
                  </a:lnTo>
                  <a:lnTo>
                    <a:pt x="70993" y="116839"/>
                  </a:lnTo>
                  <a:lnTo>
                    <a:pt x="76475" y="91090"/>
                  </a:lnTo>
                  <a:lnTo>
                    <a:pt x="91424" y="70104"/>
                  </a:lnTo>
                  <a:lnTo>
                    <a:pt x="113587" y="55975"/>
                  </a:lnTo>
                  <a:lnTo>
                    <a:pt x="140716" y="50800"/>
                  </a:lnTo>
                  <a:lnTo>
                    <a:pt x="284988" y="50800"/>
                  </a:lnTo>
                  <a:lnTo>
                    <a:pt x="284988" y="42545"/>
                  </a:lnTo>
                  <a:lnTo>
                    <a:pt x="283517" y="35641"/>
                  </a:lnTo>
                  <a:lnTo>
                    <a:pt x="279511" y="29987"/>
                  </a:lnTo>
                  <a:lnTo>
                    <a:pt x="273575" y="26167"/>
                  </a:lnTo>
                  <a:lnTo>
                    <a:pt x="266319" y="24764"/>
                  </a:lnTo>
                  <a:close/>
                </a:path>
                <a:path w="285115" h="208914">
                  <a:moveTo>
                    <a:pt x="284988" y="50800"/>
                  </a:moveTo>
                  <a:lnTo>
                    <a:pt x="140716" y="50800"/>
                  </a:lnTo>
                  <a:lnTo>
                    <a:pt x="167844" y="55975"/>
                  </a:lnTo>
                  <a:lnTo>
                    <a:pt x="190007" y="70104"/>
                  </a:lnTo>
                  <a:lnTo>
                    <a:pt x="204956" y="91090"/>
                  </a:lnTo>
                  <a:lnTo>
                    <a:pt x="210439" y="116839"/>
                  </a:lnTo>
                  <a:lnTo>
                    <a:pt x="204956" y="142535"/>
                  </a:lnTo>
                  <a:lnTo>
                    <a:pt x="190007" y="163528"/>
                  </a:lnTo>
                  <a:lnTo>
                    <a:pt x="167844" y="177686"/>
                  </a:lnTo>
                  <a:lnTo>
                    <a:pt x="140716" y="182880"/>
                  </a:lnTo>
                  <a:lnTo>
                    <a:pt x="284988" y="182880"/>
                  </a:lnTo>
                  <a:lnTo>
                    <a:pt x="284988" y="74040"/>
                  </a:lnTo>
                  <a:lnTo>
                    <a:pt x="227584" y="74040"/>
                  </a:lnTo>
                  <a:lnTo>
                    <a:pt x="222250" y="68961"/>
                  </a:lnTo>
                  <a:lnTo>
                    <a:pt x="222250" y="56514"/>
                  </a:lnTo>
                  <a:lnTo>
                    <a:pt x="227584" y="51562"/>
                  </a:lnTo>
                  <a:lnTo>
                    <a:pt x="284988" y="51562"/>
                  </a:lnTo>
                  <a:lnTo>
                    <a:pt x="284988" y="50800"/>
                  </a:lnTo>
                  <a:close/>
                </a:path>
                <a:path w="285115" h="208914">
                  <a:moveTo>
                    <a:pt x="140716" y="57912"/>
                  </a:moveTo>
                  <a:lnTo>
                    <a:pt x="116472" y="62529"/>
                  </a:lnTo>
                  <a:lnTo>
                    <a:pt x="96694" y="75136"/>
                  </a:lnTo>
                  <a:lnTo>
                    <a:pt x="83369" y="93862"/>
                  </a:lnTo>
                  <a:lnTo>
                    <a:pt x="78486" y="116839"/>
                  </a:lnTo>
                  <a:lnTo>
                    <a:pt x="83369" y="139763"/>
                  </a:lnTo>
                  <a:lnTo>
                    <a:pt x="96694" y="158496"/>
                  </a:lnTo>
                  <a:lnTo>
                    <a:pt x="116472" y="171132"/>
                  </a:lnTo>
                  <a:lnTo>
                    <a:pt x="140716" y="175768"/>
                  </a:lnTo>
                  <a:lnTo>
                    <a:pt x="164959" y="171132"/>
                  </a:lnTo>
                  <a:lnTo>
                    <a:pt x="181755" y="160400"/>
                  </a:lnTo>
                  <a:lnTo>
                    <a:pt x="140716" y="160400"/>
                  </a:lnTo>
                  <a:lnTo>
                    <a:pt x="122797" y="156970"/>
                  </a:lnTo>
                  <a:lnTo>
                    <a:pt x="108140" y="147621"/>
                  </a:lnTo>
                  <a:lnTo>
                    <a:pt x="98246" y="133772"/>
                  </a:lnTo>
                  <a:lnTo>
                    <a:pt x="94615" y="116839"/>
                  </a:lnTo>
                  <a:lnTo>
                    <a:pt x="98246" y="99833"/>
                  </a:lnTo>
                  <a:lnTo>
                    <a:pt x="108140" y="85947"/>
                  </a:lnTo>
                  <a:lnTo>
                    <a:pt x="122797" y="76584"/>
                  </a:lnTo>
                  <a:lnTo>
                    <a:pt x="140716" y="73151"/>
                  </a:lnTo>
                  <a:lnTo>
                    <a:pt x="181624" y="73151"/>
                  </a:lnTo>
                  <a:lnTo>
                    <a:pt x="164959" y="62529"/>
                  </a:lnTo>
                  <a:lnTo>
                    <a:pt x="140716" y="57912"/>
                  </a:lnTo>
                  <a:close/>
                </a:path>
                <a:path w="285115" h="208914">
                  <a:moveTo>
                    <a:pt x="181624" y="73151"/>
                  </a:moveTo>
                  <a:lnTo>
                    <a:pt x="140716" y="73151"/>
                  </a:lnTo>
                  <a:lnTo>
                    <a:pt x="158634" y="76584"/>
                  </a:lnTo>
                  <a:lnTo>
                    <a:pt x="173291" y="85947"/>
                  </a:lnTo>
                  <a:lnTo>
                    <a:pt x="183185" y="99833"/>
                  </a:lnTo>
                  <a:lnTo>
                    <a:pt x="186817" y="116839"/>
                  </a:lnTo>
                  <a:lnTo>
                    <a:pt x="183185" y="133772"/>
                  </a:lnTo>
                  <a:lnTo>
                    <a:pt x="173291" y="147621"/>
                  </a:lnTo>
                  <a:lnTo>
                    <a:pt x="158634" y="156970"/>
                  </a:lnTo>
                  <a:lnTo>
                    <a:pt x="140716" y="160400"/>
                  </a:lnTo>
                  <a:lnTo>
                    <a:pt x="181755" y="160400"/>
                  </a:lnTo>
                  <a:lnTo>
                    <a:pt x="184737" y="158496"/>
                  </a:lnTo>
                  <a:lnTo>
                    <a:pt x="198062" y="139763"/>
                  </a:lnTo>
                  <a:lnTo>
                    <a:pt x="202946" y="116839"/>
                  </a:lnTo>
                  <a:lnTo>
                    <a:pt x="198062" y="93862"/>
                  </a:lnTo>
                  <a:lnTo>
                    <a:pt x="184737" y="75136"/>
                  </a:lnTo>
                  <a:lnTo>
                    <a:pt x="181624" y="73151"/>
                  </a:lnTo>
                  <a:close/>
                </a:path>
                <a:path w="285115" h="208914">
                  <a:moveTo>
                    <a:pt x="140716" y="87630"/>
                  </a:moveTo>
                  <a:lnTo>
                    <a:pt x="128714" y="89925"/>
                  </a:lnTo>
                  <a:lnTo>
                    <a:pt x="118903" y="96186"/>
                  </a:lnTo>
                  <a:lnTo>
                    <a:pt x="112283" y="105471"/>
                  </a:lnTo>
                  <a:lnTo>
                    <a:pt x="109855" y="116839"/>
                  </a:lnTo>
                  <a:lnTo>
                    <a:pt x="112283" y="128208"/>
                  </a:lnTo>
                  <a:lnTo>
                    <a:pt x="118903" y="137493"/>
                  </a:lnTo>
                  <a:lnTo>
                    <a:pt x="128714" y="143754"/>
                  </a:lnTo>
                  <a:lnTo>
                    <a:pt x="140716" y="146050"/>
                  </a:lnTo>
                  <a:lnTo>
                    <a:pt x="152717" y="143754"/>
                  </a:lnTo>
                  <a:lnTo>
                    <a:pt x="162528" y="137493"/>
                  </a:lnTo>
                  <a:lnTo>
                    <a:pt x="169148" y="128208"/>
                  </a:lnTo>
                  <a:lnTo>
                    <a:pt x="171576" y="116839"/>
                  </a:lnTo>
                  <a:lnTo>
                    <a:pt x="169148" y="105471"/>
                  </a:lnTo>
                  <a:lnTo>
                    <a:pt x="162528" y="96186"/>
                  </a:lnTo>
                  <a:lnTo>
                    <a:pt x="152717" y="89925"/>
                  </a:lnTo>
                  <a:lnTo>
                    <a:pt x="140716" y="87630"/>
                  </a:lnTo>
                  <a:close/>
                </a:path>
                <a:path w="285115" h="208914">
                  <a:moveTo>
                    <a:pt x="284988" y="51562"/>
                  </a:moveTo>
                  <a:lnTo>
                    <a:pt x="240665" y="51562"/>
                  </a:lnTo>
                  <a:lnTo>
                    <a:pt x="245999" y="56514"/>
                  </a:lnTo>
                  <a:lnTo>
                    <a:pt x="245999" y="68961"/>
                  </a:lnTo>
                  <a:lnTo>
                    <a:pt x="240665" y="74040"/>
                  </a:lnTo>
                  <a:lnTo>
                    <a:pt x="284988" y="74040"/>
                  </a:lnTo>
                  <a:lnTo>
                    <a:pt x="284988" y="51562"/>
                  </a:lnTo>
                  <a:close/>
                </a:path>
                <a:path w="285115" h="208914">
                  <a:moveTo>
                    <a:pt x="78613" y="10922"/>
                  </a:moveTo>
                  <a:lnTo>
                    <a:pt x="34417" y="10922"/>
                  </a:lnTo>
                  <a:lnTo>
                    <a:pt x="31876" y="13335"/>
                  </a:lnTo>
                  <a:lnTo>
                    <a:pt x="31876" y="24764"/>
                  </a:lnTo>
                  <a:lnTo>
                    <a:pt x="81152" y="24764"/>
                  </a:lnTo>
                  <a:lnTo>
                    <a:pt x="81152" y="13335"/>
                  </a:lnTo>
                  <a:lnTo>
                    <a:pt x="78613" y="10922"/>
                  </a:lnTo>
                  <a:close/>
                </a:path>
                <a:path w="285115" h="208914">
                  <a:moveTo>
                    <a:pt x="188975" y="0"/>
                  </a:moveTo>
                  <a:lnTo>
                    <a:pt x="96012" y="0"/>
                  </a:lnTo>
                  <a:lnTo>
                    <a:pt x="89408" y="24764"/>
                  </a:lnTo>
                  <a:lnTo>
                    <a:pt x="195580" y="24764"/>
                  </a:lnTo>
                  <a:lnTo>
                    <a:pt x="188975" y="0"/>
                  </a:lnTo>
                  <a:close/>
                </a:path>
              </a:pathLst>
            </a:custGeom>
            <a:solidFill>
              <a:srgbClr val="125A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918829" y="5177067"/>
            <a:ext cx="2295525" cy="8134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204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Actuar</a:t>
            </a:r>
            <a:r>
              <a:rPr sz="1400" b="1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Racionalmente</a:t>
            </a:r>
            <a:endParaRPr sz="1400">
              <a:latin typeface="Arial"/>
              <a:cs typeface="Arial"/>
            </a:endParaRPr>
          </a:p>
          <a:p>
            <a:pPr marL="12700" marR="5080" indent="635"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“IA.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.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se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preocupa</a:t>
            </a:r>
            <a:r>
              <a:rPr sz="1200" spc="-5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por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el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comportamiento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inteligente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en</a:t>
            </a:r>
            <a:r>
              <a:rPr sz="1200" spc="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los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artefactos”.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(Nilsson,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1998)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749281" y="4480814"/>
            <a:ext cx="647700" cy="647700"/>
            <a:chOff x="9749281" y="4480814"/>
            <a:chExt cx="647700" cy="647700"/>
          </a:xfrm>
        </p:grpSpPr>
        <p:sp>
          <p:nvSpPr>
            <p:cNvPr id="35" name="object 35"/>
            <p:cNvSpPr/>
            <p:nvPr/>
          </p:nvSpPr>
          <p:spPr>
            <a:xfrm>
              <a:off x="9761981" y="4493514"/>
              <a:ext cx="622300" cy="622300"/>
            </a:xfrm>
            <a:custGeom>
              <a:avLst/>
              <a:gdLst/>
              <a:ahLst/>
              <a:cxnLst/>
              <a:rect l="l" t="t" r="r" b="b"/>
              <a:pathLst>
                <a:path w="622300" h="622300">
                  <a:moveTo>
                    <a:pt x="0" y="103631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2" y="0"/>
                  </a:lnTo>
                  <a:lnTo>
                    <a:pt x="518160" y="0"/>
                  </a:lnTo>
                  <a:lnTo>
                    <a:pt x="558516" y="8137"/>
                  </a:lnTo>
                  <a:lnTo>
                    <a:pt x="591454" y="30337"/>
                  </a:lnTo>
                  <a:lnTo>
                    <a:pt x="613654" y="63275"/>
                  </a:lnTo>
                  <a:lnTo>
                    <a:pt x="621792" y="103631"/>
                  </a:lnTo>
                  <a:lnTo>
                    <a:pt x="621792" y="518160"/>
                  </a:lnTo>
                  <a:lnTo>
                    <a:pt x="613654" y="558516"/>
                  </a:lnTo>
                  <a:lnTo>
                    <a:pt x="591454" y="591454"/>
                  </a:lnTo>
                  <a:lnTo>
                    <a:pt x="558516" y="613654"/>
                  </a:lnTo>
                  <a:lnTo>
                    <a:pt x="518160" y="621792"/>
                  </a:lnTo>
                  <a:lnTo>
                    <a:pt x="103632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1"/>
                  </a:lnTo>
                  <a:close/>
                </a:path>
              </a:pathLst>
            </a:custGeom>
            <a:ln w="25400">
              <a:solidFill>
                <a:srgbClr val="09A6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910571" y="4637532"/>
              <a:ext cx="338455" cy="334010"/>
            </a:xfrm>
            <a:custGeom>
              <a:avLst/>
              <a:gdLst/>
              <a:ahLst/>
              <a:cxnLst/>
              <a:rect l="l" t="t" r="r" b="b"/>
              <a:pathLst>
                <a:path w="338454" h="334010">
                  <a:moveTo>
                    <a:pt x="158114" y="16510"/>
                  </a:moveTo>
                  <a:lnTo>
                    <a:pt x="108118" y="24594"/>
                  </a:lnTo>
                  <a:lnTo>
                    <a:pt x="64712" y="47107"/>
                  </a:lnTo>
                  <a:lnTo>
                    <a:pt x="30492" y="81441"/>
                  </a:lnTo>
                  <a:lnTo>
                    <a:pt x="8055" y="124986"/>
                  </a:lnTo>
                  <a:lnTo>
                    <a:pt x="0" y="175133"/>
                  </a:lnTo>
                  <a:lnTo>
                    <a:pt x="8055" y="225279"/>
                  </a:lnTo>
                  <a:lnTo>
                    <a:pt x="30492" y="268824"/>
                  </a:lnTo>
                  <a:lnTo>
                    <a:pt x="64712" y="303158"/>
                  </a:lnTo>
                  <a:lnTo>
                    <a:pt x="108118" y="325671"/>
                  </a:lnTo>
                  <a:lnTo>
                    <a:pt x="158114" y="333756"/>
                  </a:lnTo>
                  <a:lnTo>
                    <a:pt x="208111" y="325671"/>
                  </a:lnTo>
                  <a:lnTo>
                    <a:pt x="251517" y="303158"/>
                  </a:lnTo>
                  <a:lnTo>
                    <a:pt x="285737" y="268824"/>
                  </a:lnTo>
                  <a:lnTo>
                    <a:pt x="308174" y="225279"/>
                  </a:lnTo>
                  <a:lnTo>
                    <a:pt x="316229" y="175133"/>
                  </a:lnTo>
                  <a:lnTo>
                    <a:pt x="158114" y="175133"/>
                  </a:lnTo>
                  <a:lnTo>
                    <a:pt x="158114" y="16510"/>
                  </a:lnTo>
                  <a:close/>
                </a:path>
                <a:path w="338454" h="334010">
                  <a:moveTo>
                    <a:pt x="337820" y="143637"/>
                  </a:moveTo>
                  <a:lnTo>
                    <a:pt x="302641" y="156464"/>
                  </a:lnTo>
                  <a:lnTo>
                    <a:pt x="334899" y="156591"/>
                  </a:lnTo>
                  <a:lnTo>
                    <a:pt x="338327" y="155321"/>
                  </a:lnTo>
                  <a:lnTo>
                    <a:pt x="337820" y="143637"/>
                  </a:lnTo>
                  <a:close/>
                </a:path>
                <a:path w="338454" h="334010">
                  <a:moveTo>
                    <a:pt x="332994" y="116586"/>
                  </a:moveTo>
                  <a:lnTo>
                    <a:pt x="224535" y="156210"/>
                  </a:lnTo>
                  <a:lnTo>
                    <a:pt x="256794" y="156337"/>
                  </a:lnTo>
                  <a:lnTo>
                    <a:pt x="335660" y="127508"/>
                  </a:lnTo>
                  <a:lnTo>
                    <a:pt x="335025" y="123825"/>
                  </a:lnTo>
                  <a:lnTo>
                    <a:pt x="334136" y="120142"/>
                  </a:lnTo>
                  <a:lnTo>
                    <a:pt x="332994" y="116586"/>
                  </a:lnTo>
                  <a:close/>
                </a:path>
                <a:path w="338454" h="334010">
                  <a:moveTo>
                    <a:pt x="323850" y="91186"/>
                  </a:moveTo>
                  <a:lnTo>
                    <a:pt x="180212" y="143637"/>
                  </a:lnTo>
                  <a:lnTo>
                    <a:pt x="180212" y="155448"/>
                  </a:lnTo>
                  <a:lnTo>
                    <a:pt x="328168" y="101473"/>
                  </a:lnTo>
                  <a:lnTo>
                    <a:pt x="327025" y="97917"/>
                  </a:lnTo>
                  <a:lnTo>
                    <a:pt x="325627" y="94488"/>
                  </a:lnTo>
                  <a:lnTo>
                    <a:pt x="323850" y="91186"/>
                  </a:lnTo>
                  <a:close/>
                </a:path>
                <a:path w="338454" h="334010">
                  <a:moveTo>
                    <a:pt x="310260" y="67310"/>
                  </a:moveTo>
                  <a:lnTo>
                    <a:pt x="180212" y="114808"/>
                  </a:lnTo>
                  <a:lnTo>
                    <a:pt x="180212" y="126746"/>
                  </a:lnTo>
                  <a:lnTo>
                    <a:pt x="316356" y="76962"/>
                  </a:lnTo>
                  <a:lnTo>
                    <a:pt x="314578" y="73660"/>
                  </a:lnTo>
                  <a:lnTo>
                    <a:pt x="312547" y="70485"/>
                  </a:lnTo>
                  <a:lnTo>
                    <a:pt x="310260" y="67310"/>
                  </a:lnTo>
                  <a:close/>
                </a:path>
                <a:path w="338454" h="334010">
                  <a:moveTo>
                    <a:pt x="291719" y="45339"/>
                  </a:moveTo>
                  <a:lnTo>
                    <a:pt x="180212" y="85979"/>
                  </a:lnTo>
                  <a:lnTo>
                    <a:pt x="180212" y="97917"/>
                  </a:lnTo>
                  <a:lnTo>
                    <a:pt x="299974" y="54229"/>
                  </a:lnTo>
                  <a:lnTo>
                    <a:pt x="291719" y="45339"/>
                  </a:lnTo>
                  <a:close/>
                </a:path>
                <a:path w="338454" h="334010">
                  <a:moveTo>
                    <a:pt x="266953" y="25527"/>
                  </a:moveTo>
                  <a:lnTo>
                    <a:pt x="180212" y="57277"/>
                  </a:lnTo>
                  <a:lnTo>
                    <a:pt x="180212" y="69088"/>
                  </a:lnTo>
                  <a:lnTo>
                    <a:pt x="278002" y="33528"/>
                  </a:lnTo>
                  <a:lnTo>
                    <a:pt x="274447" y="30607"/>
                  </a:lnTo>
                  <a:lnTo>
                    <a:pt x="270763" y="28067"/>
                  </a:lnTo>
                  <a:lnTo>
                    <a:pt x="266953" y="25527"/>
                  </a:lnTo>
                  <a:close/>
                </a:path>
                <a:path w="338454" h="334010">
                  <a:moveTo>
                    <a:pt x="233045" y="9144"/>
                  </a:moveTo>
                  <a:lnTo>
                    <a:pt x="180212" y="28448"/>
                  </a:lnTo>
                  <a:lnTo>
                    <a:pt x="180212" y="40386"/>
                  </a:lnTo>
                  <a:lnTo>
                    <a:pt x="248411" y="15494"/>
                  </a:lnTo>
                  <a:lnTo>
                    <a:pt x="243458" y="12954"/>
                  </a:lnTo>
                  <a:lnTo>
                    <a:pt x="238378" y="10795"/>
                  </a:lnTo>
                  <a:lnTo>
                    <a:pt x="233045" y="9144"/>
                  </a:lnTo>
                  <a:close/>
                </a:path>
                <a:path w="338454" h="334010">
                  <a:moveTo>
                    <a:pt x="180212" y="0"/>
                  </a:moveTo>
                  <a:lnTo>
                    <a:pt x="180212" y="11557"/>
                  </a:lnTo>
                  <a:lnTo>
                    <a:pt x="205867" y="2286"/>
                  </a:lnTo>
                  <a:lnTo>
                    <a:pt x="199536" y="1232"/>
                  </a:lnTo>
                  <a:lnTo>
                    <a:pt x="193135" y="523"/>
                  </a:lnTo>
                  <a:lnTo>
                    <a:pt x="186686" y="125"/>
                  </a:lnTo>
                  <a:lnTo>
                    <a:pt x="180212" y="0"/>
                  </a:lnTo>
                  <a:close/>
                </a:path>
              </a:pathLst>
            </a:custGeom>
            <a:solidFill>
              <a:srgbClr val="09A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58088" y="2656242"/>
            <a:ext cx="2407920" cy="136271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210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Pensar</a:t>
            </a:r>
            <a:r>
              <a:rPr sz="1400" b="1" spc="-3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Humanamente</a:t>
            </a:r>
            <a:endParaRPr sz="1400">
              <a:latin typeface="Arial"/>
              <a:cs typeface="Arial"/>
            </a:endParaRPr>
          </a:p>
          <a:p>
            <a:pPr marL="12700" marR="5080" indent="-1270" algn="ctr">
              <a:lnSpc>
                <a:spcPct val="100000"/>
              </a:lnSpc>
              <a:spcBef>
                <a:spcPts val="90"/>
              </a:spcBef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</a:t>
            </a:r>
            <a:r>
              <a:rPr sz="1200" spc="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automatización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de]</a:t>
            </a:r>
            <a:r>
              <a:rPr sz="1200" spc="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actividades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que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asociamos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con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el</a:t>
            </a:r>
            <a:r>
              <a:rPr sz="1200" spc="-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pensamiento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humano,</a:t>
            </a:r>
            <a:r>
              <a:rPr sz="1200" spc="-4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actividades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como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toma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decisiones,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resolución</a:t>
            </a:r>
            <a:r>
              <a:rPr sz="1200" spc="-6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de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problemas,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el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aprendizaje…”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(Bellman,</a:t>
            </a:r>
            <a:r>
              <a:rPr sz="1200" spc="-6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1978)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45817" y="1960117"/>
            <a:ext cx="648970" cy="647700"/>
            <a:chOff x="1845817" y="1960117"/>
            <a:chExt cx="648970" cy="647700"/>
          </a:xfrm>
        </p:grpSpPr>
        <p:sp>
          <p:nvSpPr>
            <p:cNvPr id="39" name="object 39"/>
            <p:cNvSpPr/>
            <p:nvPr/>
          </p:nvSpPr>
          <p:spPr>
            <a:xfrm>
              <a:off x="1858517" y="1972817"/>
              <a:ext cx="623570" cy="622300"/>
            </a:xfrm>
            <a:custGeom>
              <a:avLst/>
              <a:gdLst/>
              <a:ahLst/>
              <a:cxnLst/>
              <a:rect l="l" t="t" r="r" b="b"/>
              <a:pathLst>
                <a:path w="623569" h="622300">
                  <a:moveTo>
                    <a:pt x="0" y="103632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1" y="0"/>
                  </a:lnTo>
                  <a:lnTo>
                    <a:pt x="519683" y="0"/>
                  </a:lnTo>
                  <a:lnTo>
                    <a:pt x="560040" y="8137"/>
                  </a:lnTo>
                  <a:lnTo>
                    <a:pt x="592978" y="30337"/>
                  </a:lnTo>
                  <a:lnTo>
                    <a:pt x="615178" y="63275"/>
                  </a:lnTo>
                  <a:lnTo>
                    <a:pt x="623315" y="103632"/>
                  </a:lnTo>
                  <a:lnTo>
                    <a:pt x="623315" y="518160"/>
                  </a:lnTo>
                  <a:lnTo>
                    <a:pt x="615178" y="558516"/>
                  </a:lnTo>
                  <a:lnTo>
                    <a:pt x="592978" y="591454"/>
                  </a:lnTo>
                  <a:lnTo>
                    <a:pt x="560040" y="613654"/>
                  </a:lnTo>
                  <a:lnTo>
                    <a:pt x="519683" y="621792"/>
                  </a:lnTo>
                  <a:lnTo>
                    <a:pt x="103631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2"/>
                  </a:lnTo>
                  <a:close/>
                </a:path>
              </a:pathLst>
            </a:custGeom>
            <a:ln w="25400">
              <a:solidFill>
                <a:srgbClr val="1FFAF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990343" y="2106167"/>
              <a:ext cx="361315" cy="356870"/>
            </a:xfrm>
            <a:custGeom>
              <a:avLst/>
              <a:gdLst/>
              <a:ahLst/>
              <a:cxnLst/>
              <a:rect l="l" t="t" r="r" b="b"/>
              <a:pathLst>
                <a:path w="361314" h="356869">
                  <a:moveTo>
                    <a:pt x="180594" y="0"/>
                  </a:moveTo>
                  <a:lnTo>
                    <a:pt x="132600" y="6372"/>
                  </a:lnTo>
                  <a:lnTo>
                    <a:pt x="89464" y="24355"/>
                  </a:lnTo>
                  <a:lnTo>
                    <a:pt x="52911" y="52244"/>
                  </a:lnTo>
                  <a:lnTo>
                    <a:pt x="24666" y="88335"/>
                  </a:lnTo>
                  <a:lnTo>
                    <a:pt x="6454" y="130924"/>
                  </a:lnTo>
                  <a:lnTo>
                    <a:pt x="0" y="178308"/>
                  </a:lnTo>
                  <a:lnTo>
                    <a:pt x="6454" y="225691"/>
                  </a:lnTo>
                  <a:lnTo>
                    <a:pt x="24666" y="268280"/>
                  </a:lnTo>
                  <a:lnTo>
                    <a:pt x="52911" y="304371"/>
                  </a:lnTo>
                  <a:lnTo>
                    <a:pt x="89464" y="332260"/>
                  </a:lnTo>
                  <a:lnTo>
                    <a:pt x="132600" y="350243"/>
                  </a:lnTo>
                  <a:lnTo>
                    <a:pt x="180594" y="356616"/>
                  </a:lnTo>
                  <a:lnTo>
                    <a:pt x="228587" y="350243"/>
                  </a:lnTo>
                  <a:lnTo>
                    <a:pt x="271723" y="332260"/>
                  </a:lnTo>
                  <a:lnTo>
                    <a:pt x="285076" y="322072"/>
                  </a:lnTo>
                  <a:lnTo>
                    <a:pt x="167258" y="322072"/>
                  </a:lnTo>
                  <a:lnTo>
                    <a:pt x="116409" y="308143"/>
                  </a:lnTo>
                  <a:lnTo>
                    <a:pt x="74882" y="278272"/>
                  </a:lnTo>
                  <a:lnTo>
                    <a:pt x="46333" y="236043"/>
                  </a:lnTo>
                  <a:lnTo>
                    <a:pt x="34417" y="185039"/>
                  </a:lnTo>
                  <a:lnTo>
                    <a:pt x="48260" y="185039"/>
                  </a:lnTo>
                  <a:lnTo>
                    <a:pt x="54737" y="179070"/>
                  </a:lnTo>
                  <a:lnTo>
                    <a:pt x="54737" y="164084"/>
                  </a:lnTo>
                  <a:lnTo>
                    <a:pt x="48260" y="157987"/>
                  </a:lnTo>
                  <a:lnTo>
                    <a:pt x="35687" y="157987"/>
                  </a:lnTo>
                  <a:lnTo>
                    <a:pt x="50597" y="111803"/>
                  </a:lnTo>
                  <a:lnTo>
                    <a:pt x="79438" y="73882"/>
                  </a:lnTo>
                  <a:lnTo>
                    <a:pt x="119233" y="47152"/>
                  </a:lnTo>
                  <a:lnTo>
                    <a:pt x="167005" y="34544"/>
                  </a:lnTo>
                  <a:lnTo>
                    <a:pt x="285076" y="34544"/>
                  </a:lnTo>
                  <a:lnTo>
                    <a:pt x="271723" y="24355"/>
                  </a:lnTo>
                  <a:lnTo>
                    <a:pt x="228587" y="6372"/>
                  </a:lnTo>
                  <a:lnTo>
                    <a:pt x="180594" y="0"/>
                  </a:lnTo>
                  <a:close/>
                </a:path>
                <a:path w="361314" h="356869">
                  <a:moveTo>
                    <a:pt x="188341" y="303530"/>
                  </a:moveTo>
                  <a:lnTo>
                    <a:pt x="173355" y="303530"/>
                  </a:lnTo>
                  <a:lnTo>
                    <a:pt x="167258" y="309880"/>
                  </a:lnTo>
                  <a:lnTo>
                    <a:pt x="167258" y="322072"/>
                  </a:lnTo>
                  <a:lnTo>
                    <a:pt x="194437" y="322072"/>
                  </a:lnTo>
                  <a:lnTo>
                    <a:pt x="194437" y="309880"/>
                  </a:lnTo>
                  <a:lnTo>
                    <a:pt x="188341" y="303530"/>
                  </a:lnTo>
                  <a:close/>
                </a:path>
                <a:path w="361314" h="356869">
                  <a:moveTo>
                    <a:pt x="285076" y="34544"/>
                  </a:moveTo>
                  <a:lnTo>
                    <a:pt x="194182" y="34544"/>
                  </a:lnTo>
                  <a:lnTo>
                    <a:pt x="243038" y="47638"/>
                  </a:lnTo>
                  <a:lnTo>
                    <a:pt x="283463" y="75485"/>
                  </a:lnTo>
                  <a:lnTo>
                    <a:pt x="312269" y="114929"/>
                  </a:lnTo>
                  <a:lnTo>
                    <a:pt x="326263" y="162814"/>
                  </a:lnTo>
                  <a:lnTo>
                    <a:pt x="312928" y="162814"/>
                  </a:lnTo>
                  <a:lnTo>
                    <a:pt x="306450" y="168910"/>
                  </a:lnTo>
                  <a:lnTo>
                    <a:pt x="306450" y="183769"/>
                  </a:lnTo>
                  <a:lnTo>
                    <a:pt x="312928" y="189865"/>
                  </a:lnTo>
                  <a:lnTo>
                    <a:pt x="326517" y="189865"/>
                  </a:lnTo>
                  <a:lnTo>
                    <a:pt x="313505" y="239079"/>
                  </a:lnTo>
                  <a:lnTo>
                    <a:pt x="284908" y="279733"/>
                  </a:lnTo>
                  <a:lnTo>
                    <a:pt x="244095" y="308504"/>
                  </a:lnTo>
                  <a:lnTo>
                    <a:pt x="194437" y="322072"/>
                  </a:lnTo>
                  <a:lnTo>
                    <a:pt x="285076" y="322072"/>
                  </a:lnTo>
                  <a:lnTo>
                    <a:pt x="308276" y="304371"/>
                  </a:lnTo>
                  <a:lnTo>
                    <a:pt x="336521" y="268280"/>
                  </a:lnTo>
                  <a:lnTo>
                    <a:pt x="354733" y="225691"/>
                  </a:lnTo>
                  <a:lnTo>
                    <a:pt x="361188" y="178308"/>
                  </a:lnTo>
                  <a:lnTo>
                    <a:pt x="354733" y="130924"/>
                  </a:lnTo>
                  <a:lnTo>
                    <a:pt x="336521" y="88335"/>
                  </a:lnTo>
                  <a:lnTo>
                    <a:pt x="308276" y="52244"/>
                  </a:lnTo>
                  <a:lnTo>
                    <a:pt x="285076" y="34544"/>
                  </a:lnTo>
                  <a:close/>
                </a:path>
                <a:path w="361314" h="356869">
                  <a:moveTo>
                    <a:pt x="180594" y="53086"/>
                  </a:moveTo>
                  <a:lnTo>
                    <a:pt x="131568" y="62936"/>
                  </a:lnTo>
                  <a:lnTo>
                    <a:pt x="91567" y="89789"/>
                  </a:lnTo>
                  <a:lnTo>
                    <a:pt x="64615" y="129595"/>
                  </a:lnTo>
                  <a:lnTo>
                    <a:pt x="54737" y="178308"/>
                  </a:lnTo>
                  <a:lnTo>
                    <a:pt x="64615" y="227020"/>
                  </a:lnTo>
                  <a:lnTo>
                    <a:pt x="91567" y="266827"/>
                  </a:lnTo>
                  <a:lnTo>
                    <a:pt x="131568" y="293679"/>
                  </a:lnTo>
                  <a:lnTo>
                    <a:pt x="180594" y="303530"/>
                  </a:lnTo>
                  <a:lnTo>
                    <a:pt x="229619" y="293679"/>
                  </a:lnTo>
                  <a:lnTo>
                    <a:pt x="269620" y="266827"/>
                  </a:lnTo>
                  <a:lnTo>
                    <a:pt x="296572" y="227020"/>
                  </a:lnTo>
                  <a:lnTo>
                    <a:pt x="298956" y="215265"/>
                  </a:lnTo>
                  <a:lnTo>
                    <a:pt x="250698" y="215265"/>
                  </a:lnTo>
                  <a:lnTo>
                    <a:pt x="240982" y="215137"/>
                  </a:lnTo>
                  <a:lnTo>
                    <a:pt x="231139" y="215137"/>
                  </a:lnTo>
                  <a:lnTo>
                    <a:pt x="230886" y="215011"/>
                  </a:lnTo>
                  <a:lnTo>
                    <a:pt x="206608" y="199771"/>
                  </a:lnTo>
                  <a:lnTo>
                    <a:pt x="180594" y="199771"/>
                  </a:lnTo>
                  <a:lnTo>
                    <a:pt x="172184" y="198078"/>
                  </a:lnTo>
                  <a:lnTo>
                    <a:pt x="165322" y="193468"/>
                  </a:lnTo>
                  <a:lnTo>
                    <a:pt x="160698" y="186644"/>
                  </a:lnTo>
                  <a:lnTo>
                    <a:pt x="159004" y="178308"/>
                  </a:lnTo>
                  <a:lnTo>
                    <a:pt x="159100" y="168910"/>
                  </a:lnTo>
                  <a:lnTo>
                    <a:pt x="164973" y="161162"/>
                  </a:lnTo>
                  <a:lnTo>
                    <a:pt x="173228" y="158242"/>
                  </a:lnTo>
                  <a:lnTo>
                    <a:pt x="169418" y="106553"/>
                  </a:lnTo>
                  <a:lnTo>
                    <a:pt x="169291" y="106172"/>
                  </a:lnTo>
                  <a:lnTo>
                    <a:pt x="169544" y="106172"/>
                  </a:lnTo>
                  <a:lnTo>
                    <a:pt x="180594" y="84962"/>
                  </a:lnTo>
                  <a:lnTo>
                    <a:pt x="262431" y="84962"/>
                  </a:lnTo>
                  <a:lnTo>
                    <a:pt x="229619" y="62936"/>
                  </a:lnTo>
                  <a:lnTo>
                    <a:pt x="180594" y="53086"/>
                  </a:lnTo>
                  <a:close/>
                </a:path>
                <a:path w="361314" h="356869">
                  <a:moveTo>
                    <a:pt x="262431" y="84962"/>
                  </a:moveTo>
                  <a:lnTo>
                    <a:pt x="180594" y="84962"/>
                  </a:lnTo>
                  <a:lnTo>
                    <a:pt x="191643" y="106172"/>
                  </a:lnTo>
                  <a:lnTo>
                    <a:pt x="191897" y="106172"/>
                  </a:lnTo>
                  <a:lnTo>
                    <a:pt x="191897" y="106553"/>
                  </a:lnTo>
                  <a:lnTo>
                    <a:pt x="191769" y="106553"/>
                  </a:lnTo>
                  <a:lnTo>
                    <a:pt x="187960" y="158242"/>
                  </a:lnTo>
                  <a:lnTo>
                    <a:pt x="196214" y="161162"/>
                  </a:lnTo>
                  <a:lnTo>
                    <a:pt x="202087" y="168910"/>
                  </a:lnTo>
                  <a:lnTo>
                    <a:pt x="202056" y="181229"/>
                  </a:lnTo>
                  <a:lnTo>
                    <a:pt x="201803" y="182499"/>
                  </a:lnTo>
                  <a:lnTo>
                    <a:pt x="239394" y="199009"/>
                  </a:lnTo>
                  <a:lnTo>
                    <a:pt x="239522" y="199009"/>
                  </a:lnTo>
                  <a:lnTo>
                    <a:pt x="239649" y="199262"/>
                  </a:lnTo>
                  <a:lnTo>
                    <a:pt x="250698" y="215265"/>
                  </a:lnTo>
                  <a:lnTo>
                    <a:pt x="298956" y="215265"/>
                  </a:lnTo>
                  <a:lnTo>
                    <a:pt x="306450" y="178308"/>
                  </a:lnTo>
                  <a:lnTo>
                    <a:pt x="296572" y="129595"/>
                  </a:lnTo>
                  <a:lnTo>
                    <a:pt x="269621" y="89789"/>
                  </a:lnTo>
                  <a:lnTo>
                    <a:pt x="262431" y="84962"/>
                  </a:lnTo>
                  <a:close/>
                </a:path>
                <a:path w="361314" h="356869">
                  <a:moveTo>
                    <a:pt x="231267" y="215011"/>
                  </a:moveTo>
                  <a:lnTo>
                    <a:pt x="231139" y="215137"/>
                  </a:lnTo>
                  <a:lnTo>
                    <a:pt x="240982" y="215137"/>
                  </a:lnTo>
                  <a:lnTo>
                    <a:pt x="231267" y="215011"/>
                  </a:lnTo>
                  <a:close/>
                </a:path>
                <a:path w="361314" h="356869">
                  <a:moveTo>
                    <a:pt x="196087" y="193167"/>
                  </a:moveTo>
                  <a:lnTo>
                    <a:pt x="192278" y="197231"/>
                  </a:lnTo>
                  <a:lnTo>
                    <a:pt x="186689" y="199771"/>
                  </a:lnTo>
                  <a:lnTo>
                    <a:pt x="206608" y="199771"/>
                  </a:lnTo>
                  <a:lnTo>
                    <a:pt x="196087" y="193167"/>
                  </a:lnTo>
                  <a:close/>
                </a:path>
                <a:path w="361314" h="356869">
                  <a:moveTo>
                    <a:pt x="194182" y="34544"/>
                  </a:moveTo>
                  <a:lnTo>
                    <a:pt x="167005" y="34544"/>
                  </a:lnTo>
                  <a:lnTo>
                    <a:pt x="167005" y="46228"/>
                  </a:lnTo>
                  <a:lnTo>
                    <a:pt x="173100" y="52578"/>
                  </a:lnTo>
                  <a:lnTo>
                    <a:pt x="188087" y="52578"/>
                  </a:lnTo>
                  <a:lnTo>
                    <a:pt x="194182" y="46228"/>
                  </a:lnTo>
                  <a:lnTo>
                    <a:pt x="194182" y="34544"/>
                  </a:lnTo>
                  <a:close/>
                </a:path>
              </a:pathLst>
            </a:custGeom>
            <a:solidFill>
              <a:srgbClr val="1F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19988" y="5185277"/>
            <a:ext cx="2484755" cy="11798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85725" marR="78105" indent="243840">
              <a:lnSpc>
                <a:spcPct val="102800"/>
              </a:lnSpc>
              <a:spcBef>
                <a:spcPts val="165"/>
              </a:spcBef>
            </a:pPr>
            <a:r>
              <a:rPr sz="1400" b="1" dirty="0">
                <a:solidFill>
                  <a:srgbClr val="252525"/>
                </a:solidFill>
                <a:latin typeface="Arial"/>
                <a:cs typeface="Arial"/>
              </a:rPr>
              <a:t>Actuar</a:t>
            </a:r>
            <a:r>
              <a:rPr sz="1400" b="1" spc="-4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252525"/>
                </a:solidFill>
                <a:latin typeface="Arial"/>
                <a:cs typeface="Arial"/>
              </a:rPr>
              <a:t>Humanamente</a:t>
            </a:r>
            <a:r>
              <a:rPr sz="1400" b="1" spc="50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“El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estudio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de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cómo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hacer</a:t>
            </a:r>
            <a:r>
              <a:rPr sz="1200" spc="-3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que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las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computadoras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hagan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cosas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en</a:t>
            </a:r>
            <a:r>
              <a:rPr sz="1200" spc="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las</a:t>
            </a:r>
            <a:endParaRPr sz="1200">
              <a:latin typeface="Arial MT"/>
              <a:cs typeface="Arial MT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que,</a:t>
            </a:r>
            <a:r>
              <a:rPr sz="1200" spc="-2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en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este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momento,</a:t>
            </a:r>
            <a:r>
              <a:rPr sz="1200" spc="-4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las</a:t>
            </a:r>
            <a:r>
              <a:rPr sz="1200" spc="-2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personas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son</a:t>
            </a:r>
            <a:r>
              <a:rPr sz="1200" spc="-3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mejores”.</a:t>
            </a:r>
            <a:r>
              <a:rPr sz="1200" spc="-50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(Rico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52525"/>
                </a:solidFill>
                <a:latin typeface="Arial MT"/>
                <a:cs typeface="Arial MT"/>
              </a:rPr>
              <a:t>y</a:t>
            </a:r>
            <a:r>
              <a:rPr sz="1200" spc="-15" dirty="0">
                <a:solidFill>
                  <a:srgbClr val="25252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52525"/>
                </a:solidFill>
                <a:latin typeface="Arial MT"/>
                <a:cs typeface="Arial MT"/>
              </a:rPr>
              <a:t>Caballero, 1991)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845817" y="4489958"/>
            <a:ext cx="648970" cy="647700"/>
            <a:chOff x="1845817" y="4489958"/>
            <a:chExt cx="648970" cy="647700"/>
          </a:xfrm>
        </p:grpSpPr>
        <p:sp>
          <p:nvSpPr>
            <p:cNvPr id="43" name="object 43"/>
            <p:cNvSpPr/>
            <p:nvPr/>
          </p:nvSpPr>
          <p:spPr>
            <a:xfrm>
              <a:off x="1858517" y="4502658"/>
              <a:ext cx="623570" cy="622300"/>
            </a:xfrm>
            <a:custGeom>
              <a:avLst/>
              <a:gdLst/>
              <a:ahLst/>
              <a:cxnLst/>
              <a:rect l="l" t="t" r="r" b="b"/>
              <a:pathLst>
                <a:path w="623569" h="622300">
                  <a:moveTo>
                    <a:pt x="0" y="103632"/>
                  </a:moveTo>
                  <a:lnTo>
                    <a:pt x="8137" y="63275"/>
                  </a:lnTo>
                  <a:lnTo>
                    <a:pt x="30337" y="30337"/>
                  </a:lnTo>
                  <a:lnTo>
                    <a:pt x="63275" y="8137"/>
                  </a:lnTo>
                  <a:lnTo>
                    <a:pt x="103631" y="0"/>
                  </a:lnTo>
                  <a:lnTo>
                    <a:pt x="519683" y="0"/>
                  </a:lnTo>
                  <a:lnTo>
                    <a:pt x="560040" y="8137"/>
                  </a:lnTo>
                  <a:lnTo>
                    <a:pt x="592978" y="30337"/>
                  </a:lnTo>
                  <a:lnTo>
                    <a:pt x="615178" y="63275"/>
                  </a:lnTo>
                  <a:lnTo>
                    <a:pt x="623315" y="103632"/>
                  </a:lnTo>
                  <a:lnTo>
                    <a:pt x="623315" y="518160"/>
                  </a:lnTo>
                  <a:lnTo>
                    <a:pt x="615178" y="558516"/>
                  </a:lnTo>
                  <a:lnTo>
                    <a:pt x="592978" y="591454"/>
                  </a:lnTo>
                  <a:lnTo>
                    <a:pt x="560040" y="613654"/>
                  </a:lnTo>
                  <a:lnTo>
                    <a:pt x="519683" y="621792"/>
                  </a:lnTo>
                  <a:lnTo>
                    <a:pt x="103631" y="621792"/>
                  </a:lnTo>
                  <a:lnTo>
                    <a:pt x="63275" y="613654"/>
                  </a:lnTo>
                  <a:lnTo>
                    <a:pt x="30337" y="591454"/>
                  </a:lnTo>
                  <a:lnTo>
                    <a:pt x="8137" y="558516"/>
                  </a:lnTo>
                  <a:lnTo>
                    <a:pt x="0" y="518160"/>
                  </a:lnTo>
                  <a:lnTo>
                    <a:pt x="0" y="103632"/>
                  </a:lnTo>
                  <a:close/>
                </a:path>
              </a:pathLst>
            </a:custGeom>
            <a:ln w="25399">
              <a:solidFill>
                <a:srgbClr val="0085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010282" y="4665345"/>
              <a:ext cx="329565" cy="320040"/>
            </a:xfrm>
            <a:custGeom>
              <a:avLst/>
              <a:gdLst/>
              <a:ahLst/>
              <a:cxnLst/>
              <a:rect l="l" t="t" r="r" b="b"/>
              <a:pathLst>
                <a:path w="329564" h="320039">
                  <a:moveTo>
                    <a:pt x="87273" y="284479"/>
                  </a:moveTo>
                  <a:lnTo>
                    <a:pt x="62484" y="284479"/>
                  </a:lnTo>
                  <a:lnTo>
                    <a:pt x="68706" y="289559"/>
                  </a:lnTo>
                  <a:lnTo>
                    <a:pt x="75692" y="292100"/>
                  </a:lnTo>
                  <a:lnTo>
                    <a:pt x="82931" y="294639"/>
                  </a:lnTo>
                  <a:lnTo>
                    <a:pt x="89281" y="320039"/>
                  </a:lnTo>
                  <a:lnTo>
                    <a:pt x="121031" y="320039"/>
                  </a:lnTo>
                  <a:lnTo>
                    <a:pt x="126492" y="294639"/>
                  </a:lnTo>
                  <a:lnTo>
                    <a:pt x="134239" y="293369"/>
                  </a:lnTo>
                  <a:lnTo>
                    <a:pt x="141605" y="289559"/>
                  </a:lnTo>
                  <a:lnTo>
                    <a:pt x="143806" y="288289"/>
                  </a:lnTo>
                  <a:lnTo>
                    <a:pt x="104521" y="288289"/>
                  </a:lnTo>
                  <a:lnTo>
                    <a:pt x="87273" y="284479"/>
                  </a:lnTo>
                  <a:close/>
                </a:path>
                <a:path w="329564" h="320039">
                  <a:moveTo>
                    <a:pt x="181374" y="285750"/>
                  </a:moveTo>
                  <a:lnTo>
                    <a:pt x="148209" y="285750"/>
                  </a:lnTo>
                  <a:lnTo>
                    <a:pt x="146304" y="288289"/>
                  </a:lnTo>
                  <a:lnTo>
                    <a:pt x="170053" y="300989"/>
                  </a:lnTo>
                  <a:lnTo>
                    <a:pt x="181374" y="285750"/>
                  </a:lnTo>
                  <a:close/>
                </a:path>
                <a:path w="329564" h="320039">
                  <a:moveTo>
                    <a:pt x="36068" y="119379"/>
                  </a:moveTo>
                  <a:lnTo>
                    <a:pt x="14986" y="143509"/>
                  </a:lnTo>
                  <a:lnTo>
                    <a:pt x="29083" y="166369"/>
                  </a:lnTo>
                  <a:lnTo>
                    <a:pt x="26289" y="172719"/>
                  </a:lnTo>
                  <a:lnTo>
                    <a:pt x="24003" y="179069"/>
                  </a:lnTo>
                  <a:lnTo>
                    <a:pt x="22479" y="185419"/>
                  </a:lnTo>
                  <a:lnTo>
                    <a:pt x="0" y="190500"/>
                  </a:lnTo>
                  <a:lnTo>
                    <a:pt x="635" y="224789"/>
                  </a:lnTo>
                  <a:lnTo>
                    <a:pt x="23368" y="231139"/>
                  </a:lnTo>
                  <a:lnTo>
                    <a:pt x="25273" y="238759"/>
                  </a:lnTo>
                  <a:lnTo>
                    <a:pt x="28193" y="245109"/>
                  </a:lnTo>
                  <a:lnTo>
                    <a:pt x="31877" y="251459"/>
                  </a:lnTo>
                  <a:lnTo>
                    <a:pt x="19177" y="270509"/>
                  </a:lnTo>
                  <a:lnTo>
                    <a:pt x="40005" y="297179"/>
                  </a:lnTo>
                  <a:lnTo>
                    <a:pt x="63118" y="285750"/>
                  </a:lnTo>
                  <a:lnTo>
                    <a:pt x="62484" y="284479"/>
                  </a:lnTo>
                  <a:lnTo>
                    <a:pt x="87273" y="284479"/>
                  </a:lnTo>
                  <a:lnTo>
                    <a:pt x="75775" y="281939"/>
                  </a:lnTo>
                  <a:lnTo>
                    <a:pt x="52101" y="264159"/>
                  </a:lnTo>
                  <a:lnTo>
                    <a:pt x="35905" y="238759"/>
                  </a:lnTo>
                  <a:lnTo>
                    <a:pt x="29591" y="208279"/>
                  </a:lnTo>
                  <a:lnTo>
                    <a:pt x="34772" y="177800"/>
                  </a:lnTo>
                  <a:lnTo>
                    <a:pt x="50085" y="153669"/>
                  </a:lnTo>
                  <a:lnTo>
                    <a:pt x="73185" y="137159"/>
                  </a:lnTo>
                  <a:lnTo>
                    <a:pt x="90310" y="133350"/>
                  </a:lnTo>
                  <a:lnTo>
                    <a:pt x="58928" y="133350"/>
                  </a:lnTo>
                  <a:lnTo>
                    <a:pt x="36068" y="119379"/>
                  </a:lnTo>
                  <a:close/>
                </a:path>
                <a:path w="329564" h="320039">
                  <a:moveTo>
                    <a:pt x="138620" y="130809"/>
                  </a:moveTo>
                  <a:lnTo>
                    <a:pt x="101727" y="130809"/>
                  </a:lnTo>
                  <a:lnTo>
                    <a:pt x="130472" y="137159"/>
                  </a:lnTo>
                  <a:lnTo>
                    <a:pt x="154146" y="154939"/>
                  </a:lnTo>
                  <a:lnTo>
                    <a:pt x="170342" y="180339"/>
                  </a:lnTo>
                  <a:lnTo>
                    <a:pt x="176656" y="210819"/>
                  </a:lnTo>
                  <a:lnTo>
                    <a:pt x="171475" y="241300"/>
                  </a:lnTo>
                  <a:lnTo>
                    <a:pt x="156162" y="266700"/>
                  </a:lnTo>
                  <a:lnTo>
                    <a:pt x="133062" y="283209"/>
                  </a:lnTo>
                  <a:lnTo>
                    <a:pt x="104521" y="288289"/>
                  </a:lnTo>
                  <a:lnTo>
                    <a:pt x="143806" y="288289"/>
                  </a:lnTo>
                  <a:lnTo>
                    <a:pt x="148209" y="285750"/>
                  </a:lnTo>
                  <a:lnTo>
                    <a:pt x="181374" y="285750"/>
                  </a:lnTo>
                  <a:lnTo>
                    <a:pt x="189865" y="274319"/>
                  </a:lnTo>
                  <a:lnTo>
                    <a:pt x="176022" y="255269"/>
                  </a:lnTo>
                  <a:lnTo>
                    <a:pt x="178943" y="248919"/>
                  </a:lnTo>
                  <a:lnTo>
                    <a:pt x="181356" y="243839"/>
                  </a:lnTo>
                  <a:lnTo>
                    <a:pt x="182880" y="237489"/>
                  </a:lnTo>
                  <a:lnTo>
                    <a:pt x="207010" y="231139"/>
                  </a:lnTo>
                  <a:lnTo>
                    <a:pt x="206502" y="196850"/>
                  </a:lnTo>
                  <a:lnTo>
                    <a:pt x="183387" y="190500"/>
                  </a:lnTo>
                  <a:lnTo>
                    <a:pt x="181483" y="182879"/>
                  </a:lnTo>
                  <a:lnTo>
                    <a:pt x="178435" y="173989"/>
                  </a:lnTo>
                  <a:lnTo>
                    <a:pt x="174371" y="167639"/>
                  </a:lnTo>
                  <a:lnTo>
                    <a:pt x="186055" y="147319"/>
                  </a:lnTo>
                  <a:lnTo>
                    <a:pt x="175006" y="134619"/>
                  </a:lnTo>
                  <a:lnTo>
                    <a:pt x="143383" y="134619"/>
                  </a:lnTo>
                  <a:lnTo>
                    <a:pt x="138620" y="130809"/>
                  </a:lnTo>
                  <a:close/>
                </a:path>
                <a:path w="329564" h="320039">
                  <a:moveTo>
                    <a:pt x="101854" y="140969"/>
                  </a:moveTo>
                  <a:lnTo>
                    <a:pt x="76993" y="146050"/>
                  </a:lnTo>
                  <a:lnTo>
                    <a:pt x="56896" y="160019"/>
                  </a:lnTo>
                  <a:lnTo>
                    <a:pt x="43561" y="181609"/>
                  </a:lnTo>
                  <a:lnTo>
                    <a:pt x="38989" y="208279"/>
                  </a:lnTo>
                  <a:lnTo>
                    <a:pt x="44547" y="234950"/>
                  </a:lnTo>
                  <a:lnTo>
                    <a:pt x="58689" y="256539"/>
                  </a:lnTo>
                  <a:lnTo>
                    <a:pt x="79333" y="271779"/>
                  </a:lnTo>
                  <a:lnTo>
                    <a:pt x="104393" y="278129"/>
                  </a:lnTo>
                  <a:lnTo>
                    <a:pt x="129252" y="273050"/>
                  </a:lnTo>
                  <a:lnTo>
                    <a:pt x="149336" y="259079"/>
                  </a:lnTo>
                  <a:lnTo>
                    <a:pt x="154811" y="250189"/>
                  </a:lnTo>
                  <a:lnTo>
                    <a:pt x="103886" y="250189"/>
                  </a:lnTo>
                  <a:lnTo>
                    <a:pt x="89046" y="246379"/>
                  </a:lnTo>
                  <a:lnTo>
                    <a:pt x="76803" y="237489"/>
                  </a:lnTo>
                  <a:lnTo>
                    <a:pt x="68417" y="224789"/>
                  </a:lnTo>
                  <a:lnTo>
                    <a:pt x="65150" y="208279"/>
                  </a:lnTo>
                  <a:lnTo>
                    <a:pt x="67857" y="193039"/>
                  </a:lnTo>
                  <a:lnTo>
                    <a:pt x="75755" y="180339"/>
                  </a:lnTo>
                  <a:lnTo>
                    <a:pt x="87653" y="171450"/>
                  </a:lnTo>
                  <a:lnTo>
                    <a:pt x="102362" y="168909"/>
                  </a:lnTo>
                  <a:lnTo>
                    <a:pt x="151690" y="168909"/>
                  </a:lnTo>
                  <a:lnTo>
                    <a:pt x="147542" y="162559"/>
                  </a:lnTo>
                  <a:lnTo>
                    <a:pt x="126912" y="147319"/>
                  </a:lnTo>
                  <a:lnTo>
                    <a:pt x="101854" y="140969"/>
                  </a:lnTo>
                  <a:close/>
                </a:path>
                <a:path w="329564" h="320039">
                  <a:moveTo>
                    <a:pt x="151690" y="168909"/>
                  </a:moveTo>
                  <a:lnTo>
                    <a:pt x="102362" y="168909"/>
                  </a:lnTo>
                  <a:lnTo>
                    <a:pt x="117201" y="172719"/>
                  </a:lnTo>
                  <a:lnTo>
                    <a:pt x="129444" y="181609"/>
                  </a:lnTo>
                  <a:lnTo>
                    <a:pt x="137830" y="194309"/>
                  </a:lnTo>
                  <a:lnTo>
                    <a:pt x="141097" y="210819"/>
                  </a:lnTo>
                  <a:lnTo>
                    <a:pt x="138390" y="226059"/>
                  </a:lnTo>
                  <a:lnTo>
                    <a:pt x="130492" y="238759"/>
                  </a:lnTo>
                  <a:lnTo>
                    <a:pt x="118594" y="247650"/>
                  </a:lnTo>
                  <a:lnTo>
                    <a:pt x="103886" y="250189"/>
                  </a:lnTo>
                  <a:lnTo>
                    <a:pt x="154811" y="250189"/>
                  </a:lnTo>
                  <a:lnTo>
                    <a:pt x="162633" y="237489"/>
                  </a:lnTo>
                  <a:lnTo>
                    <a:pt x="167131" y="210819"/>
                  </a:lnTo>
                  <a:lnTo>
                    <a:pt x="161647" y="184150"/>
                  </a:lnTo>
                  <a:lnTo>
                    <a:pt x="151690" y="168909"/>
                  </a:lnTo>
                  <a:close/>
                </a:path>
                <a:path w="329564" h="320039">
                  <a:moveTo>
                    <a:pt x="286977" y="212089"/>
                  </a:moveTo>
                  <a:lnTo>
                    <a:pt x="243459" y="212089"/>
                  </a:lnTo>
                  <a:lnTo>
                    <a:pt x="243321" y="212220"/>
                  </a:lnTo>
                  <a:lnTo>
                    <a:pt x="247650" y="213359"/>
                  </a:lnTo>
                  <a:lnTo>
                    <a:pt x="252730" y="214629"/>
                  </a:lnTo>
                  <a:lnTo>
                    <a:pt x="257937" y="214629"/>
                  </a:lnTo>
                  <a:lnTo>
                    <a:pt x="266446" y="229869"/>
                  </a:lnTo>
                  <a:lnTo>
                    <a:pt x="287400" y="224789"/>
                  </a:lnTo>
                  <a:lnTo>
                    <a:pt x="286977" y="212089"/>
                  </a:lnTo>
                  <a:close/>
                </a:path>
                <a:path w="329564" h="320039">
                  <a:moveTo>
                    <a:pt x="197739" y="105409"/>
                  </a:moveTo>
                  <a:lnTo>
                    <a:pt x="187833" y="125729"/>
                  </a:lnTo>
                  <a:lnTo>
                    <a:pt x="201041" y="138429"/>
                  </a:lnTo>
                  <a:lnTo>
                    <a:pt x="200152" y="142239"/>
                  </a:lnTo>
                  <a:lnTo>
                    <a:pt x="199770" y="146050"/>
                  </a:lnTo>
                  <a:lnTo>
                    <a:pt x="199675" y="148589"/>
                  </a:lnTo>
                  <a:lnTo>
                    <a:pt x="199771" y="152400"/>
                  </a:lnTo>
                  <a:lnTo>
                    <a:pt x="185800" y="160019"/>
                  </a:lnTo>
                  <a:lnTo>
                    <a:pt x="191897" y="182879"/>
                  </a:lnTo>
                  <a:lnTo>
                    <a:pt x="208025" y="182879"/>
                  </a:lnTo>
                  <a:lnTo>
                    <a:pt x="210566" y="187959"/>
                  </a:lnTo>
                  <a:lnTo>
                    <a:pt x="213614" y="191769"/>
                  </a:lnTo>
                  <a:lnTo>
                    <a:pt x="217169" y="195579"/>
                  </a:lnTo>
                  <a:lnTo>
                    <a:pt x="211962" y="210819"/>
                  </a:lnTo>
                  <a:lnTo>
                    <a:pt x="230124" y="224789"/>
                  </a:lnTo>
                  <a:lnTo>
                    <a:pt x="243321" y="212220"/>
                  </a:lnTo>
                  <a:lnTo>
                    <a:pt x="242824" y="212089"/>
                  </a:lnTo>
                  <a:lnTo>
                    <a:pt x="286977" y="212089"/>
                  </a:lnTo>
                  <a:lnTo>
                    <a:pt x="286808" y="207009"/>
                  </a:lnTo>
                  <a:lnTo>
                    <a:pt x="251053" y="207009"/>
                  </a:lnTo>
                  <a:lnTo>
                    <a:pt x="232521" y="199389"/>
                  </a:lnTo>
                  <a:lnTo>
                    <a:pt x="217584" y="185419"/>
                  </a:lnTo>
                  <a:lnTo>
                    <a:pt x="208280" y="166369"/>
                  </a:lnTo>
                  <a:lnTo>
                    <a:pt x="206642" y="144779"/>
                  </a:lnTo>
                  <a:lnTo>
                    <a:pt x="212613" y="125729"/>
                  </a:lnTo>
                  <a:lnTo>
                    <a:pt x="224126" y="110489"/>
                  </a:lnTo>
                  <a:lnTo>
                    <a:pt x="215137" y="110489"/>
                  </a:lnTo>
                  <a:lnTo>
                    <a:pt x="197739" y="105409"/>
                  </a:lnTo>
                  <a:close/>
                </a:path>
                <a:path w="329564" h="320039">
                  <a:moveTo>
                    <a:pt x="300259" y="99059"/>
                  </a:moveTo>
                  <a:lnTo>
                    <a:pt x="253111" y="99059"/>
                  </a:lnTo>
                  <a:lnTo>
                    <a:pt x="270293" y="101600"/>
                  </a:lnTo>
                  <a:lnTo>
                    <a:pt x="285702" y="109219"/>
                  </a:lnTo>
                  <a:lnTo>
                    <a:pt x="297991" y="123189"/>
                  </a:lnTo>
                  <a:lnTo>
                    <a:pt x="305816" y="139700"/>
                  </a:lnTo>
                  <a:lnTo>
                    <a:pt x="307453" y="161289"/>
                  </a:lnTo>
                  <a:lnTo>
                    <a:pt x="301482" y="181609"/>
                  </a:lnTo>
                  <a:lnTo>
                    <a:pt x="289010" y="196850"/>
                  </a:lnTo>
                  <a:lnTo>
                    <a:pt x="271144" y="205739"/>
                  </a:lnTo>
                  <a:lnTo>
                    <a:pt x="251053" y="207009"/>
                  </a:lnTo>
                  <a:lnTo>
                    <a:pt x="286808" y="207009"/>
                  </a:lnTo>
                  <a:lnTo>
                    <a:pt x="286766" y="205739"/>
                  </a:lnTo>
                  <a:lnTo>
                    <a:pt x="291592" y="203200"/>
                  </a:lnTo>
                  <a:lnTo>
                    <a:pt x="295910" y="199389"/>
                  </a:lnTo>
                  <a:lnTo>
                    <a:pt x="299466" y="195579"/>
                  </a:lnTo>
                  <a:lnTo>
                    <a:pt x="318971" y="195579"/>
                  </a:lnTo>
                  <a:lnTo>
                    <a:pt x="325247" y="180339"/>
                  </a:lnTo>
                  <a:lnTo>
                    <a:pt x="312674" y="170179"/>
                  </a:lnTo>
                  <a:lnTo>
                    <a:pt x="313690" y="165100"/>
                  </a:lnTo>
                  <a:lnTo>
                    <a:pt x="314325" y="161289"/>
                  </a:lnTo>
                  <a:lnTo>
                    <a:pt x="314325" y="156209"/>
                  </a:lnTo>
                  <a:lnTo>
                    <a:pt x="329184" y="147319"/>
                  </a:lnTo>
                  <a:lnTo>
                    <a:pt x="323088" y="125729"/>
                  </a:lnTo>
                  <a:lnTo>
                    <a:pt x="306831" y="124459"/>
                  </a:lnTo>
                  <a:lnTo>
                    <a:pt x="304165" y="119379"/>
                  </a:lnTo>
                  <a:lnTo>
                    <a:pt x="300863" y="115569"/>
                  </a:lnTo>
                  <a:lnTo>
                    <a:pt x="296925" y="110489"/>
                  </a:lnTo>
                  <a:lnTo>
                    <a:pt x="300259" y="99059"/>
                  </a:lnTo>
                  <a:close/>
                </a:path>
                <a:path w="329564" h="320039">
                  <a:moveTo>
                    <a:pt x="318971" y="195579"/>
                  </a:moveTo>
                  <a:lnTo>
                    <a:pt x="299466" y="195579"/>
                  </a:lnTo>
                  <a:lnTo>
                    <a:pt x="298704" y="198119"/>
                  </a:lnTo>
                  <a:lnTo>
                    <a:pt x="316356" y="201929"/>
                  </a:lnTo>
                  <a:lnTo>
                    <a:pt x="318971" y="195579"/>
                  </a:lnTo>
                  <a:close/>
                </a:path>
                <a:path w="329564" h="320039">
                  <a:moveTo>
                    <a:pt x="253619" y="105409"/>
                  </a:moveTo>
                  <a:lnTo>
                    <a:pt x="250698" y="106679"/>
                  </a:lnTo>
                  <a:lnTo>
                    <a:pt x="244729" y="106679"/>
                  </a:lnTo>
                  <a:lnTo>
                    <a:pt x="229203" y="115569"/>
                  </a:lnTo>
                  <a:lnTo>
                    <a:pt x="218344" y="128269"/>
                  </a:lnTo>
                  <a:lnTo>
                    <a:pt x="213153" y="146050"/>
                  </a:lnTo>
                  <a:lnTo>
                    <a:pt x="214630" y="165100"/>
                  </a:lnTo>
                  <a:lnTo>
                    <a:pt x="222718" y="181609"/>
                  </a:lnTo>
                  <a:lnTo>
                    <a:pt x="235712" y="193039"/>
                  </a:lnTo>
                  <a:lnTo>
                    <a:pt x="251848" y="199389"/>
                  </a:lnTo>
                  <a:lnTo>
                    <a:pt x="269367" y="199389"/>
                  </a:lnTo>
                  <a:lnTo>
                    <a:pt x="284894" y="190500"/>
                  </a:lnTo>
                  <a:lnTo>
                    <a:pt x="293592" y="180339"/>
                  </a:lnTo>
                  <a:lnTo>
                    <a:pt x="253958" y="180339"/>
                  </a:lnTo>
                  <a:lnTo>
                    <a:pt x="244427" y="176529"/>
                  </a:lnTo>
                  <a:lnTo>
                    <a:pt x="236729" y="170179"/>
                  </a:lnTo>
                  <a:lnTo>
                    <a:pt x="231902" y="160019"/>
                  </a:lnTo>
                  <a:lnTo>
                    <a:pt x="231020" y="148589"/>
                  </a:lnTo>
                  <a:lnTo>
                    <a:pt x="234092" y="138429"/>
                  </a:lnTo>
                  <a:lnTo>
                    <a:pt x="240545" y="130809"/>
                  </a:lnTo>
                  <a:lnTo>
                    <a:pt x="249809" y="125729"/>
                  </a:lnTo>
                  <a:lnTo>
                    <a:pt x="291574" y="125729"/>
                  </a:lnTo>
                  <a:lnTo>
                    <a:pt x="282035" y="115569"/>
                  </a:lnTo>
                  <a:lnTo>
                    <a:pt x="268589" y="107950"/>
                  </a:lnTo>
                  <a:lnTo>
                    <a:pt x="253619" y="105409"/>
                  </a:lnTo>
                  <a:close/>
                </a:path>
                <a:path w="329564" h="320039">
                  <a:moveTo>
                    <a:pt x="291574" y="125729"/>
                  </a:moveTo>
                  <a:lnTo>
                    <a:pt x="255016" y="125729"/>
                  </a:lnTo>
                  <a:lnTo>
                    <a:pt x="263923" y="127000"/>
                  </a:lnTo>
                  <a:lnTo>
                    <a:pt x="271891" y="130809"/>
                  </a:lnTo>
                  <a:lnTo>
                    <a:pt x="278215" y="137159"/>
                  </a:lnTo>
                  <a:lnTo>
                    <a:pt x="282194" y="146050"/>
                  </a:lnTo>
                  <a:lnTo>
                    <a:pt x="283075" y="157479"/>
                  </a:lnTo>
                  <a:lnTo>
                    <a:pt x="280003" y="167639"/>
                  </a:lnTo>
                  <a:lnTo>
                    <a:pt x="273550" y="175259"/>
                  </a:lnTo>
                  <a:lnTo>
                    <a:pt x="264287" y="180339"/>
                  </a:lnTo>
                  <a:lnTo>
                    <a:pt x="293592" y="180339"/>
                  </a:lnTo>
                  <a:lnTo>
                    <a:pt x="295767" y="177800"/>
                  </a:lnTo>
                  <a:lnTo>
                    <a:pt x="300995" y="160019"/>
                  </a:lnTo>
                  <a:lnTo>
                    <a:pt x="299593" y="142239"/>
                  </a:lnTo>
                  <a:lnTo>
                    <a:pt x="292766" y="127000"/>
                  </a:lnTo>
                  <a:lnTo>
                    <a:pt x="291574" y="125729"/>
                  </a:lnTo>
                  <a:close/>
                </a:path>
                <a:path w="329564" h="320039">
                  <a:moveTo>
                    <a:pt x="163956" y="121919"/>
                  </a:moveTo>
                  <a:lnTo>
                    <a:pt x="143383" y="134619"/>
                  </a:lnTo>
                  <a:lnTo>
                    <a:pt x="175006" y="134619"/>
                  </a:lnTo>
                  <a:lnTo>
                    <a:pt x="163956" y="121919"/>
                  </a:lnTo>
                  <a:close/>
                </a:path>
                <a:path w="329564" h="320039">
                  <a:moveTo>
                    <a:pt x="85217" y="96519"/>
                  </a:moveTo>
                  <a:lnTo>
                    <a:pt x="79375" y="123189"/>
                  </a:lnTo>
                  <a:lnTo>
                    <a:pt x="80264" y="123189"/>
                  </a:lnTo>
                  <a:lnTo>
                    <a:pt x="72643" y="125729"/>
                  </a:lnTo>
                  <a:lnTo>
                    <a:pt x="65405" y="128269"/>
                  </a:lnTo>
                  <a:lnTo>
                    <a:pt x="58983" y="133306"/>
                  </a:lnTo>
                  <a:lnTo>
                    <a:pt x="90310" y="133350"/>
                  </a:lnTo>
                  <a:lnTo>
                    <a:pt x="101727" y="130809"/>
                  </a:lnTo>
                  <a:lnTo>
                    <a:pt x="138620" y="130809"/>
                  </a:lnTo>
                  <a:lnTo>
                    <a:pt x="137033" y="129539"/>
                  </a:lnTo>
                  <a:lnTo>
                    <a:pt x="130175" y="127000"/>
                  </a:lnTo>
                  <a:lnTo>
                    <a:pt x="122809" y="124459"/>
                  </a:lnTo>
                  <a:lnTo>
                    <a:pt x="123698" y="124459"/>
                  </a:lnTo>
                  <a:lnTo>
                    <a:pt x="116840" y="97789"/>
                  </a:lnTo>
                  <a:lnTo>
                    <a:pt x="85217" y="96519"/>
                  </a:lnTo>
                  <a:close/>
                </a:path>
                <a:path w="329564" h="320039">
                  <a:moveTo>
                    <a:pt x="247396" y="74929"/>
                  </a:moveTo>
                  <a:lnTo>
                    <a:pt x="226441" y="81279"/>
                  </a:lnTo>
                  <a:lnTo>
                    <a:pt x="227075" y="100329"/>
                  </a:lnTo>
                  <a:lnTo>
                    <a:pt x="227584" y="100329"/>
                  </a:lnTo>
                  <a:lnTo>
                    <a:pt x="222885" y="102869"/>
                  </a:lnTo>
                  <a:lnTo>
                    <a:pt x="218694" y="105409"/>
                  </a:lnTo>
                  <a:lnTo>
                    <a:pt x="215159" y="110459"/>
                  </a:lnTo>
                  <a:lnTo>
                    <a:pt x="224126" y="110489"/>
                  </a:lnTo>
                  <a:lnTo>
                    <a:pt x="225085" y="109219"/>
                  </a:lnTo>
                  <a:lnTo>
                    <a:pt x="242950" y="100329"/>
                  </a:lnTo>
                  <a:lnTo>
                    <a:pt x="246380" y="99059"/>
                  </a:lnTo>
                  <a:lnTo>
                    <a:pt x="300259" y="99059"/>
                  </a:lnTo>
                  <a:lnTo>
                    <a:pt x="301371" y="95250"/>
                  </a:lnTo>
                  <a:lnTo>
                    <a:pt x="271018" y="95250"/>
                  </a:lnTo>
                  <a:lnTo>
                    <a:pt x="266065" y="92709"/>
                  </a:lnTo>
                  <a:lnTo>
                    <a:pt x="255905" y="92709"/>
                  </a:lnTo>
                  <a:lnTo>
                    <a:pt x="256412" y="91439"/>
                  </a:lnTo>
                  <a:lnTo>
                    <a:pt x="247396" y="74929"/>
                  </a:lnTo>
                  <a:close/>
                </a:path>
                <a:path w="329564" h="320039">
                  <a:moveTo>
                    <a:pt x="216662" y="83819"/>
                  </a:moveTo>
                  <a:lnTo>
                    <a:pt x="160019" y="83819"/>
                  </a:lnTo>
                  <a:lnTo>
                    <a:pt x="162560" y="86359"/>
                  </a:lnTo>
                  <a:lnTo>
                    <a:pt x="165354" y="88900"/>
                  </a:lnTo>
                  <a:lnTo>
                    <a:pt x="168402" y="90169"/>
                  </a:lnTo>
                  <a:lnTo>
                    <a:pt x="167767" y="101600"/>
                  </a:lnTo>
                  <a:lnTo>
                    <a:pt x="182372" y="107950"/>
                  </a:lnTo>
                  <a:lnTo>
                    <a:pt x="188849" y="96519"/>
                  </a:lnTo>
                  <a:lnTo>
                    <a:pt x="192024" y="96519"/>
                  </a:lnTo>
                  <a:lnTo>
                    <a:pt x="198881" y="93979"/>
                  </a:lnTo>
                  <a:lnTo>
                    <a:pt x="220048" y="93979"/>
                  </a:lnTo>
                  <a:lnTo>
                    <a:pt x="216662" y="83819"/>
                  </a:lnTo>
                  <a:close/>
                </a:path>
                <a:path w="329564" h="320039">
                  <a:moveTo>
                    <a:pt x="220048" y="93979"/>
                  </a:moveTo>
                  <a:lnTo>
                    <a:pt x="198881" y="93979"/>
                  </a:lnTo>
                  <a:lnTo>
                    <a:pt x="207518" y="104139"/>
                  </a:lnTo>
                  <a:lnTo>
                    <a:pt x="220472" y="95250"/>
                  </a:lnTo>
                  <a:lnTo>
                    <a:pt x="220048" y="93979"/>
                  </a:lnTo>
                  <a:close/>
                </a:path>
                <a:path w="329564" h="320039">
                  <a:moveTo>
                    <a:pt x="282575" y="82550"/>
                  </a:moveTo>
                  <a:lnTo>
                    <a:pt x="271018" y="95250"/>
                  </a:lnTo>
                  <a:lnTo>
                    <a:pt x="301371" y="95250"/>
                  </a:lnTo>
                  <a:lnTo>
                    <a:pt x="282575" y="82550"/>
                  </a:lnTo>
                  <a:close/>
                </a:path>
                <a:path w="329564" h="320039">
                  <a:moveTo>
                    <a:pt x="184023" y="33019"/>
                  </a:moveTo>
                  <a:lnTo>
                    <a:pt x="138684" y="33019"/>
                  </a:lnTo>
                  <a:lnTo>
                    <a:pt x="135890" y="49529"/>
                  </a:lnTo>
                  <a:lnTo>
                    <a:pt x="147066" y="54609"/>
                  </a:lnTo>
                  <a:lnTo>
                    <a:pt x="147319" y="58419"/>
                  </a:lnTo>
                  <a:lnTo>
                    <a:pt x="147828" y="60959"/>
                  </a:lnTo>
                  <a:lnTo>
                    <a:pt x="148844" y="64769"/>
                  </a:lnTo>
                  <a:lnTo>
                    <a:pt x="141097" y="73659"/>
                  </a:lnTo>
                  <a:lnTo>
                    <a:pt x="149352" y="87629"/>
                  </a:lnTo>
                  <a:lnTo>
                    <a:pt x="160019" y="83819"/>
                  </a:lnTo>
                  <a:lnTo>
                    <a:pt x="216662" y="83819"/>
                  </a:lnTo>
                  <a:lnTo>
                    <a:pt x="219329" y="80009"/>
                  </a:lnTo>
                  <a:lnTo>
                    <a:pt x="221487" y="77469"/>
                  </a:lnTo>
                  <a:lnTo>
                    <a:pt x="223139" y="73659"/>
                  </a:lnTo>
                  <a:lnTo>
                    <a:pt x="235331" y="73659"/>
                  </a:lnTo>
                  <a:lnTo>
                    <a:pt x="235487" y="72389"/>
                  </a:lnTo>
                  <a:lnTo>
                    <a:pt x="183070" y="72389"/>
                  </a:lnTo>
                  <a:lnTo>
                    <a:pt x="176633" y="68579"/>
                  </a:lnTo>
                  <a:lnTo>
                    <a:pt x="171577" y="63500"/>
                  </a:lnTo>
                  <a:lnTo>
                    <a:pt x="168949" y="55879"/>
                  </a:lnTo>
                  <a:lnTo>
                    <a:pt x="169132" y="48259"/>
                  </a:lnTo>
                  <a:lnTo>
                    <a:pt x="171934" y="41909"/>
                  </a:lnTo>
                  <a:lnTo>
                    <a:pt x="177165" y="36829"/>
                  </a:lnTo>
                  <a:lnTo>
                    <a:pt x="180340" y="34289"/>
                  </a:lnTo>
                  <a:lnTo>
                    <a:pt x="184023" y="33019"/>
                  </a:lnTo>
                  <a:close/>
                </a:path>
                <a:path w="329564" h="320039">
                  <a:moveTo>
                    <a:pt x="235331" y="73659"/>
                  </a:moveTo>
                  <a:lnTo>
                    <a:pt x="223139" y="73659"/>
                  </a:lnTo>
                  <a:lnTo>
                    <a:pt x="222885" y="74929"/>
                  </a:lnTo>
                  <a:lnTo>
                    <a:pt x="235331" y="73659"/>
                  </a:lnTo>
                  <a:close/>
                </a:path>
                <a:path w="329564" h="320039">
                  <a:moveTo>
                    <a:pt x="157080" y="23612"/>
                  </a:moveTo>
                  <a:lnTo>
                    <a:pt x="154940" y="26669"/>
                  </a:lnTo>
                  <a:lnTo>
                    <a:pt x="152781" y="29209"/>
                  </a:lnTo>
                  <a:lnTo>
                    <a:pt x="151256" y="33019"/>
                  </a:lnTo>
                  <a:lnTo>
                    <a:pt x="184023" y="33019"/>
                  </a:lnTo>
                  <a:lnTo>
                    <a:pt x="187452" y="34289"/>
                  </a:lnTo>
                  <a:lnTo>
                    <a:pt x="193421" y="34289"/>
                  </a:lnTo>
                  <a:lnTo>
                    <a:pt x="199136" y="38100"/>
                  </a:lnTo>
                  <a:lnTo>
                    <a:pt x="202437" y="43179"/>
                  </a:lnTo>
                  <a:lnTo>
                    <a:pt x="205083" y="50800"/>
                  </a:lnTo>
                  <a:lnTo>
                    <a:pt x="204930" y="58419"/>
                  </a:lnTo>
                  <a:lnTo>
                    <a:pt x="202134" y="64769"/>
                  </a:lnTo>
                  <a:lnTo>
                    <a:pt x="196850" y="69850"/>
                  </a:lnTo>
                  <a:lnTo>
                    <a:pt x="190079" y="72389"/>
                  </a:lnTo>
                  <a:lnTo>
                    <a:pt x="235487" y="72389"/>
                  </a:lnTo>
                  <a:lnTo>
                    <a:pt x="237362" y="57150"/>
                  </a:lnTo>
                  <a:lnTo>
                    <a:pt x="227075" y="53339"/>
                  </a:lnTo>
                  <a:lnTo>
                    <a:pt x="226949" y="49529"/>
                  </a:lnTo>
                  <a:lnTo>
                    <a:pt x="225679" y="43179"/>
                  </a:lnTo>
                  <a:lnTo>
                    <a:pt x="233934" y="34289"/>
                  </a:lnTo>
                  <a:lnTo>
                    <a:pt x="227930" y="24129"/>
                  </a:lnTo>
                  <a:lnTo>
                    <a:pt x="157225" y="24129"/>
                  </a:lnTo>
                  <a:lnTo>
                    <a:pt x="157080" y="23612"/>
                  </a:lnTo>
                  <a:close/>
                </a:path>
                <a:path w="329564" h="320039">
                  <a:moveTo>
                    <a:pt x="213952" y="22859"/>
                  </a:moveTo>
                  <a:lnTo>
                    <a:pt x="157606" y="22859"/>
                  </a:lnTo>
                  <a:lnTo>
                    <a:pt x="157225" y="24129"/>
                  </a:lnTo>
                  <a:lnTo>
                    <a:pt x="214884" y="24129"/>
                  </a:lnTo>
                  <a:lnTo>
                    <a:pt x="213952" y="22859"/>
                  </a:lnTo>
                  <a:close/>
                </a:path>
                <a:path w="329564" h="320039">
                  <a:moveTo>
                    <a:pt x="225679" y="20319"/>
                  </a:moveTo>
                  <a:lnTo>
                    <a:pt x="214884" y="24129"/>
                  </a:lnTo>
                  <a:lnTo>
                    <a:pt x="227930" y="24129"/>
                  </a:lnTo>
                  <a:lnTo>
                    <a:pt x="225679" y="20319"/>
                  </a:lnTo>
                  <a:close/>
                </a:path>
                <a:path w="329564" h="320039">
                  <a:moveTo>
                    <a:pt x="166116" y="2539"/>
                  </a:moveTo>
                  <a:lnTo>
                    <a:pt x="153289" y="10159"/>
                  </a:lnTo>
                  <a:lnTo>
                    <a:pt x="157080" y="23612"/>
                  </a:lnTo>
                  <a:lnTo>
                    <a:pt x="157606" y="22859"/>
                  </a:lnTo>
                  <a:lnTo>
                    <a:pt x="213952" y="22859"/>
                  </a:lnTo>
                  <a:lnTo>
                    <a:pt x="212090" y="20319"/>
                  </a:lnTo>
                  <a:lnTo>
                    <a:pt x="209042" y="17779"/>
                  </a:lnTo>
                  <a:lnTo>
                    <a:pt x="205612" y="16509"/>
                  </a:lnTo>
                  <a:lnTo>
                    <a:pt x="205655" y="12700"/>
                  </a:lnTo>
                  <a:lnTo>
                    <a:pt x="175006" y="12700"/>
                  </a:lnTo>
                  <a:lnTo>
                    <a:pt x="175260" y="11429"/>
                  </a:lnTo>
                  <a:lnTo>
                    <a:pt x="166116" y="2539"/>
                  </a:lnTo>
                  <a:close/>
                </a:path>
                <a:path w="329564" h="320039">
                  <a:moveTo>
                    <a:pt x="190881" y="0"/>
                  </a:moveTo>
                  <a:lnTo>
                    <a:pt x="185419" y="10159"/>
                  </a:lnTo>
                  <a:lnTo>
                    <a:pt x="181864" y="10159"/>
                  </a:lnTo>
                  <a:lnTo>
                    <a:pt x="175006" y="12700"/>
                  </a:lnTo>
                  <a:lnTo>
                    <a:pt x="205655" y="12700"/>
                  </a:lnTo>
                  <a:lnTo>
                    <a:pt x="205740" y="5079"/>
                  </a:lnTo>
                  <a:lnTo>
                    <a:pt x="190881" y="0"/>
                  </a:lnTo>
                  <a:close/>
                </a:path>
              </a:pathLst>
            </a:custGeom>
            <a:solidFill>
              <a:srgbClr val="0085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8280" y="2257044"/>
            <a:ext cx="10499090" cy="45720"/>
          </a:xfrm>
          <a:custGeom>
            <a:avLst/>
            <a:gdLst/>
            <a:ahLst/>
            <a:cxnLst/>
            <a:rect l="l" t="t" r="r" b="b"/>
            <a:pathLst>
              <a:path w="10499090" h="45719">
                <a:moveTo>
                  <a:pt x="10498836" y="0"/>
                </a:moveTo>
                <a:lnTo>
                  <a:pt x="0" y="0"/>
                </a:lnTo>
                <a:lnTo>
                  <a:pt x="0" y="45720"/>
                </a:lnTo>
                <a:lnTo>
                  <a:pt x="10498836" y="45720"/>
                </a:lnTo>
                <a:lnTo>
                  <a:pt x="1049883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78280" y="3191255"/>
            <a:ext cx="10090785" cy="1763395"/>
          </a:xfrm>
          <a:custGeom>
            <a:avLst/>
            <a:gdLst/>
            <a:ahLst/>
            <a:cxnLst/>
            <a:rect l="l" t="t" r="r" b="b"/>
            <a:pathLst>
              <a:path w="10090785" h="1763395">
                <a:moveTo>
                  <a:pt x="10090404" y="1584960"/>
                </a:moveTo>
                <a:lnTo>
                  <a:pt x="9799891" y="1584960"/>
                </a:lnTo>
                <a:lnTo>
                  <a:pt x="9630156" y="1508760"/>
                </a:lnTo>
                <a:lnTo>
                  <a:pt x="9630156" y="1584960"/>
                </a:lnTo>
                <a:lnTo>
                  <a:pt x="59436" y="1584960"/>
                </a:lnTo>
                <a:lnTo>
                  <a:pt x="59436" y="0"/>
                </a:lnTo>
                <a:lnTo>
                  <a:pt x="0" y="0"/>
                </a:lnTo>
                <a:lnTo>
                  <a:pt x="0" y="1584960"/>
                </a:lnTo>
                <a:lnTo>
                  <a:pt x="0" y="1626108"/>
                </a:lnTo>
                <a:lnTo>
                  <a:pt x="0" y="1645920"/>
                </a:lnTo>
                <a:lnTo>
                  <a:pt x="9630156" y="1645920"/>
                </a:lnTo>
                <a:lnTo>
                  <a:pt x="9630156" y="1763268"/>
                </a:lnTo>
                <a:lnTo>
                  <a:pt x="9891547" y="1645920"/>
                </a:lnTo>
                <a:lnTo>
                  <a:pt x="10090404" y="1645920"/>
                </a:lnTo>
                <a:lnTo>
                  <a:pt x="10090404" y="158496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54710" y="1842261"/>
            <a:ext cx="1338580" cy="1041400"/>
            <a:chOff x="854710" y="1842261"/>
            <a:chExt cx="1338580" cy="1041400"/>
          </a:xfrm>
        </p:grpSpPr>
        <p:sp>
          <p:nvSpPr>
            <p:cNvPr id="5" name="object 5"/>
            <p:cNvSpPr/>
            <p:nvPr/>
          </p:nvSpPr>
          <p:spPr>
            <a:xfrm>
              <a:off x="1478280" y="2257043"/>
              <a:ext cx="59690" cy="626745"/>
            </a:xfrm>
            <a:custGeom>
              <a:avLst/>
              <a:gdLst/>
              <a:ahLst/>
              <a:cxnLst/>
              <a:rect l="l" t="t" r="r" b="b"/>
              <a:pathLst>
                <a:path w="59690" h="626744">
                  <a:moveTo>
                    <a:pt x="0" y="626363"/>
                  </a:moveTo>
                  <a:lnTo>
                    <a:pt x="59436" y="626363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626363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1060" y="1848611"/>
              <a:ext cx="1325880" cy="861060"/>
            </a:xfrm>
            <a:custGeom>
              <a:avLst/>
              <a:gdLst/>
              <a:ahLst/>
              <a:cxnLst/>
              <a:rect l="l" t="t" r="r" b="b"/>
              <a:pathLst>
                <a:path w="1325880" h="861060">
                  <a:moveTo>
                    <a:pt x="1165479" y="0"/>
                  </a:moveTo>
                  <a:lnTo>
                    <a:pt x="1135126" y="0"/>
                  </a:lnTo>
                  <a:lnTo>
                    <a:pt x="1123217" y="1738"/>
                  </a:lnTo>
                  <a:lnTo>
                    <a:pt x="1113488" y="6476"/>
                  </a:lnTo>
                  <a:lnTo>
                    <a:pt x="1106926" y="13501"/>
                  </a:lnTo>
                  <a:lnTo>
                    <a:pt x="1104519" y="22098"/>
                  </a:lnTo>
                  <a:lnTo>
                    <a:pt x="1104519" y="75946"/>
                  </a:lnTo>
                  <a:lnTo>
                    <a:pt x="1033526" y="75946"/>
                  </a:lnTo>
                  <a:lnTo>
                    <a:pt x="1033526" y="22098"/>
                  </a:lnTo>
                  <a:lnTo>
                    <a:pt x="1031138" y="13501"/>
                  </a:lnTo>
                  <a:lnTo>
                    <a:pt x="1024620" y="6476"/>
                  </a:lnTo>
                  <a:lnTo>
                    <a:pt x="1014934" y="1738"/>
                  </a:lnTo>
                  <a:lnTo>
                    <a:pt x="1003046" y="0"/>
                  </a:lnTo>
                  <a:lnTo>
                    <a:pt x="972692" y="0"/>
                  </a:lnTo>
                  <a:lnTo>
                    <a:pt x="960784" y="1738"/>
                  </a:lnTo>
                  <a:lnTo>
                    <a:pt x="951055" y="6476"/>
                  </a:lnTo>
                  <a:lnTo>
                    <a:pt x="944493" y="13501"/>
                  </a:lnTo>
                  <a:lnTo>
                    <a:pt x="942085" y="22098"/>
                  </a:lnTo>
                  <a:lnTo>
                    <a:pt x="942085" y="75946"/>
                  </a:lnTo>
                  <a:lnTo>
                    <a:pt x="871092" y="75946"/>
                  </a:lnTo>
                  <a:lnTo>
                    <a:pt x="871092" y="22098"/>
                  </a:lnTo>
                  <a:lnTo>
                    <a:pt x="868705" y="13501"/>
                  </a:lnTo>
                  <a:lnTo>
                    <a:pt x="862187" y="6476"/>
                  </a:lnTo>
                  <a:lnTo>
                    <a:pt x="852501" y="1738"/>
                  </a:lnTo>
                  <a:lnTo>
                    <a:pt x="840613" y="0"/>
                  </a:lnTo>
                  <a:lnTo>
                    <a:pt x="810133" y="0"/>
                  </a:lnTo>
                  <a:lnTo>
                    <a:pt x="798298" y="1738"/>
                  </a:lnTo>
                  <a:lnTo>
                    <a:pt x="788606" y="6476"/>
                  </a:lnTo>
                  <a:lnTo>
                    <a:pt x="782058" y="13501"/>
                  </a:lnTo>
                  <a:lnTo>
                    <a:pt x="779653" y="22098"/>
                  </a:lnTo>
                  <a:lnTo>
                    <a:pt x="779653" y="75946"/>
                  </a:lnTo>
                  <a:lnTo>
                    <a:pt x="708660" y="75946"/>
                  </a:lnTo>
                  <a:lnTo>
                    <a:pt x="708660" y="22098"/>
                  </a:lnTo>
                  <a:lnTo>
                    <a:pt x="706254" y="13501"/>
                  </a:lnTo>
                  <a:lnTo>
                    <a:pt x="699706" y="6476"/>
                  </a:lnTo>
                  <a:lnTo>
                    <a:pt x="690014" y="1738"/>
                  </a:lnTo>
                  <a:lnTo>
                    <a:pt x="678180" y="0"/>
                  </a:lnTo>
                  <a:lnTo>
                    <a:pt x="647700" y="0"/>
                  </a:lnTo>
                  <a:lnTo>
                    <a:pt x="635865" y="1738"/>
                  </a:lnTo>
                  <a:lnTo>
                    <a:pt x="626173" y="6476"/>
                  </a:lnTo>
                  <a:lnTo>
                    <a:pt x="619625" y="13501"/>
                  </a:lnTo>
                  <a:lnTo>
                    <a:pt x="617220" y="22098"/>
                  </a:lnTo>
                  <a:lnTo>
                    <a:pt x="617220" y="75946"/>
                  </a:lnTo>
                  <a:lnTo>
                    <a:pt x="546227" y="75946"/>
                  </a:lnTo>
                  <a:lnTo>
                    <a:pt x="546227" y="22098"/>
                  </a:lnTo>
                  <a:lnTo>
                    <a:pt x="543821" y="13501"/>
                  </a:lnTo>
                  <a:lnTo>
                    <a:pt x="537273" y="6476"/>
                  </a:lnTo>
                  <a:lnTo>
                    <a:pt x="527581" y="1738"/>
                  </a:lnTo>
                  <a:lnTo>
                    <a:pt x="515747" y="0"/>
                  </a:lnTo>
                  <a:lnTo>
                    <a:pt x="485267" y="0"/>
                  </a:lnTo>
                  <a:lnTo>
                    <a:pt x="473378" y="1738"/>
                  </a:lnTo>
                  <a:lnTo>
                    <a:pt x="463692" y="6476"/>
                  </a:lnTo>
                  <a:lnTo>
                    <a:pt x="457174" y="13501"/>
                  </a:lnTo>
                  <a:lnTo>
                    <a:pt x="454787" y="22098"/>
                  </a:lnTo>
                  <a:lnTo>
                    <a:pt x="454787" y="75946"/>
                  </a:lnTo>
                  <a:lnTo>
                    <a:pt x="383755" y="75946"/>
                  </a:lnTo>
                  <a:lnTo>
                    <a:pt x="383755" y="22098"/>
                  </a:lnTo>
                  <a:lnTo>
                    <a:pt x="381357" y="13501"/>
                  </a:lnTo>
                  <a:lnTo>
                    <a:pt x="374816" y="6476"/>
                  </a:lnTo>
                  <a:lnTo>
                    <a:pt x="365116" y="1738"/>
                  </a:lnTo>
                  <a:lnTo>
                    <a:pt x="353237" y="0"/>
                  </a:lnTo>
                  <a:lnTo>
                    <a:pt x="322834" y="0"/>
                  </a:lnTo>
                  <a:lnTo>
                    <a:pt x="310955" y="1738"/>
                  </a:lnTo>
                  <a:lnTo>
                    <a:pt x="301255" y="6476"/>
                  </a:lnTo>
                  <a:lnTo>
                    <a:pt x="294714" y="13501"/>
                  </a:lnTo>
                  <a:lnTo>
                    <a:pt x="292315" y="22098"/>
                  </a:lnTo>
                  <a:lnTo>
                    <a:pt x="292315" y="75946"/>
                  </a:lnTo>
                  <a:lnTo>
                    <a:pt x="221297" y="75946"/>
                  </a:lnTo>
                  <a:lnTo>
                    <a:pt x="221297" y="22098"/>
                  </a:lnTo>
                  <a:lnTo>
                    <a:pt x="218900" y="13501"/>
                  </a:lnTo>
                  <a:lnTo>
                    <a:pt x="212364" y="6476"/>
                  </a:lnTo>
                  <a:lnTo>
                    <a:pt x="202668" y="1738"/>
                  </a:lnTo>
                  <a:lnTo>
                    <a:pt x="190792" y="0"/>
                  </a:lnTo>
                  <a:lnTo>
                    <a:pt x="160375" y="0"/>
                  </a:lnTo>
                  <a:lnTo>
                    <a:pt x="148499" y="1738"/>
                  </a:lnTo>
                  <a:lnTo>
                    <a:pt x="138803" y="6476"/>
                  </a:lnTo>
                  <a:lnTo>
                    <a:pt x="132266" y="13501"/>
                  </a:lnTo>
                  <a:lnTo>
                    <a:pt x="129870" y="22098"/>
                  </a:lnTo>
                  <a:lnTo>
                    <a:pt x="129870" y="75946"/>
                  </a:lnTo>
                  <a:lnTo>
                    <a:pt x="40474" y="75946"/>
                  </a:lnTo>
                  <a:lnTo>
                    <a:pt x="24720" y="79132"/>
                  </a:lnTo>
                  <a:lnTo>
                    <a:pt x="11855" y="87820"/>
                  </a:lnTo>
                  <a:lnTo>
                    <a:pt x="3180" y="100699"/>
                  </a:lnTo>
                  <a:lnTo>
                    <a:pt x="0" y="116459"/>
                  </a:lnTo>
                  <a:lnTo>
                    <a:pt x="0" y="744601"/>
                  </a:lnTo>
                  <a:lnTo>
                    <a:pt x="3180" y="760360"/>
                  </a:lnTo>
                  <a:lnTo>
                    <a:pt x="11855" y="773239"/>
                  </a:lnTo>
                  <a:lnTo>
                    <a:pt x="24720" y="781927"/>
                  </a:lnTo>
                  <a:lnTo>
                    <a:pt x="40474" y="785113"/>
                  </a:lnTo>
                  <a:lnTo>
                    <a:pt x="129870" y="785113"/>
                  </a:lnTo>
                  <a:lnTo>
                    <a:pt x="129870" y="838962"/>
                  </a:lnTo>
                  <a:lnTo>
                    <a:pt x="132266" y="847558"/>
                  </a:lnTo>
                  <a:lnTo>
                    <a:pt x="138803" y="854582"/>
                  </a:lnTo>
                  <a:lnTo>
                    <a:pt x="148499" y="859321"/>
                  </a:lnTo>
                  <a:lnTo>
                    <a:pt x="160375" y="861060"/>
                  </a:lnTo>
                  <a:lnTo>
                    <a:pt x="190792" y="861060"/>
                  </a:lnTo>
                  <a:lnTo>
                    <a:pt x="202668" y="859321"/>
                  </a:lnTo>
                  <a:lnTo>
                    <a:pt x="212364" y="854583"/>
                  </a:lnTo>
                  <a:lnTo>
                    <a:pt x="218900" y="847558"/>
                  </a:lnTo>
                  <a:lnTo>
                    <a:pt x="221297" y="838962"/>
                  </a:lnTo>
                  <a:lnTo>
                    <a:pt x="221297" y="785113"/>
                  </a:lnTo>
                  <a:lnTo>
                    <a:pt x="292315" y="785113"/>
                  </a:lnTo>
                  <a:lnTo>
                    <a:pt x="292315" y="838962"/>
                  </a:lnTo>
                  <a:lnTo>
                    <a:pt x="294714" y="847558"/>
                  </a:lnTo>
                  <a:lnTo>
                    <a:pt x="301255" y="854582"/>
                  </a:lnTo>
                  <a:lnTo>
                    <a:pt x="310955" y="859321"/>
                  </a:lnTo>
                  <a:lnTo>
                    <a:pt x="322834" y="861060"/>
                  </a:lnTo>
                  <a:lnTo>
                    <a:pt x="353237" y="861060"/>
                  </a:lnTo>
                  <a:lnTo>
                    <a:pt x="365116" y="859321"/>
                  </a:lnTo>
                  <a:lnTo>
                    <a:pt x="374816" y="854583"/>
                  </a:lnTo>
                  <a:lnTo>
                    <a:pt x="381357" y="847558"/>
                  </a:lnTo>
                  <a:lnTo>
                    <a:pt x="383755" y="838962"/>
                  </a:lnTo>
                  <a:lnTo>
                    <a:pt x="383755" y="785113"/>
                  </a:lnTo>
                  <a:lnTo>
                    <a:pt x="454787" y="785113"/>
                  </a:lnTo>
                  <a:lnTo>
                    <a:pt x="454787" y="838962"/>
                  </a:lnTo>
                  <a:lnTo>
                    <a:pt x="457174" y="847558"/>
                  </a:lnTo>
                  <a:lnTo>
                    <a:pt x="463692" y="854582"/>
                  </a:lnTo>
                  <a:lnTo>
                    <a:pt x="473378" y="859321"/>
                  </a:lnTo>
                  <a:lnTo>
                    <a:pt x="485267" y="861060"/>
                  </a:lnTo>
                  <a:lnTo>
                    <a:pt x="515747" y="861060"/>
                  </a:lnTo>
                  <a:lnTo>
                    <a:pt x="527581" y="859321"/>
                  </a:lnTo>
                  <a:lnTo>
                    <a:pt x="537273" y="854583"/>
                  </a:lnTo>
                  <a:lnTo>
                    <a:pt x="543821" y="847558"/>
                  </a:lnTo>
                  <a:lnTo>
                    <a:pt x="546227" y="838962"/>
                  </a:lnTo>
                  <a:lnTo>
                    <a:pt x="546227" y="785113"/>
                  </a:lnTo>
                  <a:lnTo>
                    <a:pt x="617220" y="785113"/>
                  </a:lnTo>
                  <a:lnTo>
                    <a:pt x="617220" y="838962"/>
                  </a:lnTo>
                  <a:lnTo>
                    <a:pt x="619625" y="847558"/>
                  </a:lnTo>
                  <a:lnTo>
                    <a:pt x="626173" y="854582"/>
                  </a:lnTo>
                  <a:lnTo>
                    <a:pt x="635865" y="859321"/>
                  </a:lnTo>
                  <a:lnTo>
                    <a:pt x="647700" y="861060"/>
                  </a:lnTo>
                  <a:lnTo>
                    <a:pt x="678180" y="861060"/>
                  </a:lnTo>
                  <a:lnTo>
                    <a:pt x="690014" y="859321"/>
                  </a:lnTo>
                  <a:lnTo>
                    <a:pt x="699706" y="854583"/>
                  </a:lnTo>
                  <a:lnTo>
                    <a:pt x="706254" y="847558"/>
                  </a:lnTo>
                  <a:lnTo>
                    <a:pt x="708660" y="838962"/>
                  </a:lnTo>
                  <a:lnTo>
                    <a:pt x="708660" y="785113"/>
                  </a:lnTo>
                  <a:lnTo>
                    <a:pt x="779653" y="785113"/>
                  </a:lnTo>
                  <a:lnTo>
                    <a:pt x="779653" y="838962"/>
                  </a:lnTo>
                  <a:lnTo>
                    <a:pt x="782058" y="847558"/>
                  </a:lnTo>
                  <a:lnTo>
                    <a:pt x="788606" y="854582"/>
                  </a:lnTo>
                  <a:lnTo>
                    <a:pt x="798298" y="859321"/>
                  </a:lnTo>
                  <a:lnTo>
                    <a:pt x="810133" y="861060"/>
                  </a:lnTo>
                  <a:lnTo>
                    <a:pt x="840613" y="861060"/>
                  </a:lnTo>
                  <a:lnTo>
                    <a:pt x="852501" y="859321"/>
                  </a:lnTo>
                  <a:lnTo>
                    <a:pt x="862187" y="854583"/>
                  </a:lnTo>
                  <a:lnTo>
                    <a:pt x="868705" y="847558"/>
                  </a:lnTo>
                  <a:lnTo>
                    <a:pt x="871092" y="838962"/>
                  </a:lnTo>
                  <a:lnTo>
                    <a:pt x="871092" y="785113"/>
                  </a:lnTo>
                  <a:lnTo>
                    <a:pt x="942085" y="785113"/>
                  </a:lnTo>
                  <a:lnTo>
                    <a:pt x="942085" y="838962"/>
                  </a:lnTo>
                  <a:lnTo>
                    <a:pt x="944493" y="847558"/>
                  </a:lnTo>
                  <a:lnTo>
                    <a:pt x="951055" y="854582"/>
                  </a:lnTo>
                  <a:lnTo>
                    <a:pt x="960784" y="859321"/>
                  </a:lnTo>
                  <a:lnTo>
                    <a:pt x="972692" y="861060"/>
                  </a:lnTo>
                  <a:lnTo>
                    <a:pt x="1003046" y="861060"/>
                  </a:lnTo>
                  <a:lnTo>
                    <a:pt x="1014934" y="859321"/>
                  </a:lnTo>
                  <a:lnTo>
                    <a:pt x="1024620" y="854583"/>
                  </a:lnTo>
                  <a:lnTo>
                    <a:pt x="1031138" y="847558"/>
                  </a:lnTo>
                  <a:lnTo>
                    <a:pt x="1033526" y="838962"/>
                  </a:lnTo>
                  <a:lnTo>
                    <a:pt x="1033526" y="785113"/>
                  </a:lnTo>
                  <a:lnTo>
                    <a:pt x="1104519" y="785113"/>
                  </a:lnTo>
                  <a:lnTo>
                    <a:pt x="1104519" y="838962"/>
                  </a:lnTo>
                  <a:lnTo>
                    <a:pt x="1106926" y="847558"/>
                  </a:lnTo>
                  <a:lnTo>
                    <a:pt x="1113488" y="854582"/>
                  </a:lnTo>
                  <a:lnTo>
                    <a:pt x="1123217" y="859321"/>
                  </a:lnTo>
                  <a:lnTo>
                    <a:pt x="1135126" y="861060"/>
                  </a:lnTo>
                  <a:lnTo>
                    <a:pt x="1165479" y="861060"/>
                  </a:lnTo>
                  <a:lnTo>
                    <a:pt x="1177367" y="859321"/>
                  </a:lnTo>
                  <a:lnTo>
                    <a:pt x="1187053" y="854583"/>
                  </a:lnTo>
                  <a:lnTo>
                    <a:pt x="1193571" y="847558"/>
                  </a:lnTo>
                  <a:lnTo>
                    <a:pt x="1195959" y="838962"/>
                  </a:lnTo>
                  <a:lnTo>
                    <a:pt x="1195959" y="785113"/>
                  </a:lnTo>
                  <a:lnTo>
                    <a:pt x="1285367" y="785113"/>
                  </a:lnTo>
                  <a:lnTo>
                    <a:pt x="1301126" y="781927"/>
                  </a:lnTo>
                  <a:lnTo>
                    <a:pt x="1314005" y="773239"/>
                  </a:lnTo>
                  <a:lnTo>
                    <a:pt x="1322693" y="760360"/>
                  </a:lnTo>
                  <a:lnTo>
                    <a:pt x="1325880" y="744601"/>
                  </a:lnTo>
                  <a:lnTo>
                    <a:pt x="1325880" y="116459"/>
                  </a:lnTo>
                  <a:lnTo>
                    <a:pt x="1322693" y="100699"/>
                  </a:lnTo>
                  <a:lnTo>
                    <a:pt x="1314005" y="87820"/>
                  </a:lnTo>
                  <a:lnTo>
                    <a:pt x="1301126" y="79132"/>
                  </a:lnTo>
                  <a:lnTo>
                    <a:pt x="1285367" y="75946"/>
                  </a:lnTo>
                  <a:lnTo>
                    <a:pt x="1195959" y="75946"/>
                  </a:lnTo>
                  <a:lnTo>
                    <a:pt x="1195959" y="22098"/>
                  </a:lnTo>
                  <a:lnTo>
                    <a:pt x="1193571" y="13501"/>
                  </a:lnTo>
                  <a:lnTo>
                    <a:pt x="1187053" y="6476"/>
                  </a:lnTo>
                  <a:lnTo>
                    <a:pt x="1177367" y="1738"/>
                  </a:lnTo>
                  <a:lnTo>
                    <a:pt x="1165479" y="0"/>
                  </a:lnTo>
                  <a:close/>
                </a:path>
              </a:pathLst>
            </a:custGeom>
            <a:solidFill>
              <a:srgbClr val="006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1060" y="1848611"/>
              <a:ext cx="1325880" cy="861060"/>
            </a:xfrm>
            <a:custGeom>
              <a:avLst/>
              <a:gdLst/>
              <a:ahLst/>
              <a:cxnLst/>
              <a:rect l="l" t="t" r="r" b="b"/>
              <a:pathLst>
                <a:path w="1325880" h="861060">
                  <a:moveTo>
                    <a:pt x="160375" y="0"/>
                  </a:moveTo>
                  <a:lnTo>
                    <a:pt x="190792" y="0"/>
                  </a:lnTo>
                  <a:lnTo>
                    <a:pt x="202668" y="1738"/>
                  </a:lnTo>
                  <a:lnTo>
                    <a:pt x="212364" y="6476"/>
                  </a:lnTo>
                  <a:lnTo>
                    <a:pt x="218900" y="13501"/>
                  </a:lnTo>
                  <a:lnTo>
                    <a:pt x="221297" y="22098"/>
                  </a:lnTo>
                  <a:lnTo>
                    <a:pt x="221297" y="75946"/>
                  </a:lnTo>
                  <a:lnTo>
                    <a:pt x="292315" y="75946"/>
                  </a:lnTo>
                  <a:lnTo>
                    <a:pt x="292315" y="22098"/>
                  </a:lnTo>
                  <a:lnTo>
                    <a:pt x="294714" y="13501"/>
                  </a:lnTo>
                  <a:lnTo>
                    <a:pt x="301255" y="6476"/>
                  </a:lnTo>
                  <a:lnTo>
                    <a:pt x="310955" y="1738"/>
                  </a:lnTo>
                  <a:lnTo>
                    <a:pt x="322834" y="0"/>
                  </a:lnTo>
                  <a:lnTo>
                    <a:pt x="353237" y="0"/>
                  </a:lnTo>
                  <a:lnTo>
                    <a:pt x="365116" y="1738"/>
                  </a:lnTo>
                  <a:lnTo>
                    <a:pt x="374816" y="6476"/>
                  </a:lnTo>
                  <a:lnTo>
                    <a:pt x="381357" y="13501"/>
                  </a:lnTo>
                  <a:lnTo>
                    <a:pt x="383755" y="22098"/>
                  </a:lnTo>
                  <a:lnTo>
                    <a:pt x="383755" y="75946"/>
                  </a:lnTo>
                  <a:lnTo>
                    <a:pt x="454787" y="75946"/>
                  </a:lnTo>
                  <a:lnTo>
                    <a:pt x="454787" y="22098"/>
                  </a:lnTo>
                  <a:lnTo>
                    <a:pt x="457174" y="13501"/>
                  </a:lnTo>
                  <a:lnTo>
                    <a:pt x="463692" y="6476"/>
                  </a:lnTo>
                  <a:lnTo>
                    <a:pt x="473378" y="1738"/>
                  </a:lnTo>
                  <a:lnTo>
                    <a:pt x="485267" y="0"/>
                  </a:lnTo>
                  <a:lnTo>
                    <a:pt x="515747" y="0"/>
                  </a:lnTo>
                  <a:lnTo>
                    <a:pt x="527581" y="1738"/>
                  </a:lnTo>
                  <a:lnTo>
                    <a:pt x="537273" y="6476"/>
                  </a:lnTo>
                  <a:lnTo>
                    <a:pt x="543821" y="13501"/>
                  </a:lnTo>
                  <a:lnTo>
                    <a:pt x="546227" y="22098"/>
                  </a:lnTo>
                  <a:lnTo>
                    <a:pt x="546227" y="75946"/>
                  </a:lnTo>
                  <a:lnTo>
                    <a:pt x="617220" y="75946"/>
                  </a:lnTo>
                  <a:lnTo>
                    <a:pt x="617220" y="22098"/>
                  </a:lnTo>
                  <a:lnTo>
                    <a:pt x="619625" y="13501"/>
                  </a:lnTo>
                  <a:lnTo>
                    <a:pt x="626173" y="6476"/>
                  </a:lnTo>
                  <a:lnTo>
                    <a:pt x="635865" y="1738"/>
                  </a:lnTo>
                  <a:lnTo>
                    <a:pt x="647700" y="0"/>
                  </a:lnTo>
                  <a:lnTo>
                    <a:pt x="678180" y="0"/>
                  </a:lnTo>
                  <a:lnTo>
                    <a:pt x="690014" y="1738"/>
                  </a:lnTo>
                  <a:lnTo>
                    <a:pt x="699706" y="6476"/>
                  </a:lnTo>
                  <a:lnTo>
                    <a:pt x="706254" y="13501"/>
                  </a:lnTo>
                  <a:lnTo>
                    <a:pt x="708660" y="22098"/>
                  </a:lnTo>
                  <a:lnTo>
                    <a:pt x="708660" y="75946"/>
                  </a:lnTo>
                  <a:lnTo>
                    <a:pt x="779653" y="75946"/>
                  </a:lnTo>
                  <a:lnTo>
                    <a:pt x="779653" y="22098"/>
                  </a:lnTo>
                  <a:lnTo>
                    <a:pt x="782058" y="13501"/>
                  </a:lnTo>
                  <a:lnTo>
                    <a:pt x="788606" y="6476"/>
                  </a:lnTo>
                  <a:lnTo>
                    <a:pt x="798298" y="1738"/>
                  </a:lnTo>
                  <a:lnTo>
                    <a:pt x="810133" y="0"/>
                  </a:lnTo>
                  <a:lnTo>
                    <a:pt x="840613" y="0"/>
                  </a:lnTo>
                  <a:lnTo>
                    <a:pt x="852501" y="1738"/>
                  </a:lnTo>
                  <a:lnTo>
                    <a:pt x="862187" y="6476"/>
                  </a:lnTo>
                  <a:lnTo>
                    <a:pt x="868705" y="13501"/>
                  </a:lnTo>
                  <a:lnTo>
                    <a:pt x="871092" y="22098"/>
                  </a:lnTo>
                  <a:lnTo>
                    <a:pt x="871092" y="75946"/>
                  </a:lnTo>
                  <a:lnTo>
                    <a:pt x="942085" y="75946"/>
                  </a:lnTo>
                  <a:lnTo>
                    <a:pt x="942085" y="22098"/>
                  </a:lnTo>
                  <a:lnTo>
                    <a:pt x="944493" y="13501"/>
                  </a:lnTo>
                  <a:lnTo>
                    <a:pt x="951055" y="6476"/>
                  </a:lnTo>
                  <a:lnTo>
                    <a:pt x="960784" y="1738"/>
                  </a:lnTo>
                  <a:lnTo>
                    <a:pt x="972692" y="0"/>
                  </a:lnTo>
                  <a:lnTo>
                    <a:pt x="1003046" y="0"/>
                  </a:lnTo>
                  <a:lnTo>
                    <a:pt x="1014934" y="1738"/>
                  </a:lnTo>
                  <a:lnTo>
                    <a:pt x="1024620" y="6476"/>
                  </a:lnTo>
                  <a:lnTo>
                    <a:pt x="1031138" y="13501"/>
                  </a:lnTo>
                  <a:lnTo>
                    <a:pt x="1033526" y="22098"/>
                  </a:lnTo>
                  <a:lnTo>
                    <a:pt x="1033526" y="75946"/>
                  </a:lnTo>
                  <a:lnTo>
                    <a:pt x="1104519" y="75946"/>
                  </a:lnTo>
                  <a:lnTo>
                    <a:pt x="1104519" y="22098"/>
                  </a:lnTo>
                  <a:lnTo>
                    <a:pt x="1106926" y="13501"/>
                  </a:lnTo>
                  <a:lnTo>
                    <a:pt x="1113488" y="6476"/>
                  </a:lnTo>
                  <a:lnTo>
                    <a:pt x="1123217" y="1738"/>
                  </a:lnTo>
                  <a:lnTo>
                    <a:pt x="1135126" y="0"/>
                  </a:lnTo>
                  <a:lnTo>
                    <a:pt x="1165479" y="0"/>
                  </a:lnTo>
                  <a:lnTo>
                    <a:pt x="1177367" y="1738"/>
                  </a:lnTo>
                  <a:lnTo>
                    <a:pt x="1187053" y="6476"/>
                  </a:lnTo>
                  <a:lnTo>
                    <a:pt x="1193571" y="13501"/>
                  </a:lnTo>
                  <a:lnTo>
                    <a:pt x="1195959" y="22098"/>
                  </a:lnTo>
                  <a:lnTo>
                    <a:pt x="1195959" y="75946"/>
                  </a:lnTo>
                  <a:lnTo>
                    <a:pt x="1285367" y="75946"/>
                  </a:lnTo>
                  <a:lnTo>
                    <a:pt x="1301126" y="79132"/>
                  </a:lnTo>
                  <a:lnTo>
                    <a:pt x="1314005" y="87820"/>
                  </a:lnTo>
                  <a:lnTo>
                    <a:pt x="1322693" y="100699"/>
                  </a:lnTo>
                  <a:lnTo>
                    <a:pt x="1325880" y="116459"/>
                  </a:lnTo>
                  <a:lnTo>
                    <a:pt x="1325880" y="744601"/>
                  </a:lnTo>
                  <a:lnTo>
                    <a:pt x="1322693" y="760360"/>
                  </a:lnTo>
                  <a:lnTo>
                    <a:pt x="1314005" y="773239"/>
                  </a:lnTo>
                  <a:lnTo>
                    <a:pt x="1301126" y="781927"/>
                  </a:lnTo>
                  <a:lnTo>
                    <a:pt x="1285367" y="785113"/>
                  </a:lnTo>
                  <a:lnTo>
                    <a:pt x="1195959" y="785113"/>
                  </a:lnTo>
                  <a:lnTo>
                    <a:pt x="1195959" y="838962"/>
                  </a:lnTo>
                  <a:lnTo>
                    <a:pt x="1193571" y="847558"/>
                  </a:lnTo>
                  <a:lnTo>
                    <a:pt x="1187053" y="854583"/>
                  </a:lnTo>
                  <a:lnTo>
                    <a:pt x="1177367" y="859321"/>
                  </a:lnTo>
                  <a:lnTo>
                    <a:pt x="1165479" y="861060"/>
                  </a:lnTo>
                  <a:lnTo>
                    <a:pt x="1135126" y="861060"/>
                  </a:lnTo>
                  <a:lnTo>
                    <a:pt x="1123217" y="859321"/>
                  </a:lnTo>
                  <a:lnTo>
                    <a:pt x="1113488" y="854582"/>
                  </a:lnTo>
                  <a:lnTo>
                    <a:pt x="1106926" y="847558"/>
                  </a:lnTo>
                  <a:lnTo>
                    <a:pt x="1104519" y="838962"/>
                  </a:lnTo>
                  <a:lnTo>
                    <a:pt x="1104519" y="785113"/>
                  </a:lnTo>
                  <a:lnTo>
                    <a:pt x="1033526" y="785113"/>
                  </a:lnTo>
                  <a:lnTo>
                    <a:pt x="1033526" y="838962"/>
                  </a:lnTo>
                  <a:lnTo>
                    <a:pt x="1031138" y="847558"/>
                  </a:lnTo>
                  <a:lnTo>
                    <a:pt x="1024620" y="854583"/>
                  </a:lnTo>
                  <a:lnTo>
                    <a:pt x="1014934" y="859321"/>
                  </a:lnTo>
                  <a:lnTo>
                    <a:pt x="1003046" y="861060"/>
                  </a:lnTo>
                  <a:lnTo>
                    <a:pt x="972692" y="861060"/>
                  </a:lnTo>
                  <a:lnTo>
                    <a:pt x="960784" y="859321"/>
                  </a:lnTo>
                  <a:lnTo>
                    <a:pt x="951055" y="854582"/>
                  </a:lnTo>
                  <a:lnTo>
                    <a:pt x="944493" y="847558"/>
                  </a:lnTo>
                  <a:lnTo>
                    <a:pt x="942085" y="838962"/>
                  </a:lnTo>
                  <a:lnTo>
                    <a:pt x="942085" y="785113"/>
                  </a:lnTo>
                  <a:lnTo>
                    <a:pt x="871092" y="785113"/>
                  </a:lnTo>
                  <a:lnTo>
                    <a:pt x="871092" y="838962"/>
                  </a:lnTo>
                  <a:lnTo>
                    <a:pt x="868705" y="847558"/>
                  </a:lnTo>
                  <a:lnTo>
                    <a:pt x="862187" y="854583"/>
                  </a:lnTo>
                  <a:lnTo>
                    <a:pt x="852501" y="859321"/>
                  </a:lnTo>
                  <a:lnTo>
                    <a:pt x="840613" y="861060"/>
                  </a:lnTo>
                  <a:lnTo>
                    <a:pt x="810133" y="861060"/>
                  </a:lnTo>
                  <a:lnTo>
                    <a:pt x="798298" y="859321"/>
                  </a:lnTo>
                  <a:lnTo>
                    <a:pt x="788606" y="854582"/>
                  </a:lnTo>
                  <a:lnTo>
                    <a:pt x="782058" y="847558"/>
                  </a:lnTo>
                  <a:lnTo>
                    <a:pt x="779653" y="838962"/>
                  </a:lnTo>
                  <a:lnTo>
                    <a:pt x="779653" y="785113"/>
                  </a:lnTo>
                  <a:lnTo>
                    <a:pt x="708660" y="785113"/>
                  </a:lnTo>
                  <a:lnTo>
                    <a:pt x="708660" y="838962"/>
                  </a:lnTo>
                  <a:lnTo>
                    <a:pt x="706254" y="847558"/>
                  </a:lnTo>
                  <a:lnTo>
                    <a:pt x="699706" y="854583"/>
                  </a:lnTo>
                  <a:lnTo>
                    <a:pt x="690014" y="859321"/>
                  </a:lnTo>
                  <a:lnTo>
                    <a:pt x="678180" y="861060"/>
                  </a:lnTo>
                  <a:lnTo>
                    <a:pt x="647700" y="861060"/>
                  </a:lnTo>
                  <a:lnTo>
                    <a:pt x="635865" y="859321"/>
                  </a:lnTo>
                  <a:lnTo>
                    <a:pt x="626173" y="854582"/>
                  </a:lnTo>
                  <a:lnTo>
                    <a:pt x="619625" y="847558"/>
                  </a:lnTo>
                  <a:lnTo>
                    <a:pt x="617220" y="838962"/>
                  </a:lnTo>
                  <a:lnTo>
                    <a:pt x="617220" y="785113"/>
                  </a:lnTo>
                  <a:lnTo>
                    <a:pt x="546227" y="785113"/>
                  </a:lnTo>
                  <a:lnTo>
                    <a:pt x="546227" y="838962"/>
                  </a:lnTo>
                  <a:lnTo>
                    <a:pt x="543821" y="847558"/>
                  </a:lnTo>
                  <a:lnTo>
                    <a:pt x="537273" y="854583"/>
                  </a:lnTo>
                  <a:lnTo>
                    <a:pt x="527581" y="859321"/>
                  </a:lnTo>
                  <a:lnTo>
                    <a:pt x="515747" y="861060"/>
                  </a:lnTo>
                  <a:lnTo>
                    <a:pt x="485267" y="861060"/>
                  </a:lnTo>
                  <a:lnTo>
                    <a:pt x="473378" y="859321"/>
                  </a:lnTo>
                  <a:lnTo>
                    <a:pt x="463692" y="854582"/>
                  </a:lnTo>
                  <a:lnTo>
                    <a:pt x="457174" y="847558"/>
                  </a:lnTo>
                  <a:lnTo>
                    <a:pt x="454787" y="838962"/>
                  </a:lnTo>
                  <a:lnTo>
                    <a:pt x="454787" y="785113"/>
                  </a:lnTo>
                  <a:lnTo>
                    <a:pt x="383755" y="785113"/>
                  </a:lnTo>
                  <a:lnTo>
                    <a:pt x="383755" y="838962"/>
                  </a:lnTo>
                  <a:lnTo>
                    <a:pt x="381357" y="847558"/>
                  </a:lnTo>
                  <a:lnTo>
                    <a:pt x="374816" y="854583"/>
                  </a:lnTo>
                  <a:lnTo>
                    <a:pt x="365116" y="859321"/>
                  </a:lnTo>
                  <a:lnTo>
                    <a:pt x="353237" y="861060"/>
                  </a:lnTo>
                  <a:lnTo>
                    <a:pt x="322834" y="861060"/>
                  </a:lnTo>
                  <a:lnTo>
                    <a:pt x="310955" y="859321"/>
                  </a:lnTo>
                  <a:lnTo>
                    <a:pt x="301255" y="854582"/>
                  </a:lnTo>
                  <a:lnTo>
                    <a:pt x="294714" y="847558"/>
                  </a:lnTo>
                  <a:lnTo>
                    <a:pt x="292315" y="838962"/>
                  </a:lnTo>
                  <a:lnTo>
                    <a:pt x="292315" y="785113"/>
                  </a:lnTo>
                  <a:lnTo>
                    <a:pt x="221297" y="785113"/>
                  </a:lnTo>
                  <a:lnTo>
                    <a:pt x="221297" y="838962"/>
                  </a:lnTo>
                  <a:lnTo>
                    <a:pt x="218900" y="847558"/>
                  </a:lnTo>
                  <a:lnTo>
                    <a:pt x="212364" y="854583"/>
                  </a:lnTo>
                  <a:lnTo>
                    <a:pt x="202668" y="859321"/>
                  </a:lnTo>
                  <a:lnTo>
                    <a:pt x="190792" y="861060"/>
                  </a:lnTo>
                  <a:lnTo>
                    <a:pt x="160375" y="861060"/>
                  </a:lnTo>
                  <a:lnTo>
                    <a:pt x="148499" y="859321"/>
                  </a:lnTo>
                  <a:lnTo>
                    <a:pt x="138803" y="854582"/>
                  </a:lnTo>
                  <a:lnTo>
                    <a:pt x="132266" y="847558"/>
                  </a:lnTo>
                  <a:lnTo>
                    <a:pt x="129870" y="838962"/>
                  </a:lnTo>
                  <a:lnTo>
                    <a:pt x="129870" y="785113"/>
                  </a:lnTo>
                  <a:lnTo>
                    <a:pt x="40474" y="785113"/>
                  </a:lnTo>
                  <a:lnTo>
                    <a:pt x="24720" y="781927"/>
                  </a:lnTo>
                  <a:lnTo>
                    <a:pt x="11855" y="773239"/>
                  </a:lnTo>
                  <a:lnTo>
                    <a:pt x="3180" y="760360"/>
                  </a:lnTo>
                  <a:lnTo>
                    <a:pt x="0" y="744601"/>
                  </a:lnTo>
                  <a:lnTo>
                    <a:pt x="0" y="116459"/>
                  </a:lnTo>
                  <a:lnTo>
                    <a:pt x="3180" y="100699"/>
                  </a:lnTo>
                  <a:lnTo>
                    <a:pt x="11855" y="87820"/>
                  </a:lnTo>
                  <a:lnTo>
                    <a:pt x="24720" y="79132"/>
                  </a:lnTo>
                  <a:lnTo>
                    <a:pt x="40474" y="75946"/>
                  </a:lnTo>
                  <a:lnTo>
                    <a:pt x="129870" y="75946"/>
                  </a:lnTo>
                  <a:lnTo>
                    <a:pt x="129870" y="22098"/>
                  </a:lnTo>
                  <a:lnTo>
                    <a:pt x="132266" y="13501"/>
                  </a:lnTo>
                  <a:lnTo>
                    <a:pt x="138803" y="6476"/>
                  </a:lnTo>
                  <a:lnTo>
                    <a:pt x="148499" y="1738"/>
                  </a:lnTo>
                  <a:lnTo>
                    <a:pt x="160375" y="0"/>
                  </a:lnTo>
                  <a:close/>
                </a:path>
              </a:pathLst>
            </a:custGeom>
            <a:ln w="12700">
              <a:solidFill>
                <a:srgbClr val="0452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87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Historia</a:t>
            </a:r>
            <a:r>
              <a:rPr sz="5400" b="0" spc="-25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</a:t>
            </a:r>
            <a:r>
              <a:rPr sz="5400" b="0" spc="-35" dirty="0">
                <a:latin typeface="Arial MT"/>
                <a:cs typeface="Arial MT"/>
              </a:rPr>
              <a:t> </a:t>
            </a:r>
            <a:r>
              <a:rPr sz="5400" b="0" spc="-25" dirty="0">
                <a:latin typeface="Arial MT"/>
                <a:cs typeface="Arial MT"/>
              </a:rPr>
              <a:t>IA</a:t>
            </a:r>
            <a:endParaRPr sz="5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38818" y="1880361"/>
            <a:ext cx="1338580" cy="875665"/>
            <a:chOff x="9338818" y="1880361"/>
            <a:chExt cx="1338580" cy="875665"/>
          </a:xfrm>
        </p:grpSpPr>
        <p:sp>
          <p:nvSpPr>
            <p:cNvPr id="10" name="object 10"/>
            <p:cNvSpPr/>
            <p:nvPr/>
          </p:nvSpPr>
          <p:spPr>
            <a:xfrm>
              <a:off x="9345168" y="1886711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165478" y="0"/>
                  </a:moveTo>
                  <a:lnTo>
                    <a:pt x="1135126" y="0"/>
                  </a:lnTo>
                  <a:lnTo>
                    <a:pt x="1123217" y="1738"/>
                  </a:lnTo>
                  <a:lnTo>
                    <a:pt x="1113488" y="6476"/>
                  </a:lnTo>
                  <a:lnTo>
                    <a:pt x="1106926" y="13501"/>
                  </a:lnTo>
                  <a:lnTo>
                    <a:pt x="1104518" y="22098"/>
                  </a:lnTo>
                  <a:lnTo>
                    <a:pt x="1104518" y="76200"/>
                  </a:lnTo>
                  <a:lnTo>
                    <a:pt x="1033526" y="76200"/>
                  </a:lnTo>
                  <a:lnTo>
                    <a:pt x="1033526" y="22098"/>
                  </a:lnTo>
                  <a:lnTo>
                    <a:pt x="1031138" y="13501"/>
                  </a:lnTo>
                  <a:lnTo>
                    <a:pt x="1024620" y="6476"/>
                  </a:lnTo>
                  <a:lnTo>
                    <a:pt x="1014934" y="1738"/>
                  </a:lnTo>
                  <a:lnTo>
                    <a:pt x="1003046" y="0"/>
                  </a:lnTo>
                  <a:lnTo>
                    <a:pt x="972692" y="0"/>
                  </a:lnTo>
                  <a:lnTo>
                    <a:pt x="960784" y="1738"/>
                  </a:lnTo>
                  <a:lnTo>
                    <a:pt x="951055" y="6476"/>
                  </a:lnTo>
                  <a:lnTo>
                    <a:pt x="944493" y="13501"/>
                  </a:lnTo>
                  <a:lnTo>
                    <a:pt x="942085" y="22098"/>
                  </a:lnTo>
                  <a:lnTo>
                    <a:pt x="942085" y="76200"/>
                  </a:lnTo>
                  <a:lnTo>
                    <a:pt x="871092" y="76200"/>
                  </a:lnTo>
                  <a:lnTo>
                    <a:pt x="871092" y="22098"/>
                  </a:lnTo>
                  <a:lnTo>
                    <a:pt x="868705" y="13501"/>
                  </a:lnTo>
                  <a:lnTo>
                    <a:pt x="862187" y="6476"/>
                  </a:lnTo>
                  <a:lnTo>
                    <a:pt x="852501" y="1738"/>
                  </a:lnTo>
                  <a:lnTo>
                    <a:pt x="840612" y="0"/>
                  </a:lnTo>
                  <a:lnTo>
                    <a:pt x="810132" y="0"/>
                  </a:lnTo>
                  <a:lnTo>
                    <a:pt x="798298" y="1738"/>
                  </a:lnTo>
                  <a:lnTo>
                    <a:pt x="788606" y="6476"/>
                  </a:lnTo>
                  <a:lnTo>
                    <a:pt x="782058" y="13501"/>
                  </a:lnTo>
                  <a:lnTo>
                    <a:pt x="779652" y="22098"/>
                  </a:lnTo>
                  <a:lnTo>
                    <a:pt x="779652" y="76200"/>
                  </a:lnTo>
                  <a:lnTo>
                    <a:pt x="708659" y="76200"/>
                  </a:lnTo>
                  <a:lnTo>
                    <a:pt x="708659" y="22098"/>
                  </a:lnTo>
                  <a:lnTo>
                    <a:pt x="706254" y="13501"/>
                  </a:lnTo>
                  <a:lnTo>
                    <a:pt x="699706" y="6476"/>
                  </a:lnTo>
                  <a:lnTo>
                    <a:pt x="690014" y="1738"/>
                  </a:lnTo>
                  <a:lnTo>
                    <a:pt x="678179" y="0"/>
                  </a:lnTo>
                  <a:lnTo>
                    <a:pt x="647700" y="0"/>
                  </a:lnTo>
                  <a:lnTo>
                    <a:pt x="635865" y="1738"/>
                  </a:lnTo>
                  <a:lnTo>
                    <a:pt x="626173" y="6476"/>
                  </a:lnTo>
                  <a:lnTo>
                    <a:pt x="619625" y="13501"/>
                  </a:lnTo>
                  <a:lnTo>
                    <a:pt x="617220" y="22098"/>
                  </a:lnTo>
                  <a:lnTo>
                    <a:pt x="617220" y="76200"/>
                  </a:lnTo>
                  <a:lnTo>
                    <a:pt x="546226" y="76200"/>
                  </a:lnTo>
                  <a:lnTo>
                    <a:pt x="546226" y="22098"/>
                  </a:lnTo>
                  <a:lnTo>
                    <a:pt x="543821" y="13501"/>
                  </a:lnTo>
                  <a:lnTo>
                    <a:pt x="537273" y="6476"/>
                  </a:lnTo>
                  <a:lnTo>
                    <a:pt x="527581" y="1738"/>
                  </a:lnTo>
                  <a:lnTo>
                    <a:pt x="515747" y="0"/>
                  </a:lnTo>
                  <a:lnTo>
                    <a:pt x="485266" y="0"/>
                  </a:lnTo>
                  <a:lnTo>
                    <a:pt x="473378" y="1738"/>
                  </a:lnTo>
                  <a:lnTo>
                    <a:pt x="463692" y="6476"/>
                  </a:lnTo>
                  <a:lnTo>
                    <a:pt x="457174" y="13501"/>
                  </a:lnTo>
                  <a:lnTo>
                    <a:pt x="454786" y="22098"/>
                  </a:lnTo>
                  <a:lnTo>
                    <a:pt x="454786" y="76200"/>
                  </a:lnTo>
                  <a:lnTo>
                    <a:pt x="383793" y="76200"/>
                  </a:lnTo>
                  <a:lnTo>
                    <a:pt x="383793" y="22098"/>
                  </a:lnTo>
                  <a:lnTo>
                    <a:pt x="381386" y="13501"/>
                  </a:lnTo>
                  <a:lnTo>
                    <a:pt x="374824" y="6476"/>
                  </a:lnTo>
                  <a:lnTo>
                    <a:pt x="365095" y="1738"/>
                  </a:lnTo>
                  <a:lnTo>
                    <a:pt x="353186" y="0"/>
                  </a:lnTo>
                  <a:lnTo>
                    <a:pt x="322833" y="0"/>
                  </a:lnTo>
                  <a:lnTo>
                    <a:pt x="310945" y="1738"/>
                  </a:lnTo>
                  <a:lnTo>
                    <a:pt x="301259" y="6476"/>
                  </a:lnTo>
                  <a:lnTo>
                    <a:pt x="294741" y="13501"/>
                  </a:lnTo>
                  <a:lnTo>
                    <a:pt x="292353" y="22098"/>
                  </a:lnTo>
                  <a:lnTo>
                    <a:pt x="292353" y="76200"/>
                  </a:lnTo>
                  <a:lnTo>
                    <a:pt x="221360" y="76200"/>
                  </a:lnTo>
                  <a:lnTo>
                    <a:pt x="221360" y="22098"/>
                  </a:lnTo>
                  <a:lnTo>
                    <a:pt x="218953" y="13501"/>
                  </a:lnTo>
                  <a:lnTo>
                    <a:pt x="212391" y="6476"/>
                  </a:lnTo>
                  <a:lnTo>
                    <a:pt x="202662" y="1738"/>
                  </a:lnTo>
                  <a:lnTo>
                    <a:pt x="190753" y="0"/>
                  </a:lnTo>
                  <a:lnTo>
                    <a:pt x="160400" y="0"/>
                  </a:lnTo>
                  <a:lnTo>
                    <a:pt x="148512" y="1738"/>
                  </a:lnTo>
                  <a:lnTo>
                    <a:pt x="138826" y="6476"/>
                  </a:lnTo>
                  <a:lnTo>
                    <a:pt x="132308" y="13501"/>
                  </a:lnTo>
                  <a:lnTo>
                    <a:pt x="129921" y="22098"/>
                  </a:lnTo>
                  <a:lnTo>
                    <a:pt x="129921" y="76200"/>
                  </a:lnTo>
                  <a:lnTo>
                    <a:pt x="40512" y="76200"/>
                  </a:lnTo>
                  <a:lnTo>
                    <a:pt x="24753" y="79367"/>
                  </a:lnTo>
                  <a:lnTo>
                    <a:pt x="11874" y="88011"/>
                  </a:lnTo>
                  <a:lnTo>
                    <a:pt x="3186" y="100845"/>
                  </a:lnTo>
                  <a:lnTo>
                    <a:pt x="0" y="116586"/>
                  </a:lnTo>
                  <a:lnTo>
                    <a:pt x="0" y="745998"/>
                  </a:lnTo>
                  <a:lnTo>
                    <a:pt x="3186" y="761738"/>
                  </a:lnTo>
                  <a:lnTo>
                    <a:pt x="11874" y="774573"/>
                  </a:lnTo>
                  <a:lnTo>
                    <a:pt x="24753" y="783216"/>
                  </a:lnTo>
                  <a:lnTo>
                    <a:pt x="40512" y="786384"/>
                  </a:lnTo>
                  <a:lnTo>
                    <a:pt x="129921" y="786384"/>
                  </a:lnTo>
                  <a:lnTo>
                    <a:pt x="129921" y="840486"/>
                  </a:lnTo>
                  <a:lnTo>
                    <a:pt x="132308" y="849082"/>
                  </a:lnTo>
                  <a:lnTo>
                    <a:pt x="138826" y="856106"/>
                  </a:lnTo>
                  <a:lnTo>
                    <a:pt x="148512" y="860845"/>
                  </a:lnTo>
                  <a:lnTo>
                    <a:pt x="160400" y="862584"/>
                  </a:lnTo>
                  <a:lnTo>
                    <a:pt x="190753" y="862584"/>
                  </a:lnTo>
                  <a:lnTo>
                    <a:pt x="202662" y="860845"/>
                  </a:lnTo>
                  <a:lnTo>
                    <a:pt x="212391" y="856107"/>
                  </a:lnTo>
                  <a:lnTo>
                    <a:pt x="218953" y="849082"/>
                  </a:lnTo>
                  <a:lnTo>
                    <a:pt x="221360" y="840486"/>
                  </a:lnTo>
                  <a:lnTo>
                    <a:pt x="221360" y="786384"/>
                  </a:lnTo>
                  <a:lnTo>
                    <a:pt x="292353" y="786384"/>
                  </a:lnTo>
                  <a:lnTo>
                    <a:pt x="292353" y="840486"/>
                  </a:lnTo>
                  <a:lnTo>
                    <a:pt x="294741" y="849082"/>
                  </a:lnTo>
                  <a:lnTo>
                    <a:pt x="301259" y="856106"/>
                  </a:lnTo>
                  <a:lnTo>
                    <a:pt x="310945" y="860845"/>
                  </a:lnTo>
                  <a:lnTo>
                    <a:pt x="322833" y="862584"/>
                  </a:lnTo>
                  <a:lnTo>
                    <a:pt x="353186" y="862584"/>
                  </a:lnTo>
                  <a:lnTo>
                    <a:pt x="365095" y="860845"/>
                  </a:lnTo>
                  <a:lnTo>
                    <a:pt x="374824" y="856107"/>
                  </a:lnTo>
                  <a:lnTo>
                    <a:pt x="381386" y="849082"/>
                  </a:lnTo>
                  <a:lnTo>
                    <a:pt x="383793" y="840486"/>
                  </a:lnTo>
                  <a:lnTo>
                    <a:pt x="383793" y="786384"/>
                  </a:lnTo>
                  <a:lnTo>
                    <a:pt x="454786" y="786384"/>
                  </a:lnTo>
                  <a:lnTo>
                    <a:pt x="454786" y="840486"/>
                  </a:lnTo>
                  <a:lnTo>
                    <a:pt x="457174" y="849082"/>
                  </a:lnTo>
                  <a:lnTo>
                    <a:pt x="463692" y="856106"/>
                  </a:lnTo>
                  <a:lnTo>
                    <a:pt x="473378" y="860845"/>
                  </a:lnTo>
                  <a:lnTo>
                    <a:pt x="485266" y="862584"/>
                  </a:lnTo>
                  <a:lnTo>
                    <a:pt x="515747" y="862584"/>
                  </a:lnTo>
                  <a:lnTo>
                    <a:pt x="527581" y="860845"/>
                  </a:lnTo>
                  <a:lnTo>
                    <a:pt x="537273" y="856107"/>
                  </a:lnTo>
                  <a:lnTo>
                    <a:pt x="543821" y="849082"/>
                  </a:lnTo>
                  <a:lnTo>
                    <a:pt x="546226" y="840486"/>
                  </a:lnTo>
                  <a:lnTo>
                    <a:pt x="546226" y="786384"/>
                  </a:lnTo>
                  <a:lnTo>
                    <a:pt x="617220" y="786384"/>
                  </a:lnTo>
                  <a:lnTo>
                    <a:pt x="617220" y="840486"/>
                  </a:lnTo>
                  <a:lnTo>
                    <a:pt x="619625" y="849082"/>
                  </a:lnTo>
                  <a:lnTo>
                    <a:pt x="626173" y="856106"/>
                  </a:lnTo>
                  <a:lnTo>
                    <a:pt x="635865" y="860845"/>
                  </a:lnTo>
                  <a:lnTo>
                    <a:pt x="647700" y="862584"/>
                  </a:lnTo>
                  <a:lnTo>
                    <a:pt x="678179" y="862584"/>
                  </a:lnTo>
                  <a:lnTo>
                    <a:pt x="690014" y="860845"/>
                  </a:lnTo>
                  <a:lnTo>
                    <a:pt x="699706" y="856107"/>
                  </a:lnTo>
                  <a:lnTo>
                    <a:pt x="706254" y="849082"/>
                  </a:lnTo>
                  <a:lnTo>
                    <a:pt x="708659" y="840486"/>
                  </a:lnTo>
                  <a:lnTo>
                    <a:pt x="708659" y="786384"/>
                  </a:lnTo>
                  <a:lnTo>
                    <a:pt x="779652" y="786384"/>
                  </a:lnTo>
                  <a:lnTo>
                    <a:pt x="779652" y="840486"/>
                  </a:lnTo>
                  <a:lnTo>
                    <a:pt x="782058" y="849082"/>
                  </a:lnTo>
                  <a:lnTo>
                    <a:pt x="788606" y="856106"/>
                  </a:lnTo>
                  <a:lnTo>
                    <a:pt x="798298" y="860845"/>
                  </a:lnTo>
                  <a:lnTo>
                    <a:pt x="810132" y="862584"/>
                  </a:lnTo>
                  <a:lnTo>
                    <a:pt x="840612" y="862584"/>
                  </a:lnTo>
                  <a:lnTo>
                    <a:pt x="852501" y="860845"/>
                  </a:lnTo>
                  <a:lnTo>
                    <a:pt x="862187" y="856107"/>
                  </a:lnTo>
                  <a:lnTo>
                    <a:pt x="868705" y="849082"/>
                  </a:lnTo>
                  <a:lnTo>
                    <a:pt x="871092" y="840486"/>
                  </a:lnTo>
                  <a:lnTo>
                    <a:pt x="871092" y="786384"/>
                  </a:lnTo>
                  <a:lnTo>
                    <a:pt x="942085" y="786384"/>
                  </a:lnTo>
                  <a:lnTo>
                    <a:pt x="942085" y="840486"/>
                  </a:lnTo>
                  <a:lnTo>
                    <a:pt x="944493" y="849082"/>
                  </a:lnTo>
                  <a:lnTo>
                    <a:pt x="951055" y="856106"/>
                  </a:lnTo>
                  <a:lnTo>
                    <a:pt x="960784" y="860845"/>
                  </a:lnTo>
                  <a:lnTo>
                    <a:pt x="972692" y="862584"/>
                  </a:lnTo>
                  <a:lnTo>
                    <a:pt x="1003046" y="862584"/>
                  </a:lnTo>
                  <a:lnTo>
                    <a:pt x="1014934" y="860845"/>
                  </a:lnTo>
                  <a:lnTo>
                    <a:pt x="1024620" y="856107"/>
                  </a:lnTo>
                  <a:lnTo>
                    <a:pt x="1031138" y="849082"/>
                  </a:lnTo>
                  <a:lnTo>
                    <a:pt x="1033526" y="840486"/>
                  </a:lnTo>
                  <a:lnTo>
                    <a:pt x="1033526" y="786384"/>
                  </a:lnTo>
                  <a:lnTo>
                    <a:pt x="1104518" y="786384"/>
                  </a:lnTo>
                  <a:lnTo>
                    <a:pt x="1104518" y="840486"/>
                  </a:lnTo>
                  <a:lnTo>
                    <a:pt x="1106926" y="849082"/>
                  </a:lnTo>
                  <a:lnTo>
                    <a:pt x="1113488" y="856106"/>
                  </a:lnTo>
                  <a:lnTo>
                    <a:pt x="1123217" y="860845"/>
                  </a:lnTo>
                  <a:lnTo>
                    <a:pt x="1135126" y="862584"/>
                  </a:lnTo>
                  <a:lnTo>
                    <a:pt x="1165478" y="862584"/>
                  </a:lnTo>
                  <a:lnTo>
                    <a:pt x="1177367" y="860845"/>
                  </a:lnTo>
                  <a:lnTo>
                    <a:pt x="1187053" y="856107"/>
                  </a:lnTo>
                  <a:lnTo>
                    <a:pt x="1193571" y="849082"/>
                  </a:lnTo>
                  <a:lnTo>
                    <a:pt x="1195958" y="840486"/>
                  </a:lnTo>
                  <a:lnTo>
                    <a:pt x="1195958" y="786384"/>
                  </a:lnTo>
                  <a:lnTo>
                    <a:pt x="1285366" y="786384"/>
                  </a:lnTo>
                  <a:lnTo>
                    <a:pt x="1301126" y="783216"/>
                  </a:lnTo>
                  <a:lnTo>
                    <a:pt x="1314005" y="774573"/>
                  </a:lnTo>
                  <a:lnTo>
                    <a:pt x="1322693" y="761738"/>
                  </a:lnTo>
                  <a:lnTo>
                    <a:pt x="1325879" y="745998"/>
                  </a:lnTo>
                  <a:lnTo>
                    <a:pt x="1325879" y="116586"/>
                  </a:lnTo>
                  <a:lnTo>
                    <a:pt x="1322693" y="100845"/>
                  </a:lnTo>
                  <a:lnTo>
                    <a:pt x="1314005" y="88011"/>
                  </a:lnTo>
                  <a:lnTo>
                    <a:pt x="1301126" y="79367"/>
                  </a:lnTo>
                  <a:lnTo>
                    <a:pt x="1285366" y="76200"/>
                  </a:lnTo>
                  <a:lnTo>
                    <a:pt x="1195958" y="76200"/>
                  </a:lnTo>
                  <a:lnTo>
                    <a:pt x="1195958" y="22098"/>
                  </a:lnTo>
                  <a:lnTo>
                    <a:pt x="1193571" y="13501"/>
                  </a:lnTo>
                  <a:lnTo>
                    <a:pt x="1187053" y="6476"/>
                  </a:lnTo>
                  <a:lnTo>
                    <a:pt x="1177367" y="1738"/>
                  </a:lnTo>
                  <a:lnTo>
                    <a:pt x="11654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45168" y="1886711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60400" y="0"/>
                  </a:moveTo>
                  <a:lnTo>
                    <a:pt x="190753" y="0"/>
                  </a:lnTo>
                  <a:lnTo>
                    <a:pt x="202662" y="1738"/>
                  </a:lnTo>
                  <a:lnTo>
                    <a:pt x="212391" y="6476"/>
                  </a:lnTo>
                  <a:lnTo>
                    <a:pt x="218953" y="13501"/>
                  </a:lnTo>
                  <a:lnTo>
                    <a:pt x="221360" y="22098"/>
                  </a:lnTo>
                  <a:lnTo>
                    <a:pt x="221360" y="76200"/>
                  </a:lnTo>
                  <a:lnTo>
                    <a:pt x="292353" y="76200"/>
                  </a:lnTo>
                  <a:lnTo>
                    <a:pt x="292353" y="22098"/>
                  </a:lnTo>
                  <a:lnTo>
                    <a:pt x="294741" y="13501"/>
                  </a:lnTo>
                  <a:lnTo>
                    <a:pt x="301259" y="6476"/>
                  </a:lnTo>
                  <a:lnTo>
                    <a:pt x="310945" y="1738"/>
                  </a:lnTo>
                  <a:lnTo>
                    <a:pt x="322833" y="0"/>
                  </a:lnTo>
                  <a:lnTo>
                    <a:pt x="353186" y="0"/>
                  </a:lnTo>
                  <a:lnTo>
                    <a:pt x="365095" y="1738"/>
                  </a:lnTo>
                  <a:lnTo>
                    <a:pt x="374824" y="6476"/>
                  </a:lnTo>
                  <a:lnTo>
                    <a:pt x="381386" y="13501"/>
                  </a:lnTo>
                  <a:lnTo>
                    <a:pt x="383793" y="22098"/>
                  </a:lnTo>
                  <a:lnTo>
                    <a:pt x="383793" y="76200"/>
                  </a:lnTo>
                  <a:lnTo>
                    <a:pt x="454786" y="76200"/>
                  </a:lnTo>
                  <a:lnTo>
                    <a:pt x="454786" y="22098"/>
                  </a:lnTo>
                  <a:lnTo>
                    <a:pt x="457174" y="13501"/>
                  </a:lnTo>
                  <a:lnTo>
                    <a:pt x="463692" y="6476"/>
                  </a:lnTo>
                  <a:lnTo>
                    <a:pt x="473378" y="1738"/>
                  </a:lnTo>
                  <a:lnTo>
                    <a:pt x="485266" y="0"/>
                  </a:lnTo>
                  <a:lnTo>
                    <a:pt x="515747" y="0"/>
                  </a:lnTo>
                  <a:lnTo>
                    <a:pt x="527581" y="1738"/>
                  </a:lnTo>
                  <a:lnTo>
                    <a:pt x="537273" y="6476"/>
                  </a:lnTo>
                  <a:lnTo>
                    <a:pt x="543821" y="13501"/>
                  </a:lnTo>
                  <a:lnTo>
                    <a:pt x="546226" y="22098"/>
                  </a:lnTo>
                  <a:lnTo>
                    <a:pt x="546226" y="76200"/>
                  </a:lnTo>
                  <a:lnTo>
                    <a:pt x="617220" y="76200"/>
                  </a:lnTo>
                  <a:lnTo>
                    <a:pt x="617220" y="22098"/>
                  </a:lnTo>
                  <a:lnTo>
                    <a:pt x="619625" y="13501"/>
                  </a:lnTo>
                  <a:lnTo>
                    <a:pt x="626173" y="6476"/>
                  </a:lnTo>
                  <a:lnTo>
                    <a:pt x="635865" y="1738"/>
                  </a:lnTo>
                  <a:lnTo>
                    <a:pt x="647700" y="0"/>
                  </a:lnTo>
                  <a:lnTo>
                    <a:pt x="678179" y="0"/>
                  </a:lnTo>
                  <a:lnTo>
                    <a:pt x="690014" y="1738"/>
                  </a:lnTo>
                  <a:lnTo>
                    <a:pt x="699706" y="6476"/>
                  </a:lnTo>
                  <a:lnTo>
                    <a:pt x="706254" y="13501"/>
                  </a:lnTo>
                  <a:lnTo>
                    <a:pt x="708659" y="22098"/>
                  </a:lnTo>
                  <a:lnTo>
                    <a:pt x="708659" y="76200"/>
                  </a:lnTo>
                  <a:lnTo>
                    <a:pt x="779652" y="76200"/>
                  </a:lnTo>
                  <a:lnTo>
                    <a:pt x="779652" y="22098"/>
                  </a:lnTo>
                  <a:lnTo>
                    <a:pt x="782058" y="13501"/>
                  </a:lnTo>
                  <a:lnTo>
                    <a:pt x="788606" y="6476"/>
                  </a:lnTo>
                  <a:lnTo>
                    <a:pt x="798298" y="1738"/>
                  </a:lnTo>
                  <a:lnTo>
                    <a:pt x="810132" y="0"/>
                  </a:lnTo>
                  <a:lnTo>
                    <a:pt x="840612" y="0"/>
                  </a:lnTo>
                  <a:lnTo>
                    <a:pt x="852501" y="1738"/>
                  </a:lnTo>
                  <a:lnTo>
                    <a:pt x="862187" y="6476"/>
                  </a:lnTo>
                  <a:lnTo>
                    <a:pt x="868705" y="13501"/>
                  </a:lnTo>
                  <a:lnTo>
                    <a:pt x="871092" y="22098"/>
                  </a:lnTo>
                  <a:lnTo>
                    <a:pt x="871092" y="76200"/>
                  </a:lnTo>
                  <a:lnTo>
                    <a:pt x="942085" y="76200"/>
                  </a:lnTo>
                  <a:lnTo>
                    <a:pt x="942085" y="22098"/>
                  </a:lnTo>
                  <a:lnTo>
                    <a:pt x="944493" y="13501"/>
                  </a:lnTo>
                  <a:lnTo>
                    <a:pt x="951055" y="6476"/>
                  </a:lnTo>
                  <a:lnTo>
                    <a:pt x="960784" y="1738"/>
                  </a:lnTo>
                  <a:lnTo>
                    <a:pt x="972692" y="0"/>
                  </a:lnTo>
                  <a:lnTo>
                    <a:pt x="1003046" y="0"/>
                  </a:lnTo>
                  <a:lnTo>
                    <a:pt x="1014934" y="1738"/>
                  </a:lnTo>
                  <a:lnTo>
                    <a:pt x="1024620" y="6476"/>
                  </a:lnTo>
                  <a:lnTo>
                    <a:pt x="1031138" y="13501"/>
                  </a:lnTo>
                  <a:lnTo>
                    <a:pt x="1033526" y="22098"/>
                  </a:lnTo>
                  <a:lnTo>
                    <a:pt x="1033526" y="76200"/>
                  </a:lnTo>
                  <a:lnTo>
                    <a:pt x="1104518" y="76200"/>
                  </a:lnTo>
                  <a:lnTo>
                    <a:pt x="1104518" y="22098"/>
                  </a:lnTo>
                  <a:lnTo>
                    <a:pt x="1106926" y="13501"/>
                  </a:lnTo>
                  <a:lnTo>
                    <a:pt x="1113488" y="6476"/>
                  </a:lnTo>
                  <a:lnTo>
                    <a:pt x="1123217" y="1738"/>
                  </a:lnTo>
                  <a:lnTo>
                    <a:pt x="1135126" y="0"/>
                  </a:lnTo>
                  <a:lnTo>
                    <a:pt x="1165478" y="0"/>
                  </a:lnTo>
                  <a:lnTo>
                    <a:pt x="1177367" y="1738"/>
                  </a:lnTo>
                  <a:lnTo>
                    <a:pt x="1187053" y="6476"/>
                  </a:lnTo>
                  <a:lnTo>
                    <a:pt x="1193571" y="13501"/>
                  </a:lnTo>
                  <a:lnTo>
                    <a:pt x="1195958" y="22098"/>
                  </a:lnTo>
                  <a:lnTo>
                    <a:pt x="1195958" y="76200"/>
                  </a:lnTo>
                  <a:lnTo>
                    <a:pt x="1285366" y="76200"/>
                  </a:lnTo>
                  <a:lnTo>
                    <a:pt x="1301126" y="79367"/>
                  </a:lnTo>
                  <a:lnTo>
                    <a:pt x="1314005" y="88011"/>
                  </a:lnTo>
                  <a:lnTo>
                    <a:pt x="1322693" y="100845"/>
                  </a:lnTo>
                  <a:lnTo>
                    <a:pt x="1325879" y="116586"/>
                  </a:lnTo>
                  <a:lnTo>
                    <a:pt x="1325879" y="745998"/>
                  </a:lnTo>
                  <a:lnTo>
                    <a:pt x="1322693" y="761738"/>
                  </a:lnTo>
                  <a:lnTo>
                    <a:pt x="1314005" y="774573"/>
                  </a:lnTo>
                  <a:lnTo>
                    <a:pt x="1301126" y="783216"/>
                  </a:lnTo>
                  <a:lnTo>
                    <a:pt x="1285366" y="786384"/>
                  </a:lnTo>
                  <a:lnTo>
                    <a:pt x="1195958" y="786384"/>
                  </a:lnTo>
                  <a:lnTo>
                    <a:pt x="1195958" y="840486"/>
                  </a:lnTo>
                  <a:lnTo>
                    <a:pt x="1193571" y="849082"/>
                  </a:lnTo>
                  <a:lnTo>
                    <a:pt x="1187053" y="856107"/>
                  </a:lnTo>
                  <a:lnTo>
                    <a:pt x="1177367" y="860845"/>
                  </a:lnTo>
                  <a:lnTo>
                    <a:pt x="1165478" y="862584"/>
                  </a:lnTo>
                  <a:lnTo>
                    <a:pt x="1135126" y="862584"/>
                  </a:lnTo>
                  <a:lnTo>
                    <a:pt x="1123217" y="860845"/>
                  </a:lnTo>
                  <a:lnTo>
                    <a:pt x="1113488" y="856106"/>
                  </a:lnTo>
                  <a:lnTo>
                    <a:pt x="1106926" y="849082"/>
                  </a:lnTo>
                  <a:lnTo>
                    <a:pt x="1104518" y="840486"/>
                  </a:lnTo>
                  <a:lnTo>
                    <a:pt x="1104518" y="786384"/>
                  </a:lnTo>
                  <a:lnTo>
                    <a:pt x="1033526" y="786384"/>
                  </a:lnTo>
                  <a:lnTo>
                    <a:pt x="1033526" y="840486"/>
                  </a:lnTo>
                  <a:lnTo>
                    <a:pt x="1031138" y="849082"/>
                  </a:lnTo>
                  <a:lnTo>
                    <a:pt x="1024620" y="856107"/>
                  </a:lnTo>
                  <a:lnTo>
                    <a:pt x="1014934" y="860845"/>
                  </a:lnTo>
                  <a:lnTo>
                    <a:pt x="1003046" y="862584"/>
                  </a:lnTo>
                  <a:lnTo>
                    <a:pt x="972692" y="862584"/>
                  </a:lnTo>
                  <a:lnTo>
                    <a:pt x="960784" y="860845"/>
                  </a:lnTo>
                  <a:lnTo>
                    <a:pt x="951055" y="856106"/>
                  </a:lnTo>
                  <a:lnTo>
                    <a:pt x="944493" y="849082"/>
                  </a:lnTo>
                  <a:lnTo>
                    <a:pt x="942085" y="840486"/>
                  </a:lnTo>
                  <a:lnTo>
                    <a:pt x="942085" y="786384"/>
                  </a:lnTo>
                  <a:lnTo>
                    <a:pt x="871092" y="786384"/>
                  </a:lnTo>
                  <a:lnTo>
                    <a:pt x="871092" y="840486"/>
                  </a:lnTo>
                  <a:lnTo>
                    <a:pt x="868705" y="849082"/>
                  </a:lnTo>
                  <a:lnTo>
                    <a:pt x="862187" y="856107"/>
                  </a:lnTo>
                  <a:lnTo>
                    <a:pt x="852501" y="860845"/>
                  </a:lnTo>
                  <a:lnTo>
                    <a:pt x="840612" y="862584"/>
                  </a:lnTo>
                  <a:lnTo>
                    <a:pt x="810132" y="862584"/>
                  </a:lnTo>
                  <a:lnTo>
                    <a:pt x="798298" y="860845"/>
                  </a:lnTo>
                  <a:lnTo>
                    <a:pt x="788606" y="856106"/>
                  </a:lnTo>
                  <a:lnTo>
                    <a:pt x="782058" y="849082"/>
                  </a:lnTo>
                  <a:lnTo>
                    <a:pt x="779652" y="840486"/>
                  </a:lnTo>
                  <a:lnTo>
                    <a:pt x="779652" y="786384"/>
                  </a:lnTo>
                  <a:lnTo>
                    <a:pt x="708659" y="786384"/>
                  </a:lnTo>
                  <a:lnTo>
                    <a:pt x="708659" y="840486"/>
                  </a:lnTo>
                  <a:lnTo>
                    <a:pt x="706254" y="849082"/>
                  </a:lnTo>
                  <a:lnTo>
                    <a:pt x="699706" y="856107"/>
                  </a:lnTo>
                  <a:lnTo>
                    <a:pt x="690014" y="860845"/>
                  </a:lnTo>
                  <a:lnTo>
                    <a:pt x="678179" y="862584"/>
                  </a:lnTo>
                  <a:lnTo>
                    <a:pt x="647700" y="862584"/>
                  </a:lnTo>
                  <a:lnTo>
                    <a:pt x="635865" y="860845"/>
                  </a:lnTo>
                  <a:lnTo>
                    <a:pt x="626173" y="856106"/>
                  </a:lnTo>
                  <a:lnTo>
                    <a:pt x="619625" y="849082"/>
                  </a:lnTo>
                  <a:lnTo>
                    <a:pt x="617220" y="840486"/>
                  </a:lnTo>
                  <a:lnTo>
                    <a:pt x="617220" y="786384"/>
                  </a:lnTo>
                  <a:lnTo>
                    <a:pt x="546226" y="786384"/>
                  </a:lnTo>
                  <a:lnTo>
                    <a:pt x="546226" y="840486"/>
                  </a:lnTo>
                  <a:lnTo>
                    <a:pt x="543821" y="849082"/>
                  </a:lnTo>
                  <a:lnTo>
                    <a:pt x="537273" y="856107"/>
                  </a:lnTo>
                  <a:lnTo>
                    <a:pt x="527581" y="860845"/>
                  </a:lnTo>
                  <a:lnTo>
                    <a:pt x="515747" y="862584"/>
                  </a:lnTo>
                  <a:lnTo>
                    <a:pt x="485266" y="862584"/>
                  </a:lnTo>
                  <a:lnTo>
                    <a:pt x="473378" y="860845"/>
                  </a:lnTo>
                  <a:lnTo>
                    <a:pt x="463692" y="856106"/>
                  </a:lnTo>
                  <a:lnTo>
                    <a:pt x="457174" y="849082"/>
                  </a:lnTo>
                  <a:lnTo>
                    <a:pt x="454786" y="840486"/>
                  </a:lnTo>
                  <a:lnTo>
                    <a:pt x="454786" y="786384"/>
                  </a:lnTo>
                  <a:lnTo>
                    <a:pt x="383793" y="786384"/>
                  </a:lnTo>
                  <a:lnTo>
                    <a:pt x="383793" y="840486"/>
                  </a:lnTo>
                  <a:lnTo>
                    <a:pt x="381386" y="849082"/>
                  </a:lnTo>
                  <a:lnTo>
                    <a:pt x="374824" y="856107"/>
                  </a:lnTo>
                  <a:lnTo>
                    <a:pt x="365095" y="860845"/>
                  </a:lnTo>
                  <a:lnTo>
                    <a:pt x="353186" y="862584"/>
                  </a:lnTo>
                  <a:lnTo>
                    <a:pt x="322833" y="862584"/>
                  </a:lnTo>
                  <a:lnTo>
                    <a:pt x="310945" y="860845"/>
                  </a:lnTo>
                  <a:lnTo>
                    <a:pt x="301259" y="856106"/>
                  </a:lnTo>
                  <a:lnTo>
                    <a:pt x="294741" y="849082"/>
                  </a:lnTo>
                  <a:lnTo>
                    <a:pt x="292353" y="840486"/>
                  </a:lnTo>
                  <a:lnTo>
                    <a:pt x="292353" y="786384"/>
                  </a:lnTo>
                  <a:lnTo>
                    <a:pt x="221360" y="786384"/>
                  </a:lnTo>
                  <a:lnTo>
                    <a:pt x="221360" y="840486"/>
                  </a:lnTo>
                  <a:lnTo>
                    <a:pt x="218953" y="849082"/>
                  </a:lnTo>
                  <a:lnTo>
                    <a:pt x="212391" y="856107"/>
                  </a:lnTo>
                  <a:lnTo>
                    <a:pt x="202662" y="860845"/>
                  </a:lnTo>
                  <a:lnTo>
                    <a:pt x="190753" y="862584"/>
                  </a:lnTo>
                  <a:lnTo>
                    <a:pt x="160400" y="862584"/>
                  </a:lnTo>
                  <a:lnTo>
                    <a:pt x="148512" y="860845"/>
                  </a:lnTo>
                  <a:lnTo>
                    <a:pt x="138826" y="856106"/>
                  </a:lnTo>
                  <a:lnTo>
                    <a:pt x="132308" y="849082"/>
                  </a:lnTo>
                  <a:lnTo>
                    <a:pt x="129921" y="840486"/>
                  </a:lnTo>
                  <a:lnTo>
                    <a:pt x="129921" y="786384"/>
                  </a:lnTo>
                  <a:lnTo>
                    <a:pt x="40512" y="786384"/>
                  </a:lnTo>
                  <a:lnTo>
                    <a:pt x="24753" y="783216"/>
                  </a:lnTo>
                  <a:lnTo>
                    <a:pt x="11874" y="774573"/>
                  </a:lnTo>
                  <a:lnTo>
                    <a:pt x="3186" y="761738"/>
                  </a:lnTo>
                  <a:lnTo>
                    <a:pt x="0" y="745998"/>
                  </a:lnTo>
                  <a:lnTo>
                    <a:pt x="0" y="116586"/>
                  </a:lnTo>
                  <a:lnTo>
                    <a:pt x="3186" y="100845"/>
                  </a:lnTo>
                  <a:lnTo>
                    <a:pt x="11874" y="88011"/>
                  </a:lnTo>
                  <a:lnTo>
                    <a:pt x="24753" y="79367"/>
                  </a:lnTo>
                  <a:lnTo>
                    <a:pt x="40512" y="76200"/>
                  </a:lnTo>
                  <a:lnTo>
                    <a:pt x="129921" y="76200"/>
                  </a:lnTo>
                  <a:lnTo>
                    <a:pt x="129921" y="22098"/>
                  </a:lnTo>
                  <a:lnTo>
                    <a:pt x="132308" y="13501"/>
                  </a:lnTo>
                  <a:lnTo>
                    <a:pt x="138826" y="6476"/>
                  </a:lnTo>
                  <a:lnTo>
                    <a:pt x="148512" y="1738"/>
                  </a:lnTo>
                  <a:lnTo>
                    <a:pt x="160400" y="0"/>
                  </a:lnTo>
                  <a:close/>
                </a:path>
              </a:pathLst>
            </a:custGeom>
            <a:ln w="12700">
              <a:solidFill>
                <a:srgbClr val="0452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41694" y="1869694"/>
            <a:ext cx="1338580" cy="875665"/>
            <a:chOff x="6441694" y="1869694"/>
            <a:chExt cx="1338580" cy="875665"/>
          </a:xfrm>
        </p:grpSpPr>
        <p:sp>
          <p:nvSpPr>
            <p:cNvPr id="13" name="object 13"/>
            <p:cNvSpPr/>
            <p:nvPr/>
          </p:nvSpPr>
          <p:spPr>
            <a:xfrm>
              <a:off x="6448044" y="1876044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165478" y="0"/>
                  </a:moveTo>
                  <a:lnTo>
                    <a:pt x="1135126" y="0"/>
                  </a:lnTo>
                  <a:lnTo>
                    <a:pt x="1123217" y="1738"/>
                  </a:lnTo>
                  <a:lnTo>
                    <a:pt x="1113488" y="6476"/>
                  </a:lnTo>
                  <a:lnTo>
                    <a:pt x="1106926" y="13501"/>
                  </a:lnTo>
                  <a:lnTo>
                    <a:pt x="1104519" y="22097"/>
                  </a:lnTo>
                  <a:lnTo>
                    <a:pt x="1104519" y="76200"/>
                  </a:lnTo>
                  <a:lnTo>
                    <a:pt x="1033526" y="76200"/>
                  </a:lnTo>
                  <a:lnTo>
                    <a:pt x="1033526" y="22097"/>
                  </a:lnTo>
                  <a:lnTo>
                    <a:pt x="1031138" y="13501"/>
                  </a:lnTo>
                  <a:lnTo>
                    <a:pt x="1024620" y="6476"/>
                  </a:lnTo>
                  <a:lnTo>
                    <a:pt x="1014934" y="1738"/>
                  </a:lnTo>
                  <a:lnTo>
                    <a:pt x="1003046" y="0"/>
                  </a:lnTo>
                  <a:lnTo>
                    <a:pt x="972692" y="0"/>
                  </a:lnTo>
                  <a:lnTo>
                    <a:pt x="960784" y="1738"/>
                  </a:lnTo>
                  <a:lnTo>
                    <a:pt x="951055" y="6476"/>
                  </a:lnTo>
                  <a:lnTo>
                    <a:pt x="944493" y="13501"/>
                  </a:lnTo>
                  <a:lnTo>
                    <a:pt x="942085" y="22097"/>
                  </a:lnTo>
                  <a:lnTo>
                    <a:pt x="942085" y="76200"/>
                  </a:lnTo>
                  <a:lnTo>
                    <a:pt x="871092" y="76200"/>
                  </a:lnTo>
                  <a:lnTo>
                    <a:pt x="871092" y="22097"/>
                  </a:lnTo>
                  <a:lnTo>
                    <a:pt x="868705" y="13501"/>
                  </a:lnTo>
                  <a:lnTo>
                    <a:pt x="862187" y="6476"/>
                  </a:lnTo>
                  <a:lnTo>
                    <a:pt x="852501" y="1738"/>
                  </a:lnTo>
                  <a:lnTo>
                    <a:pt x="840612" y="0"/>
                  </a:lnTo>
                  <a:lnTo>
                    <a:pt x="810132" y="0"/>
                  </a:lnTo>
                  <a:lnTo>
                    <a:pt x="798298" y="1738"/>
                  </a:lnTo>
                  <a:lnTo>
                    <a:pt x="788606" y="6476"/>
                  </a:lnTo>
                  <a:lnTo>
                    <a:pt x="782058" y="13501"/>
                  </a:lnTo>
                  <a:lnTo>
                    <a:pt x="779652" y="22097"/>
                  </a:lnTo>
                  <a:lnTo>
                    <a:pt x="779652" y="76200"/>
                  </a:lnTo>
                  <a:lnTo>
                    <a:pt x="708659" y="76200"/>
                  </a:lnTo>
                  <a:lnTo>
                    <a:pt x="708659" y="22097"/>
                  </a:lnTo>
                  <a:lnTo>
                    <a:pt x="706254" y="13501"/>
                  </a:lnTo>
                  <a:lnTo>
                    <a:pt x="699706" y="6476"/>
                  </a:lnTo>
                  <a:lnTo>
                    <a:pt x="690014" y="1738"/>
                  </a:lnTo>
                  <a:lnTo>
                    <a:pt x="678179" y="0"/>
                  </a:lnTo>
                  <a:lnTo>
                    <a:pt x="647700" y="0"/>
                  </a:lnTo>
                  <a:lnTo>
                    <a:pt x="635865" y="1738"/>
                  </a:lnTo>
                  <a:lnTo>
                    <a:pt x="626173" y="6476"/>
                  </a:lnTo>
                  <a:lnTo>
                    <a:pt x="619625" y="13501"/>
                  </a:lnTo>
                  <a:lnTo>
                    <a:pt x="617220" y="22097"/>
                  </a:lnTo>
                  <a:lnTo>
                    <a:pt x="617220" y="76200"/>
                  </a:lnTo>
                  <a:lnTo>
                    <a:pt x="546226" y="76200"/>
                  </a:lnTo>
                  <a:lnTo>
                    <a:pt x="546226" y="22097"/>
                  </a:lnTo>
                  <a:lnTo>
                    <a:pt x="543821" y="13501"/>
                  </a:lnTo>
                  <a:lnTo>
                    <a:pt x="537273" y="6476"/>
                  </a:lnTo>
                  <a:lnTo>
                    <a:pt x="527581" y="1738"/>
                  </a:lnTo>
                  <a:lnTo>
                    <a:pt x="515747" y="0"/>
                  </a:lnTo>
                  <a:lnTo>
                    <a:pt x="485266" y="0"/>
                  </a:lnTo>
                  <a:lnTo>
                    <a:pt x="473378" y="1738"/>
                  </a:lnTo>
                  <a:lnTo>
                    <a:pt x="463692" y="6476"/>
                  </a:lnTo>
                  <a:lnTo>
                    <a:pt x="457174" y="13501"/>
                  </a:lnTo>
                  <a:lnTo>
                    <a:pt x="454786" y="22097"/>
                  </a:lnTo>
                  <a:lnTo>
                    <a:pt x="454786" y="76200"/>
                  </a:lnTo>
                  <a:lnTo>
                    <a:pt x="383794" y="76200"/>
                  </a:lnTo>
                  <a:lnTo>
                    <a:pt x="383794" y="22097"/>
                  </a:lnTo>
                  <a:lnTo>
                    <a:pt x="381386" y="13501"/>
                  </a:lnTo>
                  <a:lnTo>
                    <a:pt x="374824" y="6476"/>
                  </a:lnTo>
                  <a:lnTo>
                    <a:pt x="365095" y="1738"/>
                  </a:lnTo>
                  <a:lnTo>
                    <a:pt x="353186" y="0"/>
                  </a:lnTo>
                  <a:lnTo>
                    <a:pt x="322833" y="0"/>
                  </a:lnTo>
                  <a:lnTo>
                    <a:pt x="310945" y="1738"/>
                  </a:lnTo>
                  <a:lnTo>
                    <a:pt x="301259" y="6476"/>
                  </a:lnTo>
                  <a:lnTo>
                    <a:pt x="294741" y="13501"/>
                  </a:lnTo>
                  <a:lnTo>
                    <a:pt x="292353" y="22097"/>
                  </a:lnTo>
                  <a:lnTo>
                    <a:pt x="292353" y="76200"/>
                  </a:lnTo>
                  <a:lnTo>
                    <a:pt x="221360" y="76200"/>
                  </a:lnTo>
                  <a:lnTo>
                    <a:pt x="221360" y="22097"/>
                  </a:lnTo>
                  <a:lnTo>
                    <a:pt x="218953" y="13501"/>
                  </a:lnTo>
                  <a:lnTo>
                    <a:pt x="212391" y="6476"/>
                  </a:lnTo>
                  <a:lnTo>
                    <a:pt x="202662" y="1738"/>
                  </a:lnTo>
                  <a:lnTo>
                    <a:pt x="190753" y="0"/>
                  </a:lnTo>
                  <a:lnTo>
                    <a:pt x="160400" y="0"/>
                  </a:lnTo>
                  <a:lnTo>
                    <a:pt x="148512" y="1738"/>
                  </a:lnTo>
                  <a:lnTo>
                    <a:pt x="138826" y="6476"/>
                  </a:lnTo>
                  <a:lnTo>
                    <a:pt x="132308" y="13501"/>
                  </a:lnTo>
                  <a:lnTo>
                    <a:pt x="129921" y="22097"/>
                  </a:lnTo>
                  <a:lnTo>
                    <a:pt x="129921" y="76200"/>
                  </a:lnTo>
                  <a:lnTo>
                    <a:pt x="40512" y="76200"/>
                  </a:lnTo>
                  <a:lnTo>
                    <a:pt x="24753" y="79367"/>
                  </a:lnTo>
                  <a:lnTo>
                    <a:pt x="11874" y="88010"/>
                  </a:lnTo>
                  <a:lnTo>
                    <a:pt x="3186" y="100845"/>
                  </a:lnTo>
                  <a:lnTo>
                    <a:pt x="0" y="116585"/>
                  </a:lnTo>
                  <a:lnTo>
                    <a:pt x="0" y="745997"/>
                  </a:lnTo>
                  <a:lnTo>
                    <a:pt x="3186" y="761738"/>
                  </a:lnTo>
                  <a:lnTo>
                    <a:pt x="11874" y="774573"/>
                  </a:lnTo>
                  <a:lnTo>
                    <a:pt x="24753" y="783216"/>
                  </a:lnTo>
                  <a:lnTo>
                    <a:pt x="40512" y="786383"/>
                  </a:lnTo>
                  <a:lnTo>
                    <a:pt x="129921" y="786383"/>
                  </a:lnTo>
                  <a:lnTo>
                    <a:pt x="129921" y="840485"/>
                  </a:lnTo>
                  <a:lnTo>
                    <a:pt x="132308" y="849082"/>
                  </a:lnTo>
                  <a:lnTo>
                    <a:pt x="138826" y="856106"/>
                  </a:lnTo>
                  <a:lnTo>
                    <a:pt x="148512" y="860845"/>
                  </a:lnTo>
                  <a:lnTo>
                    <a:pt x="160400" y="862583"/>
                  </a:lnTo>
                  <a:lnTo>
                    <a:pt x="190753" y="862583"/>
                  </a:lnTo>
                  <a:lnTo>
                    <a:pt x="202662" y="860845"/>
                  </a:lnTo>
                  <a:lnTo>
                    <a:pt x="212391" y="856106"/>
                  </a:lnTo>
                  <a:lnTo>
                    <a:pt x="218953" y="849082"/>
                  </a:lnTo>
                  <a:lnTo>
                    <a:pt x="221360" y="840485"/>
                  </a:lnTo>
                  <a:lnTo>
                    <a:pt x="221360" y="786383"/>
                  </a:lnTo>
                  <a:lnTo>
                    <a:pt x="292353" y="786383"/>
                  </a:lnTo>
                  <a:lnTo>
                    <a:pt x="292353" y="840485"/>
                  </a:lnTo>
                  <a:lnTo>
                    <a:pt x="294741" y="849082"/>
                  </a:lnTo>
                  <a:lnTo>
                    <a:pt x="301259" y="856106"/>
                  </a:lnTo>
                  <a:lnTo>
                    <a:pt x="310945" y="860845"/>
                  </a:lnTo>
                  <a:lnTo>
                    <a:pt x="322833" y="862583"/>
                  </a:lnTo>
                  <a:lnTo>
                    <a:pt x="353186" y="862583"/>
                  </a:lnTo>
                  <a:lnTo>
                    <a:pt x="365095" y="860845"/>
                  </a:lnTo>
                  <a:lnTo>
                    <a:pt x="374824" y="856106"/>
                  </a:lnTo>
                  <a:lnTo>
                    <a:pt x="381386" y="849082"/>
                  </a:lnTo>
                  <a:lnTo>
                    <a:pt x="383794" y="840485"/>
                  </a:lnTo>
                  <a:lnTo>
                    <a:pt x="383794" y="786383"/>
                  </a:lnTo>
                  <a:lnTo>
                    <a:pt x="454786" y="786383"/>
                  </a:lnTo>
                  <a:lnTo>
                    <a:pt x="454786" y="840485"/>
                  </a:lnTo>
                  <a:lnTo>
                    <a:pt x="457174" y="849082"/>
                  </a:lnTo>
                  <a:lnTo>
                    <a:pt x="463692" y="856106"/>
                  </a:lnTo>
                  <a:lnTo>
                    <a:pt x="473378" y="860845"/>
                  </a:lnTo>
                  <a:lnTo>
                    <a:pt x="485266" y="862583"/>
                  </a:lnTo>
                  <a:lnTo>
                    <a:pt x="515747" y="862583"/>
                  </a:lnTo>
                  <a:lnTo>
                    <a:pt x="527581" y="860845"/>
                  </a:lnTo>
                  <a:lnTo>
                    <a:pt x="537273" y="856106"/>
                  </a:lnTo>
                  <a:lnTo>
                    <a:pt x="543821" y="849082"/>
                  </a:lnTo>
                  <a:lnTo>
                    <a:pt x="546226" y="840485"/>
                  </a:lnTo>
                  <a:lnTo>
                    <a:pt x="546226" y="786383"/>
                  </a:lnTo>
                  <a:lnTo>
                    <a:pt x="617220" y="786383"/>
                  </a:lnTo>
                  <a:lnTo>
                    <a:pt x="617220" y="840485"/>
                  </a:lnTo>
                  <a:lnTo>
                    <a:pt x="619625" y="849082"/>
                  </a:lnTo>
                  <a:lnTo>
                    <a:pt x="626173" y="856106"/>
                  </a:lnTo>
                  <a:lnTo>
                    <a:pt x="635865" y="860845"/>
                  </a:lnTo>
                  <a:lnTo>
                    <a:pt x="647700" y="862583"/>
                  </a:lnTo>
                  <a:lnTo>
                    <a:pt x="678179" y="862583"/>
                  </a:lnTo>
                  <a:lnTo>
                    <a:pt x="690014" y="860845"/>
                  </a:lnTo>
                  <a:lnTo>
                    <a:pt x="699706" y="856106"/>
                  </a:lnTo>
                  <a:lnTo>
                    <a:pt x="706254" y="849082"/>
                  </a:lnTo>
                  <a:lnTo>
                    <a:pt x="708659" y="840485"/>
                  </a:lnTo>
                  <a:lnTo>
                    <a:pt x="708659" y="786383"/>
                  </a:lnTo>
                  <a:lnTo>
                    <a:pt x="779652" y="786383"/>
                  </a:lnTo>
                  <a:lnTo>
                    <a:pt x="779652" y="840485"/>
                  </a:lnTo>
                  <a:lnTo>
                    <a:pt x="782058" y="849082"/>
                  </a:lnTo>
                  <a:lnTo>
                    <a:pt x="788606" y="856106"/>
                  </a:lnTo>
                  <a:lnTo>
                    <a:pt x="798298" y="860845"/>
                  </a:lnTo>
                  <a:lnTo>
                    <a:pt x="810132" y="862583"/>
                  </a:lnTo>
                  <a:lnTo>
                    <a:pt x="840612" y="862583"/>
                  </a:lnTo>
                  <a:lnTo>
                    <a:pt x="852501" y="860845"/>
                  </a:lnTo>
                  <a:lnTo>
                    <a:pt x="862187" y="856106"/>
                  </a:lnTo>
                  <a:lnTo>
                    <a:pt x="868705" y="849082"/>
                  </a:lnTo>
                  <a:lnTo>
                    <a:pt x="871092" y="840485"/>
                  </a:lnTo>
                  <a:lnTo>
                    <a:pt x="871092" y="786383"/>
                  </a:lnTo>
                  <a:lnTo>
                    <a:pt x="942085" y="786383"/>
                  </a:lnTo>
                  <a:lnTo>
                    <a:pt x="942085" y="840485"/>
                  </a:lnTo>
                  <a:lnTo>
                    <a:pt x="944493" y="849082"/>
                  </a:lnTo>
                  <a:lnTo>
                    <a:pt x="951055" y="856106"/>
                  </a:lnTo>
                  <a:lnTo>
                    <a:pt x="960784" y="860845"/>
                  </a:lnTo>
                  <a:lnTo>
                    <a:pt x="972692" y="862583"/>
                  </a:lnTo>
                  <a:lnTo>
                    <a:pt x="1003046" y="862583"/>
                  </a:lnTo>
                  <a:lnTo>
                    <a:pt x="1014934" y="860845"/>
                  </a:lnTo>
                  <a:lnTo>
                    <a:pt x="1024620" y="856106"/>
                  </a:lnTo>
                  <a:lnTo>
                    <a:pt x="1031138" y="849082"/>
                  </a:lnTo>
                  <a:lnTo>
                    <a:pt x="1033526" y="840485"/>
                  </a:lnTo>
                  <a:lnTo>
                    <a:pt x="1033526" y="786383"/>
                  </a:lnTo>
                  <a:lnTo>
                    <a:pt x="1104519" y="786383"/>
                  </a:lnTo>
                  <a:lnTo>
                    <a:pt x="1104519" y="840485"/>
                  </a:lnTo>
                  <a:lnTo>
                    <a:pt x="1106926" y="849082"/>
                  </a:lnTo>
                  <a:lnTo>
                    <a:pt x="1113488" y="856106"/>
                  </a:lnTo>
                  <a:lnTo>
                    <a:pt x="1123217" y="860845"/>
                  </a:lnTo>
                  <a:lnTo>
                    <a:pt x="1135126" y="862583"/>
                  </a:lnTo>
                  <a:lnTo>
                    <a:pt x="1165478" y="862583"/>
                  </a:lnTo>
                  <a:lnTo>
                    <a:pt x="1177367" y="860845"/>
                  </a:lnTo>
                  <a:lnTo>
                    <a:pt x="1187053" y="856106"/>
                  </a:lnTo>
                  <a:lnTo>
                    <a:pt x="1193571" y="849082"/>
                  </a:lnTo>
                  <a:lnTo>
                    <a:pt x="1195958" y="840485"/>
                  </a:lnTo>
                  <a:lnTo>
                    <a:pt x="1195958" y="786383"/>
                  </a:lnTo>
                  <a:lnTo>
                    <a:pt x="1285366" y="786383"/>
                  </a:lnTo>
                  <a:lnTo>
                    <a:pt x="1301126" y="783216"/>
                  </a:lnTo>
                  <a:lnTo>
                    <a:pt x="1314005" y="774572"/>
                  </a:lnTo>
                  <a:lnTo>
                    <a:pt x="1322693" y="761738"/>
                  </a:lnTo>
                  <a:lnTo>
                    <a:pt x="1325879" y="745997"/>
                  </a:lnTo>
                  <a:lnTo>
                    <a:pt x="1325879" y="116585"/>
                  </a:lnTo>
                  <a:lnTo>
                    <a:pt x="1322693" y="100845"/>
                  </a:lnTo>
                  <a:lnTo>
                    <a:pt x="1314005" y="88010"/>
                  </a:lnTo>
                  <a:lnTo>
                    <a:pt x="1301126" y="79367"/>
                  </a:lnTo>
                  <a:lnTo>
                    <a:pt x="1285366" y="76200"/>
                  </a:lnTo>
                  <a:lnTo>
                    <a:pt x="1195958" y="76200"/>
                  </a:lnTo>
                  <a:lnTo>
                    <a:pt x="1195958" y="22097"/>
                  </a:lnTo>
                  <a:lnTo>
                    <a:pt x="1193571" y="13501"/>
                  </a:lnTo>
                  <a:lnTo>
                    <a:pt x="1187053" y="6476"/>
                  </a:lnTo>
                  <a:lnTo>
                    <a:pt x="1177367" y="1738"/>
                  </a:lnTo>
                  <a:lnTo>
                    <a:pt x="1165478" y="0"/>
                  </a:lnTo>
                  <a:close/>
                </a:path>
              </a:pathLst>
            </a:custGeom>
            <a:solidFill>
              <a:srgbClr val="0017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48044" y="1876044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60400" y="0"/>
                  </a:moveTo>
                  <a:lnTo>
                    <a:pt x="190753" y="0"/>
                  </a:lnTo>
                  <a:lnTo>
                    <a:pt x="202662" y="1738"/>
                  </a:lnTo>
                  <a:lnTo>
                    <a:pt x="212391" y="6476"/>
                  </a:lnTo>
                  <a:lnTo>
                    <a:pt x="218953" y="13501"/>
                  </a:lnTo>
                  <a:lnTo>
                    <a:pt x="221360" y="22097"/>
                  </a:lnTo>
                  <a:lnTo>
                    <a:pt x="221360" y="76200"/>
                  </a:lnTo>
                  <a:lnTo>
                    <a:pt x="292353" y="76200"/>
                  </a:lnTo>
                  <a:lnTo>
                    <a:pt x="292353" y="22097"/>
                  </a:lnTo>
                  <a:lnTo>
                    <a:pt x="294741" y="13501"/>
                  </a:lnTo>
                  <a:lnTo>
                    <a:pt x="301259" y="6476"/>
                  </a:lnTo>
                  <a:lnTo>
                    <a:pt x="310945" y="1738"/>
                  </a:lnTo>
                  <a:lnTo>
                    <a:pt x="322833" y="0"/>
                  </a:lnTo>
                  <a:lnTo>
                    <a:pt x="353186" y="0"/>
                  </a:lnTo>
                  <a:lnTo>
                    <a:pt x="365095" y="1738"/>
                  </a:lnTo>
                  <a:lnTo>
                    <a:pt x="374824" y="6476"/>
                  </a:lnTo>
                  <a:lnTo>
                    <a:pt x="381386" y="13501"/>
                  </a:lnTo>
                  <a:lnTo>
                    <a:pt x="383794" y="22097"/>
                  </a:lnTo>
                  <a:lnTo>
                    <a:pt x="383794" y="76200"/>
                  </a:lnTo>
                  <a:lnTo>
                    <a:pt x="454786" y="76200"/>
                  </a:lnTo>
                  <a:lnTo>
                    <a:pt x="454786" y="22097"/>
                  </a:lnTo>
                  <a:lnTo>
                    <a:pt x="457174" y="13501"/>
                  </a:lnTo>
                  <a:lnTo>
                    <a:pt x="463692" y="6476"/>
                  </a:lnTo>
                  <a:lnTo>
                    <a:pt x="473378" y="1738"/>
                  </a:lnTo>
                  <a:lnTo>
                    <a:pt x="485266" y="0"/>
                  </a:lnTo>
                  <a:lnTo>
                    <a:pt x="515747" y="0"/>
                  </a:lnTo>
                  <a:lnTo>
                    <a:pt x="527581" y="1738"/>
                  </a:lnTo>
                  <a:lnTo>
                    <a:pt x="537273" y="6476"/>
                  </a:lnTo>
                  <a:lnTo>
                    <a:pt x="543821" y="13501"/>
                  </a:lnTo>
                  <a:lnTo>
                    <a:pt x="546226" y="22097"/>
                  </a:lnTo>
                  <a:lnTo>
                    <a:pt x="546226" y="76200"/>
                  </a:lnTo>
                  <a:lnTo>
                    <a:pt x="617220" y="76200"/>
                  </a:lnTo>
                  <a:lnTo>
                    <a:pt x="617220" y="22097"/>
                  </a:lnTo>
                  <a:lnTo>
                    <a:pt x="619625" y="13501"/>
                  </a:lnTo>
                  <a:lnTo>
                    <a:pt x="626173" y="6476"/>
                  </a:lnTo>
                  <a:lnTo>
                    <a:pt x="635865" y="1738"/>
                  </a:lnTo>
                  <a:lnTo>
                    <a:pt x="647700" y="0"/>
                  </a:lnTo>
                  <a:lnTo>
                    <a:pt x="678179" y="0"/>
                  </a:lnTo>
                  <a:lnTo>
                    <a:pt x="690014" y="1738"/>
                  </a:lnTo>
                  <a:lnTo>
                    <a:pt x="699706" y="6476"/>
                  </a:lnTo>
                  <a:lnTo>
                    <a:pt x="706254" y="13501"/>
                  </a:lnTo>
                  <a:lnTo>
                    <a:pt x="708659" y="22097"/>
                  </a:lnTo>
                  <a:lnTo>
                    <a:pt x="708659" y="76200"/>
                  </a:lnTo>
                  <a:lnTo>
                    <a:pt x="779652" y="76200"/>
                  </a:lnTo>
                  <a:lnTo>
                    <a:pt x="779652" y="22097"/>
                  </a:lnTo>
                  <a:lnTo>
                    <a:pt x="782058" y="13501"/>
                  </a:lnTo>
                  <a:lnTo>
                    <a:pt x="788606" y="6476"/>
                  </a:lnTo>
                  <a:lnTo>
                    <a:pt x="798298" y="1738"/>
                  </a:lnTo>
                  <a:lnTo>
                    <a:pt x="810132" y="0"/>
                  </a:lnTo>
                  <a:lnTo>
                    <a:pt x="840612" y="0"/>
                  </a:lnTo>
                  <a:lnTo>
                    <a:pt x="852501" y="1738"/>
                  </a:lnTo>
                  <a:lnTo>
                    <a:pt x="862187" y="6476"/>
                  </a:lnTo>
                  <a:lnTo>
                    <a:pt x="868705" y="13501"/>
                  </a:lnTo>
                  <a:lnTo>
                    <a:pt x="871092" y="22097"/>
                  </a:lnTo>
                  <a:lnTo>
                    <a:pt x="871092" y="76200"/>
                  </a:lnTo>
                  <a:lnTo>
                    <a:pt x="942085" y="76200"/>
                  </a:lnTo>
                  <a:lnTo>
                    <a:pt x="942085" y="22097"/>
                  </a:lnTo>
                  <a:lnTo>
                    <a:pt x="944493" y="13501"/>
                  </a:lnTo>
                  <a:lnTo>
                    <a:pt x="951055" y="6476"/>
                  </a:lnTo>
                  <a:lnTo>
                    <a:pt x="960784" y="1738"/>
                  </a:lnTo>
                  <a:lnTo>
                    <a:pt x="972692" y="0"/>
                  </a:lnTo>
                  <a:lnTo>
                    <a:pt x="1003046" y="0"/>
                  </a:lnTo>
                  <a:lnTo>
                    <a:pt x="1014934" y="1738"/>
                  </a:lnTo>
                  <a:lnTo>
                    <a:pt x="1024620" y="6476"/>
                  </a:lnTo>
                  <a:lnTo>
                    <a:pt x="1031138" y="13501"/>
                  </a:lnTo>
                  <a:lnTo>
                    <a:pt x="1033526" y="22097"/>
                  </a:lnTo>
                  <a:lnTo>
                    <a:pt x="1033526" y="76200"/>
                  </a:lnTo>
                  <a:lnTo>
                    <a:pt x="1104519" y="76200"/>
                  </a:lnTo>
                  <a:lnTo>
                    <a:pt x="1104519" y="22097"/>
                  </a:lnTo>
                  <a:lnTo>
                    <a:pt x="1106926" y="13501"/>
                  </a:lnTo>
                  <a:lnTo>
                    <a:pt x="1113488" y="6476"/>
                  </a:lnTo>
                  <a:lnTo>
                    <a:pt x="1123217" y="1738"/>
                  </a:lnTo>
                  <a:lnTo>
                    <a:pt x="1135126" y="0"/>
                  </a:lnTo>
                  <a:lnTo>
                    <a:pt x="1165478" y="0"/>
                  </a:lnTo>
                  <a:lnTo>
                    <a:pt x="1177367" y="1738"/>
                  </a:lnTo>
                  <a:lnTo>
                    <a:pt x="1187053" y="6476"/>
                  </a:lnTo>
                  <a:lnTo>
                    <a:pt x="1193571" y="13501"/>
                  </a:lnTo>
                  <a:lnTo>
                    <a:pt x="1195958" y="22097"/>
                  </a:lnTo>
                  <a:lnTo>
                    <a:pt x="1195958" y="76200"/>
                  </a:lnTo>
                  <a:lnTo>
                    <a:pt x="1285366" y="76200"/>
                  </a:lnTo>
                  <a:lnTo>
                    <a:pt x="1301126" y="79367"/>
                  </a:lnTo>
                  <a:lnTo>
                    <a:pt x="1314005" y="88010"/>
                  </a:lnTo>
                  <a:lnTo>
                    <a:pt x="1322693" y="100845"/>
                  </a:lnTo>
                  <a:lnTo>
                    <a:pt x="1325879" y="116585"/>
                  </a:lnTo>
                  <a:lnTo>
                    <a:pt x="1325879" y="745997"/>
                  </a:lnTo>
                  <a:lnTo>
                    <a:pt x="1322693" y="761738"/>
                  </a:lnTo>
                  <a:lnTo>
                    <a:pt x="1314005" y="774572"/>
                  </a:lnTo>
                  <a:lnTo>
                    <a:pt x="1301126" y="783216"/>
                  </a:lnTo>
                  <a:lnTo>
                    <a:pt x="1285366" y="786383"/>
                  </a:lnTo>
                  <a:lnTo>
                    <a:pt x="1195958" y="786383"/>
                  </a:lnTo>
                  <a:lnTo>
                    <a:pt x="1195958" y="840485"/>
                  </a:lnTo>
                  <a:lnTo>
                    <a:pt x="1193571" y="849082"/>
                  </a:lnTo>
                  <a:lnTo>
                    <a:pt x="1187053" y="856106"/>
                  </a:lnTo>
                  <a:lnTo>
                    <a:pt x="1177367" y="860845"/>
                  </a:lnTo>
                  <a:lnTo>
                    <a:pt x="1165478" y="862583"/>
                  </a:lnTo>
                  <a:lnTo>
                    <a:pt x="1135126" y="862583"/>
                  </a:lnTo>
                  <a:lnTo>
                    <a:pt x="1123217" y="860845"/>
                  </a:lnTo>
                  <a:lnTo>
                    <a:pt x="1113488" y="856106"/>
                  </a:lnTo>
                  <a:lnTo>
                    <a:pt x="1106926" y="849082"/>
                  </a:lnTo>
                  <a:lnTo>
                    <a:pt x="1104519" y="840485"/>
                  </a:lnTo>
                  <a:lnTo>
                    <a:pt x="1104519" y="786383"/>
                  </a:lnTo>
                  <a:lnTo>
                    <a:pt x="1033526" y="786383"/>
                  </a:lnTo>
                  <a:lnTo>
                    <a:pt x="1033526" y="840485"/>
                  </a:lnTo>
                  <a:lnTo>
                    <a:pt x="1031138" y="849082"/>
                  </a:lnTo>
                  <a:lnTo>
                    <a:pt x="1024620" y="856106"/>
                  </a:lnTo>
                  <a:lnTo>
                    <a:pt x="1014934" y="860845"/>
                  </a:lnTo>
                  <a:lnTo>
                    <a:pt x="1003046" y="862583"/>
                  </a:lnTo>
                  <a:lnTo>
                    <a:pt x="972692" y="862583"/>
                  </a:lnTo>
                  <a:lnTo>
                    <a:pt x="960784" y="860845"/>
                  </a:lnTo>
                  <a:lnTo>
                    <a:pt x="951055" y="856106"/>
                  </a:lnTo>
                  <a:lnTo>
                    <a:pt x="944493" y="849082"/>
                  </a:lnTo>
                  <a:lnTo>
                    <a:pt x="942085" y="840485"/>
                  </a:lnTo>
                  <a:lnTo>
                    <a:pt x="942085" y="786383"/>
                  </a:lnTo>
                  <a:lnTo>
                    <a:pt x="871092" y="786383"/>
                  </a:lnTo>
                  <a:lnTo>
                    <a:pt x="871092" y="840485"/>
                  </a:lnTo>
                  <a:lnTo>
                    <a:pt x="868705" y="849082"/>
                  </a:lnTo>
                  <a:lnTo>
                    <a:pt x="862187" y="856106"/>
                  </a:lnTo>
                  <a:lnTo>
                    <a:pt x="852501" y="860845"/>
                  </a:lnTo>
                  <a:lnTo>
                    <a:pt x="840612" y="862583"/>
                  </a:lnTo>
                  <a:lnTo>
                    <a:pt x="810132" y="862583"/>
                  </a:lnTo>
                  <a:lnTo>
                    <a:pt x="798298" y="860845"/>
                  </a:lnTo>
                  <a:lnTo>
                    <a:pt x="788606" y="856106"/>
                  </a:lnTo>
                  <a:lnTo>
                    <a:pt x="782058" y="849082"/>
                  </a:lnTo>
                  <a:lnTo>
                    <a:pt x="779652" y="840485"/>
                  </a:lnTo>
                  <a:lnTo>
                    <a:pt x="779652" y="786383"/>
                  </a:lnTo>
                  <a:lnTo>
                    <a:pt x="708659" y="786383"/>
                  </a:lnTo>
                  <a:lnTo>
                    <a:pt x="708659" y="840485"/>
                  </a:lnTo>
                  <a:lnTo>
                    <a:pt x="706254" y="849082"/>
                  </a:lnTo>
                  <a:lnTo>
                    <a:pt x="699706" y="856106"/>
                  </a:lnTo>
                  <a:lnTo>
                    <a:pt x="690014" y="860845"/>
                  </a:lnTo>
                  <a:lnTo>
                    <a:pt x="678179" y="862583"/>
                  </a:lnTo>
                  <a:lnTo>
                    <a:pt x="647700" y="862583"/>
                  </a:lnTo>
                  <a:lnTo>
                    <a:pt x="635865" y="860845"/>
                  </a:lnTo>
                  <a:lnTo>
                    <a:pt x="626173" y="856106"/>
                  </a:lnTo>
                  <a:lnTo>
                    <a:pt x="619625" y="849082"/>
                  </a:lnTo>
                  <a:lnTo>
                    <a:pt x="617220" y="840485"/>
                  </a:lnTo>
                  <a:lnTo>
                    <a:pt x="617220" y="786383"/>
                  </a:lnTo>
                  <a:lnTo>
                    <a:pt x="546226" y="786383"/>
                  </a:lnTo>
                  <a:lnTo>
                    <a:pt x="546226" y="840485"/>
                  </a:lnTo>
                  <a:lnTo>
                    <a:pt x="543821" y="849082"/>
                  </a:lnTo>
                  <a:lnTo>
                    <a:pt x="537273" y="856106"/>
                  </a:lnTo>
                  <a:lnTo>
                    <a:pt x="527581" y="860845"/>
                  </a:lnTo>
                  <a:lnTo>
                    <a:pt x="515747" y="862583"/>
                  </a:lnTo>
                  <a:lnTo>
                    <a:pt x="485266" y="862583"/>
                  </a:lnTo>
                  <a:lnTo>
                    <a:pt x="473378" y="860845"/>
                  </a:lnTo>
                  <a:lnTo>
                    <a:pt x="463692" y="856106"/>
                  </a:lnTo>
                  <a:lnTo>
                    <a:pt x="457174" y="849082"/>
                  </a:lnTo>
                  <a:lnTo>
                    <a:pt x="454786" y="840485"/>
                  </a:lnTo>
                  <a:lnTo>
                    <a:pt x="454786" y="786383"/>
                  </a:lnTo>
                  <a:lnTo>
                    <a:pt x="383794" y="786383"/>
                  </a:lnTo>
                  <a:lnTo>
                    <a:pt x="383794" y="840485"/>
                  </a:lnTo>
                  <a:lnTo>
                    <a:pt x="381386" y="849082"/>
                  </a:lnTo>
                  <a:lnTo>
                    <a:pt x="374824" y="856106"/>
                  </a:lnTo>
                  <a:lnTo>
                    <a:pt x="365095" y="860845"/>
                  </a:lnTo>
                  <a:lnTo>
                    <a:pt x="353186" y="862583"/>
                  </a:lnTo>
                  <a:lnTo>
                    <a:pt x="322833" y="862583"/>
                  </a:lnTo>
                  <a:lnTo>
                    <a:pt x="310945" y="860845"/>
                  </a:lnTo>
                  <a:lnTo>
                    <a:pt x="301259" y="856106"/>
                  </a:lnTo>
                  <a:lnTo>
                    <a:pt x="294741" y="849082"/>
                  </a:lnTo>
                  <a:lnTo>
                    <a:pt x="292353" y="840485"/>
                  </a:lnTo>
                  <a:lnTo>
                    <a:pt x="292353" y="786383"/>
                  </a:lnTo>
                  <a:lnTo>
                    <a:pt x="221360" y="786383"/>
                  </a:lnTo>
                  <a:lnTo>
                    <a:pt x="221360" y="840485"/>
                  </a:lnTo>
                  <a:lnTo>
                    <a:pt x="218953" y="849082"/>
                  </a:lnTo>
                  <a:lnTo>
                    <a:pt x="212391" y="856106"/>
                  </a:lnTo>
                  <a:lnTo>
                    <a:pt x="202662" y="860845"/>
                  </a:lnTo>
                  <a:lnTo>
                    <a:pt x="190753" y="862583"/>
                  </a:lnTo>
                  <a:lnTo>
                    <a:pt x="160400" y="862583"/>
                  </a:lnTo>
                  <a:lnTo>
                    <a:pt x="148512" y="860845"/>
                  </a:lnTo>
                  <a:lnTo>
                    <a:pt x="138826" y="856106"/>
                  </a:lnTo>
                  <a:lnTo>
                    <a:pt x="132308" y="849082"/>
                  </a:lnTo>
                  <a:lnTo>
                    <a:pt x="129921" y="840485"/>
                  </a:lnTo>
                  <a:lnTo>
                    <a:pt x="129921" y="786383"/>
                  </a:lnTo>
                  <a:lnTo>
                    <a:pt x="40512" y="786383"/>
                  </a:lnTo>
                  <a:lnTo>
                    <a:pt x="24753" y="783216"/>
                  </a:lnTo>
                  <a:lnTo>
                    <a:pt x="11874" y="774573"/>
                  </a:lnTo>
                  <a:lnTo>
                    <a:pt x="3186" y="761738"/>
                  </a:lnTo>
                  <a:lnTo>
                    <a:pt x="0" y="745997"/>
                  </a:lnTo>
                  <a:lnTo>
                    <a:pt x="0" y="116585"/>
                  </a:lnTo>
                  <a:lnTo>
                    <a:pt x="3186" y="100845"/>
                  </a:lnTo>
                  <a:lnTo>
                    <a:pt x="11874" y="88010"/>
                  </a:lnTo>
                  <a:lnTo>
                    <a:pt x="24753" y="79367"/>
                  </a:lnTo>
                  <a:lnTo>
                    <a:pt x="40512" y="76200"/>
                  </a:lnTo>
                  <a:lnTo>
                    <a:pt x="129921" y="76200"/>
                  </a:lnTo>
                  <a:lnTo>
                    <a:pt x="129921" y="22097"/>
                  </a:lnTo>
                  <a:lnTo>
                    <a:pt x="132308" y="13501"/>
                  </a:lnTo>
                  <a:lnTo>
                    <a:pt x="138826" y="6476"/>
                  </a:lnTo>
                  <a:lnTo>
                    <a:pt x="148512" y="1738"/>
                  </a:lnTo>
                  <a:lnTo>
                    <a:pt x="160400" y="0"/>
                  </a:lnTo>
                  <a:close/>
                </a:path>
              </a:pathLst>
            </a:custGeom>
            <a:ln w="12700">
              <a:solidFill>
                <a:srgbClr val="0452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54710" y="4362958"/>
            <a:ext cx="1338580" cy="875665"/>
            <a:chOff x="854710" y="4362958"/>
            <a:chExt cx="1338580" cy="875665"/>
          </a:xfrm>
        </p:grpSpPr>
        <p:sp>
          <p:nvSpPr>
            <p:cNvPr id="16" name="object 16"/>
            <p:cNvSpPr/>
            <p:nvPr/>
          </p:nvSpPr>
          <p:spPr>
            <a:xfrm>
              <a:off x="861060" y="4369308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80" h="862964">
                  <a:moveTo>
                    <a:pt x="1165479" y="0"/>
                  </a:moveTo>
                  <a:lnTo>
                    <a:pt x="1135126" y="0"/>
                  </a:lnTo>
                  <a:lnTo>
                    <a:pt x="1123217" y="1738"/>
                  </a:lnTo>
                  <a:lnTo>
                    <a:pt x="1113488" y="6477"/>
                  </a:lnTo>
                  <a:lnTo>
                    <a:pt x="1106926" y="13501"/>
                  </a:lnTo>
                  <a:lnTo>
                    <a:pt x="1104519" y="22098"/>
                  </a:lnTo>
                  <a:lnTo>
                    <a:pt x="1104519" y="76200"/>
                  </a:lnTo>
                  <a:lnTo>
                    <a:pt x="1033526" y="76200"/>
                  </a:lnTo>
                  <a:lnTo>
                    <a:pt x="1033526" y="22098"/>
                  </a:lnTo>
                  <a:lnTo>
                    <a:pt x="1031138" y="13501"/>
                  </a:lnTo>
                  <a:lnTo>
                    <a:pt x="1024620" y="6477"/>
                  </a:lnTo>
                  <a:lnTo>
                    <a:pt x="1014934" y="1738"/>
                  </a:lnTo>
                  <a:lnTo>
                    <a:pt x="1003046" y="0"/>
                  </a:lnTo>
                  <a:lnTo>
                    <a:pt x="972692" y="0"/>
                  </a:lnTo>
                  <a:lnTo>
                    <a:pt x="960784" y="1738"/>
                  </a:lnTo>
                  <a:lnTo>
                    <a:pt x="951055" y="6477"/>
                  </a:lnTo>
                  <a:lnTo>
                    <a:pt x="944493" y="13501"/>
                  </a:lnTo>
                  <a:lnTo>
                    <a:pt x="942085" y="22098"/>
                  </a:lnTo>
                  <a:lnTo>
                    <a:pt x="942085" y="76200"/>
                  </a:lnTo>
                  <a:lnTo>
                    <a:pt x="871092" y="76200"/>
                  </a:lnTo>
                  <a:lnTo>
                    <a:pt x="871092" y="22098"/>
                  </a:lnTo>
                  <a:lnTo>
                    <a:pt x="868705" y="13501"/>
                  </a:lnTo>
                  <a:lnTo>
                    <a:pt x="862187" y="6477"/>
                  </a:lnTo>
                  <a:lnTo>
                    <a:pt x="852501" y="1738"/>
                  </a:lnTo>
                  <a:lnTo>
                    <a:pt x="840613" y="0"/>
                  </a:lnTo>
                  <a:lnTo>
                    <a:pt x="810133" y="0"/>
                  </a:lnTo>
                  <a:lnTo>
                    <a:pt x="798298" y="1738"/>
                  </a:lnTo>
                  <a:lnTo>
                    <a:pt x="788606" y="6477"/>
                  </a:lnTo>
                  <a:lnTo>
                    <a:pt x="782058" y="13501"/>
                  </a:lnTo>
                  <a:lnTo>
                    <a:pt x="779653" y="22098"/>
                  </a:lnTo>
                  <a:lnTo>
                    <a:pt x="779653" y="76200"/>
                  </a:lnTo>
                  <a:lnTo>
                    <a:pt x="708660" y="76200"/>
                  </a:lnTo>
                  <a:lnTo>
                    <a:pt x="708660" y="22098"/>
                  </a:lnTo>
                  <a:lnTo>
                    <a:pt x="706254" y="13501"/>
                  </a:lnTo>
                  <a:lnTo>
                    <a:pt x="699706" y="6477"/>
                  </a:lnTo>
                  <a:lnTo>
                    <a:pt x="690014" y="1738"/>
                  </a:lnTo>
                  <a:lnTo>
                    <a:pt x="678180" y="0"/>
                  </a:lnTo>
                  <a:lnTo>
                    <a:pt x="647700" y="0"/>
                  </a:lnTo>
                  <a:lnTo>
                    <a:pt x="635865" y="1738"/>
                  </a:lnTo>
                  <a:lnTo>
                    <a:pt x="626173" y="6477"/>
                  </a:lnTo>
                  <a:lnTo>
                    <a:pt x="619625" y="13501"/>
                  </a:lnTo>
                  <a:lnTo>
                    <a:pt x="617220" y="22098"/>
                  </a:lnTo>
                  <a:lnTo>
                    <a:pt x="617220" y="76200"/>
                  </a:lnTo>
                  <a:lnTo>
                    <a:pt x="546227" y="76200"/>
                  </a:lnTo>
                  <a:lnTo>
                    <a:pt x="546227" y="22098"/>
                  </a:lnTo>
                  <a:lnTo>
                    <a:pt x="543821" y="13501"/>
                  </a:lnTo>
                  <a:lnTo>
                    <a:pt x="537273" y="6477"/>
                  </a:lnTo>
                  <a:lnTo>
                    <a:pt x="527581" y="1738"/>
                  </a:lnTo>
                  <a:lnTo>
                    <a:pt x="515747" y="0"/>
                  </a:lnTo>
                  <a:lnTo>
                    <a:pt x="485267" y="0"/>
                  </a:lnTo>
                  <a:lnTo>
                    <a:pt x="473378" y="1738"/>
                  </a:lnTo>
                  <a:lnTo>
                    <a:pt x="463692" y="6477"/>
                  </a:lnTo>
                  <a:lnTo>
                    <a:pt x="457174" y="13501"/>
                  </a:lnTo>
                  <a:lnTo>
                    <a:pt x="454787" y="22098"/>
                  </a:lnTo>
                  <a:lnTo>
                    <a:pt x="454787" y="76200"/>
                  </a:lnTo>
                  <a:lnTo>
                    <a:pt x="383755" y="76200"/>
                  </a:lnTo>
                  <a:lnTo>
                    <a:pt x="383755" y="22098"/>
                  </a:lnTo>
                  <a:lnTo>
                    <a:pt x="381357" y="13501"/>
                  </a:lnTo>
                  <a:lnTo>
                    <a:pt x="374816" y="6477"/>
                  </a:lnTo>
                  <a:lnTo>
                    <a:pt x="365116" y="1738"/>
                  </a:lnTo>
                  <a:lnTo>
                    <a:pt x="353237" y="0"/>
                  </a:lnTo>
                  <a:lnTo>
                    <a:pt x="322834" y="0"/>
                  </a:lnTo>
                  <a:lnTo>
                    <a:pt x="310955" y="1738"/>
                  </a:lnTo>
                  <a:lnTo>
                    <a:pt x="301255" y="6477"/>
                  </a:lnTo>
                  <a:lnTo>
                    <a:pt x="294714" y="13501"/>
                  </a:lnTo>
                  <a:lnTo>
                    <a:pt x="292315" y="22098"/>
                  </a:lnTo>
                  <a:lnTo>
                    <a:pt x="292315" y="76200"/>
                  </a:lnTo>
                  <a:lnTo>
                    <a:pt x="221297" y="76200"/>
                  </a:lnTo>
                  <a:lnTo>
                    <a:pt x="221297" y="22098"/>
                  </a:lnTo>
                  <a:lnTo>
                    <a:pt x="218900" y="13501"/>
                  </a:lnTo>
                  <a:lnTo>
                    <a:pt x="212364" y="6477"/>
                  </a:lnTo>
                  <a:lnTo>
                    <a:pt x="202668" y="1738"/>
                  </a:lnTo>
                  <a:lnTo>
                    <a:pt x="190792" y="0"/>
                  </a:lnTo>
                  <a:lnTo>
                    <a:pt x="160375" y="0"/>
                  </a:lnTo>
                  <a:lnTo>
                    <a:pt x="148499" y="1738"/>
                  </a:lnTo>
                  <a:lnTo>
                    <a:pt x="138803" y="6477"/>
                  </a:lnTo>
                  <a:lnTo>
                    <a:pt x="132266" y="13501"/>
                  </a:lnTo>
                  <a:lnTo>
                    <a:pt x="129870" y="22098"/>
                  </a:lnTo>
                  <a:lnTo>
                    <a:pt x="129870" y="76200"/>
                  </a:lnTo>
                  <a:lnTo>
                    <a:pt x="40474" y="76200"/>
                  </a:lnTo>
                  <a:lnTo>
                    <a:pt x="24720" y="79367"/>
                  </a:lnTo>
                  <a:lnTo>
                    <a:pt x="11855" y="88011"/>
                  </a:lnTo>
                  <a:lnTo>
                    <a:pt x="3180" y="100845"/>
                  </a:lnTo>
                  <a:lnTo>
                    <a:pt x="0" y="116586"/>
                  </a:lnTo>
                  <a:lnTo>
                    <a:pt x="0" y="745998"/>
                  </a:lnTo>
                  <a:lnTo>
                    <a:pt x="3180" y="761738"/>
                  </a:lnTo>
                  <a:lnTo>
                    <a:pt x="11855" y="774573"/>
                  </a:lnTo>
                  <a:lnTo>
                    <a:pt x="24720" y="783216"/>
                  </a:lnTo>
                  <a:lnTo>
                    <a:pt x="40474" y="786384"/>
                  </a:lnTo>
                  <a:lnTo>
                    <a:pt x="129870" y="786384"/>
                  </a:lnTo>
                  <a:lnTo>
                    <a:pt x="129870" y="840486"/>
                  </a:lnTo>
                  <a:lnTo>
                    <a:pt x="132266" y="849082"/>
                  </a:lnTo>
                  <a:lnTo>
                    <a:pt x="138803" y="856107"/>
                  </a:lnTo>
                  <a:lnTo>
                    <a:pt x="148499" y="860845"/>
                  </a:lnTo>
                  <a:lnTo>
                    <a:pt x="160375" y="862584"/>
                  </a:lnTo>
                  <a:lnTo>
                    <a:pt x="190792" y="862584"/>
                  </a:lnTo>
                  <a:lnTo>
                    <a:pt x="202668" y="860845"/>
                  </a:lnTo>
                  <a:lnTo>
                    <a:pt x="212364" y="856107"/>
                  </a:lnTo>
                  <a:lnTo>
                    <a:pt x="218900" y="849082"/>
                  </a:lnTo>
                  <a:lnTo>
                    <a:pt x="221297" y="840486"/>
                  </a:lnTo>
                  <a:lnTo>
                    <a:pt x="221297" y="786384"/>
                  </a:lnTo>
                  <a:lnTo>
                    <a:pt x="292315" y="786384"/>
                  </a:lnTo>
                  <a:lnTo>
                    <a:pt x="292315" y="840486"/>
                  </a:lnTo>
                  <a:lnTo>
                    <a:pt x="294714" y="849082"/>
                  </a:lnTo>
                  <a:lnTo>
                    <a:pt x="301255" y="856107"/>
                  </a:lnTo>
                  <a:lnTo>
                    <a:pt x="310955" y="860845"/>
                  </a:lnTo>
                  <a:lnTo>
                    <a:pt x="322834" y="862584"/>
                  </a:lnTo>
                  <a:lnTo>
                    <a:pt x="353237" y="862584"/>
                  </a:lnTo>
                  <a:lnTo>
                    <a:pt x="365116" y="860845"/>
                  </a:lnTo>
                  <a:lnTo>
                    <a:pt x="374816" y="856107"/>
                  </a:lnTo>
                  <a:lnTo>
                    <a:pt x="381357" y="849082"/>
                  </a:lnTo>
                  <a:lnTo>
                    <a:pt x="383755" y="840486"/>
                  </a:lnTo>
                  <a:lnTo>
                    <a:pt x="383755" y="786384"/>
                  </a:lnTo>
                  <a:lnTo>
                    <a:pt x="454787" y="786384"/>
                  </a:lnTo>
                  <a:lnTo>
                    <a:pt x="454787" y="840486"/>
                  </a:lnTo>
                  <a:lnTo>
                    <a:pt x="457174" y="849082"/>
                  </a:lnTo>
                  <a:lnTo>
                    <a:pt x="463692" y="856107"/>
                  </a:lnTo>
                  <a:lnTo>
                    <a:pt x="473378" y="860845"/>
                  </a:lnTo>
                  <a:lnTo>
                    <a:pt x="485267" y="862584"/>
                  </a:lnTo>
                  <a:lnTo>
                    <a:pt x="515747" y="862584"/>
                  </a:lnTo>
                  <a:lnTo>
                    <a:pt x="527581" y="860845"/>
                  </a:lnTo>
                  <a:lnTo>
                    <a:pt x="537273" y="856107"/>
                  </a:lnTo>
                  <a:lnTo>
                    <a:pt x="543821" y="849082"/>
                  </a:lnTo>
                  <a:lnTo>
                    <a:pt x="546227" y="840486"/>
                  </a:lnTo>
                  <a:lnTo>
                    <a:pt x="546227" y="786384"/>
                  </a:lnTo>
                  <a:lnTo>
                    <a:pt x="617220" y="786384"/>
                  </a:lnTo>
                  <a:lnTo>
                    <a:pt x="617220" y="840486"/>
                  </a:lnTo>
                  <a:lnTo>
                    <a:pt x="619625" y="849082"/>
                  </a:lnTo>
                  <a:lnTo>
                    <a:pt x="626173" y="856107"/>
                  </a:lnTo>
                  <a:lnTo>
                    <a:pt x="635865" y="860845"/>
                  </a:lnTo>
                  <a:lnTo>
                    <a:pt x="647700" y="862584"/>
                  </a:lnTo>
                  <a:lnTo>
                    <a:pt x="678180" y="862584"/>
                  </a:lnTo>
                  <a:lnTo>
                    <a:pt x="690014" y="860845"/>
                  </a:lnTo>
                  <a:lnTo>
                    <a:pt x="699706" y="856107"/>
                  </a:lnTo>
                  <a:lnTo>
                    <a:pt x="706254" y="849082"/>
                  </a:lnTo>
                  <a:lnTo>
                    <a:pt x="708660" y="840486"/>
                  </a:lnTo>
                  <a:lnTo>
                    <a:pt x="708660" y="786384"/>
                  </a:lnTo>
                  <a:lnTo>
                    <a:pt x="779653" y="786384"/>
                  </a:lnTo>
                  <a:lnTo>
                    <a:pt x="779653" y="840486"/>
                  </a:lnTo>
                  <a:lnTo>
                    <a:pt x="782058" y="849082"/>
                  </a:lnTo>
                  <a:lnTo>
                    <a:pt x="788606" y="856107"/>
                  </a:lnTo>
                  <a:lnTo>
                    <a:pt x="798298" y="860845"/>
                  </a:lnTo>
                  <a:lnTo>
                    <a:pt x="810133" y="862584"/>
                  </a:lnTo>
                  <a:lnTo>
                    <a:pt x="840613" y="862584"/>
                  </a:lnTo>
                  <a:lnTo>
                    <a:pt x="852501" y="860845"/>
                  </a:lnTo>
                  <a:lnTo>
                    <a:pt x="862187" y="856107"/>
                  </a:lnTo>
                  <a:lnTo>
                    <a:pt x="868705" y="849082"/>
                  </a:lnTo>
                  <a:lnTo>
                    <a:pt x="871092" y="840486"/>
                  </a:lnTo>
                  <a:lnTo>
                    <a:pt x="871092" y="786384"/>
                  </a:lnTo>
                  <a:lnTo>
                    <a:pt x="942085" y="786384"/>
                  </a:lnTo>
                  <a:lnTo>
                    <a:pt x="942085" y="840486"/>
                  </a:lnTo>
                  <a:lnTo>
                    <a:pt x="944493" y="849082"/>
                  </a:lnTo>
                  <a:lnTo>
                    <a:pt x="951055" y="856107"/>
                  </a:lnTo>
                  <a:lnTo>
                    <a:pt x="960784" y="860845"/>
                  </a:lnTo>
                  <a:lnTo>
                    <a:pt x="972692" y="862584"/>
                  </a:lnTo>
                  <a:lnTo>
                    <a:pt x="1003046" y="862584"/>
                  </a:lnTo>
                  <a:lnTo>
                    <a:pt x="1014934" y="860845"/>
                  </a:lnTo>
                  <a:lnTo>
                    <a:pt x="1024620" y="856107"/>
                  </a:lnTo>
                  <a:lnTo>
                    <a:pt x="1031138" y="849082"/>
                  </a:lnTo>
                  <a:lnTo>
                    <a:pt x="1033526" y="840486"/>
                  </a:lnTo>
                  <a:lnTo>
                    <a:pt x="1033526" y="786384"/>
                  </a:lnTo>
                  <a:lnTo>
                    <a:pt x="1104519" y="786384"/>
                  </a:lnTo>
                  <a:lnTo>
                    <a:pt x="1104519" y="840486"/>
                  </a:lnTo>
                  <a:lnTo>
                    <a:pt x="1106926" y="849082"/>
                  </a:lnTo>
                  <a:lnTo>
                    <a:pt x="1113488" y="856107"/>
                  </a:lnTo>
                  <a:lnTo>
                    <a:pt x="1123217" y="860845"/>
                  </a:lnTo>
                  <a:lnTo>
                    <a:pt x="1135126" y="862584"/>
                  </a:lnTo>
                  <a:lnTo>
                    <a:pt x="1165479" y="862584"/>
                  </a:lnTo>
                  <a:lnTo>
                    <a:pt x="1177367" y="860845"/>
                  </a:lnTo>
                  <a:lnTo>
                    <a:pt x="1187053" y="856107"/>
                  </a:lnTo>
                  <a:lnTo>
                    <a:pt x="1193571" y="849082"/>
                  </a:lnTo>
                  <a:lnTo>
                    <a:pt x="1195959" y="840486"/>
                  </a:lnTo>
                  <a:lnTo>
                    <a:pt x="1195959" y="786384"/>
                  </a:lnTo>
                  <a:lnTo>
                    <a:pt x="1285367" y="786384"/>
                  </a:lnTo>
                  <a:lnTo>
                    <a:pt x="1301126" y="783216"/>
                  </a:lnTo>
                  <a:lnTo>
                    <a:pt x="1314005" y="774573"/>
                  </a:lnTo>
                  <a:lnTo>
                    <a:pt x="1322693" y="761738"/>
                  </a:lnTo>
                  <a:lnTo>
                    <a:pt x="1325880" y="745998"/>
                  </a:lnTo>
                  <a:lnTo>
                    <a:pt x="1325880" y="116586"/>
                  </a:lnTo>
                  <a:lnTo>
                    <a:pt x="1322693" y="100845"/>
                  </a:lnTo>
                  <a:lnTo>
                    <a:pt x="1314005" y="88011"/>
                  </a:lnTo>
                  <a:lnTo>
                    <a:pt x="1301126" y="79367"/>
                  </a:lnTo>
                  <a:lnTo>
                    <a:pt x="1285367" y="76200"/>
                  </a:lnTo>
                  <a:lnTo>
                    <a:pt x="1195959" y="76200"/>
                  </a:lnTo>
                  <a:lnTo>
                    <a:pt x="1195959" y="22098"/>
                  </a:lnTo>
                  <a:lnTo>
                    <a:pt x="1193571" y="13501"/>
                  </a:lnTo>
                  <a:lnTo>
                    <a:pt x="1187053" y="6477"/>
                  </a:lnTo>
                  <a:lnTo>
                    <a:pt x="1177367" y="1738"/>
                  </a:lnTo>
                  <a:lnTo>
                    <a:pt x="1165479" y="0"/>
                  </a:lnTo>
                  <a:close/>
                </a:path>
              </a:pathLst>
            </a:custGeom>
            <a:solidFill>
              <a:srgbClr val="087C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1060" y="4369308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80" h="862964">
                  <a:moveTo>
                    <a:pt x="160375" y="0"/>
                  </a:moveTo>
                  <a:lnTo>
                    <a:pt x="190792" y="0"/>
                  </a:lnTo>
                  <a:lnTo>
                    <a:pt x="202668" y="1738"/>
                  </a:lnTo>
                  <a:lnTo>
                    <a:pt x="212364" y="6477"/>
                  </a:lnTo>
                  <a:lnTo>
                    <a:pt x="218900" y="13501"/>
                  </a:lnTo>
                  <a:lnTo>
                    <a:pt x="221297" y="22098"/>
                  </a:lnTo>
                  <a:lnTo>
                    <a:pt x="221297" y="76200"/>
                  </a:lnTo>
                  <a:lnTo>
                    <a:pt x="292315" y="76200"/>
                  </a:lnTo>
                  <a:lnTo>
                    <a:pt x="292315" y="22098"/>
                  </a:lnTo>
                  <a:lnTo>
                    <a:pt x="294714" y="13501"/>
                  </a:lnTo>
                  <a:lnTo>
                    <a:pt x="301255" y="6477"/>
                  </a:lnTo>
                  <a:lnTo>
                    <a:pt x="310955" y="1738"/>
                  </a:lnTo>
                  <a:lnTo>
                    <a:pt x="322834" y="0"/>
                  </a:lnTo>
                  <a:lnTo>
                    <a:pt x="353237" y="0"/>
                  </a:lnTo>
                  <a:lnTo>
                    <a:pt x="365116" y="1738"/>
                  </a:lnTo>
                  <a:lnTo>
                    <a:pt x="374816" y="6477"/>
                  </a:lnTo>
                  <a:lnTo>
                    <a:pt x="381357" y="13501"/>
                  </a:lnTo>
                  <a:lnTo>
                    <a:pt x="383755" y="22098"/>
                  </a:lnTo>
                  <a:lnTo>
                    <a:pt x="383755" y="76200"/>
                  </a:lnTo>
                  <a:lnTo>
                    <a:pt x="454787" y="76200"/>
                  </a:lnTo>
                  <a:lnTo>
                    <a:pt x="454787" y="22098"/>
                  </a:lnTo>
                  <a:lnTo>
                    <a:pt x="457174" y="13501"/>
                  </a:lnTo>
                  <a:lnTo>
                    <a:pt x="463692" y="6477"/>
                  </a:lnTo>
                  <a:lnTo>
                    <a:pt x="473378" y="1738"/>
                  </a:lnTo>
                  <a:lnTo>
                    <a:pt x="485267" y="0"/>
                  </a:lnTo>
                  <a:lnTo>
                    <a:pt x="515747" y="0"/>
                  </a:lnTo>
                  <a:lnTo>
                    <a:pt x="527581" y="1738"/>
                  </a:lnTo>
                  <a:lnTo>
                    <a:pt x="537273" y="6477"/>
                  </a:lnTo>
                  <a:lnTo>
                    <a:pt x="543821" y="13501"/>
                  </a:lnTo>
                  <a:lnTo>
                    <a:pt x="546227" y="22098"/>
                  </a:lnTo>
                  <a:lnTo>
                    <a:pt x="546227" y="76200"/>
                  </a:lnTo>
                  <a:lnTo>
                    <a:pt x="617220" y="76200"/>
                  </a:lnTo>
                  <a:lnTo>
                    <a:pt x="617220" y="22098"/>
                  </a:lnTo>
                  <a:lnTo>
                    <a:pt x="619625" y="13501"/>
                  </a:lnTo>
                  <a:lnTo>
                    <a:pt x="626173" y="6477"/>
                  </a:lnTo>
                  <a:lnTo>
                    <a:pt x="635865" y="1738"/>
                  </a:lnTo>
                  <a:lnTo>
                    <a:pt x="647700" y="0"/>
                  </a:lnTo>
                  <a:lnTo>
                    <a:pt x="678180" y="0"/>
                  </a:lnTo>
                  <a:lnTo>
                    <a:pt x="690014" y="1738"/>
                  </a:lnTo>
                  <a:lnTo>
                    <a:pt x="699706" y="6477"/>
                  </a:lnTo>
                  <a:lnTo>
                    <a:pt x="706254" y="13501"/>
                  </a:lnTo>
                  <a:lnTo>
                    <a:pt x="708660" y="22098"/>
                  </a:lnTo>
                  <a:lnTo>
                    <a:pt x="708660" y="76200"/>
                  </a:lnTo>
                  <a:lnTo>
                    <a:pt x="779653" y="76200"/>
                  </a:lnTo>
                  <a:lnTo>
                    <a:pt x="779653" y="22098"/>
                  </a:lnTo>
                  <a:lnTo>
                    <a:pt x="782058" y="13501"/>
                  </a:lnTo>
                  <a:lnTo>
                    <a:pt x="788606" y="6477"/>
                  </a:lnTo>
                  <a:lnTo>
                    <a:pt x="798298" y="1738"/>
                  </a:lnTo>
                  <a:lnTo>
                    <a:pt x="810133" y="0"/>
                  </a:lnTo>
                  <a:lnTo>
                    <a:pt x="840613" y="0"/>
                  </a:lnTo>
                  <a:lnTo>
                    <a:pt x="852501" y="1738"/>
                  </a:lnTo>
                  <a:lnTo>
                    <a:pt x="862187" y="6477"/>
                  </a:lnTo>
                  <a:lnTo>
                    <a:pt x="868705" y="13501"/>
                  </a:lnTo>
                  <a:lnTo>
                    <a:pt x="871092" y="22098"/>
                  </a:lnTo>
                  <a:lnTo>
                    <a:pt x="871092" y="76200"/>
                  </a:lnTo>
                  <a:lnTo>
                    <a:pt x="942085" y="76200"/>
                  </a:lnTo>
                  <a:lnTo>
                    <a:pt x="942085" y="22098"/>
                  </a:lnTo>
                  <a:lnTo>
                    <a:pt x="944493" y="13501"/>
                  </a:lnTo>
                  <a:lnTo>
                    <a:pt x="951055" y="6477"/>
                  </a:lnTo>
                  <a:lnTo>
                    <a:pt x="960784" y="1738"/>
                  </a:lnTo>
                  <a:lnTo>
                    <a:pt x="972692" y="0"/>
                  </a:lnTo>
                  <a:lnTo>
                    <a:pt x="1003046" y="0"/>
                  </a:lnTo>
                  <a:lnTo>
                    <a:pt x="1014934" y="1738"/>
                  </a:lnTo>
                  <a:lnTo>
                    <a:pt x="1024620" y="6477"/>
                  </a:lnTo>
                  <a:lnTo>
                    <a:pt x="1031138" y="13501"/>
                  </a:lnTo>
                  <a:lnTo>
                    <a:pt x="1033526" y="22098"/>
                  </a:lnTo>
                  <a:lnTo>
                    <a:pt x="1033526" y="76200"/>
                  </a:lnTo>
                  <a:lnTo>
                    <a:pt x="1104519" y="76200"/>
                  </a:lnTo>
                  <a:lnTo>
                    <a:pt x="1104519" y="22098"/>
                  </a:lnTo>
                  <a:lnTo>
                    <a:pt x="1106926" y="13501"/>
                  </a:lnTo>
                  <a:lnTo>
                    <a:pt x="1113488" y="6477"/>
                  </a:lnTo>
                  <a:lnTo>
                    <a:pt x="1123217" y="1738"/>
                  </a:lnTo>
                  <a:lnTo>
                    <a:pt x="1135126" y="0"/>
                  </a:lnTo>
                  <a:lnTo>
                    <a:pt x="1165479" y="0"/>
                  </a:lnTo>
                  <a:lnTo>
                    <a:pt x="1177367" y="1738"/>
                  </a:lnTo>
                  <a:lnTo>
                    <a:pt x="1187053" y="6477"/>
                  </a:lnTo>
                  <a:lnTo>
                    <a:pt x="1193571" y="13501"/>
                  </a:lnTo>
                  <a:lnTo>
                    <a:pt x="1195959" y="22098"/>
                  </a:lnTo>
                  <a:lnTo>
                    <a:pt x="1195959" y="76200"/>
                  </a:lnTo>
                  <a:lnTo>
                    <a:pt x="1285367" y="76200"/>
                  </a:lnTo>
                  <a:lnTo>
                    <a:pt x="1301126" y="79367"/>
                  </a:lnTo>
                  <a:lnTo>
                    <a:pt x="1314005" y="88011"/>
                  </a:lnTo>
                  <a:lnTo>
                    <a:pt x="1322693" y="100845"/>
                  </a:lnTo>
                  <a:lnTo>
                    <a:pt x="1325880" y="116586"/>
                  </a:lnTo>
                  <a:lnTo>
                    <a:pt x="1325880" y="745998"/>
                  </a:lnTo>
                  <a:lnTo>
                    <a:pt x="1322693" y="761738"/>
                  </a:lnTo>
                  <a:lnTo>
                    <a:pt x="1314005" y="774573"/>
                  </a:lnTo>
                  <a:lnTo>
                    <a:pt x="1301126" y="783216"/>
                  </a:lnTo>
                  <a:lnTo>
                    <a:pt x="1285367" y="786384"/>
                  </a:lnTo>
                  <a:lnTo>
                    <a:pt x="1195959" y="786384"/>
                  </a:lnTo>
                  <a:lnTo>
                    <a:pt x="1195959" y="840486"/>
                  </a:lnTo>
                  <a:lnTo>
                    <a:pt x="1193571" y="849082"/>
                  </a:lnTo>
                  <a:lnTo>
                    <a:pt x="1187053" y="856107"/>
                  </a:lnTo>
                  <a:lnTo>
                    <a:pt x="1177367" y="860845"/>
                  </a:lnTo>
                  <a:lnTo>
                    <a:pt x="1165479" y="862584"/>
                  </a:lnTo>
                  <a:lnTo>
                    <a:pt x="1135126" y="862584"/>
                  </a:lnTo>
                  <a:lnTo>
                    <a:pt x="1123217" y="860845"/>
                  </a:lnTo>
                  <a:lnTo>
                    <a:pt x="1113488" y="856107"/>
                  </a:lnTo>
                  <a:lnTo>
                    <a:pt x="1106926" y="849082"/>
                  </a:lnTo>
                  <a:lnTo>
                    <a:pt x="1104519" y="840486"/>
                  </a:lnTo>
                  <a:lnTo>
                    <a:pt x="1104519" y="786384"/>
                  </a:lnTo>
                  <a:lnTo>
                    <a:pt x="1033526" y="786384"/>
                  </a:lnTo>
                  <a:lnTo>
                    <a:pt x="1033526" y="840486"/>
                  </a:lnTo>
                  <a:lnTo>
                    <a:pt x="1031138" y="849082"/>
                  </a:lnTo>
                  <a:lnTo>
                    <a:pt x="1024620" y="856107"/>
                  </a:lnTo>
                  <a:lnTo>
                    <a:pt x="1014934" y="860845"/>
                  </a:lnTo>
                  <a:lnTo>
                    <a:pt x="1003046" y="862584"/>
                  </a:lnTo>
                  <a:lnTo>
                    <a:pt x="972692" y="862584"/>
                  </a:lnTo>
                  <a:lnTo>
                    <a:pt x="960784" y="860845"/>
                  </a:lnTo>
                  <a:lnTo>
                    <a:pt x="951055" y="856107"/>
                  </a:lnTo>
                  <a:lnTo>
                    <a:pt x="944493" y="849082"/>
                  </a:lnTo>
                  <a:lnTo>
                    <a:pt x="942085" y="840486"/>
                  </a:lnTo>
                  <a:lnTo>
                    <a:pt x="942085" y="786384"/>
                  </a:lnTo>
                  <a:lnTo>
                    <a:pt x="871092" y="786384"/>
                  </a:lnTo>
                  <a:lnTo>
                    <a:pt x="871092" y="840486"/>
                  </a:lnTo>
                  <a:lnTo>
                    <a:pt x="868705" y="849082"/>
                  </a:lnTo>
                  <a:lnTo>
                    <a:pt x="862187" y="856107"/>
                  </a:lnTo>
                  <a:lnTo>
                    <a:pt x="852501" y="860845"/>
                  </a:lnTo>
                  <a:lnTo>
                    <a:pt x="840613" y="862584"/>
                  </a:lnTo>
                  <a:lnTo>
                    <a:pt x="810133" y="862584"/>
                  </a:lnTo>
                  <a:lnTo>
                    <a:pt x="798298" y="860845"/>
                  </a:lnTo>
                  <a:lnTo>
                    <a:pt x="788606" y="856107"/>
                  </a:lnTo>
                  <a:lnTo>
                    <a:pt x="782058" y="849082"/>
                  </a:lnTo>
                  <a:lnTo>
                    <a:pt x="779653" y="840486"/>
                  </a:lnTo>
                  <a:lnTo>
                    <a:pt x="779653" y="786384"/>
                  </a:lnTo>
                  <a:lnTo>
                    <a:pt x="708660" y="786384"/>
                  </a:lnTo>
                  <a:lnTo>
                    <a:pt x="708660" y="840486"/>
                  </a:lnTo>
                  <a:lnTo>
                    <a:pt x="706254" y="849082"/>
                  </a:lnTo>
                  <a:lnTo>
                    <a:pt x="699706" y="856107"/>
                  </a:lnTo>
                  <a:lnTo>
                    <a:pt x="690014" y="860845"/>
                  </a:lnTo>
                  <a:lnTo>
                    <a:pt x="678180" y="862584"/>
                  </a:lnTo>
                  <a:lnTo>
                    <a:pt x="647700" y="862584"/>
                  </a:lnTo>
                  <a:lnTo>
                    <a:pt x="635865" y="860845"/>
                  </a:lnTo>
                  <a:lnTo>
                    <a:pt x="626173" y="856107"/>
                  </a:lnTo>
                  <a:lnTo>
                    <a:pt x="619625" y="849082"/>
                  </a:lnTo>
                  <a:lnTo>
                    <a:pt x="617220" y="840486"/>
                  </a:lnTo>
                  <a:lnTo>
                    <a:pt x="617220" y="786384"/>
                  </a:lnTo>
                  <a:lnTo>
                    <a:pt x="546227" y="786384"/>
                  </a:lnTo>
                  <a:lnTo>
                    <a:pt x="546227" y="840486"/>
                  </a:lnTo>
                  <a:lnTo>
                    <a:pt x="543821" y="849082"/>
                  </a:lnTo>
                  <a:lnTo>
                    <a:pt x="537273" y="856107"/>
                  </a:lnTo>
                  <a:lnTo>
                    <a:pt x="527581" y="860845"/>
                  </a:lnTo>
                  <a:lnTo>
                    <a:pt x="515747" y="862584"/>
                  </a:lnTo>
                  <a:lnTo>
                    <a:pt x="485267" y="862584"/>
                  </a:lnTo>
                  <a:lnTo>
                    <a:pt x="473378" y="860845"/>
                  </a:lnTo>
                  <a:lnTo>
                    <a:pt x="463692" y="856107"/>
                  </a:lnTo>
                  <a:lnTo>
                    <a:pt x="457174" y="849082"/>
                  </a:lnTo>
                  <a:lnTo>
                    <a:pt x="454787" y="840486"/>
                  </a:lnTo>
                  <a:lnTo>
                    <a:pt x="454787" y="786384"/>
                  </a:lnTo>
                  <a:lnTo>
                    <a:pt x="383755" y="786384"/>
                  </a:lnTo>
                  <a:lnTo>
                    <a:pt x="383755" y="840486"/>
                  </a:lnTo>
                  <a:lnTo>
                    <a:pt x="381357" y="849082"/>
                  </a:lnTo>
                  <a:lnTo>
                    <a:pt x="374816" y="856107"/>
                  </a:lnTo>
                  <a:lnTo>
                    <a:pt x="365116" y="860845"/>
                  </a:lnTo>
                  <a:lnTo>
                    <a:pt x="353237" y="862584"/>
                  </a:lnTo>
                  <a:lnTo>
                    <a:pt x="322834" y="862584"/>
                  </a:lnTo>
                  <a:lnTo>
                    <a:pt x="310955" y="860845"/>
                  </a:lnTo>
                  <a:lnTo>
                    <a:pt x="301255" y="856107"/>
                  </a:lnTo>
                  <a:lnTo>
                    <a:pt x="294714" y="849082"/>
                  </a:lnTo>
                  <a:lnTo>
                    <a:pt x="292315" y="840486"/>
                  </a:lnTo>
                  <a:lnTo>
                    <a:pt x="292315" y="786384"/>
                  </a:lnTo>
                  <a:lnTo>
                    <a:pt x="221297" y="786384"/>
                  </a:lnTo>
                  <a:lnTo>
                    <a:pt x="221297" y="840486"/>
                  </a:lnTo>
                  <a:lnTo>
                    <a:pt x="218900" y="849082"/>
                  </a:lnTo>
                  <a:lnTo>
                    <a:pt x="212364" y="856107"/>
                  </a:lnTo>
                  <a:lnTo>
                    <a:pt x="202668" y="860845"/>
                  </a:lnTo>
                  <a:lnTo>
                    <a:pt x="190792" y="862584"/>
                  </a:lnTo>
                  <a:lnTo>
                    <a:pt x="160375" y="862584"/>
                  </a:lnTo>
                  <a:lnTo>
                    <a:pt x="148499" y="860845"/>
                  </a:lnTo>
                  <a:lnTo>
                    <a:pt x="138803" y="856107"/>
                  </a:lnTo>
                  <a:lnTo>
                    <a:pt x="132266" y="849082"/>
                  </a:lnTo>
                  <a:lnTo>
                    <a:pt x="129870" y="840486"/>
                  </a:lnTo>
                  <a:lnTo>
                    <a:pt x="129870" y="786384"/>
                  </a:lnTo>
                  <a:lnTo>
                    <a:pt x="40474" y="786384"/>
                  </a:lnTo>
                  <a:lnTo>
                    <a:pt x="24720" y="783216"/>
                  </a:lnTo>
                  <a:lnTo>
                    <a:pt x="11855" y="774573"/>
                  </a:lnTo>
                  <a:lnTo>
                    <a:pt x="3180" y="761738"/>
                  </a:lnTo>
                  <a:lnTo>
                    <a:pt x="0" y="745998"/>
                  </a:lnTo>
                  <a:lnTo>
                    <a:pt x="0" y="116586"/>
                  </a:lnTo>
                  <a:lnTo>
                    <a:pt x="3180" y="100845"/>
                  </a:lnTo>
                  <a:lnTo>
                    <a:pt x="11855" y="88011"/>
                  </a:lnTo>
                  <a:lnTo>
                    <a:pt x="24720" y="79367"/>
                  </a:lnTo>
                  <a:lnTo>
                    <a:pt x="40474" y="76200"/>
                  </a:lnTo>
                  <a:lnTo>
                    <a:pt x="129870" y="76200"/>
                  </a:lnTo>
                  <a:lnTo>
                    <a:pt x="129870" y="22098"/>
                  </a:lnTo>
                  <a:lnTo>
                    <a:pt x="132266" y="13501"/>
                  </a:lnTo>
                  <a:lnTo>
                    <a:pt x="138803" y="6477"/>
                  </a:lnTo>
                  <a:lnTo>
                    <a:pt x="148499" y="1738"/>
                  </a:lnTo>
                  <a:lnTo>
                    <a:pt x="160375" y="0"/>
                  </a:lnTo>
                  <a:close/>
                </a:path>
              </a:pathLst>
            </a:custGeom>
            <a:ln w="12699">
              <a:solidFill>
                <a:srgbClr val="0452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694" y="4390390"/>
            <a:ext cx="1338579" cy="87528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92225" y="4498594"/>
            <a:ext cx="108775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1986-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solidFill>
                  <a:srgbClr val="FFFFFF"/>
                </a:solidFill>
                <a:latin typeface="Arial"/>
                <a:cs typeface="Arial"/>
              </a:rPr>
              <a:t>presente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50111" y="1976755"/>
            <a:ext cx="746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1969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7836" y="2281808"/>
            <a:ext cx="592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1986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49288" y="1994407"/>
            <a:ext cx="746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1952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7011" y="2299207"/>
            <a:ext cx="592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1969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35490" y="2014550"/>
            <a:ext cx="7461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1943</a:t>
            </a: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713214" y="2319908"/>
            <a:ext cx="592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1956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08267" y="2939033"/>
            <a:ext cx="1802764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865" marR="5080" indent="-508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Entusiasmo</a:t>
            </a:r>
            <a:r>
              <a:rPr sz="14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temprano,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grandes</a:t>
            </a:r>
            <a:r>
              <a:rPr sz="14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expectativas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19945" y="2949701"/>
            <a:ext cx="156718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4828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inicio</a:t>
            </a:r>
            <a:r>
              <a:rPr sz="14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Arial MT"/>
                <a:cs typeface="Arial MT"/>
              </a:rPr>
              <a:t>la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inteligencia</a:t>
            </a:r>
            <a:r>
              <a:rPr sz="1400" spc="-8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artificial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757796" y="5476747"/>
            <a:ext cx="7086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Big</a:t>
            </a:r>
            <a:r>
              <a:rPr sz="14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8236" y="5449011"/>
            <a:ext cx="18110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4820" marR="5080" indent="-4527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El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retorno</a:t>
            </a:r>
            <a:r>
              <a:rPr sz="14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las</a:t>
            </a:r>
            <a:r>
              <a:rPr sz="14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redes neuronales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1796" y="2910662"/>
            <a:ext cx="14865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Sistemas</a:t>
            </a:r>
            <a:r>
              <a:rPr sz="14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expertos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8818" y="4503165"/>
            <a:ext cx="1338579" cy="87528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151746" y="5589219"/>
            <a:ext cx="17157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Aprendizaje</a:t>
            </a:r>
            <a:r>
              <a:rPr sz="1400" spc="-8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profundo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614673" y="1817877"/>
            <a:ext cx="1338580" cy="875665"/>
            <a:chOff x="3614673" y="1817877"/>
            <a:chExt cx="1338580" cy="875665"/>
          </a:xfrm>
        </p:grpSpPr>
        <p:sp>
          <p:nvSpPr>
            <p:cNvPr id="34" name="object 34"/>
            <p:cNvSpPr/>
            <p:nvPr/>
          </p:nvSpPr>
          <p:spPr>
            <a:xfrm>
              <a:off x="3621023" y="1824227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165478" y="0"/>
                  </a:moveTo>
                  <a:lnTo>
                    <a:pt x="1135126" y="0"/>
                  </a:lnTo>
                  <a:lnTo>
                    <a:pt x="1123217" y="1738"/>
                  </a:lnTo>
                  <a:lnTo>
                    <a:pt x="1113488" y="6476"/>
                  </a:lnTo>
                  <a:lnTo>
                    <a:pt x="1106926" y="13501"/>
                  </a:lnTo>
                  <a:lnTo>
                    <a:pt x="1104518" y="22098"/>
                  </a:lnTo>
                  <a:lnTo>
                    <a:pt x="1104518" y="76200"/>
                  </a:lnTo>
                  <a:lnTo>
                    <a:pt x="1033526" y="76200"/>
                  </a:lnTo>
                  <a:lnTo>
                    <a:pt x="1033526" y="22098"/>
                  </a:lnTo>
                  <a:lnTo>
                    <a:pt x="1031138" y="13501"/>
                  </a:lnTo>
                  <a:lnTo>
                    <a:pt x="1024620" y="6477"/>
                  </a:lnTo>
                  <a:lnTo>
                    <a:pt x="1014934" y="1738"/>
                  </a:lnTo>
                  <a:lnTo>
                    <a:pt x="1003046" y="0"/>
                  </a:lnTo>
                  <a:lnTo>
                    <a:pt x="972692" y="0"/>
                  </a:lnTo>
                  <a:lnTo>
                    <a:pt x="960784" y="1738"/>
                  </a:lnTo>
                  <a:lnTo>
                    <a:pt x="951055" y="6476"/>
                  </a:lnTo>
                  <a:lnTo>
                    <a:pt x="944493" y="13501"/>
                  </a:lnTo>
                  <a:lnTo>
                    <a:pt x="942086" y="22098"/>
                  </a:lnTo>
                  <a:lnTo>
                    <a:pt x="942086" y="76200"/>
                  </a:lnTo>
                  <a:lnTo>
                    <a:pt x="871092" y="76200"/>
                  </a:lnTo>
                  <a:lnTo>
                    <a:pt x="871092" y="22098"/>
                  </a:lnTo>
                  <a:lnTo>
                    <a:pt x="868705" y="13501"/>
                  </a:lnTo>
                  <a:lnTo>
                    <a:pt x="862187" y="6477"/>
                  </a:lnTo>
                  <a:lnTo>
                    <a:pt x="852501" y="1738"/>
                  </a:lnTo>
                  <a:lnTo>
                    <a:pt x="840613" y="0"/>
                  </a:lnTo>
                  <a:lnTo>
                    <a:pt x="810133" y="0"/>
                  </a:lnTo>
                  <a:lnTo>
                    <a:pt x="798298" y="1738"/>
                  </a:lnTo>
                  <a:lnTo>
                    <a:pt x="788606" y="6476"/>
                  </a:lnTo>
                  <a:lnTo>
                    <a:pt x="782058" y="13501"/>
                  </a:lnTo>
                  <a:lnTo>
                    <a:pt x="779652" y="22098"/>
                  </a:lnTo>
                  <a:lnTo>
                    <a:pt x="779652" y="76200"/>
                  </a:lnTo>
                  <a:lnTo>
                    <a:pt x="708660" y="76200"/>
                  </a:lnTo>
                  <a:lnTo>
                    <a:pt x="708660" y="22098"/>
                  </a:lnTo>
                  <a:lnTo>
                    <a:pt x="706254" y="13501"/>
                  </a:lnTo>
                  <a:lnTo>
                    <a:pt x="699706" y="6477"/>
                  </a:lnTo>
                  <a:lnTo>
                    <a:pt x="690014" y="1738"/>
                  </a:lnTo>
                  <a:lnTo>
                    <a:pt x="678179" y="0"/>
                  </a:lnTo>
                  <a:lnTo>
                    <a:pt x="647700" y="0"/>
                  </a:lnTo>
                  <a:lnTo>
                    <a:pt x="635865" y="1738"/>
                  </a:lnTo>
                  <a:lnTo>
                    <a:pt x="626173" y="6476"/>
                  </a:lnTo>
                  <a:lnTo>
                    <a:pt x="619625" y="13501"/>
                  </a:lnTo>
                  <a:lnTo>
                    <a:pt x="617220" y="22098"/>
                  </a:lnTo>
                  <a:lnTo>
                    <a:pt x="617220" y="76200"/>
                  </a:lnTo>
                  <a:lnTo>
                    <a:pt x="546226" y="76200"/>
                  </a:lnTo>
                  <a:lnTo>
                    <a:pt x="546226" y="22098"/>
                  </a:lnTo>
                  <a:lnTo>
                    <a:pt x="543821" y="13501"/>
                  </a:lnTo>
                  <a:lnTo>
                    <a:pt x="537273" y="6477"/>
                  </a:lnTo>
                  <a:lnTo>
                    <a:pt x="527581" y="1738"/>
                  </a:lnTo>
                  <a:lnTo>
                    <a:pt x="515747" y="0"/>
                  </a:lnTo>
                  <a:lnTo>
                    <a:pt x="485266" y="0"/>
                  </a:lnTo>
                  <a:lnTo>
                    <a:pt x="473378" y="1738"/>
                  </a:lnTo>
                  <a:lnTo>
                    <a:pt x="463692" y="6476"/>
                  </a:lnTo>
                  <a:lnTo>
                    <a:pt x="457174" y="13501"/>
                  </a:lnTo>
                  <a:lnTo>
                    <a:pt x="454787" y="22098"/>
                  </a:lnTo>
                  <a:lnTo>
                    <a:pt x="454787" y="76200"/>
                  </a:lnTo>
                  <a:lnTo>
                    <a:pt x="383793" y="76200"/>
                  </a:lnTo>
                  <a:lnTo>
                    <a:pt x="383793" y="22098"/>
                  </a:lnTo>
                  <a:lnTo>
                    <a:pt x="381386" y="13501"/>
                  </a:lnTo>
                  <a:lnTo>
                    <a:pt x="374824" y="6477"/>
                  </a:lnTo>
                  <a:lnTo>
                    <a:pt x="365095" y="1738"/>
                  </a:lnTo>
                  <a:lnTo>
                    <a:pt x="353187" y="0"/>
                  </a:lnTo>
                  <a:lnTo>
                    <a:pt x="322834" y="0"/>
                  </a:lnTo>
                  <a:lnTo>
                    <a:pt x="310945" y="1738"/>
                  </a:lnTo>
                  <a:lnTo>
                    <a:pt x="301259" y="6476"/>
                  </a:lnTo>
                  <a:lnTo>
                    <a:pt x="294741" y="13501"/>
                  </a:lnTo>
                  <a:lnTo>
                    <a:pt x="292353" y="22098"/>
                  </a:lnTo>
                  <a:lnTo>
                    <a:pt x="292353" y="76200"/>
                  </a:lnTo>
                  <a:lnTo>
                    <a:pt x="221361" y="76200"/>
                  </a:lnTo>
                  <a:lnTo>
                    <a:pt x="221361" y="22098"/>
                  </a:lnTo>
                  <a:lnTo>
                    <a:pt x="218953" y="13501"/>
                  </a:lnTo>
                  <a:lnTo>
                    <a:pt x="212391" y="6477"/>
                  </a:lnTo>
                  <a:lnTo>
                    <a:pt x="202662" y="1738"/>
                  </a:lnTo>
                  <a:lnTo>
                    <a:pt x="190753" y="0"/>
                  </a:lnTo>
                  <a:lnTo>
                    <a:pt x="160400" y="0"/>
                  </a:lnTo>
                  <a:lnTo>
                    <a:pt x="148512" y="1738"/>
                  </a:lnTo>
                  <a:lnTo>
                    <a:pt x="138826" y="6476"/>
                  </a:lnTo>
                  <a:lnTo>
                    <a:pt x="132308" y="13501"/>
                  </a:lnTo>
                  <a:lnTo>
                    <a:pt x="129921" y="22098"/>
                  </a:lnTo>
                  <a:lnTo>
                    <a:pt x="129921" y="76200"/>
                  </a:lnTo>
                  <a:lnTo>
                    <a:pt x="40512" y="76200"/>
                  </a:lnTo>
                  <a:lnTo>
                    <a:pt x="24753" y="79367"/>
                  </a:lnTo>
                  <a:lnTo>
                    <a:pt x="11874" y="88011"/>
                  </a:lnTo>
                  <a:lnTo>
                    <a:pt x="3186" y="100845"/>
                  </a:lnTo>
                  <a:lnTo>
                    <a:pt x="0" y="116586"/>
                  </a:lnTo>
                  <a:lnTo>
                    <a:pt x="0" y="745998"/>
                  </a:lnTo>
                  <a:lnTo>
                    <a:pt x="3186" y="761738"/>
                  </a:lnTo>
                  <a:lnTo>
                    <a:pt x="11874" y="774573"/>
                  </a:lnTo>
                  <a:lnTo>
                    <a:pt x="24753" y="783216"/>
                  </a:lnTo>
                  <a:lnTo>
                    <a:pt x="40512" y="786384"/>
                  </a:lnTo>
                  <a:lnTo>
                    <a:pt x="129921" y="786384"/>
                  </a:lnTo>
                  <a:lnTo>
                    <a:pt x="129921" y="840486"/>
                  </a:lnTo>
                  <a:lnTo>
                    <a:pt x="132308" y="849082"/>
                  </a:lnTo>
                  <a:lnTo>
                    <a:pt x="138826" y="856106"/>
                  </a:lnTo>
                  <a:lnTo>
                    <a:pt x="148512" y="860845"/>
                  </a:lnTo>
                  <a:lnTo>
                    <a:pt x="160400" y="862584"/>
                  </a:lnTo>
                  <a:lnTo>
                    <a:pt x="190753" y="862584"/>
                  </a:lnTo>
                  <a:lnTo>
                    <a:pt x="202662" y="860845"/>
                  </a:lnTo>
                  <a:lnTo>
                    <a:pt x="212391" y="856107"/>
                  </a:lnTo>
                  <a:lnTo>
                    <a:pt x="218953" y="849082"/>
                  </a:lnTo>
                  <a:lnTo>
                    <a:pt x="221361" y="840486"/>
                  </a:lnTo>
                  <a:lnTo>
                    <a:pt x="221361" y="786384"/>
                  </a:lnTo>
                  <a:lnTo>
                    <a:pt x="292353" y="786384"/>
                  </a:lnTo>
                  <a:lnTo>
                    <a:pt x="292353" y="840486"/>
                  </a:lnTo>
                  <a:lnTo>
                    <a:pt x="294741" y="849082"/>
                  </a:lnTo>
                  <a:lnTo>
                    <a:pt x="301259" y="856106"/>
                  </a:lnTo>
                  <a:lnTo>
                    <a:pt x="310945" y="860845"/>
                  </a:lnTo>
                  <a:lnTo>
                    <a:pt x="322834" y="862584"/>
                  </a:lnTo>
                  <a:lnTo>
                    <a:pt x="353187" y="862584"/>
                  </a:lnTo>
                  <a:lnTo>
                    <a:pt x="365095" y="860845"/>
                  </a:lnTo>
                  <a:lnTo>
                    <a:pt x="374824" y="856107"/>
                  </a:lnTo>
                  <a:lnTo>
                    <a:pt x="381386" y="849082"/>
                  </a:lnTo>
                  <a:lnTo>
                    <a:pt x="383793" y="840486"/>
                  </a:lnTo>
                  <a:lnTo>
                    <a:pt x="383793" y="786384"/>
                  </a:lnTo>
                  <a:lnTo>
                    <a:pt x="454787" y="786384"/>
                  </a:lnTo>
                  <a:lnTo>
                    <a:pt x="454787" y="840486"/>
                  </a:lnTo>
                  <a:lnTo>
                    <a:pt x="457174" y="849082"/>
                  </a:lnTo>
                  <a:lnTo>
                    <a:pt x="463692" y="856106"/>
                  </a:lnTo>
                  <a:lnTo>
                    <a:pt x="473378" y="860845"/>
                  </a:lnTo>
                  <a:lnTo>
                    <a:pt x="485266" y="862584"/>
                  </a:lnTo>
                  <a:lnTo>
                    <a:pt x="515747" y="862584"/>
                  </a:lnTo>
                  <a:lnTo>
                    <a:pt x="527581" y="860845"/>
                  </a:lnTo>
                  <a:lnTo>
                    <a:pt x="537273" y="856107"/>
                  </a:lnTo>
                  <a:lnTo>
                    <a:pt x="543821" y="849082"/>
                  </a:lnTo>
                  <a:lnTo>
                    <a:pt x="546226" y="840486"/>
                  </a:lnTo>
                  <a:lnTo>
                    <a:pt x="546226" y="786384"/>
                  </a:lnTo>
                  <a:lnTo>
                    <a:pt x="617220" y="786384"/>
                  </a:lnTo>
                  <a:lnTo>
                    <a:pt x="617220" y="840486"/>
                  </a:lnTo>
                  <a:lnTo>
                    <a:pt x="619625" y="849082"/>
                  </a:lnTo>
                  <a:lnTo>
                    <a:pt x="626173" y="856106"/>
                  </a:lnTo>
                  <a:lnTo>
                    <a:pt x="635865" y="860845"/>
                  </a:lnTo>
                  <a:lnTo>
                    <a:pt x="647700" y="862584"/>
                  </a:lnTo>
                  <a:lnTo>
                    <a:pt x="678179" y="862584"/>
                  </a:lnTo>
                  <a:lnTo>
                    <a:pt x="690014" y="860845"/>
                  </a:lnTo>
                  <a:lnTo>
                    <a:pt x="699706" y="856107"/>
                  </a:lnTo>
                  <a:lnTo>
                    <a:pt x="706254" y="849082"/>
                  </a:lnTo>
                  <a:lnTo>
                    <a:pt x="708660" y="840486"/>
                  </a:lnTo>
                  <a:lnTo>
                    <a:pt x="708660" y="786384"/>
                  </a:lnTo>
                  <a:lnTo>
                    <a:pt x="779652" y="786384"/>
                  </a:lnTo>
                  <a:lnTo>
                    <a:pt x="779652" y="840486"/>
                  </a:lnTo>
                  <a:lnTo>
                    <a:pt x="782058" y="849082"/>
                  </a:lnTo>
                  <a:lnTo>
                    <a:pt x="788606" y="856106"/>
                  </a:lnTo>
                  <a:lnTo>
                    <a:pt x="798298" y="860845"/>
                  </a:lnTo>
                  <a:lnTo>
                    <a:pt x="810133" y="862584"/>
                  </a:lnTo>
                  <a:lnTo>
                    <a:pt x="840613" y="862584"/>
                  </a:lnTo>
                  <a:lnTo>
                    <a:pt x="852501" y="860845"/>
                  </a:lnTo>
                  <a:lnTo>
                    <a:pt x="862187" y="856107"/>
                  </a:lnTo>
                  <a:lnTo>
                    <a:pt x="868705" y="849082"/>
                  </a:lnTo>
                  <a:lnTo>
                    <a:pt x="871092" y="840486"/>
                  </a:lnTo>
                  <a:lnTo>
                    <a:pt x="871092" y="786384"/>
                  </a:lnTo>
                  <a:lnTo>
                    <a:pt x="942086" y="786384"/>
                  </a:lnTo>
                  <a:lnTo>
                    <a:pt x="942086" y="840486"/>
                  </a:lnTo>
                  <a:lnTo>
                    <a:pt x="944493" y="849082"/>
                  </a:lnTo>
                  <a:lnTo>
                    <a:pt x="951055" y="856106"/>
                  </a:lnTo>
                  <a:lnTo>
                    <a:pt x="960784" y="860845"/>
                  </a:lnTo>
                  <a:lnTo>
                    <a:pt x="972692" y="862584"/>
                  </a:lnTo>
                  <a:lnTo>
                    <a:pt x="1003046" y="862584"/>
                  </a:lnTo>
                  <a:lnTo>
                    <a:pt x="1014934" y="860845"/>
                  </a:lnTo>
                  <a:lnTo>
                    <a:pt x="1024620" y="856107"/>
                  </a:lnTo>
                  <a:lnTo>
                    <a:pt x="1031138" y="849082"/>
                  </a:lnTo>
                  <a:lnTo>
                    <a:pt x="1033526" y="840486"/>
                  </a:lnTo>
                  <a:lnTo>
                    <a:pt x="1033526" y="786384"/>
                  </a:lnTo>
                  <a:lnTo>
                    <a:pt x="1104518" y="786384"/>
                  </a:lnTo>
                  <a:lnTo>
                    <a:pt x="1104518" y="840486"/>
                  </a:lnTo>
                  <a:lnTo>
                    <a:pt x="1106926" y="849082"/>
                  </a:lnTo>
                  <a:lnTo>
                    <a:pt x="1113488" y="856106"/>
                  </a:lnTo>
                  <a:lnTo>
                    <a:pt x="1123217" y="860845"/>
                  </a:lnTo>
                  <a:lnTo>
                    <a:pt x="1135126" y="862584"/>
                  </a:lnTo>
                  <a:lnTo>
                    <a:pt x="1165478" y="862584"/>
                  </a:lnTo>
                  <a:lnTo>
                    <a:pt x="1177367" y="860845"/>
                  </a:lnTo>
                  <a:lnTo>
                    <a:pt x="1187053" y="856107"/>
                  </a:lnTo>
                  <a:lnTo>
                    <a:pt x="1193571" y="849082"/>
                  </a:lnTo>
                  <a:lnTo>
                    <a:pt x="1195959" y="840486"/>
                  </a:lnTo>
                  <a:lnTo>
                    <a:pt x="1195959" y="786384"/>
                  </a:lnTo>
                  <a:lnTo>
                    <a:pt x="1285366" y="786384"/>
                  </a:lnTo>
                  <a:lnTo>
                    <a:pt x="1301126" y="783216"/>
                  </a:lnTo>
                  <a:lnTo>
                    <a:pt x="1314005" y="774573"/>
                  </a:lnTo>
                  <a:lnTo>
                    <a:pt x="1322693" y="761738"/>
                  </a:lnTo>
                  <a:lnTo>
                    <a:pt x="1325879" y="745998"/>
                  </a:lnTo>
                  <a:lnTo>
                    <a:pt x="1325879" y="116586"/>
                  </a:lnTo>
                  <a:lnTo>
                    <a:pt x="1322693" y="100845"/>
                  </a:lnTo>
                  <a:lnTo>
                    <a:pt x="1314005" y="88011"/>
                  </a:lnTo>
                  <a:lnTo>
                    <a:pt x="1301126" y="79367"/>
                  </a:lnTo>
                  <a:lnTo>
                    <a:pt x="1285366" y="76200"/>
                  </a:lnTo>
                  <a:lnTo>
                    <a:pt x="1195959" y="76200"/>
                  </a:lnTo>
                  <a:lnTo>
                    <a:pt x="1195959" y="22098"/>
                  </a:lnTo>
                  <a:lnTo>
                    <a:pt x="1193571" y="13501"/>
                  </a:lnTo>
                  <a:lnTo>
                    <a:pt x="1187053" y="6477"/>
                  </a:lnTo>
                  <a:lnTo>
                    <a:pt x="1177367" y="1738"/>
                  </a:lnTo>
                  <a:lnTo>
                    <a:pt x="1165478" y="0"/>
                  </a:lnTo>
                  <a:close/>
                </a:path>
              </a:pathLst>
            </a:custGeom>
            <a:solidFill>
              <a:srgbClr val="0023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621023" y="1824227"/>
              <a:ext cx="1325880" cy="862965"/>
            </a:xfrm>
            <a:custGeom>
              <a:avLst/>
              <a:gdLst/>
              <a:ahLst/>
              <a:cxnLst/>
              <a:rect l="l" t="t" r="r" b="b"/>
              <a:pathLst>
                <a:path w="1325879" h="862964">
                  <a:moveTo>
                    <a:pt x="160400" y="0"/>
                  </a:moveTo>
                  <a:lnTo>
                    <a:pt x="190753" y="0"/>
                  </a:lnTo>
                  <a:lnTo>
                    <a:pt x="202662" y="1738"/>
                  </a:lnTo>
                  <a:lnTo>
                    <a:pt x="212391" y="6477"/>
                  </a:lnTo>
                  <a:lnTo>
                    <a:pt x="218953" y="13501"/>
                  </a:lnTo>
                  <a:lnTo>
                    <a:pt x="221361" y="22098"/>
                  </a:lnTo>
                  <a:lnTo>
                    <a:pt x="221361" y="76200"/>
                  </a:lnTo>
                  <a:lnTo>
                    <a:pt x="292353" y="76200"/>
                  </a:lnTo>
                  <a:lnTo>
                    <a:pt x="292353" y="22098"/>
                  </a:lnTo>
                  <a:lnTo>
                    <a:pt x="294741" y="13501"/>
                  </a:lnTo>
                  <a:lnTo>
                    <a:pt x="301259" y="6476"/>
                  </a:lnTo>
                  <a:lnTo>
                    <a:pt x="310945" y="1738"/>
                  </a:lnTo>
                  <a:lnTo>
                    <a:pt x="322834" y="0"/>
                  </a:lnTo>
                  <a:lnTo>
                    <a:pt x="353187" y="0"/>
                  </a:lnTo>
                  <a:lnTo>
                    <a:pt x="365095" y="1738"/>
                  </a:lnTo>
                  <a:lnTo>
                    <a:pt x="374824" y="6477"/>
                  </a:lnTo>
                  <a:lnTo>
                    <a:pt x="381386" y="13501"/>
                  </a:lnTo>
                  <a:lnTo>
                    <a:pt x="383793" y="22098"/>
                  </a:lnTo>
                  <a:lnTo>
                    <a:pt x="383793" y="76200"/>
                  </a:lnTo>
                  <a:lnTo>
                    <a:pt x="454787" y="76200"/>
                  </a:lnTo>
                  <a:lnTo>
                    <a:pt x="454787" y="22098"/>
                  </a:lnTo>
                  <a:lnTo>
                    <a:pt x="457174" y="13501"/>
                  </a:lnTo>
                  <a:lnTo>
                    <a:pt x="463692" y="6476"/>
                  </a:lnTo>
                  <a:lnTo>
                    <a:pt x="473378" y="1738"/>
                  </a:lnTo>
                  <a:lnTo>
                    <a:pt x="485266" y="0"/>
                  </a:lnTo>
                  <a:lnTo>
                    <a:pt x="515747" y="0"/>
                  </a:lnTo>
                  <a:lnTo>
                    <a:pt x="527581" y="1738"/>
                  </a:lnTo>
                  <a:lnTo>
                    <a:pt x="537273" y="6477"/>
                  </a:lnTo>
                  <a:lnTo>
                    <a:pt x="543821" y="13501"/>
                  </a:lnTo>
                  <a:lnTo>
                    <a:pt x="546226" y="22098"/>
                  </a:lnTo>
                  <a:lnTo>
                    <a:pt x="546226" y="76200"/>
                  </a:lnTo>
                  <a:lnTo>
                    <a:pt x="617220" y="76200"/>
                  </a:lnTo>
                  <a:lnTo>
                    <a:pt x="617220" y="22098"/>
                  </a:lnTo>
                  <a:lnTo>
                    <a:pt x="619625" y="13501"/>
                  </a:lnTo>
                  <a:lnTo>
                    <a:pt x="626173" y="6476"/>
                  </a:lnTo>
                  <a:lnTo>
                    <a:pt x="635865" y="1738"/>
                  </a:lnTo>
                  <a:lnTo>
                    <a:pt x="647700" y="0"/>
                  </a:lnTo>
                  <a:lnTo>
                    <a:pt x="678179" y="0"/>
                  </a:lnTo>
                  <a:lnTo>
                    <a:pt x="690014" y="1738"/>
                  </a:lnTo>
                  <a:lnTo>
                    <a:pt x="699706" y="6477"/>
                  </a:lnTo>
                  <a:lnTo>
                    <a:pt x="706254" y="13501"/>
                  </a:lnTo>
                  <a:lnTo>
                    <a:pt x="708660" y="22098"/>
                  </a:lnTo>
                  <a:lnTo>
                    <a:pt x="708660" y="76200"/>
                  </a:lnTo>
                  <a:lnTo>
                    <a:pt x="779652" y="76200"/>
                  </a:lnTo>
                  <a:lnTo>
                    <a:pt x="779652" y="22098"/>
                  </a:lnTo>
                  <a:lnTo>
                    <a:pt x="782058" y="13501"/>
                  </a:lnTo>
                  <a:lnTo>
                    <a:pt x="788606" y="6476"/>
                  </a:lnTo>
                  <a:lnTo>
                    <a:pt x="798298" y="1738"/>
                  </a:lnTo>
                  <a:lnTo>
                    <a:pt x="810133" y="0"/>
                  </a:lnTo>
                  <a:lnTo>
                    <a:pt x="840613" y="0"/>
                  </a:lnTo>
                  <a:lnTo>
                    <a:pt x="852501" y="1738"/>
                  </a:lnTo>
                  <a:lnTo>
                    <a:pt x="862187" y="6477"/>
                  </a:lnTo>
                  <a:lnTo>
                    <a:pt x="868705" y="13501"/>
                  </a:lnTo>
                  <a:lnTo>
                    <a:pt x="871092" y="22098"/>
                  </a:lnTo>
                  <a:lnTo>
                    <a:pt x="871092" y="76200"/>
                  </a:lnTo>
                  <a:lnTo>
                    <a:pt x="942086" y="76200"/>
                  </a:lnTo>
                  <a:lnTo>
                    <a:pt x="942086" y="22098"/>
                  </a:lnTo>
                  <a:lnTo>
                    <a:pt x="944493" y="13501"/>
                  </a:lnTo>
                  <a:lnTo>
                    <a:pt x="951055" y="6476"/>
                  </a:lnTo>
                  <a:lnTo>
                    <a:pt x="960784" y="1738"/>
                  </a:lnTo>
                  <a:lnTo>
                    <a:pt x="972692" y="0"/>
                  </a:lnTo>
                  <a:lnTo>
                    <a:pt x="1003046" y="0"/>
                  </a:lnTo>
                  <a:lnTo>
                    <a:pt x="1014934" y="1738"/>
                  </a:lnTo>
                  <a:lnTo>
                    <a:pt x="1024620" y="6477"/>
                  </a:lnTo>
                  <a:lnTo>
                    <a:pt x="1031138" y="13501"/>
                  </a:lnTo>
                  <a:lnTo>
                    <a:pt x="1033526" y="22098"/>
                  </a:lnTo>
                  <a:lnTo>
                    <a:pt x="1033526" y="76200"/>
                  </a:lnTo>
                  <a:lnTo>
                    <a:pt x="1104518" y="76200"/>
                  </a:lnTo>
                  <a:lnTo>
                    <a:pt x="1104518" y="22098"/>
                  </a:lnTo>
                  <a:lnTo>
                    <a:pt x="1106926" y="13501"/>
                  </a:lnTo>
                  <a:lnTo>
                    <a:pt x="1113488" y="6476"/>
                  </a:lnTo>
                  <a:lnTo>
                    <a:pt x="1123217" y="1738"/>
                  </a:lnTo>
                  <a:lnTo>
                    <a:pt x="1135126" y="0"/>
                  </a:lnTo>
                  <a:lnTo>
                    <a:pt x="1165478" y="0"/>
                  </a:lnTo>
                  <a:lnTo>
                    <a:pt x="1177367" y="1738"/>
                  </a:lnTo>
                  <a:lnTo>
                    <a:pt x="1187053" y="6477"/>
                  </a:lnTo>
                  <a:lnTo>
                    <a:pt x="1193571" y="13501"/>
                  </a:lnTo>
                  <a:lnTo>
                    <a:pt x="1195959" y="22098"/>
                  </a:lnTo>
                  <a:lnTo>
                    <a:pt x="1195959" y="76200"/>
                  </a:lnTo>
                  <a:lnTo>
                    <a:pt x="1285366" y="76200"/>
                  </a:lnTo>
                  <a:lnTo>
                    <a:pt x="1301126" y="79367"/>
                  </a:lnTo>
                  <a:lnTo>
                    <a:pt x="1314005" y="88011"/>
                  </a:lnTo>
                  <a:lnTo>
                    <a:pt x="1322693" y="100845"/>
                  </a:lnTo>
                  <a:lnTo>
                    <a:pt x="1325879" y="116586"/>
                  </a:lnTo>
                  <a:lnTo>
                    <a:pt x="1325879" y="745998"/>
                  </a:lnTo>
                  <a:lnTo>
                    <a:pt x="1322693" y="761738"/>
                  </a:lnTo>
                  <a:lnTo>
                    <a:pt x="1314005" y="774573"/>
                  </a:lnTo>
                  <a:lnTo>
                    <a:pt x="1301126" y="783216"/>
                  </a:lnTo>
                  <a:lnTo>
                    <a:pt x="1285366" y="786384"/>
                  </a:lnTo>
                  <a:lnTo>
                    <a:pt x="1195959" y="786384"/>
                  </a:lnTo>
                  <a:lnTo>
                    <a:pt x="1195959" y="840486"/>
                  </a:lnTo>
                  <a:lnTo>
                    <a:pt x="1193571" y="849082"/>
                  </a:lnTo>
                  <a:lnTo>
                    <a:pt x="1187053" y="856107"/>
                  </a:lnTo>
                  <a:lnTo>
                    <a:pt x="1177367" y="860845"/>
                  </a:lnTo>
                  <a:lnTo>
                    <a:pt x="1165478" y="862584"/>
                  </a:lnTo>
                  <a:lnTo>
                    <a:pt x="1135126" y="862584"/>
                  </a:lnTo>
                  <a:lnTo>
                    <a:pt x="1123217" y="860845"/>
                  </a:lnTo>
                  <a:lnTo>
                    <a:pt x="1113488" y="856106"/>
                  </a:lnTo>
                  <a:lnTo>
                    <a:pt x="1106926" y="849082"/>
                  </a:lnTo>
                  <a:lnTo>
                    <a:pt x="1104518" y="840486"/>
                  </a:lnTo>
                  <a:lnTo>
                    <a:pt x="1104518" y="786384"/>
                  </a:lnTo>
                  <a:lnTo>
                    <a:pt x="1033526" y="786384"/>
                  </a:lnTo>
                  <a:lnTo>
                    <a:pt x="1033526" y="840486"/>
                  </a:lnTo>
                  <a:lnTo>
                    <a:pt x="1031138" y="849082"/>
                  </a:lnTo>
                  <a:lnTo>
                    <a:pt x="1024620" y="856107"/>
                  </a:lnTo>
                  <a:lnTo>
                    <a:pt x="1014934" y="860845"/>
                  </a:lnTo>
                  <a:lnTo>
                    <a:pt x="1003046" y="862584"/>
                  </a:lnTo>
                  <a:lnTo>
                    <a:pt x="972692" y="862584"/>
                  </a:lnTo>
                  <a:lnTo>
                    <a:pt x="960784" y="860845"/>
                  </a:lnTo>
                  <a:lnTo>
                    <a:pt x="951055" y="856106"/>
                  </a:lnTo>
                  <a:lnTo>
                    <a:pt x="944493" y="849082"/>
                  </a:lnTo>
                  <a:lnTo>
                    <a:pt x="942086" y="840486"/>
                  </a:lnTo>
                  <a:lnTo>
                    <a:pt x="942086" y="786384"/>
                  </a:lnTo>
                  <a:lnTo>
                    <a:pt x="871092" y="786384"/>
                  </a:lnTo>
                  <a:lnTo>
                    <a:pt x="871092" y="840486"/>
                  </a:lnTo>
                  <a:lnTo>
                    <a:pt x="868705" y="849082"/>
                  </a:lnTo>
                  <a:lnTo>
                    <a:pt x="862187" y="856107"/>
                  </a:lnTo>
                  <a:lnTo>
                    <a:pt x="852501" y="860845"/>
                  </a:lnTo>
                  <a:lnTo>
                    <a:pt x="840613" y="862584"/>
                  </a:lnTo>
                  <a:lnTo>
                    <a:pt x="810133" y="862584"/>
                  </a:lnTo>
                  <a:lnTo>
                    <a:pt x="798298" y="860845"/>
                  </a:lnTo>
                  <a:lnTo>
                    <a:pt x="788606" y="856106"/>
                  </a:lnTo>
                  <a:lnTo>
                    <a:pt x="782058" y="849082"/>
                  </a:lnTo>
                  <a:lnTo>
                    <a:pt x="779652" y="840486"/>
                  </a:lnTo>
                  <a:lnTo>
                    <a:pt x="779652" y="786384"/>
                  </a:lnTo>
                  <a:lnTo>
                    <a:pt x="708660" y="786384"/>
                  </a:lnTo>
                  <a:lnTo>
                    <a:pt x="708660" y="840486"/>
                  </a:lnTo>
                  <a:lnTo>
                    <a:pt x="706254" y="849082"/>
                  </a:lnTo>
                  <a:lnTo>
                    <a:pt x="699706" y="856107"/>
                  </a:lnTo>
                  <a:lnTo>
                    <a:pt x="690014" y="860845"/>
                  </a:lnTo>
                  <a:lnTo>
                    <a:pt x="678179" y="862584"/>
                  </a:lnTo>
                  <a:lnTo>
                    <a:pt x="647700" y="862584"/>
                  </a:lnTo>
                  <a:lnTo>
                    <a:pt x="635865" y="860845"/>
                  </a:lnTo>
                  <a:lnTo>
                    <a:pt x="626173" y="856106"/>
                  </a:lnTo>
                  <a:lnTo>
                    <a:pt x="619625" y="849082"/>
                  </a:lnTo>
                  <a:lnTo>
                    <a:pt x="617220" y="840486"/>
                  </a:lnTo>
                  <a:lnTo>
                    <a:pt x="617220" y="786384"/>
                  </a:lnTo>
                  <a:lnTo>
                    <a:pt x="546226" y="786384"/>
                  </a:lnTo>
                  <a:lnTo>
                    <a:pt x="546226" y="840486"/>
                  </a:lnTo>
                  <a:lnTo>
                    <a:pt x="543821" y="849082"/>
                  </a:lnTo>
                  <a:lnTo>
                    <a:pt x="537273" y="856107"/>
                  </a:lnTo>
                  <a:lnTo>
                    <a:pt x="527581" y="860845"/>
                  </a:lnTo>
                  <a:lnTo>
                    <a:pt x="515747" y="862584"/>
                  </a:lnTo>
                  <a:lnTo>
                    <a:pt x="485266" y="862584"/>
                  </a:lnTo>
                  <a:lnTo>
                    <a:pt x="473378" y="860845"/>
                  </a:lnTo>
                  <a:lnTo>
                    <a:pt x="463692" y="856106"/>
                  </a:lnTo>
                  <a:lnTo>
                    <a:pt x="457174" y="849082"/>
                  </a:lnTo>
                  <a:lnTo>
                    <a:pt x="454787" y="840486"/>
                  </a:lnTo>
                  <a:lnTo>
                    <a:pt x="454787" y="786384"/>
                  </a:lnTo>
                  <a:lnTo>
                    <a:pt x="383793" y="786384"/>
                  </a:lnTo>
                  <a:lnTo>
                    <a:pt x="383793" y="840486"/>
                  </a:lnTo>
                  <a:lnTo>
                    <a:pt x="381386" y="849082"/>
                  </a:lnTo>
                  <a:lnTo>
                    <a:pt x="374824" y="856107"/>
                  </a:lnTo>
                  <a:lnTo>
                    <a:pt x="365095" y="860845"/>
                  </a:lnTo>
                  <a:lnTo>
                    <a:pt x="353187" y="862584"/>
                  </a:lnTo>
                  <a:lnTo>
                    <a:pt x="322834" y="862584"/>
                  </a:lnTo>
                  <a:lnTo>
                    <a:pt x="310945" y="860845"/>
                  </a:lnTo>
                  <a:lnTo>
                    <a:pt x="301259" y="856106"/>
                  </a:lnTo>
                  <a:lnTo>
                    <a:pt x="294741" y="849082"/>
                  </a:lnTo>
                  <a:lnTo>
                    <a:pt x="292353" y="840486"/>
                  </a:lnTo>
                  <a:lnTo>
                    <a:pt x="292353" y="786384"/>
                  </a:lnTo>
                  <a:lnTo>
                    <a:pt x="221361" y="786384"/>
                  </a:lnTo>
                  <a:lnTo>
                    <a:pt x="221361" y="840486"/>
                  </a:lnTo>
                  <a:lnTo>
                    <a:pt x="218953" y="849082"/>
                  </a:lnTo>
                  <a:lnTo>
                    <a:pt x="212391" y="856107"/>
                  </a:lnTo>
                  <a:lnTo>
                    <a:pt x="202662" y="860845"/>
                  </a:lnTo>
                  <a:lnTo>
                    <a:pt x="190753" y="862584"/>
                  </a:lnTo>
                  <a:lnTo>
                    <a:pt x="160400" y="862584"/>
                  </a:lnTo>
                  <a:lnTo>
                    <a:pt x="148512" y="860845"/>
                  </a:lnTo>
                  <a:lnTo>
                    <a:pt x="138826" y="856106"/>
                  </a:lnTo>
                  <a:lnTo>
                    <a:pt x="132308" y="849082"/>
                  </a:lnTo>
                  <a:lnTo>
                    <a:pt x="129921" y="840486"/>
                  </a:lnTo>
                  <a:lnTo>
                    <a:pt x="129921" y="786384"/>
                  </a:lnTo>
                  <a:lnTo>
                    <a:pt x="40512" y="786384"/>
                  </a:lnTo>
                  <a:lnTo>
                    <a:pt x="24753" y="783216"/>
                  </a:lnTo>
                  <a:lnTo>
                    <a:pt x="11874" y="774573"/>
                  </a:lnTo>
                  <a:lnTo>
                    <a:pt x="3186" y="761738"/>
                  </a:lnTo>
                  <a:lnTo>
                    <a:pt x="0" y="745998"/>
                  </a:lnTo>
                  <a:lnTo>
                    <a:pt x="0" y="116586"/>
                  </a:lnTo>
                  <a:lnTo>
                    <a:pt x="3186" y="100845"/>
                  </a:lnTo>
                  <a:lnTo>
                    <a:pt x="11874" y="88011"/>
                  </a:lnTo>
                  <a:lnTo>
                    <a:pt x="24753" y="79367"/>
                  </a:lnTo>
                  <a:lnTo>
                    <a:pt x="40512" y="76200"/>
                  </a:lnTo>
                  <a:lnTo>
                    <a:pt x="129921" y="76200"/>
                  </a:lnTo>
                  <a:lnTo>
                    <a:pt x="129921" y="22098"/>
                  </a:lnTo>
                  <a:lnTo>
                    <a:pt x="132308" y="13501"/>
                  </a:lnTo>
                  <a:lnTo>
                    <a:pt x="138826" y="6476"/>
                  </a:lnTo>
                  <a:lnTo>
                    <a:pt x="148512" y="1738"/>
                  </a:lnTo>
                  <a:lnTo>
                    <a:pt x="160400" y="0"/>
                  </a:lnTo>
                  <a:close/>
                </a:path>
              </a:pathLst>
            </a:custGeom>
            <a:ln w="12700">
              <a:solidFill>
                <a:srgbClr val="0452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14673" y="4338573"/>
            <a:ext cx="1338579" cy="875283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910965" y="1966976"/>
            <a:ext cx="746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FFFFFF"/>
                </a:solidFill>
                <a:latin typeface="Arial"/>
                <a:cs typeface="Arial"/>
              </a:rPr>
              <a:t>1966</a:t>
            </a:r>
            <a:r>
              <a:rPr sz="2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5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88689" y="2271776"/>
            <a:ext cx="5924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FFFFFF"/>
                </a:solidFill>
                <a:latin typeface="Arial"/>
                <a:cs typeface="Arial"/>
              </a:rPr>
              <a:t>1973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411473" y="2887472"/>
            <a:ext cx="174307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Una</a:t>
            </a:r>
            <a:r>
              <a:rPr sz="14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dosis</a:t>
            </a:r>
            <a:r>
              <a:rPr sz="14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de</a:t>
            </a:r>
            <a:r>
              <a:rPr sz="14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realidad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54451" y="5425236"/>
            <a:ext cx="186372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270"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Razonamiento </a:t>
            </a:r>
            <a:r>
              <a:rPr sz="1400" dirty="0">
                <a:solidFill>
                  <a:srgbClr val="404040"/>
                </a:solidFill>
                <a:latin typeface="Arial MT"/>
                <a:cs typeface="Arial MT"/>
              </a:rPr>
              <a:t>probabilístico</a:t>
            </a:r>
            <a:r>
              <a:rPr sz="14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Arial MT"/>
                <a:cs typeface="Arial MT"/>
              </a:rPr>
              <a:t>y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aprendizaje</a:t>
            </a:r>
            <a:r>
              <a:rPr sz="14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Arial MT"/>
                <a:cs typeface="Arial MT"/>
              </a:rPr>
              <a:t>automático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Estado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del</a:t>
            </a:r>
            <a:r>
              <a:rPr sz="5400" b="0" spc="-325" dirty="0">
                <a:latin typeface="Arial MT"/>
                <a:cs typeface="Arial MT"/>
              </a:rPr>
              <a:t> </a:t>
            </a:r>
            <a:r>
              <a:rPr sz="5400" b="0" spc="-20" dirty="0">
                <a:latin typeface="Arial MT"/>
                <a:cs typeface="Arial MT"/>
              </a:rPr>
              <a:t>Arte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6420" y="5279263"/>
            <a:ext cx="20027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ROBOTIC</a:t>
            </a:r>
            <a:r>
              <a:rPr sz="1200" b="1" spc="-5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VEHICLES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Waymo</a:t>
            </a:r>
            <a:r>
              <a:rPr sz="1200" b="1" spc="-2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test</a:t>
            </a:r>
            <a:r>
              <a:rPr sz="1200" b="1" spc="-6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vehicles</a:t>
            </a:r>
            <a:r>
              <a:rPr sz="1200" b="1" spc="-5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(2018)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8086" y="2459291"/>
            <a:ext cx="3798570" cy="2535555"/>
            <a:chOff x="1708086" y="2459291"/>
            <a:chExt cx="3798570" cy="25355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7547" y="2468880"/>
              <a:ext cx="3779520" cy="25161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712848" y="2464054"/>
              <a:ext cx="3789045" cy="2526030"/>
            </a:xfrm>
            <a:custGeom>
              <a:avLst/>
              <a:gdLst/>
              <a:ahLst/>
              <a:cxnLst/>
              <a:rect l="l" t="t" r="r" b="b"/>
              <a:pathLst>
                <a:path w="3789045" h="2526029">
                  <a:moveTo>
                    <a:pt x="0" y="2525649"/>
                  </a:moveTo>
                  <a:lnTo>
                    <a:pt x="3789045" y="2525649"/>
                  </a:lnTo>
                  <a:lnTo>
                    <a:pt x="3789045" y="0"/>
                  </a:lnTo>
                  <a:lnTo>
                    <a:pt x="0" y="0"/>
                  </a:lnTo>
                  <a:lnTo>
                    <a:pt x="0" y="2525649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76515" y="5279263"/>
            <a:ext cx="2258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LEGGED</a:t>
            </a:r>
            <a:r>
              <a:rPr sz="1200" b="1" spc="-4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LOCOMOTION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Atlas,</a:t>
            </a:r>
            <a:r>
              <a:rPr sz="1200" b="1" spc="-1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a</a:t>
            </a:r>
            <a:r>
              <a:rPr sz="1200" b="1" spc="-4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humanoid</a:t>
            </a:r>
            <a:r>
              <a:rPr sz="1200" b="1" spc="-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robot</a:t>
            </a:r>
            <a:r>
              <a:rPr sz="1200" b="1" spc="-3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(2016)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904799" y="2459291"/>
            <a:ext cx="3800475" cy="2535555"/>
            <a:chOff x="6904799" y="2459291"/>
            <a:chExt cx="3800475" cy="25355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53831" y="2468880"/>
              <a:ext cx="2856381" cy="24932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09561" y="2464054"/>
              <a:ext cx="3790950" cy="2526030"/>
            </a:xfrm>
            <a:custGeom>
              <a:avLst/>
              <a:gdLst/>
              <a:ahLst/>
              <a:cxnLst/>
              <a:rect l="l" t="t" r="r" b="b"/>
              <a:pathLst>
                <a:path w="3790950" h="2526029">
                  <a:moveTo>
                    <a:pt x="0" y="2525649"/>
                  </a:moveTo>
                  <a:lnTo>
                    <a:pt x="3790569" y="2525649"/>
                  </a:lnTo>
                  <a:lnTo>
                    <a:pt x="3790569" y="0"/>
                  </a:lnTo>
                  <a:lnTo>
                    <a:pt x="0" y="0"/>
                  </a:lnTo>
                  <a:lnTo>
                    <a:pt x="0" y="2525649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Estado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del</a:t>
            </a:r>
            <a:r>
              <a:rPr sz="5400" b="0" spc="-325" dirty="0">
                <a:latin typeface="Arial MT"/>
                <a:cs typeface="Arial MT"/>
              </a:rPr>
              <a:t> </a:t>
            </a:r>
            <a:r>
              <a:rPr sz="5400" b="0" spc="-20" dirty="0">
                <a:latin typeface="Arial MT"/>
                <a:cs typeface="Arial MT"/>
              </a:rPr>
              <a:t>Arte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9263" y="5279263"/>
            <a:ext cx="3394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AUTONOMOUS</a:t>
            </a:r>
            <a:r>
              <a:rPr sz="1200" b="1" spc="1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PLANNING</a:t>
            </a:r>
            <a:r>
              <a:rPr sz="1200" b="1" spc="-4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AND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SCHEDULING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Mapping</a:t>
            </a:r>
            <a:r>
              <a:rPr sz="1200" b="1" spc="-1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services</a:t>
            </a:r>
            <a:r>
              <a:rPr sz="1200" b="1" spc="24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Google</a:t>
            </a:r>
            <a:r>
              <a:rPr sz="1200" b="1" spc="-1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002F7D"/>
                </a:solidFill>
                <a:latin typeface="Arial"/>
                <a:cs typeface="Arial"/>
              </a:rPr>
              <a:t>Maps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4018" y="5284978"/>
            <a:ext cx="1851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MACHINE</a:t>
            </a:r>
            <a:r>
              <a:rPr sz="1200" b="1" spc="-2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TRANSLATION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67650" y="2396807"/>
            <a:ext cx="3798570" cy="2535555"/>
            <a:chOff x="1267650" y="2396807"/>
            <a:chExt cx="3798570" cy="25355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7112" y="2406396"/>
              <a:ext cx="3779520" cy="25161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72413" y="2401570"/>
              <a:ext cx="3789045" cy="2526030"/>
            </a:xfrm>
            <a:custGeom>
              <a:avLst/>
              <a:gdLst/>
              <a:ahLst/>
              <a:cxnLst/>
              <a:rect l="l" t="t" r="r" b="b"/>
              <a:pathLst>
                <a:path w="3789045" h="2526029">
                  <a:moveTo>
                    <a:pt x="0" y="2525648"/>
                  </a:moveTo>
                  <a:lnTo>
                    <a:pt x="3789045" y="2525648"/>
                  </a:lnTo>
                  <a:lnTo>
                    <a:pt x="3789045" y="0"/>
                  </a:lnTo>
                  <a:lnTo>
                    <a:pt x="0" y="0"/>
                  </a:lnTo>
                  <a:lnTo>
                    <a:pt x="0" y="2525648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033071" y="2658935"/>
            <a:ext cx="5313680" cy="2011045"/>
            <a:chOff x="6033071" y="2658935"/>
            <a:chExt cx="5313680" cy="20110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2660" y="2721288"/>
              <a:ext cx="5281189" cy="19391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37834" y="2663698"/>
              <a:ext cx="5304155" cy="2001520"/>
            </a:xfrm>
            <a:custGeom>
              <a:avLst/>
              <a:gdLst/>
              <a:ahLst/>
              <a:cxnLst/>
              <a:rect l="l" t="t" r="r" b="b"/>
              <a:pathLst>
                <a:path w="5304155" h="2001520">
                  <a:moveTo>
                    <a:pt x="0" y="2001393"/>
                  </a:moveTo>
                  <a:lnTo>
                    <a:pt x="5303900" y="2001393"/>
                  </a:lnTo>
                  <a:lnTo>
                    <a:pt x="5303900" y="0"/>
                  </a:lnTo>
                  <a:lnTo>
                    <a:pt x="0" y="0"/>
                  </a:lnTo>
                  <a:lnTo>
                    <a:pt x="0" y="2001393"/>
                  </a:lnTo>
                  <a:close/>
                </a:path>
              </a:pathLst>
            </a:custGeom>
            <a:ln w="9524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Estado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del</a:t>
            </a:r>
            <a:r>
              <a:rPr sz="5400" b="0" spc="-325" dirty="0">
                <a:latin typeface="Arial MT"/>
                <a:cs typeface="Arial MT"/>
              </a:rPr>
              <a:t> </a:t>
            </a:r>
            <a:r>
              <a:rPr sz="5400" b="0" spc="-20" dirty="0">
                <a:latin typeface="Arial MT"/>
                <a:cs typeface="Arial MT"/>
              </a:rPr>
              <a:t>Arte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2526" y="5279263"/>
            <a:ext cx="33597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SPEECH</a:t>
            </a:r>
            <a:r>
              <a:rPr sz="1200" b="1" spc="-1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RECOGNITION</a:t>
            </a:r>
            <a:endParaRPr sz="1200">
              <a:latin typeface="Arial"/>
              <a:cs typeface="Arial"/>
            </a:endParaRPr>
          </a:p>
          <a:p>
            <a:pPr marL="12700" marR="5080" algn="ctr">
              <a:lnSpc>
                <a:spcPct val="100000"/>
              </a:lnSpc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Microsoft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 Conversational</a:t>
            </a:r>
            <a:r>
              <a:rPr sz="1200" b="1" spc="-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Speech</a:t>
            </a:r>
            <a:r>
              <a:rPr sz="1200" b="1" spc="-3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Recognition </a:t>
            </a: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System</a:t>
            </a:r>
            <a:r>
              <a:rPr sz="1200" b="1" spc="-45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(2017)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04175" y="5279263"/>
            <a:ext cx="1600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RECOMMENDATIONS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07959" y="2918015"/>
            <a:ext cx="3804920" cy="1616710"/>
            <a:chOff x="1707959" y="2918015"/>
            <a:chExt cx="3804920" cy="16167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17548" y="2927603"/>
              <a:ext cx="3775583" cy="159715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12722" y="2922777"/>
              <a:ext cx="3795395" cy="1607185"/>
            </a:xfrm>
            <a:custGeom>
              <a:avLst/>
              <a:gdLst/>
              <a:ahLst/>
              <a:cxnLst/>
              <a:rect l="l" t="t" r="r" b="b"/>
              <a:pathLst>
                <a:path w="3795395" h="1607185">
                  <a:moveTo>
                    <a:pt x="0" y="1606677"/>
                  </a:moveTo>
                  <a:lnTo>
                    <a:pt x="3795141" y="1606677"/>
                  </a:lnTo>
                  <a:lnTo>
                    <a:pt x="3795141" y="0"/>
                  </a:lnTo>
                  <a:lnTo>
                    <a:pt x="0" y="0"/>
                  </a:lnTo>
                  <a:lnTo>
                    <a:pt x="0" y="1606677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904799" y="2841815"/>
            <a:ext cx="3800475" cy="1769110"/>
            <a:chOff x="6904799" y="2841815"/>
            <a:chExt cx="3800475" cy="176911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3970" y="2851403"/>
              <a:ext cx="2893002" cy="172207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09561" y="2846577"/>
              <a:ext cx="3790950" cy="1759585"/>
            </a:xfrm>
            <a:custGeom>
              <a:avLst/>
              <a:gdLst/>
              <a:ahLst/>
              <a:cxnLst/>
              <a:rect l="l" t="t" r="r" b="b"/>
              <a:pathLst>
                <a:path w="3790950" h="1759585">
                  <a:moveTo>
                    <a:pt x="0" y="1759077"/>
                  </a:moveTo>
                  <a:lnTo>
                    <a:pt x="3790569" y="1759077"/>
                  </a:lnTo>
                  <a:lnTo>
                    <a:pt x="3790569" y="0"/>
                  </a:lnTo>
                  <a:lnTo>
                    <a:pt x="0" y="0"/>
                  </a:lnTo>
                  <a:lnTo>
                    <a:pt x="0" y="1759077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Estado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del</a:t>
            </a:r>
            <a:r>
              <a:rPr sz="5400" b="0" spc="-325" dirty="0">
                <a:latin typeface="Arial MT"/>
                <a:cs typeface="Arial MT"/>
              </a:rPr>
              <a:t> </a:t>
            </a:r>
            <a:r>
              <a:rPr sz="5400" b="0" spc="-20" dirty="0">
                <a:latin typeface="Arial MT"/>
                <a:cs typeface="Arial MT"/>
              </a:rPr>
              <a:t>Arte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61107" y="5279263"/>
            <a:ext cx="11830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GAME</a:t>
            </a:r>
            <a:r>
              <a:rPr sz="1200" b="1" spc="-20" dirty="0">
                <a:solidFill>
                  <a:srgbClr val="002F7D"/>
                </a:solidFill>
                <a:latin typeface="Arial"/>
                <a:cs typeface="Arial"/>
              </a:rPr>
              <a:t> PLAYING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64628" y="5140833"/>
            <a:ext cx="1889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2F7D"/>
                </a:solidFill>
                <a:latin typeface="Arial"/>
                <a:cs typeface="Arial"/>
              </a:rPr>
              <a:t>IMAGE</a:t>
            </a:r>
            <a:r>
              <a:rPr sz="1200" b="1" spc="-4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UNDERSTANDING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4562" y="2599499"/>
            <a:ext cx="4205605" cy="2376805"/>
            <a:chOff x="694562" y="2599499"/>
            <a:chExt cx="4205605" cy="23768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087" y="2609087"/>
              <a:ext cx="4186428" cy="23576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99325" y="2604261"/>
              <a:ext cx="4196080" cy="2367280"/>
            </a:xfrm>
            <a:custGeom>
              <a:avLst/>
              <a:gdLst/>
              <a:ahLst/>
              <a:cxnLst/>
              <a:rect l="l" t="t" r="r" b="b"/>
              <a:pathLst>
                <a:path w="4196080" h="2367279">
                  <a:moveTo>
                    <a:pt x="0" y="2367153"/>
                  </a:moveTo>
                  <a:lnTo>
                    <a:pt x="4195953" y="2367153"/>
                  </a:lnTo>
                  <a:lnTo>
                    <a:pt x="4195953" y="0"/>
                  </a:lnTo>
                  <a:lnTo>
                    <a:pt x="0" y="0"/>
                  </a:lnTo>
                  <a:lnTo>
                    <a:pt x="0" y="2367153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5518086" y="3116135"/>
            <a:ext cx="5979795" cy="1343660"/>
            <a:chOff x="5518086" y="3116135"/>
            <a:chExt cx="5979795" cy="13436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27547" y="3125724"/>
              <a:ext cx="5960363" cy="13243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522848" y="3120898"/>
              <a:ext cx="5970270" cy="1334135"/>
            </a:xfrm>
            <a:custGeom>
              <a:avLst/>
              <a:gdLst/>
              <a:ahLst/>
              <a:cxnLst/>
              <a:rect l="l" t="t" r="r" b="b"/>
              <a:pathLst>
                <a:path w="5970270" h="1334135">
                  <a:moveTo>
                    <a:pt x="0" y="1333881"/>
                  </a:moveTo>
                  <a:lnTo>
                    <a:pt x="5969889" y="1333881"/>
                  </a:lnTo>
                  <a:lnTo>
                    <a:pt x="5969889" y="0"/>
                  </a:lnTo>
                  <a:lnTo>
                    <a:pt x="0" y="0"/>
                  </a:lnTo>
                  <a:lnTo>
                    <a:pt x="0" y="1333881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320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Estado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del</a:t>
            </a:r>
            <a:r>
              <a:rPr sz="5400" b="0" spc="-325" dirty="0">
                <a:latin typeface="Arial MT"/>
                <a:cs typeface="Arial MT"/>
              </a:rPr>
              <a:t> </a:t>
            </a:r>
            <a:r>
              <a:rPr sz="5400" b="0" spc="-20" dirty="0">
                <a:latin typeface="Arial MT"/>
                <a:cs typeface="Arial MT"/>
              </a:rPr>
              <a:t>Arte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29101" y="5279263"/>
            <a:ext cx="7708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MEDICINE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96555" y="5279263"/>
            <a:ext cx="1411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CLIMATE</a:t>
            </a:r>
            <a:r>
              <a:rPr sz="1200" b="1" spc="-7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2F7D"/>
                </a:solidFill>
                <a:latin typeface="Arial"/>
                <a:cs typeface="Arial"/>
              </a:rPr>
              <a:t>SCIENCE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487106" y="2459291"/>
            <a:ext cx="4254500" cy="2535555"/>
            <a:chOff x="1487106" y="2459291"/>
            <a:chExt cx="4254500" cy="25355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96568" y="2468880"/>
              <a:ext cx="4235196" cy="25161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91869" y="2464054"/>
              <a:ext cx="4244975" cy="2526030"/>
            </a:xfrm>
            <a:custGeom>
              <a:avLst/>
              <a:gdLst/>
              <a:ahLst/>
              <a:cxnLst/>
              <a:rect l="l" t="t" r="r" b="b"/>
              <a:pathLst>
                <a:path w="4244975" h="2526029">
                  <a:moveTo>
                    <a:pt x="0" y="2525649"/>
                  </a:moveTo>
                  <a:lnTo>
                    <a:pt x="4244721" y="2525649"/>
                  </a:lnTo>
                  <a:lnTo>
                    <a:pt x="4244721" y="0"/>
                  </a:lnTo>
                  <a:lnTo>
                    <a:pt x="0" y="0"/>
                  </a:lnTo>
                  <a:lnTo>
                    <a:pt x="0" y="2525649"/>
                  </a:lnTo>
                  <a:close/>
                </a:path>
              </a:pathLst>
            </a:custGeom>
            <a:ln w="9524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904799" y="2459291"/>
            <a:ext cx="3592829" cy="2535555"/>
            <a:chOff x="6904799" y="2459291"/>
            <a:chExt cx="3592829" cy="253555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14387" y="2468880"/>
              <a:ext cx="3573779" cy="25161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909561" y="2464054"/>
              <a:ext cx="3583304" cy="2526030"/>
            </a:xfrm>
            <a:custGeom>
              <a:avLst/>
              <a:gdLst/>
              <a:ahLst/>
              <a:cxnLst/>
              <a:rect l="l" t="t" r="r" b="b"/>
              <a:pathLst>
                <a:path w="3583304" h="2526029">
                  <a:moveTo>
                    <a:pt x="0" y="2525649"/>
                  </a:moveTo>
                  <a:lnTo>
                    <a:pt x="3583304" y="2525649"/>
                  </a:lnTo>
                  <a:lnTo>
                    <a:pt x="3583304" y="0"/>
                  </a:lnTo>
                  <a:lnTo>
                    <a:pt x="0" y="0"/>
                  </a:lnTo>
                  <a:lnTo>
                    <a:pt x="0" y="2525649"/>
                  </a:lnTo>
                  <a:close/>
                </a:path>
              </a:pathLst>
            </a:custGeom>
            <a:ln w="9524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46235" y="0"/>
            <a:ext cx="3446145" cy="2005964"/>
          </a:xfrm>
          <a:custGeom>
            <a:avLst/>
            <a:gdLst/>
            <a:ahLst/>
            <a:cxnLst/>
            <a:rect l="l" t="t" r="r" b="b"/>
            <a:pathLst>
              <a:path w="3446145" h="2005964">
                <a:moveTo>
                  <a:pt x="1200042" y="1622933"/>
                </a:moveTo>
                <a:lnTo>
                  <a:pt x="1136142" y="1622933"/>
                </a:lnTo>
                <a:lnTo>
                  <a:pt x="1140079" y="2005584"/>
                </a:lnTo>
                <a:lnTo>
                  <a:pt x="1198245" y="1983232"/>
                </a:lnTo>
                <a:lnTo>
                  <a:pt x="1200042" y="1622933"/>
                </a:lnTo>
                <a:close/>
              </a:path>
              <a:path w="3446145" h="2005964">
                <a:moveTo>
                  <a:pt x="1516272" y="1501266"/>
                </a:moveTo>
                <a:lnTo>
                  <a:pt x="1452372" y="1501266"/>
                </a:lnTo>
                <a:lnTo>
                  <a:pt x="1456309" y="1883917"/>
                </a:lnTo>
                <a:lnTo>
                  <a:pt x="1514475" y="1861565"/>
                </a:lnTo>
                <a:lnTo>
                  <a:pt x="1516272" y="1501266"/>
                </a:lnTo>
                <a:close/>
              </a:path>
              <a:path w="3446145" h="2005964">
                <a:moveTo>
                  <a:pt x="1832269" y="1379854"/>
                </a:moveTo>
                <a:lnTo>
                  <a:pt x="1768602" y="1379854"/>
                </a:lnTo>
                <a:lnTo>
                  <a:pt x="1772285" y="1762505"/>
                </a:lnTo>
                <a:lnTo>
                  <a:pt x="1830832" y="1739900"/>
                </a:lnTo>
                <a:lnTo>
                  <a:pt x="1832269" y="1379854"/>
                </a:lnTo>
                <a:close/>
              </a:path>
              <a:path w="3446145" h="2005964">
                <a:moveTo>
                  <a:pt x="1260070" y="1549273"/>
                </a:moveTo>
                <a:lnTo>
                  <a:pt x="1073150" y="1549273"/>
                </a:lnTo>
                <a:lnTo>
                  <a:pt x="1073404" y="1641855"/>
                </a:lnTo>
                <a:lnTo>
                  <a:pt x="1136142" y="1622933"/>
                </a:lnTo>
                <a:lnTo>
                  <a:pt x="1200042" y="1622933"/>
                </a:lnTo>
                <a:lnTo>
                  <a:pt x="1200150" y="1601342"/>
                </a:lnTo>
                <a:lnTo>
                  <a:pt x="1259840" y="1574419"/>
                </a:lnTo>
                <a:lnTo>
                  <a:pt x="1260070" y="1549273"/>
                </a:lnTo>
                <a:close/>
              </a:path>
              <a:path w="3446145" h="2005964">
                <a:moveTo>
                  <a:pt x="2148499" y="1258189"/>
                </a:moveTo>
                <a:lnTo>
                  <a:pt x="2084832" y="1258189"/>
                </a:lnTo>
                <a:lnTo>
                  <a:pt x="2088515" y="1640839"/>
                </a:lnTo>
                <a:lnTo>
                  <a:pt x="2147062" y="1618234"/>
                </a:lnTo>
                <a:lnTo>
                  <a:pt x="2148499" y="1258189"/>
                </a:lnTo>
                <a:close/>
              </a:path>
              <a:path w="3446145" h="2005964">
                <a:moveTo>
                  <a:pt x="0" y="993521"/>
                </a:moveTo>
                <a:lnTo>
                  <a:pt x="0" y="1236090"/>
                </a:lnTo>
                <a:lnTo>
                  <a:pt x="243205" y="1329054"/>
                </a:lnTo>
                <a:lnTo>
                  <a:pt x="246125" y="1636267"/>
                </a:lnTo>
                <a:lnTo>
                  <a:pt x="304673" y="1613662"/>
                </a:lnTo>
                <a:lnTo>
                  <a:pt x="305689" y="1352930"/>
                </a:lnTo>
                <a:lnTo>
                  <a:pt x="1585902" y="1352930"/>
                </a:lnTo>
                <a:lnTo>
                  <a:pt x="1705483" y="1307084"/>
                </a:lnTo>
                <a:lnTo>
                  <a:pt x="1892269" y="1307084"/>
                </a:lnTo>
                <a:lnTo>
                  <a:pt x="1892935" y="1235328"/>
                </a:lnTo>
                <a:lnTo>
                  <a:pt x="2021840" y="1186052"/>
                </a:lnTo>
                <a:lnTo>
                  <a:pt x="2208497" y="1186052"/>
                </a:lnTo>
                <a:lnTo>
                  <a:pt x="2209165" y="1114298"/>
                </a:lnTo>
                <a:lnTo>
                  <a:pt x="2337816" y="1065022"/>
                </a:lnTo>
                <a:lnTo>
                  <a:pt x="2524722" y="1065022"/>
                </a:lnTo>
                <a:lnTo>
                  <a:pt x="2525323" y="1000887"/>
                </a:lnTo>
                <a:lnTo>
                  <a:pt x="18923" y="1000887"/>
                </a:lnTo>
                <a:lnTo>
                  <a:pt x="0" y="993521"/>
                </a:lnTo>
                <a:close/>
              </a:path>
              <a:path w="3446145" h="2005964">
                <a:moveTo>
                  <a:pt x="1270666" y="1473580"/>
                </a:moveTo>
                <a:lnTo>
                  <a:pt x="620903" y="1473580"/>
                </a:lnTo>
                <a:lnTo>
                  <a:pt x="946023" y="1597914"/>
                </a:lnTo>
                <a:lnTo>
                  <a:pt x="1073150" y="1549273"/>
                </a:lnTo>
                <a:lnTo>
                  <a:pt x="1260070" y="1549273"/>
                </a:lnTo>
                <a:lnTo>
                  <a:pt x="1260729" y="1477390"/>
                </a:lnTo>
                <a:lnTo>
                  <a:pt x="1270666" y="1473580"/>
                </a:lnTo>
                <a:close/>
              </a:path>
              <a:path w="3446145" h="2005964">
                <a:moveTo>
                  <a:pt x="1576298" y="1428114"/>
                </a:moveTo>
                <a:lnTo>
                  <a:pt x="1389253" y="1428114"/>
                </a:lnTo>
                <a:lnTo>
                  <a:pt x="1389634" y="1520316"/>
                </a:lnTo>
                <a:lnTo>
                  <a:pt x="1452372" y="1501266"/>
                </a:lnTo>
                <a:lnTo>
                  <a:pt x="1516272" y="1501266"/>
                </a:lnTo>
                <a:lnTo>
                  <a:pt x="1516380" y="1479677"/>
                </a:lnTo>
                <a:lnTo>
                  <a:pt x="1576070" y="1452879"/>
                </a:lnTo>
                <a:lnTo>
                  <a:pt x="1576298" y="1428114"/>
                </a:lnTo>
                <a:close/>
              </a:path>
              <a:path w="3446145" h="2005964">
                <a:moveTo>
                  <a:pt x="2464715" y="1136650"/>
                </a:moveTo>
                <a:lnTo>
                  <a:pt x="2401189" y="1136650"/>
                </a:lnTo>
                <a:lnTo>
                  <a:pt x="2404872" y="1519301"/>
                </a:lnTo>
                <a:lnTo>
                  <a:pt x="2463038" y="1496822"/>
                </a:lnTo>
                <a:lnTo>
                  <a:pt x="2464715" y="1136650"/>
                </a:lnTo>
                <a:close/>
              </a:path>
              <a:path w="3446145" h="2005964">
                <a:moveTo>
                  <a:pt x="1585902" y="1352930"/>
                </a:moveTo>
                <a:lnTo>
                  <a:pt x="305689" y="1352930"/>
                </a:lnTo>
                <a:lnTo>
                  <a:pt x="561848" y="1450975"/>
                </a:lnTo>
                <a:lnTo>
                  <a:pt x="562356" y="1514602"/>
                </a:lnTo>
                <a:lnTo>
                  <a:pt x="620903" y="1491996"/>
                </a:lnTo>
                <a:lnTo>
                  <a:pt x="620903" y="1473580"/>
                </a:lnTo>
                <a:lnTo>
                  <a:pt x="1270666" y="1473580"/>
                </a:lnTo>
                <a:lnTo>
                  <a:pt x="1389253" y="1428114"/>
                </a:lnTo>
                <a:lnTo>
                  <a:pt x="1576298" y="1428114"/>
                </a:lnTo>
                <a:lnTo>
                  <a:pt x="1576959" y="1356360"/>
                </a:lnTo>
                <a:lnTo>
                  <a:pt x="1585902" y="1352930"/>
                </a:lnTo>
                <a:close/>
              </a:path>
              <a:path w="3446145" h="2005964">
                <a:moveTo>
                  <a:pt x="1892269" y="1307084"/>
                </a:moveTo>
                <a:lnTo>
                  <a:pt x="1705483" y="1307084"/>
                </a:lnTo>
                <a:lnTo>
                  <a:pt x="1705864" y="1398777"/>
                </a:lnTo>
                <a:lnTo>
                  <a:pt x="1768602" y="1379854"/>
                </a:lnTo>
                <a:lnTo>
                  <a:pt x="1832269" y="1379854"/>
                </a:lnTo>
                <a:lnTo>
                  <a:pt x="1832356" y="1358138"/>
                </a:lnTo>
                <a:lnTo>
                  <a:pt x="1892046" y="1331214"/>
                </a:lnTo>
                <a:lnTo>
                  <a:pt x="1892269" y="1307084"/>
                </a:lnTo>
                <a:close/>
              </a:path>
              <a:path w="3446145" h="2005964">
                <a:moveTo>
                  <a:pt x="2780944" y="1015111"/>
                </a:moveTo>
                <a:lnTo>
                  <a:pt x="2717038" y="1015111"/>
                </a:lnTo>
                <a:lnTo>
                  <a:pt x="2721102" y="1397762"/>
                </a:lnTo>
                <a:lnTo>
                  <a:pt x="2779268" y="1375155"/>
                </a:lnTo>
                <a:lnTo>
                  <a:pt x="2780944" y="1015111"/>
                </a:lnTo>
                <a:close/>
              </a:path>
              <a:path w="3446145" h="2005964">
                <a:moveTo>
                  <a:pt x="2208497" y="1186052"/>
                </a:moveTo>
                <a:lnTo>
                  <a:pt x="2021840" y="1186052"/>
                </a:lnTo>
                <a:lnTo>
                  <a:pt x="2022094" y="1277239"/>
                </a:lnTo>
                <a:lnTo>
                  <a:pt x="2084832" y="1258189"/>
                </a:lnTo>
                <a:lnTo>
                  <a:pt x="2148499" y="1258189"/>
                </a:lnTo>
                <a:lnTo>
                  <a:pt x="2148586" y="1236599"/>
                </a:lnTo>
                <a:lnTo>
                  <a:pt x="2208276" y="1209802"/>
                </a:lnTo>
                <a:lnTo>
                  <a:pt x="2208497" y="1186052"/>
                </a:lnTo>
                <a:close/>
              </a:path>
              <a:path w="3446145" h="2005964">
                <a:moveTo>
                  <a:pt x="3096935" y="893572"/>
                </a:moveTo>
                <a:lnTo>
                  <a:pt x="3033395" y="893572"/>
                </a:lnTo>
                <a:lnTo>
                  <a:pt x="3037332" y="1276223"/>
                </a:lnTo>
                <a:lnTo>
                  <a:pt x="3095498" y="1253616"/>
                </a:lnTo>
                <a:lnTo>
                  <a:pt x="3096935" y="893572"/>
                </a:lnTo>
                <a:close/>
              </a:path>
              <a:path w="3446145" h="2005964">
                <a:moveTo>
                  <a:pt x="2524722" y="1065022"/>
                </a:moveTo>
                <a:lnTo>
                  <a:pt x="2337816" y="1065022"/>
                </a:lnTo>
                <a:lnTo>
                  <a:pt x="2338070" y="1155573"/>
                </a:lnTo>
                <a:lnTo>
                  <a:pt x="2401189" y="1136650"/>
                </a:lnTo>
                <a:lnTo>
                  <a:pt x="2464715" y="1136650"/>
                </a:lnTo>
                <a:lnTo>
                  <a:pt x="2464816" y="1115060"/>
                </a:lnTo>
                <a:lnTo>
                  <a:pt x="2524506" y="1088136"/>
                </a:lnTo>
                <a:lnTo>
                  <a:pt x="2524722" y="1065022"/>
                </a:lnTo>
                <a:close/>
              </a:path>
              <a:path w="3446145" h="2005964">
                <a:moveTo>
                  <a:pt x="3413165" y="771905"/>
                </a:moveTo>
                <a:lnTo>
                  <a:pt x="3349625" y="771905"/>
                </a:lnTo>
                <a:lnTo>
                  <a:pt x="3353308" y="1154557"/>
                </a:lnTo>
                <a:lnTo>
                  <a:pt x="3411728" y="1132077"/>
                </a:lnTo>
                <a:lnTo>
                  <a:pt x="3413165" y="771905"/>
                </a:lnTo>
                <a:close/>
              </a:path>
              <a:path w="3446145" h="2005964">
                <a:moveTo>
                  <a:pt x="2840947" y="943990"/>
                </a:moveTo>
                <a:lnTo>
                  <a:pt x="2654046" y="943990"/>
                </a:lnTo>
                <a:lnTo>
                  <a:pt x="2654300" y="1033907"/>
                </a:lnTo>
                <a:lnTo>
                  <a:pt x="2717038" y="1015111"/>
                </a:lnTo>
                <a:lnTo>
                  <a:pt x="2780944" y="1015111"/>
                </a:lnTo>
                <a:lnTo>
                  <a:pt x="2781046" y="993394"/>
                </a:lnTo>
                <a:lnTo>
                  <a:pt x="2840736" y="966470"/>
                </a:lnTo>
                <a:lnTo>
                  <a:pt x="2840947" y="943990"/>
                </a:lnTo>
                <a:close/>
              </a:path>
              <a:path w="3446145" h="2005964">
                <a:moveTo>
                  <a:pt x="369189" y="865124"/>
                </a:moveTo>
                <a:lnTo>
                  <a:pt x="178435" y="938276"/>
                </a:lnTo>
                <a:lnTo>
                  <a:pt x="178435" y="939673"/>
                </a:lnTo>
                <a:lnTo>
                  <a:pt x="18923" y="1000887"/>
                </a:lnTo>
                <a:lnTo>
                  <a:pt x="2525323" y="1000887"/>
                </a:lnTo>
                <a:lnTo>
                  <a:pt x="2525395" y="993266"/>
                </a:lnTo>
                <a:lnTo>
                  <a:pt x="2654046" y="943990"/>
                </a:lnTo>
                <a:lnTo>
                  <a:pt x="2840947" y="943990"/>
                </a:lnTo>
                <a:lnTo>
                  <a:pt x="2841423" y="893445"/>
                </a:lnTo>
                <a:lnTo>
                  <a:pt x="1599565" y="893445"/>
                </a:lnTo>
                <a:lnTo>
                  <a:pt x="1529424" y="866394"/>
                </a:lnTo>
                <a:lnTo>
                  <a:pt x="369189" y="866394"/>
                </a:lnTo>
                <a:lnTo>
                  <a:pt x="369189" y="865124"/>
                </a:lnTo>
                <a:close/>
              </a:path>
              <a:path w="3446145" h="2005964">
                <a:moveTo>
                  <a:pt x="3157273" y="822833"/>
                </a:moveTo>
                <a:lnTo>
                  <a:pt x="2970276" y="822833"/>
                </a:lnTo>
                <a:lnTo>
                  <a:pt x="2970530" y="912495"/>
                </a:lnTo>
                <a:lnTo>
                  <a:pt x="3033395" y="893572"/>
                </a:lnTo>
                <a:lnTo>
                  <a:pt x="3096935" y="893572"/>
                </a:lnTo>
                <a:lnTo>
                  <a:pt x="3097022" y="871982"/>
                </a:lnTo>
                <a:lnTo>
                  <a:pt x="3157093" y="845058"/>
                </a:lnTo>
                <a:lnTo>
                  <a:pt x="3157273" y="822833"/>
                </a:lnTo>
                <a:close/>
              </a:path>
              <a:path w="3446145" h="2005964">
                <a:moveTo>
                  <a:pt x="3445763" y="318007"/>
                </a:moveTo>
                <a:lnTo>
                  <a:pt x="2374011" y="318007"/>
                </a:lnTo>
                <a:lnTo>
                  <a:pt x="2735453" y="457326"/>
                </a:lnTo>
                <a:lnTo>
                  <a:pt x="1599565" y="893445"/>
                </a:lnTo>
                <a:lnTo>
                  <a:pt x="2841423" y="893445"/>
                </a:lnTo>
                <a:lnTo>
                  <a:pt x="2841625" y="872109"/>
                </a:lnTo>
                <a:lnTo>
                  <a:pt x="2970276" y="822833"/>
                </a:lnTo>
                <a:lnTo>
                  <a:pt x="3157273" y="822833"/>
                </a:lnTo>
                <a:lnTo>
                  <a:pt x="3157855" y="751077"/>
                </a:lnTo>
                <a:lnTo>
                  <a:pt x="3286506" y="701801"/>
                </a:lnTo>
                <a:lnTo>
                  <a:pt x="3445763" y="701801"/>
                </a:lnTo>
                <a:lnTo>
                  <a:pt x="3445763" y="318007"/>
                </a:lnTo>
                <a:close/>
              </a:path>
              <a:path w="3446145" h="2005964">
                <a:moveTo>
                  <a:pt x="685165" y="743458"/>
                </a:moveTo>
                <a:lnTo>
                  <a:pt x="494792" y="816610"/>
                </a:lnTo>
                <a:lnTo>
                  <a:pt x="494792" y="818261"/>
                </a:lnTo>
                <a:lnTo>
                  <a:pt x="369189" y="866394"/>
                </a:lnTo>
                <a:lnTo>
                  <a:pt x="1529424" y="866394"/>
                </a:lnTo>
                <a:lnTo>
                  <a:pt x="1237996" y="753999"/>
                </a:lnTo>
                <a:lnTo>
                  <a:pt x="1261159" y="745109"/>
                </a:lnTo>
                <a:lnTo>
                  <a:pt x="685165" y="745109"/>
                </a:lnTo>
                <a:lnTo>
                  <a:pt x="685165" y="743458"/>
                </a:lnTo>
                <a:close/>
              </a:path>
              <a:path w="3446145" h="2005964">
                <a:moveTo>
                  <a:pt x="3445763" y="701801"/>
                </a:moveTo>
                <a:lnTo>
                  <a:pt x="3286506" y="701801"/>
                </a:lnTo>
                <a:lnTo>
                  <a:pt x="3286887" y="790828"/>
                </a:lnTo>
                <a:lnTo>
                  <a:pt x="3349625" y="771905"/>
                </a:lnTo>
                <a:lnTo>
                  <a:pt x="3413165" y="771905"/>
                </a:lnTo>
                <a:lnTo>
                  <a:pt x="3413252" y="750315"/>
                </a:lnTo>
                <a:lnTo>
                  <a:pt x="3445763" y="735711"/>
                </a:lnTo>
                <a:lnTo>
                  <a:pt x="3445763" y="701801"/>
                </a:lnTo>
                <a:close/>
              </a:path>
              <a:path w="3446145" h="2005964">
                <a:moveTo>
                  <a:pt x="3317301" y="0"/>
                </a:moveTo>
                <a:lnTo>
                  <a:pt x="2626588" y="0"/>
                </a:lnTo>
                <a:lnTo>
                  <a:pt x="685165" y="745109"/>
                </a:lnTo>
                <a:lnTo>
                  <a:pt x="1261159" y="745109"/>
                </a:lnTo>
                <a:lnTo>
                  <a:pt x="2374011" y="318007"/>
                </a:lnTo>
                <a:lnTo>
                  <a:pt x="3445763" y="318007"/>
                </a:lnTo>
                <a:lnTo>
                  <a:pt x="3445763" y="49529"/>
                </a:lnTo>
                <a:lnTo>
                  <a:pt x="3317301" y="0"/>
                </a:lnTo>
                <a:close/>
              </a:path>
            </a:pathLst>
          </a:custGeom>
          <a:solidFill>
            <a:srgbClr val="1FFAF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49186" y="341501"/>
            <a:ext cx="5440680" cy="6259195"/>
            <a:chOff x="549186" y="341501"/>
            <a:chExt cx="5440680" cy="62591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186" y="341501"/>
              <a:ext cx="5440093" cy="62589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5920" y="1996439"/>
              <a:ext cx="3017520" cy="301751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69720" y="1920240"/>
              <a:ext cx="3169920" cy="3169920"/>
            </a:xfrm>
            <a:custGeom>
              <a:avLst/>
              <a:gdLst/>
              <a:ahLst/>
              <a:cxnLst/>
              <a:rect l="l" t="t" r="r" b="b"/>
              <a:pathLst>
                <a:path w="3169920" h="3169920">
                  <a:moveTo>
                    <a:pt x="0" y="3169919"/>
                  </a:moveTo>
                  <a:lnTo>
                    <a:pt x="3169920" y="3169919"/>
                  </a:lnTo>
                  <a:lnTo>
                    <a:pt x="3169920" y="0"/>
                  </a:lnTo>
                  <a:lnTo>
                    <a:pt x="0" y="0"/>
                  </a:lnTo>
                  <a:lnTo>
                    <a:pt x="0" y="3169919"/>
                  </a:lnTo>
                  <a:close/>
                </a:path>
              </a:pathLst>
            </a:custGeom>
            <a:ln w="152400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588252" y="2458211"/>
            <a:ext cx="4968240" cy="1824355"/>
          </a:xfrm>
          <a:prstGeom prst="rect">
            <a:avLst/>
          </a:prstGeom>
          <a:solidFill>
            <a:srgbClr val="125AC4"/>
          </a:solidFill>
        </p:spPr>
        <p:txBody>
          <a:bodyPr vert="horz" wrap="square" lIns="0" tIns="156845" rIns="0" bIns="0" rtlCol="0">
            <a:spAutoFit/>
          </a:bodyPr>
          <a:lstStyle/>
          <a:p>
            <a:pPr marL="291465" marR="416559">
              <a:lnSpc>
                <a:spcPct val="100000"/>
              </a:lnSpc>
              <a:spcBef>
                <a:spcPts val="1235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En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1959,</a:t>
            </a:r>
            <a:r>
              <a:rPr sz="1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Arthur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Samuel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definió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el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aprendizaje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automático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como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un</a:t>
            </a:r>
            <a:r>
              <a:rPr sz="1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"campo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estudio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brinda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las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computadoras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la</a:t>
            </a:r>
            <a:r>
              <a:rPr sz="1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capacidad</a:t>
            </a: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aprender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sin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estar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programadas</a:t>
            </a:r>
            <a:r>
              <a:rPr sz="1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explícitamente".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49008" y="405765"/>
            <a:ext cx="292417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002F7D"/>
                </a:solidFill>
              </a:rPr>
              <a:t>Machine Learning</a:t>
            </a:r>
            <a:endParaRPr sz="5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1044" y="1471676"/>
            <a:ext cx="10540365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Tom</a:t>
            </a:r>
            <a:r>
              <a:rPr sz="2000" spc="20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Mitchell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proporciona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una</a:t>
            </a:r>
            <a:r>
              <a:rPr sz="2000" spc="20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definición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más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moderna:</a:t>
            </a:r>
            <a:r>
              <a:rPr sz="2000" spc="1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"Se</a:t>
            </a:r>
            <a:r>
              <a:rPr sz="2000" spc="20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dice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que</a:t>
            </a:r>
            <a:r>
              <a:rPr sz="2000" spc="20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un</a:t>
            </a:r>
            <a:r>
              <a:rPr sz="2000" spc="20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programa</a:t>
            </a:r>
            <a:r>
              <a:rPr sz="2000" spc="25" dirty="0">
                <a:solidFill>
                  <a:srgbClr val="1F1F1F"/>
                </a:solidFill>
                <a:latin typeface="Arial MT"/>
                <a:cs typeface="Arial MT"/>
              </a:rPr>
              <a:t>  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de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computadora</a:t>
            </a:r>
            <a:r>
              <a:rPr sz="2000" spc="4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aprende</a:t>
            </a:r>
            <a:r>
              <a:rPr sz="2000" spc="4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4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la</a:t>
            </a:r>
            <a:r>
              <a:rPr sz="2000" b="1" spc="44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experiencia</a:t>
            </a:r>
            <a:r>
              <a:rPr sz="2000" b="1" spc="45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E</a:t>
            </a:r>
            <a:r>
              <a:rPr sz="2000" b="1" spc="4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con</a:t>
            </a:r>
            <a:r>
              <a:rPr sz="2000" spc="4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respecto</a:t>
            </a:r>
            <a:r>
              <a:rPr sz="2000" spc="4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2000" spc="4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alguna</a:t>
            </a:r>
            <a:r>
              <a:rPr sz="2000" spc="4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clase</a:t>
            </a:r>
            <a:r>
              <a:rPr sz="2000" spc="4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4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tareas</a:t>
            </a:r>
            <a:r>
              <a:rPr sz="2000" b="1" spc="45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T</a:t>
            </a:r>
            <a:r>
              <a:rPr sz="2000" b="1" spc="44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1F1F1F"/>
                </a:solidFill>
                <a:latin typeface="Arial MT"/>
                <a:cs typeface="Arial MT"/>
              </a:rPr>
              <a:t>y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medida</a:t>
            </a:r>
            <a:r>
              <a:rPr sz="20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desempeño</a:t>
            </a:r>
            <a:r>
              <a:rPr sz="2000" b="1" spc="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P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,</a:t>
            </a:r>
            <a:r>
              <a:rPr sz="20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si</a:t>
            </a:r>
            <a:r>
              <a:rPr sz="20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su</a:t>
            </a:r>
            <a:r>
              <a:rPr sz="20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desempeño</a:t>
            </a:r>
            <a:r>
              <a:rPr sz="20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en</a:t>
            </a:r>
            <a:r>
              <a:rPr sz="20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las</a:t>
            </a:r>
            <a:r>
              <a:rPr sz="20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tareas</a:t>
            </a:r>
            <a:r>
              <a:rPr sz="20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30" dirty="0">
                <a:solidFill>
                  <a:srgbClr val="1F1F1F"/>
                </a:solidFill>
                <a:latin typeface="Arial MT"/>
                <a:cs typeface="Arial MT"/>
              </a:rPr>
              <a:t>T,</a:t>
            </a:r>
            <a:r>
              <a:rPr sz="2000" spc="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medido</a:t>
            </a:r>
            <a:r>
              <a:rPr sz="2000" spc="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por</a:t>
            </a:r>
            <a:r>
              <a:rPr sz="2000" spc="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60" dirty="0">
                <a:solidFill>
                  <a:srgbClr val="1F1F1F"/>
                </a:solidFill>
                <a:latin typeface="Arial MT"/>
                <a:cs typeface="Arial MT"/>
              </a:rPr>
              <a:t>P,</a:t>
            </a:r>
            <a:r>
              <a:rPr sz="20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mejora</a:t>
            </a:r>
            <a:r>
              <a:rPr sz="2000" spc="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con</a:t>
            </a:r>
            <a:r>
              <a:rPr sz="2000" spc="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la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experiencia</a:t>
            </a:r>
            <a:r>
              <a:rPr sz="20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E.</a:t>
            </a:r>
            <a:r>
              <a:rPr sz="20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"</a:t>
            </a:r>
            <a:r>
              <a:rPr sz="20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Ejemplo:</a:t>
            </a:r>
            <a:r>
              <a:rPr sz="2000" b="1" spc="-35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jugar</a:t>
            </a:r>
            <a:r>
              <a:rPr sz="2000" b="1" spc="-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a</a:t>
            </a:r>
            <a:r>
              <a:rPr sz="2000" b="1" spc="-3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F1F1F"/>
                </a:solidFill>
                <a:latin typeface="Arial"/>
                <a:cs typeface="Arial"/>
              </a:rPr>
              <a:t>las</a:t>
            </a:r>
            <a:r>
              <a:rPr sz="2000" b="1" spc="-40" dirty="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F1F1F"/>
                </a:solidFill>
                <a:latin typeface="Arial"/>
                <a:cs typeface="Arial"/>
              </a:rPr>
              <a:t>damas.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la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experiencia</a:t>
            </a:r>
            <a:r>
              <a:rPr sz="20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jugar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muchos</a:t>
            </a:r>
            <a:r>
              <a:rPr sz="20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juegos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damas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T</a:t>
            </a:r>
            <a:r>
              <a:rPr sz="2000" spc="-5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la</a:t>
            </a:r>
            <a:r>
              <a:rPr sz="2000" spc="-1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tarea</a:t>
            </a:r>
            <a:r>
              <a:rPr sz="2000" spc="-3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jugar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las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 damas.</a:t>
            </a: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</a:t>
            </a:r>
            <a:r>
              <a:rPr sz="2000" spc="-6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=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la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probabilidad</a:t>
            </a:r>
            <a:r>
              <a:rPr sz="20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que</a:t>
            </a:r>
            <a:r>
              <a:rPr sz="20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el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programa</a:t>
            </a:r>
            <a:r>
              <a:rPr sz="2000" spc="-5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gane</a:t>
            </a:r>
            <a:r>
              <a:rPr sz="20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el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próximo</a:t>
            </a:r>
            <a:r>
              <a:rPr sz="2000" spc="-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juego.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200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En</a:t>
            </a:r>
            <a:r>
              <a:rPr sz="2000" spc="2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general,</a:t>
            </a:r>
            <a:r>
              <a:rPr sz="2000" spc="2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cualquier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problema</a:t>
            </a:r>
            <a:r>
              <a:rPr sz="2000" spc="2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aprendizaje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automático</a:t>
            </a:r>
            <a:r>
              <a:rPr sz="2000" spc="229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se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puede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asignar</a:t>
            </a:r>
            <a:r>
              <a:rPr sz="2000" spc="2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una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de</a:t>
            </a:r>
            <a:r>
              <a:rPr sz="2000" spc="24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1F1F1F"/>
                </a:solidFill>
                <a:latin typeface="Arial MT"/>
                <a:cs typeface="Arial MT"/>
              </a:rPr>
              <a:t>las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dos</a:t>
            </a:r>
            <a:r>
              <a:rPr sz="20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clasificaciones:</a:t>
            </a:r>
            <a:r>
              <a:rPr sz="2000" spc="-16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Aprendizaje</a:t>
            </a:r>
            <a:r>
              <a:rPr sz="2000" spc="-3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supervisado</a:t>
            </a:r>
            <a:r>
              <a:rPr sz="20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y</a:t>
            </a:r>
            <a:r>
              <a:rPr sz="2000" spc="-2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aprendizaje</a:t>
            </a:r>
            <a:r>
              <a:rPr sz="2000" spc="-40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1F1F1F"/>
                </a:solidFill>
                <a:latin typeface="Arial MT"/>
                <a:cs typeface="Arial MT"/>
              </a:rPr>
              <a:t>no</a:t>
            </a:r>
            <a:r>
              <a:rPr sz="2000" spc="-10" dirty="0">
                <a:solidFill>
                  <a:srgbClr val="1F1F1F"/>
                </a:solidFill>
                <a:latin typeface="Arial MT"/>
                <a:cs typeface="Arial MT"/>
              </a:rPr>
              <a:t> supervisado.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340613"/>
            <a:ext cx="93865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latin typeface="Arial MT"/>
                <a:cs typeface="Arial MT"/>
              </a:rPr>
              <a:t>Programación</a:t>
            </a:r>
            <a:r>
              <a:rPr sz="3200" b="0" spc="-90" dirty="0">
                <a:latin typeface="Arial MT"/>
                <a:cs typeface="Arial MT"/>
              </a:rPr>
              <a:t> </a:t>
            </a:r>
            <a:r>
              <a:rPr sz="3200" b="0" dirty="0">
                <a:latin typeface="Arial MT"/>
                <a:cs typeface="Arial MT"/>
              </a:rPr>
              <a:t>tradicional</a:t>
            </a:r>
            <a:r>
              <a:rPr sz="3200" b="0" spc="-45" dirty="0">
                <a:latin typeface="Arial MT"/>
                <a:cs typeface="Arial MT"/>
              </a:rPr>
              <a:t> </a:t>
            </a:r>
            <a:r>
              <a:rPr sz="3200" b="0" dirty="0">
                <a:latin typeface="Arial MT"/>
                <a:cs typeface="Arial MT"/>
              </a:rPr>
              <a:t>vs</a:t>
            </a:r>
            <a:r>
              <a:rPr sz="3200" b="0" spc="-210" dirty="0">
                <a:latin typeface="Arial MT"/>
                <a:cs typeface="Arial MT"/>
              </a:rPr>
              <a:t> </a:t>
            </a:r>
            <a:r>
              <a:rPr sz="3200" b="0" spc="-10" dirty="0">
                <a:latin typeface="Arial MT"/>
                <a:cs typeface="Arial MT"/>
              </a:rPr>
              <a:t>Aprendizaje</a:t>
            </a:r>
            <a:r>
              <a:rPr sz="3200" b="0" spc="-210" dirty="0">
                <a:latin typeface="Arial MT"/>
                <a:cs typeface="Arial MT"/>
              </a:rPr>
              <a:t> </a:t>
            </a:r>
            <a:r>
              <a:rPr sz="3200" b="0" spc="-10" dirty="0">
                <a:latin typeface="Arial MT"/>
                <a:cs typeface="Arial MT"/>
              </a:rPr>
              <a:t>Automático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84197" y="2285238"/>
            <a:ext cx="5473065" cy="1329055"/>
          </a:xfrm>
          <a:custGeom>
            <a:avLst/>
            <a:gdLst/>
            <a:ahLst/>
            <a:cxnLst/>
            <a:rect l="l" t="t" r="r" b="b"/>
            <a:pathLst>
              <a:path w="5473065" h="1329054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89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7" y="62737"/>
                </a:lnTo>
                <a:lnTo>
                  <a:pt x="1824227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89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  <a:path w="5473065" h="1329054">
                <a:moveTo>
                  <a:pt x="0" y="1015238"/>
                </a:moveTo>
                <a:lnTo>
                  <a:pt x="4927" y="990808"/>
                </a:lnTo>
                <a:lnTo>
                  <a:pt x="18367" y="970867"/>
                </a:lnTo>
                <a:lnTo>
                  <a:pt x="38308" y="957427"/>
                </a:lnTo>
                <a:lnTo>
                  <a:pt x="62738" y="952500"/>
                </a:lnTo>
                <a:lnTo>
                  <a:pt x="1761489" y="952500"/>
                </a:lnTo>
                <a:lnTo>
                  <a:pt x="1785919" y="957427"/>
                </a:lnTo>
                <a:lnTo>
                  <a:pt x="1805860" y="970867"/>
                </a:lnTo>
                <a:lnTo>
                  <a:pt x="1819300" y="990808"/>
                </a:lnTo>
                <a:lnTo>
                  <a:pt x="1824227" y="1015238"/>
                </a:lnTo>
                <a:lnTo>
                  <a:pt x="1824227" y="1266189"/>
                </a:lnTo>
                <a:lnTo>
                  <a:pt x="1819300" y="1290619"/>
                </a:lnTo>
                <a:lnTo>
                  <a:pt x="1805860" y="1310560"/>
                </a:lnTo>
                <a:lnTo>
                  <a:pt x="1785919" y="1324000"/>
                </a:lnTo>
                <a:lnTo>
                  <a:pt x="1761489" y="1328928"/>
                </a:lnTo>
                <a:lnTo>
                  <a:pt x="62738" y="1328928"/>
                </a:lnTo>
                <a:lnTo>
                  <a:pt x="38308" y="1324000"/>
                </a:lnTo>
                <a:lnTo>
                  <a:pt x="18367" y="1310560"/>
                </a:lnTo>
                <a:lnTo>
                  <a:pt x="4927" y="1290619"/>
                </a:lnTo>
                <a:lnTo>
                  <a:pt x="0" y="1266189"/>
                </a:lnTo>
                <a:lnTo>
                  <a:pt x="0" y="1015238"/>
                </a:lnTo>
                <a:close/>
              </a:path>
              <a:path w="5473065" h="1329054">
                <a:moveTo>
                  <a:pt x="3072384" y="554482"/>
                </a:moveTo>
                <a:lnTo>
                  <a:pt x="3080142" y="516004"/>
                </a:lnTo>
                <a:lnTo>
                  <a:pt x="3101308" y="484600"/>
                </a:lnTo>
                <a:lnTo>
                  <a:pt x="3132712" y="463434"/>
                </a:lnTo>
                <a:lnTo>
                  <a:pt x="3171190" y="455675"/>
                </a:lnTo>
                <a:lnTo>
                  <a:pt x="5373878" y="455675"/>
                </a:lnTo>
                <a:lnTo>
                  <a:pt x="5412355" y="463434"/>
                </a:lnTo>
                <a:lnTo>
                  <a:pt x="5443759" y="484600"/>
                </a:lnTo>
                <a:lnTo>
                  <a:pt x="5464925" y="516004"/>
                </a:lnTo>
                <a:lnTo>
                  <a:pt x="5472683" y="554482"/>
                </a:lnTo>
                <a:lnTo>
                  <a:pt x="5472683" y="949706"/>
                </a:lnTo>
                <a:lnTo>
                  <a:pt x="5464925" y="988183"/>
                </a:lnTo>
                <a:lnTo>
                  <a:pt x="5443759" y="1019587"/>
                </a:lnTo>
                <a:lnTo>
                  <a:pt x="5412355" y="1040753"/>
                </a:lnTo>
                <a:lnTo>
                  <a:pt x="5373878" y="1048512"/>
                </a:lnTo>
                <a:lnTo>
                  <a:pt x="3171190" y="1048512"/>
                </a:lnTo>
                <a:lnTo>
                  <a:pt x="3132712" y="1040753"/>
                </a:lnTo>
                <a:lnTo>
                  <a:pt x="3101308" y="1019587"/>
                </a:lnTo>
                <a:lnTo>
                  <a:pt x="3080142" y="988183"/>
                </a:lnTo>
                <a:lnTo>
                  <a:pt x="3072384" y="949706"/>
                </a:lnTo>
                <a:lnTo>
                  <a:pt x="3072384" y="554482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84197" y="4978146"/>
            <a:ext cx="1824355" cy="1228725"/>
          </a:xfrm>
          <a:custGeom>
            <a:avLst/>
            <a:gdLst/>
            <a:ahLst/>
            <a:cxnLst/>
            <a:rect l="l" t="t" r="r" b="b"/>
            <a:pathLst>
              <a:path w="1824354" h="1228725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89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7" y="62737"/>
                </a:lnTo>
                <a:lnTo>
                  <a:pt x="1824227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89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  <a:path w="1824354" h="1228725">
                <a:moveTo>
                  <a:pt x="0" y="914653"/>
                </a:moveTo>
                <a:lnTo>
                  <a:pt x="4927" y="890235"/>
                </a:lnTo>
                <a:lnTo>
                  <a:pt x="18367" y="870292"/>
                </a:lnTo>
                <a:lnTo>
                  <a:pt x="38308" y="856846"/>
                </a:lnTo>
                <a:lnTo>
                  <a:pt x="62738" y="851915"/>
                </a:lnTo>
                <a:lnTo>
                  <a:pt x="1761489" y="851915"/>
                </a:lnTo>
                <a:lnTo>
                  <a:pt x="1785919" y="856846"/>
                </a:lnTo>
                <a:lnTo>
                  <a:pt x="1805860" y="870292"/>
                </a:lnTo>
                <a:lnTo>
                  <a:pt x="1819300" y="890235"/>
                </a:lnTo>
                <a:lnTo>
                  <a:pt x="1824227" y="914653"/>
                </a:lnTo>
                <a:lnTo>
                  <a:pt x="1824227" y="1165605"/>
                </a:lnTo>
                <a:lnTo>
                  <a:pt x="1819300" y="1190024"/>
                </a:lnTo>
                <a:lnTo>
                  <a:pt x="1805860" y="1209967"/>
                </a:lnTo>
                <a:lnTo>
                  <a:pt x="1785919" y="1223413"/>
                </a:lnTo>
                <a:lnTo>
                  <a:pt x="1761489" y="1228343"/>
                </a:lnTo>
                <a:lnTo>
                  <a:pt x="62738" y="1228343"/>
                </a:lnTo>
                <a:lnTo>
                  <a:pt x="38308" y="1223413"/>
                </a:lnTo>
                <a:lnTo>
                  <a:pt x="18367" y="1209967"/>
                </a:lnTo>
                <a:lnTo>
                  <a:pt x="4927" y="1190024"/>
                </a:lnTo>
                <a:lnTo>
                  <a:pt x="0" y="1165605"/>
                </a:lnTo>
                <a:lnTo>
                  <a:pt x="0" y="914653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97176" y="5815685"/>
            <a:ext cx="139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Resultado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21377" y="2834385"/>
            <a:ext cx="187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Computadora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56582" y="5362194"/>
            <a:ext cx="2400300" cy="593090"/>
          </a:xfrm>
          <a:custGeom>
            <a:avLst/>
            <a:gdLst/>
            <a:ahLst/>
            <a:cxnLst/>
            <a:rect l="l" t="t" r="r" b="b"/>
            <a:pathLst>
              <a:path w="2400300" h="593089">
                <a:moveTo>
                  <a:pt x="0" y="98805"/>
                </a:moveTo>
                <a:lnTo>
                  <a:pt x="7758" y="60328"/>
                </a:lnTo>
                <a:lnTo>
                  <a:pt x="28924" y="28924"/>
                </a:lnTo>
                <a:lnTo>
                  <a:pt x="60328" y="7758"/>
                </a:lnTo>
                <a:lnTo>
                  <a:pt x="98805" y="0"/>
                </a:lnTo>
                <a:lnTo>
                  <a:pt x="2301493" y="0"/>
                </a:lnTo>
                <a:lnTo>
                  <a:pt x="2339971" y="7758"/>
                </a:lnTo>
                <a:lnTo>
                  <a:pt x="2371375" y="28924"/>
                </a:lnTo>
                <a:lnTo>
                  <a:pt x="2392541" y="60328"/>
                </a:lnTo>
                <a:lnTo>
                  <a:pt x="2400299" y="98805"/>
                </a:lnTo>
                <a:lnTo>
                  <a:pt x="2400299" y="494029"/>
                </a:lnTo>
                <a:lnTo>
                  <a:pt x="2392541" y="532490"/>
                </a:lnTo>
                <a:lnTo>
                  <a:pt x="2371375" y="563897"/>
                </a:lnTo>
                <a:lnTo>
                  <a:pt x="2339971" y="585071"/>
                </a:lnTo>
                <a:lnTo>
                  <a:pt x="2301493" y="592835"/>
                </a:lnTo>
                <a:lnTo>
                  <a:pt x="98805" y="592835"/>
                </a:lnTo>
                <a:lnTo>
                  <a:pt x="60328" y="585071"/>
                </a:lnTo>
                <a:lnTo>
                  <a:pt x="28924" y="563897"/>
                </a:lnTo>
                <a:lnTo>
                  <a:pt x="7758" y="532490"/>
                </a:lnTo>
                <a:lnTo>
                  <a:pt x="0" y="494029"/>
                </a:lnTo>
                <a:lnTo>
                  <a:pt x="0" y="98805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21377" y="5455716"/>
            <a:ext cx="1871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Computadora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97061" y="2853689"/>
            <a:ext cx="1824355" cy="376555"/>
          </a:xfrm>
          <a:custGeom>
            <a:avLst/>
            <a:gdLst/>
            <a:ahLst/>
            <a:cxnLst/>
            <a:rect l="l" t="t" r="r" b="b"/>
            <a:pathLst>
              <a:path w="1824354" h="376555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90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8" y="62737"/>
                </a:lnTo>
                <a:lnTo>
                  <a:pt x="1824228" y="313689"/>
                </a:lnTo>
                <a:lnTo>
                  <a:pt x="1819300" y="338119"/>
                </a:lnTo>
                <a:lnTo>
                  <a:pt x="1805860" y="358060"/>
                </a:lnTo>
                <a:lnTo>
                  <a:pt x="1785919" y="371500"/>
                </a:lnTo>
                <a:lnTo>
                  <a:pt x="1761490" y="376427"/>
                </a:lnTo>
                <a:lnTo>
                  <a:pt x="62738" y="376427"/>
                </a:lnTo>
                <a:lnTo>
                  <a:pt x="38308" y="371500"/>
                </a:lnTo>
                <a:lnTo>
                  <a:pt x="18367" y="358060"/>
                </a:lnTo>
                <a:lnTo>
                  <a:pt x="4927" y="338119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28575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10930" y="2838703"/>
            <a:ext cx="1397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Resultado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97061" y="5474970"/>
            <a:ext cx="1824355" cy="376555"/>
          </a:xfrm>
          <a:custGeom>
            <a:avLst/>
            <a:gdLst/>
            <a:ahLst/>
            <a:cxnLst/>
            <a:rect l="l" t="t" r="r" b="b"/>
            <a:pathLst>
              <a:path w="1824354" h="376554">
                <a:moveTo>
                  <a:pt x="0" y="62737"/>
                </a:moveTo>
                <a:lnTo>
                  <a:pt x="4927" y="38308"/>
                </a:lnTo>
                <a:lnTo>
                  <a:pt x="18367" y="18367"/>
                </a:lnTo>
                <a:lnTo>
                  <a:pt x="38308" y="4927"/>
                </a:lnTo>
                <a:lnTo>
                  <a:pt x="62738" y="0"/>
                </a:lnTo>
                <a:lnTo>
                  <a:pt x="1761490" y="0"/>
                </a:lnTo>
                <a:lnTo>
                  <a:pt x="1785919" y="4927"/>
                </a:lnTo>
                <a:lnTo>
                  <a:pt x="1805860" y="18367"/>
                </a:lnTo>
                <a:lnTo>
                  <a:pt x="1819300" y="38308"/>
                </a:lnTo>
                <a:lnTo>
                  <a:pt x="1824228" y="62737"/>
                </a:lnTo>
                <a:lnTo>
                  <a:pt x="1824228" y="313689"/>
                </a:lnTo>
                <a:lnTo>
                  <a:pt x="1819300" y="338108"/>
                </a:lnTo>
                <a:lnTo>
                  <a:pt x="1805860" y="358051"/>
                </a:lnTo>
                <a:lnTo>
                  <a:pt x="1785919" y="371497"/>
                </a:lnTo>
                <a:lnTo>
                  <a:pt x="1761490" y="376427"/>
                </a:lnTo>
                <a:lnTo>
                  <a:pt x="62738" y="376427"/>
                </a:lnTo>
                <a:lnTo>
                  <a:pt x="38308" y="371497"/>
                </a:lnTo>
                <a:lnTo>
                  <a:pt x="18367" y="358051"/>
                </a:lnTo>
                <a:lnTo>
                  <a:pt x="4927" y="338108"/>
                </a:lnTo>
                <a:lnTo>
                  <a:pt x="0" y="313689"/>
                </a:lnTo>
                <a:lnTo>
                  <a:pt x="0" y="62737"/>
                </a:lnTo>
                <a:close/>
              </a:path>
            </a:pathLst>
          </a:custGeom>
          <a:ln w="28574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22766" y="5459679"/>
            <a:ext cx="97281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Reglas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404489" y="2464053"/>
            <a:ext cx="5092700" cy="972185"/>
          </a:xfrm>
          <a:custGeom>
            <a:avLst/>
            <a:gdLst/>
            <a:ahLst/>
            <a:cxnLst/>
            <a:rect l="l" t="t" r="r" b="b"/>
            <a:pathLst>
              <a:path w="5092700" h="972185">
                <a:moveTo>
                  <a:pt x="1252093" y="573024"/>
                </a:moveTo>
                <a:lnTo>
                  <a:pt x="1236853" y="551586"/>
                </a:lnTo>
                <a:lnTo>
                  <a:pt x="1236853" y="588772"/>
                </a:lnTo>
                <a:lnTo>
                  <a:pt x="1232611" y="575043"/>
                </a:lnTo>
                <a:lnTo>
                  <a:pt x="1236853" y="588772"/>
                </a:lnTo>
                <a:lnTo>
                  <a:pt x="1236853" y="551586"/>
                </a:lnTo>
                <a:lnTo>
                  <a:pt x="1191514" y="487807"/>
                </a:lnTo>
                <a:lnTo>
                  <a:pt x="1188466" y="483616"/>
                </a:lnTo>
                <a:lnTo>
                  <a:pt x="1182497" y="482600"/>
                </a:lnTo>
                <a:lnTo>
                  <a:pt x="1178306" y="485648"/>
                </a:lnTo>
                <a:lnTo>
                  <a:pt x="1173988" y="488696"/>
                </a:lnTo>
                <a:lnTo>
                  <a:pt x="1172972" y="494538"/>
                </a:lnTo>
                <a:lnTo>
                  <a:pt x="1206728" y="542112"/>
                </a:lnTo>
                <a:lnTo>
                  <a:pt x="7874" y="0"/>
                </a:lnTo>
                <a:lnTo>
                  <a:pt x="0" y="17272"/>
                </a:lnTo>
                <a:lnTo>
                  <a:pt x="1198905" y="559409"/>
                </a:lnTo>
                <a:lnTo>
                  <a:pt x="1191780" y="560146"/>
                </a:lnTo>
                <a:lnTo>
                  <a:pt x="1145159" y="549402"/>
                </a:lnTo>
                <a:lnTo>
                  <a:pt x="1139952" y="552577"/>
                </a:lnTo>
                <a:lnTo>
                  <a:pt x="1138809" y="557657"/>
                </a:lnTo>
                <a:lnTo>
                  <a:pt x="1137666" y="562864"/>
                </a:lnTo>
                <a:lnTo>
                  <a:pt x="1139990" y="566610"/>
                </a:lnTo>
                <a:lnTo>
                  <a:pt x="1137158" y="570103"/>
                </a:lnTo>
                <a:lnTo>
                  <a:pt x="1138174" y="580644"/>
                </a:lnTo>
                <a:lnTo>
                  <a:pt x="1142873" y="584327"/>
                </a:lnTo>
                <a:lnTo>
                  <a:pt x="1190586" y="579399"/>
                </a:lnTo>
                <a:lnTo>
                  <a:pt x="1197762" y="581037"/>
                </a:lnTo>
                <a:lnTo>
                  <a:pt x="1143" y="953516"/>
                </a:lnTo>
                <a:lnTo>
                  <a:pt x="6731" y="971677"/>
                </a:lnTo>
                <a:lnTo>
                  <a:pt x="1203312" y="599211"/>
                </a:lnTo>
                <a:lnTo>
                  <a:pt x="1167511" y="638302"/>
                </a:lnTo>
                <a:lnTo>
                  <a:pt x="1163955" y="642239"/>
                </a:lnTo>
                <a:lnTo>
                  <a:pt x="1164209" y="648208"/>
                </a:lnTo>
                <a:lnTo>
                  <a:pt x="1168146" y="651764"/>
                </a:lnTo>
                <a:lnTo>
                  <a:pt x="1171956" y="655320"/>
                </a:lnTo>
                <a:lnTo>
                  <a:pt x="1178052" y="655066"/>
                </a:lnTo>
                <a:lnTo>
                  <a:pt x="1181608" y="651129"/>
                </a:lnTo>
                <a:lnTo>
                  <a:pt x="1252093" y="574040"/>
                </a:lnTo>
                <a:lnTo>
                  <a:pt x="1249045" y="573341"/>
                </a:lnTo>
                <a:lnTo>
                  <a:pt x="1252093" y="573024"/>
                </a:lnTo>
                <a:close/>
              </a:path>
              <a:path w="5092700" h="972185">
                <a:moveTo>
                  <a:pt x="5092573" y="578485"/>
                </a:moveTo>
                <a:lnTo>
                  <a:pt x="5002403" y="525526"/>
                </a:lnTo>
                <a:lnTo>
                  <a:pt x="4997958" y="522859"/>
                </a:lnTo>
                <a:lnTo>
                  <a:pt x="4992116" y="524383"/>
                </a:lnTo>
                <a:lnTo>
                  <a:pt x="4986782" y="533527"/>
                </a:lnTo>
                <a:lnTo>
                  <a:pt x="4988306" y="539369"/>
                </a:lnTo>
                <a:lnTo>
                  <a:pt x="4992751" y="542036"/>
                </a:lnTo>
                <a:lnTo>
                  <a:pt x="5038509" y="568858"/>
                </a:lnTo>
                <a:lnTo>
                  <a:pt x="3652393" y="564515"/>
                </a:lnTo>
                <a:lnTo>
                  <a:pt x="3652393" y="583565"/>
                </a:lnTo>
                <a:lnTo>
                  <a:pt x="5038433" y="587908"/>
                </a:lnTo>
                <a:lnTo>
                  <a:pt x="4988052" y="617093"/>
                </a:lnTo>
                <a:lnTo>
                  <a:pt x="4986528" y="622935"/>
                </a:lnTo>
                <a:lnTo>
                  <a:pt x="4989068" y="627507"/>
                </a:lnTo>
                <a:lnTo>
                  <a:pt x="4991735" y="631952"/>
                </a:lnTo>
                <a:lnTo>
                  <a:pt x="4997577" y="633603"/>
                </a:lnTo>
                <a:lnTo>
                  <a:pt x="5076152" y="588010"/>
                </a:lnTo>
                <a:lnTo>
                  <a:pt x="5092573" y="578485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04997" y="5158232"/>
            <a:ext cx="5092065" cy="897255"/>
          </a:xfrm>
          <a:custGeom>
            <a:avLst/>
            <a:gdLst/>
            <a:ahLst/>
            <a:cxnLst/>
            <a:rect l="l" t="t" r="r" b="b"/>
            <a:pathLst>
              <a:path w="5092065" h="897254">
                <a:moveTo>
                  <a:pt x="1251585" y="499605"/>
                </a:moveTo>
                <a:lnTo>
                  <a:pt x="1250607" y="499389"/>
                </a:lnTo>
                <a:lnTo>
                  <a:pt x="1237488" y="482714"/>
                </a:lnTo>
                <a:lnTo>
                  <a:pt x="1237488" y="484835"/>
                </a:lnTo>
                <a:lnTo>
                  <a:pt x="1233322" y="495401"/>
                </a:lnTo>
                <a:lnTo>
                  <a:pt x="1237488" y="484835"/>
                </a:lnTo>
                <a:lnTo>
                  <a:pt x="1237488" y="482714"/>
                </a:lnTo>
                <a:lnTo>
                  <a:pt x="1186942" y="418465"/>
                </a:lnTo>
                <a:lnTo>
                  <a:pt x="1183640" y="414401"/>
                </a:lnTo>
                <a:lnTo>
                  <a:pt x="1177671" y="413639"/>
                </a:lnTo>
                <a:lnTo>
                  <a:pt x="1169416" y="420116"/>
                </a:lnTo>
                <a:lnTo>
                  <a:pt x="1168654" y="426212"/>
                </a:lnTo>
                <a:lnTo>
                  <a:pt x="1171956" y="430301"/>
                </a:lnTo>
                <a:lnTo>
                  <a:pt x="1204772" y="471957"/>
                </a:lnTo>
                <a:lnTo>
                  <a:pt x="6858" y="0"/>
                </a:lnTo>
                <a:lnTo>
                  <a:pt x="0" y="17780"/>
                </a:lnTo>
                <a:lnTo>
                  <a:pt x="1182725" y="483743"/>
                </a:lnTo>
                <a:lnTo>
                  <a:pt x="1144651" y="474967"/>
                </a:lnTo>
                <a:lnTo>
                  <a:pt x="1139444" y="478167"/>
                </a:lnTo>
                <a:lnTo>
                  <a:pt x="1137158" y="488416"/>
                </a:lnTo>
                <a:lnTo>
                  <a:pt x="1140333" y="493534"/>
                </a:lnTo>
                <a:lnTo>
                  <a:pt x="1153198" y="496506"/>
                </a:lnTo>
                <a:lnTo>
                  <a:pt x="1140206" y="498500"/>
                </a:lnTo>
                <a:lnTo>
                  <a:pt x="1136650" y="503364"/>
                </a:lnTo>
                <a:lnTo>
                  <a:pt x="1138174" y="513765"/>
                </a:lnTo>
                <a:lnTo>
                  <a:pt x="1143127" y="517334"/>
                </a:lnTo>
                <a:lnTo>
                  <a:pt x="1181798" y="511378"/>
                </a:lnTo>
                <a:lnTo>
                  <a:pt x="635" y="879055"/>
                </a:lnTo>
                <a:lnTo>
                  <a:pt x="6223" y="897242"/>
                </a:lnTo>
                <a:lnTo>
                  <a:pt x="1202804" y="524751"/>
                </a:lnTo>
                <a:lnTo>
                  <a:pt x="1163447" y="567766"/>
                </a:lnTo>
                <a:lnTo>
                  <a:pt x="1163701" y="573786"/>
                </a:lnTo>
                <a:lnTo>
                  <a:pt x="1167638" y="577342"/>
                </a:lnTo>
                <a:lnTo>
                  <a:pt x="1171448" y="580885"/>
                </a:lnTo>
                <a:lnTo>
                  <a:pt x="1177544" y="580618"/>
                </a:lnTo>
                <a:lnTo>
                  <a:pt x="1250492" y="500799"/>
                </a:lnTo>
                <a:lnTo>
                  <a:pt x="1251585" y="500621"/>
                </a:lnTo>
                <a:lnTo>
                  <a:pt x="1251153" y="500087"/>
                </a:lnTo>
                <a:lnTo>
                  <a:pt x="1251585" y="499605"/>
                </a:lnTo>
                <a:close/>
              </a:path>
              <a:path w="5092065" h="897254">
                <a:moveTo>
                  <a:pt x="5092065" y="504101"/>
                </a:moveTo>
                <a:lnTo>
                  <a:pt x="5001895" y="451142"/>
                </a:lnTo>
                <a:lnTo>
                  <a:pt x="4997450" y="448475"/>
                </a:lnTo>
                <a:lnTo>
                  <a:pt x="4991608" y="449986"/>
                </a:lnTo>
                <a:lnTo>
                  <a:pt x="4986274" y="459066"/>
                </a:lnTo>
                <a:lnTo>
                  <a:pt x="4987798" y="464896"/>
                </a:lnTo>
                <a:lnTo>
                  <a:pt x="4992243" y="467563"/>
                </a:lnTo>
                <a:lnTo>
                  <a:pt x="5037925" y="494411"/>
                </a:lnTo>
                <a:lnTo>
                  <a:pt x="3651885" y="490093"/>
                </a:lnTo>
                <a:lnTo>
                  <a:pt x="3651885" y="509143"/>
                </a:lnTo>
                <a:lnTo>
                  <a:pt x="5037950" y="513461"/>
                </a:lnTo>
                <a:lnTo>
                  <a:pt x="4987544" y="542645"/>
                </a:lnTo>
                <a:lnTo>
                  <a:pt x="4986020" y="548474"/>
                </a:lnTo>
                <a:lnTo>
                  <a:pt x="4988560" y="553021"/>
                </a:lnTo>
                <a:lnTo>
                  <a:pt x="4991227" y="557580"/>
                </a:lnTo>
                <a:lnTo>
                  <a:pt x="4997069" y="559130"/>
                </a:lnTo>
                <a:lnTo>
                  <a:pt x="5075720" y="513562"/>
                </a:lnTo>
                <a:lnTo>
                  <a:pt x="5092065" y="504101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78382" y="3223005"/>
            <a:ext cx="3501390" cy="213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Reglas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2F7D"/>
                </a:solidFill>
                <a:latin typeface="Arial"/>
                <a:cs typeface="Arial"/>
              </a:rPr>
              <a:t>Aprendizaje</a:t>
            </a:r>
            <a:r>
              <a:rPr sz="2400" b="1" spc="-7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F7D"/>
                </a:solidFill>
                <a:latin typeface="Arial"/>
                <a:cs typeface="Arial"/>
              </a:rPr>
              <a:t>Automático</a:t>
            </a:r>
            <a:endParaRPr sz="2400">
              <a:latin typeface="Arial"/>
              <a:cs typeface="Arial"/>
            </a:endParaRPr>
          </a:p>
          <a:p>
            <a:pPr marL="819150">
              <a:lnSpc>
                <a:spcPct val="100000"/>
              </a:lnSpc>
              <a:spcBef>
                <a:spcPts val="2195"/>
              </a:spcBef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5338" y="1422272"/>
            <a:ext cx="3702050" cy="1238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2F7D"/>
                </a:solidFill>
                <a:latin typeface="Arial"/>
                <a:cs typeface="Arial"/>
              </a:rPr>
              <a:t>Programación</a:t>
            </a:r>
            <a:r>
              <a:rPr sz="2400" b="1" spc="-120" dirty="0">
                <a:solidFill>
                  <a:srgbClr val="002F7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2F7D"/>
                </a:solidFill>
                <a:latin typeface="Arial"/>
                <a:cs typeface="Arial"/>
              </a:rPr>
              <a:t>tradicional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z="2400">
              <a:latin typeface="Arial"/>
              <a:cs typeface="Arial"/>
            </a:endParaRPr>
          </a:p>
          <a:p>
            <a:pPr marL="782320">
              <a:lnSpc>
                <a:spcPct val="100000"/>
              </a:lnSpc>
            </a:pPr>
            <a:r>
              <a:rPr sz="2400" spc="-10" dirty="0">
                <a:solidFill>
                  <a:srgbClr val="001F5F"/>
                </a:solidFill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5571" y="1985009"/>
            <a:ext cx="5878195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Aprender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No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programación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explícita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10" dirty="0">
                <a:latin typeface="Arial MT"/>
                <a:cs typeface="Arial MT"/>
              </a:rPr>
              <a:t>Descubrimiento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patrones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ocultos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60" dirty="0">
                <a:latin typeface="Arial MT"/>
                <a:cs typeface="Arial MT"/>
              </a:rPr>
              <a:t>Toma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basada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datos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50403" y="2124011"/>
            <a:ext cx="2291715" cy="2864485"/>
            <a:chOff x="1450403" y="2124011"/>
            <a:chExt cx="2291715" cy="2864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9992" y="2133599"/>
              <a:ext cx="2272284" cy="28453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55166" y="2128773"/>
              <a:ext cx="2282190" cy="2854960"/>
            </a:xfrm>
            <a:custGeom>
              <a:avLst/>
              <a:gdLst/>
              <a:ahLst/>
              <a:cxnLst/>
              <a:rect l="l" t="t" r="r" b="b"/>
              <a:pathLst>
                <a:path w="2282190" h="2854960">
                  <a:moveTo>
                    <a:pt x="0" y="2854833"/>
                  </a:moveTo>
                  <a:lnTo>
                    <a:pt x="2281809" y="2854833"/>
                  </a:lnTo>
                  <a:lnTo>
                    <a:pt x="2281809" y="0"/>
                  </a:lnTo>
                  <a:lnTo>
                    <a:pt x="0" y="0"/>
                  </a:lnTo>
                  <a:lnTo>
                    <a:pt x="0" y="28548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421" y="1572259"/>
            <a:ext cx="1074610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Arial MT"/>
                <a:cs typeface="Arial MT"/>
              </a:rPr>
              <a:t>Suponga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programa</a:t>
            </a:r>
            <a:r>
              <a:rPr sz="2000" spc="9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correo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electrónico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observa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qué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mensajes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correo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electrónico </a:t>
            </a:r>
            <a:r>
              <a:rPr sz="2000" dirty="0">
                <a:latin typeface="Arial MT"/>
                <a:cs typeface="Arial MT"/>
              </a:rPr>
              <a:t>marca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 no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spam,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base a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eso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aprende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cómo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filtrar mejor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 spam.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¿Cuál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tarea 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entorno?</a:t>
            </a:r>
            <a:endParaRPr sz="2000">
              <a:latin typeface="Arial MT"/>
              <a:cs typeface="Arial MT"/>
            </a:endParaRPr>
          </a:p>
          <a:p>
            <a:pPr marL="353060" indent="-340360" algn="just">
              <a:lnSpc>
                <a:spcPct val="100000"/>
              </a:lnSpc>
              <a:spcBef>
                <a:spcPts val="800"/>
              </a:spcBef>
              <a:buAutoNum type="alphaLcPeriod"/>
              <a:tabLst>
                <a:tab pos="353060" algn="l"/>
              </a:tabLst>
            </a:pPr>
            <a:r>
              <a:rPr sz="2000" dirty="0">
                <a:latin typeface="Arial MT"/>
                <a:cs typeface="Arial MT"/>
              </a:rPr>
              <a:t>Clasificar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 correos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electrónicos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spam.</a:t>
            </a:r>
            <a:endParaRPr sz="2000">
              <a:latin typeface="Arial MT"/>
              <a:cs typeface="Arial MT"/>
            </a:endParaRPr>
          </a:p>
          <a:p>
            <a:pPr marL="353695" indent="-340995" algn="just">
              <a:lnSpc>
                <a:spcPct val="100000"/>
              </a:lnSpc>
              <a:spcBef>
                <a:spcPts val="795"/>
              </a:spcBef>
              <a:buAutoNum type="alphaLcPeriod"/>
              <a:tabLst>
                <a:tab pos="353695" algn="l"/>
              </a:tabLst>
            </a:pPr>
            <a:r>
              <a:rPr sz="2000" dirty="0">
                <a:latin typeface="Arial MT"/>
                <a:cs typeface="Arial MT"/>
              </a:rPr>
              <a:t>Observar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etiquetar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electrónicos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spam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10" dirty="0">
                <a:latin typeface="Arial MT"/>
                <a:cs typeface="Arial MT"/>
              </a:rPr>
              <a:t> spam.</a:t>
            </a:r>
            <a:endParaRPr sz="2000">
              <a:latin typeface="Arial MT"/>
              <a:cs typeface="Arial MT"/>
            </a:endParaRPr>
          </a:p>
          <a:p>
            <a:pPr marL="353060" marR="5715" indent="-340360" algn="just">
              <a:lnSpc>
                <a:spcPct val="100000"/>
              </a:lnSpc>
              <a:spcBef>
                <a:spcPts val="805"/>
              </a:spcBef>
              <a:buAutoNum type="alphaLcPeriod"/>
              <a:tabLst>
                <a:tab pos="355600" algn="l"/>
              </a:tabLst>
            </a:pPr>
            <a:r>
              <a:rPr sz="2000" dirty="0">
                <a:latin typeface="Arial MT"/>
                <a:cs typeface="Arial MT"/>
              </a:rPr>
              <a:t>El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número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(o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fracción)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correos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electrónicos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clasificados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correctamente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como</a:t>
            </a:r>
            <a:r>
              <a:rPr sz="2000" spc="1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spam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/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no 	</a:t>
            </a:r>
            <a:r>
              <a:rPr sz="2000" dirty="0">
                <a:latin typeface="Arial MT"/>
                <a:cs typeface="Arial MT"/>
              </a:rPr>
              <a:t>spam.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Ninguno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anteriores,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algoritmo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aprendizaje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automático.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958907" y="4420742"/>
            <a:ext cx="4138929" cy="2175510"/>
            <a:chOff x="3958907" y="4420742"/>
            <a:chExt cx="4138929" cy="2175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8496" y="4430267"/>
              <a:ext cx="4119372" cy="21564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63670" y="4425505"/>
              <a:ext cx="4129404" cy="2165985"/>
            </a:xfrm>
            <a:custGeom>
              <a:avLst/>
              <a:gdLst/>
              <a:ahLst/>
              <a:cxnLst/>
              <a:rect l="l" t="t" r="r" b="b"/>
              <a:pathLst>
                <a:path w="4129404" h="2165984">
                  <a:moveTo>
                    <a:pt x="0" y="2165985"/>
                  </a:moveTo>
                  <a:lnTo>
                    <a:pt x="4128897" y="2165985"/>
                  </a:lnTo>
                  <a:lnTo>
                    <a:pt x="4128897" y="0"/>
                  </a:lnTo>
                  <a:lnTo>
                    <a:pt x="0" y="0"/>
                  </a:lnTo>
                  <a:lnTo>
                    <a:pt x="0" y="2165985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455" y="1544253"/>
            <a:ext cx="8623221" cy="469347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OTROS</a:t>
            </a:r>
            <a:r>
              <a:rPr spc="-40" dirty="0"/>
              <a:t> </a:t>
            </a:r>
            <a:r>
              <a:rPr dirty="0"/>
              <a:t>EJEMPLOS</a:t>
            </a:r>
            <a:r>
              <a:rPr spc="-4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APLICACIÓN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pc="-10" dirty="0"/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Anuncios</a:t>
            </a:r>
            <a:r>
              <a:rPr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orientados</a:t>
            </a:r>
            <a:r>
              <a:rPr b="0" spc="-10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1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aplicaciones</a:t>
            </a:r>
            <a:r>
              <a:rPr b="0" spc="-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móviles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Análisis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sentimiento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las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redes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sociales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Monitorización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climática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para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detectar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patrones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estacionales</a:t>
            </a: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Detección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</a:t>
            </a:r>
            <a:r>
              <a:rPr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patrones</a:t>
            </a:r>
            <a:r>
              <a:rPr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la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lucha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contra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el</a:t>
            </a:r>
            <a:r>
              <a:rPr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crimen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Aplicación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sanidad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OTROS</a:t>
            </a:r>
            <a:r>
              <a:rPr spc="-40" dirty="0"/>
              <a:t> </a:t>
            </a:r>
            <a:r>
              <a:rPr dirty="0"/>
              <a:t>EJEMPLOS</a:t>
            </a:r>
            <a:r>
              <a:rPr spc="-40" dirty="0"/>
              <a:t> </a:t>
            </a:r>
            <a:r>
              <a:rPr dirty="0"/>
              <a:t>DE</a:t>
            </a:r>
            <a:r>
              <a:rPr spc="-114" dirty="0"/>
              <a:t> </a:t>
            </a:r>
            <a:r>
              <a:rPr spc="-10" dirty="0"/>
              <a:t>APLICACIÓN</a:t>
            </a:r>
          </a:p>
          <a:p>
            <a:pPr>
              <a:lnSpc>
                <a:spcPct val="100000"/>
              </a:lnSpc>
            </a:pPr>
            <a:endParaRPr spc="-10" dirty="0"/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pc="-10" dirty="0"/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Anuncios</a:t>
            </a:r>
            <a:r>
              <a:rPr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orientados</a:t>
            </a:r>
            <a:r>
              <a:rPr b="0" spc="-10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12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aplicaciones</a:t>
            </a:r>
            <a:r>
              <a:rPr b="0" spc="-9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móviles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Análisis</a:t>
            </a:r>
            <a:r>
              <a:rPr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sentimiento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las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redes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sociales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Monitorización</a:t>
            </a:r>
            <a:r>
              <a:rPr b="0" spc="-3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climática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para</a:t>
            </a:r>
            <a:r>
              <a:rPr b="0" spc="-4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detectar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patrones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estacionales</a:t>
            </a: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Detección</a:t>
            </a:r>
            <a:r>
              <a:rPr b="0" spc="-5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de</a:t>
            </a:r>
            <a:r>
              <a:rPr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patrones</a:t>
            </a:r>
            <a:r>
              <a:rPr b="0" spc="-6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la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lucha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contra</a:t>
            </a:r>
            <a:r>
              <a:rPr b="0" spc="-7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el</a:t>
            </a:r>
            <a:r>
              <a:rPr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crimen</a:t>
            </a: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Aplicación</a:t>
            </a:r>
            <a:r>
              <a:rPr b="0" spc="-6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dirty="0">
                <a:solidFill>
                  <a:srgbClr val="000000"/>
                </a:solidFill>
                <a:latin typeface="Arial MT"/>
                <a:cs typeface="Arial MT"/>
              </a:rPr>
              <a:t>en</a:t>
            </a:r>
            <a:r>
              <a:rPr b="0" spc="-10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b="0" spc="-10" dirty="0">
                <a:solidFill>
                  <a:srgbClr val="000000"/>
                </a:solidFill>
                <a:latin typeface="Arial MT"/>
                <a:cs typeface="Arial MT"/>
              </a:rPr>
              <a:t>sanidad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504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37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Automático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3786" y="2132958"/>
            <a:ext cx="4549880" cy="35589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6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256" y="3178329"/>
            <a:ext cx="3040148" cy="29462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340" y="1373835"/>
            <a:ext cx="1073912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aprendizaje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supervisado,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conjunto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sabemos </a:t>
            </a:r>
            <a:r>
              <a:rPr sz="2400" dirty="0">
                <a:latin typeface="Arial MT"/>
                <a:cs typeface="Arial MT"/>
              </a:rPr>
              <a:t>cómo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debería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salida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correcta,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teniendo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existe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una </a:t>
            </a:r>
            <a:r>
              <a:rPr sz="2400" dirty="0">
                <a:latin typeface="Arial MT"/>
                <a:cs typeface="Arial MT"/>
              </a:rPr>
              <a:t>relación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entrada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salida.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aprendizaje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supervisado </a:t>
            </a:r>
            <a:r>
              <a:rPr sz="2400" dirty="0">
                <a:latin typeface="Arial MT"/>
                <a:cs typeface="Arial MT"/>
              </a:rPr>
              <a:t>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clasifican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"regresión"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"clasificación".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58211" y="3178579"/>
            <a:ext cx="3081698" cy="28950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289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Regresión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1053465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regresión,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predecir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resultados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dentro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salida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continua,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significa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asignar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entrada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alguna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función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continua.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48951" y="2832735"/>
            <a:ext cx="4998085" cy="3093085"/>
            <a:chOff x="3548951" y="2832735"/>
            <a:chExt cx="4998085" cy="30930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38084" y="3053732"/>
              <a:ext cx="4442485" cy="269627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53714" y="2837497"/>
              <a:ext cx="4988560" cy="3083560"/>
            </a:xfrm>
            <a:custGeom>
              <a:avLst/>
              <a:gdLst/>
              <a:ahLst/>
              <a:cxnLst/>
              <a:rect l="l" t="t" r="r" b="b"/>
              <a:pathLst>
                <a:path w="4988559" h="3083560">
                  <a:moveTo>
                    <a:pt x="0" y="3083433"/>
                  </a:moveTo>
                  <a:lnTo>
                    <a:pt x="4988433" y="3083433"/>
                  </a:lnTo>
                  <a:lnTo>
                    <a:pt x="4988433" y="0"/>
                  </a:lnTo>
                  <a:lnTo>
                    <a:pt x="0" y="0"/>
                  </a:lnTo>
                  <a:lnTo>
                    <a:pt x="0" y="3083433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4289" rIns="0" bIns="0" rtlCol="0">
            <a:spAutoFit/>
          </a:bodyPr>
          <a:lstStyle/>
          <a:p>
            <a:pPr marL="178435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Regresión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53949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OBJETIVO:</a:t>
            </a:r>
            <a:r>
              <a:rPr sz="2400" b="1" spc="-6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Predecir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numérico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50703" y="2660523"/>
            <a:ext cx="4490720" cy="3371850"/>
            <a:chOff x="3850703" y="2660523"/>
            <a:chExt cx="4490720" cy="3371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0291" y="2670048"/>
              <a:ext cx="4471416" cy="3352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55465" y="2665285"/>
              <a:ext cx="4481195" cy="3362325"/>
            </a:xfrm>
            <a:custGeom>
              <a:avLst/>
              <a:gdLst/>
              <a:ahLst/>
              <a:cxnLst/>
              <a:rect l="l" t="t" r="r" b="b"/>
              <a:pathLst>
                <a:path w="4481195" h="3362325">
                  <a:moveTo>
                    <a:pt x="0" y="3362325"/>
                  </a:moveTo>
                  <a:lnTo>
                    <a:pt x="4480941" y="3362325"/>
                  </a:lnTo>
                  <a:lnTo>
                    <a:pt x="4480941" y="0"/>
                  </a:lnTo>
                  <a:lnTo>
                    <a:pt x="0" y="0"/>
                  </a:lnTo>
                  <a:lnTo>
                    <a:pt x="0" y="3362325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2925" y="260985"/>
            <a:ext cx="81845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0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0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Regresión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62532"/>
            <a:ext cx="5271135" cy="2147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OTROS</a:t>
            </a:r>
            <a:r>
              <a:rPr sz="2400" b="1" spc="-4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EJEMPLOS</a:t>
            </a:r>
            <a:r>
              <a:rPr sz="2400" b="1" spc="-3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DE</a:t>
            </a:r>
            <a:r>
              <a:rPr sz="2400" b="1" spc="-2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92C61"/>
                </a:solidFill>
                <a:latin typeface="Arial"/>
                <a:cs typeface="Arial"/>
              </a:rPr>
              <a:t>REGRESIÓN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Pronóstico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ventas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spc="-20" dirty="0">
                <a:latin typeface="Arial MT"/>
                <a:cs typeface="Arial MT"/>
              </a:rPr>
              <a:t>Valor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cliente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futuro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Predecir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cantidad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lluvia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83591"/>
            <a:ext cx="8719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Clasificación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102254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clasificación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cambio,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predecir </a:t>
            </a:r>
            <a:r>
              <a:rPr sz="2400" dirty="0">
                <a:latin typeface="Arial MT"/>
                <a:cs typeface="Arial MT"/>
              </a:rPr>
              <a:t>resultados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salida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discreta.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otras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palabras,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estamos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tratando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mapear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entrada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categorías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discretas.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498659" y="2943986"/>
            <a:ext cx="5121910" cy="3076575"/>
            <a:chOff x="3498659" y="2943986"/>
            <a:chExt cx="5121910" cy="30765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8247" y="2953511"/>
              <a:ext cx="5102352" cy="30571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3421" y="2948749"/>
              <a:ext cx="5112385" cy="3067050"/>
            </a:xfrm>
            <a:custGeom>
              <a:avLst/>
              <a:gdLst/>
              <a:ahLst/>
              <a:cxnLst/>
              <a:rect l="l" t="t" r="r" b="b"/>
              <a:pathLst>
                <a:path w="5112384" h="3067050">
                  <a:moveTo>
                    <a:pt x="0" y="3066669"/>
                  </a:moveTo>
                  <a:lnTo>
                    <a:pt x="5111877" y="3066669"/>
                  </a:lnTo>
                  <a:lnTo>
                    <a:pt x="5111877" y="0"/>
                  </a:lnTo>
                  <a:lnTo>
                    <a:pt x="0" y="0"/>
                  </a:lnTo>
                  <a:lnTo>
                    <a:pt x="0" y="3066669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144272"/>
            <a:ext cx="8719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Clasificación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48361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OBJETIVO:</a:t>
            </a:r>
            <a:r>
              <a:rPr sz="2400" b="1" spc="-6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Predecir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categoría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13076" y="1694433"/>
            <a:ext cx="7313930" cy="3475354"/>
            <a:chOff x="2513076" y="1694433"/>
            <a:chExt cx="7313930" cy="347535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076" y="2048255"/>
              <a:ext cx="3211068" cy="31211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59623" y="1700783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1080516" y="0"/>
                  </a:moveTo>
                  <a:lnTo>
                    <a:pt x="1012180" y="767"/>
                  </a:lnTo>
                  <a:lnTo>
                    <a:pt x="944974" y="3038"/>
                  </a:lnTo>
                  <a:lnTo>
                    <a:pt x="879024" y="6769"/>
                  </a:lnTo>
                  <a:lnTo>
                    <a:pt x="814457" y="11912"/>
                  </a:lnTo>
                  <a:lnTo>
                    <a:pt x="751400" y="18422"/>
                  </a:lnTo>
                  <a:lnTo>
                    <a:pt x="689979" y="26255"/>
                  </a:lnTo>
                  <a:lnTo>
                    <a:pt x="630320" y="35363"/>
                  </a:lnTo>
                  <a:lnTo>
                    <a:pt x="572550" y="45701"/>
                  </a:lnTo>
                  <a:lnTo>
                    <a:pt x="516796" y="57225"/>
                  </a:lnTo>
                  <a:lnTo>
                    <a:pt x="463185" y="69887"/>
                  </a:lnTo>
                  <a:lnTo>
                    <a:pt x="411841" y="83643"/>
                  </a:lnTo>
                  <a:lnTo>
                    <a:pt x="362894" y="98446"/>
                  </a:lnTo>
                  <a:lnTo>
                    <a:pt x="316468" y="114252"/>
                  </a:lnTo>
                  <a:lnTo>
                    <a:pt x="272690" y="131014"/>
                  </a:lnTo>
                  <a:lnTo>
                    <a:pt x="231687" y="148687"/>
                  </a:lnTo>
                  <a:lnTo>
                    <a:pt x="193586" y="167225"/>
                  </a:lnTo>
                  <a:lnTo>
                    <a:pt x="158513" y="186582"/>
                  </a:lnTo>
                  <a:lnTo>
                    <a:pt x="97958" y="227573"/>
                  </a:lnTo>
                  <a:lnTo>
                    <a:pt x="51033" y="271294"/>
                  </a:lnTo>
                  <a:lnTo>
                    <a:pt x="18751" y="317380"/>
                  </a:lnTo>
                  <a:lnTo>
                    <a:pt x="2125" y="365465"/>
                  </a:lnTo>
                  <a:lnTo>
                    <a:pt x="0" y="390143"/>
                  </a:lnTo>
                  <a:lnTo>
                    <a:pt x="2125" y="414822"/>
                  </a:lnTo>
                  <a:lnTo>
                    <a:pt x="18751" y="462907"/>
                  </a:lnTo>
                  <a:lnTo>
                    <a:pt x="51033" y="508993"/>
                  </a:lnTo>
                  <a:lnTo>
                    <a:pt x="97958" y="552714"/>
                  </a:lnTo>
                  <a:lnTo>
                    <a:pt x="158513" y="593705"/>
                  </a:lnTo>
                  <a:lnTo>
                    <a:pt x="193586" y="613062"/>
                  </a:lnTo>
                  <a:lnTo>
                    <a:pt x="231687" y="631600"/>
                  </a:lnTo>
                  <a:lnTo>
                    <a:pt x="272690" y="649273"/>
                  </a:lnTo>
                  <a:lnTo>
                    <a:pt x="316468" y="666035"/>
                  </a:lnTo>
                  <a:lnTo>
                    <a:pt x="362894" y="681841"/>
                  </a:lnTo>
                  <a:lnTo>
                    <a:pt x="411841" y="696644"/>
                  </a:lnTo>
                  <a:lnTo>
                    <a:pt x="463185" y="710400"/>
                  </a:lnTo>
                  <a:lnTo>
                    <a:pt x="516796" y="723062"/>
                  </a:lnTo>
                  <a:lnTo>
                    <a:pt x="572550" y="734586"/>
                  </a:lnTo>
                  <a:lnTo>
                    <a:pt x="630320" y="744924"/>
                  </a:lnTo>
                  <a:lnTo>
                    <a:pt x="689979" y="754032"/>
                  </a:lnTo>
                  <a:lnTo>
                    <a:pt x="751400" y="761865"/>
                  </a:lnTo>
                  <a:lnTo>
                    <a:pt x="814457" y="768375"/>
                  </a:lnTo>
                  <a:lnTo>
                    <a:pt x="879024" y="773518"/>
                  </a:lnTo>
                  <a:lnTo>
                    <a:pt x="944974" y="777249"/>
                  </a:lnTo>
                  <a:lnTo>
                    <a:pt x="1012180" y="779520"/>
                  </a:lnTo>
                  <a:lnTo>
                    <a:pt x="1080516" y="780288"/>
                  </a:lnTo>
                  <a:lnTo>
                    <a:pt x="1148851" y="779520"/>
                  </a:lnTo>
                  <a:lnTo>
                    <a:pt x="1216057" y="777249"/>
                  </a:lnTo>
                  <a:lnTo>
                    <a:pt x="1282007" y="773518"/>
                  </a:lnTo>
                  <a:lnTo>
                    <a:pt x="1346574" y="768375"/>
                  </a:lnTo>
                  <a:lnTo>
                    <a:pt x="1409631" y="761865"/>
                  </a:lnTo>
                  <a:lnTo>
                    <a:pt x="1471052" y="754032"/>
                  </a:lnTo>
                  <a:lnTo>
                    <a:pt x="1530711" y="744924"/>
                  </a:lnTo>
                  <a:lnTo>
                    <a:pt x="1588481" y="734586"/>
                  </a:lnTo>
                  <a:lnTo>
                    <a:pt x="1644235" y="723062"/>
                  </a:lnTo>
                  <a:lnTo>
                    <a:pt x="1697846" y="710400"/>
                  </a:lnTo>
                  <a:lnTo>
                    <a:pt x="1749190" y="696644"/>
                  </a:lnTo>
                  <a:lnTo>
                    <a:pt x="1798137" y="681841"/>
                  </a:lnTo>
                  <a:lnTo>
                    <a:pt x="1844563" y="666035"/>
                  </a:lnTo>
                  <a:lnTo>
                    <a:pt x="1888341" y="649273"/>
                  </a:lnTo>
                  <a:lnTo>
                    <a:pt x="1929344" y="631600"/>
                  </a:lnTo>
                  <a:lnTo>
                    <a:pt x="1967445" y="613062"/>
                  </a:lnTo>
                  <a:lnTo>
                    <a:pt x="2002518" y="593705"/>
                  </a:lnTo>
                  <a:lnTo>
                    <a:pt x="2063073" y="552714"/>
                  </a:lnTo>
                  <a:lnTo>
                    <a:pt x="2109998" y="508993"/>
                  </a:lnTo>
                  <a:lnTo>
                    <a:pt x="2142280" y="462907"/>
                  </a:lnTo>
                  <a:lnTo>
                    <a:pt x="2158906" y="414822"/>
                  </a:lnTo>
                  <a:lnTo>
                    <a:pt x="2161031" y="390143"/>
                  </a:lnTo>
                  <a:lnTo>
                    <a:pt x="2158906" y="365465"/>
                  </a:lnTo>
                  <a:lnTo>
                    <a:pt x="2142280" y="317380"/>
                  </a:lnTo>
                  <a:lnTo>
                    <a:pt x="2109998" y="271294"/>
                  </a:lnTo>
                  <a:lnTo>
                    <a:pt x="2063073" y="227573"/>
                  </a:lnTo>
                  <a:lnTo>
                    <a:pt x="2002518" y="186582"/>
                  </a:lnTo>
                  <a:lnTo>
                    <a:pt x="1967445" y="167225"/>
                  </a:lnTo>
                  <a:lnTo>
                    <a:pt x="1929344" y="148687"/>
                  </a:lnTo>
                  <a:lnTo>
                    <a:pt x="1888341" y="131014"/>
                  </a:lnTo>
                  <a:lnTo>
                    <a:pt x="1844563" y="114252"/>
                  </a:lnTo>
                  <a:lnTo>
                    <a:pt x="1798137" y="98446"/>
                  </a:lnTo>
                  <a:lnTo>
                    <a:pt x="1749190" y="83643"/>
                  </a:lnTo>
                  <a:lnTo>
                    <a:pt x="1697846" y="69887"/>
                  </a:lnTo>
                  <a:lnTo>
                    <a:pt x="1644235" y="57225"/>
                  </a:lnTo>
                  <a:lnTo>
                    <a:pt x="1588481" y="45701"/>
                  </a:lnTo>
                  <a:lnTo>
                    <a:pt x="1530711" y="35363"/>
                  </a:lnTo>
                  <a:lnTo>
                    <a:pt x="1471052" y="26255"/>
                  </a:lnTo>
                  <a:lnTo>
                    <a:pt x="1409631" y="18422"/>
                  </a:lnTo>
                  <a:lnTo>
                    <a:pt x="1346574" y="11912"/>
                  </a:lnTo>
                  <a:lnTo>
                    <a:pt x="1282007" y="6769"/>
                  </a:lnTo>
                  <a:lnTo>
                    <a:pt x="1216057" y="3038"/>
                  </a:lnTo>
                  <a:lnTo>
                    <a:pt x="1148851" y="767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006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659623" y="1700783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0" y="390143"/>
                  </a:moveTo>
                  <a:lnTo>
                    <a:pt x="8418" y="341195"/>
                  </a:lnTo>
                  <a:lnTo>
                    <a:pt x="32998" y="294064"/>
                  </a:lnTo>
                  <a:lnTo>
                    <a:pt x="72728" y="249115"/>
                  </a:lnTo>
                  <a:lnTo>
                    <a:pt x="126595" y="206713"/>
                  </a:lnTo>
                  <a:lnTo>
                    <a:pt x="193586" y="167225"/>
                  </a:lnTo>
                  <a:lnTo>
                    <a:pt x="231687" y="148687"/>
                  </a:lnTo>
                  <a:lnTo>
                    <a:pt x="272690" y="131014"/>
                  </a:lnTo>
                  <a:lnTo>
                    <a:pt x="316468" y="114252"/>
                  </a:lnTo>
                  <a:lnTo>
                    <a:pt x="362894" y="98446"/>
                  </a:lnTo>
                  <a:lnTo>
                    <a:pt x="411841" y="83643"/>
                  </a:lnTo>
                  <a:lnTo>
                    <a:pt x="463185" y="69887"/>
                  </a:lnTo>
                  <a:lnTo>
                    <a:pt x="516796" y="57225"/>
                  </a:lnTo>
                  <a:lnTo>
                    <a:pt x="572550" y="45701"/>
                  </a:lnTo>
                  <a:lnTo>
                    <a:pt x="630320" y="35363"/>
                  </a:lnTo>
                  <a:lnTo>
                    <a:pt x="689979" y="26255"/>
                  </a:lnTo>
                  <a:lnTo>
                    <a:pt x="751400" y="18422"/>
                  </a:lnTo>
                  <a:lnTo>
                    <a:pt x="814457" y="11912"/>
                  </a:lnTo>
                  <a:lnTo>
                    <a:pt x="879024" y="6769"/>
                  </a:lnTo>
                  <a:lnTo>
                    <a:pt x="944974" y="3038"/>
                  </a:lnTo>
                  <a:lnTo>
                    <a:pt x="1012180" y="767"/>
                  </a:lnTo>
                  <a:lnTo>
                    <a:pt x="1080516" y="0"/>
                  </a:lnTo>
                  <a:lnTo>
                    <a:pt x="1148851" y="767"/>
                  </a:lnTo>
                  <a:lnTo>
                    <a:pt x="1216057" y="3038"/>
                  </a:lnTo>
                  <a:lnTo>
                    <a:pt x="1282007" y="6769"/>
                  </a:lnTo>
                  <a:lnTo>
                    <a:pt x="1346574" y="11912"/>
                  </a:lnTo>
                  <a:lnTo>
                    <a:pt x="1409631" y="18422"/>
                  </a:lnTo>
                  <a:lnTo>
                    <a:pt x="1471052" y="26255"/>
                  </a:lnTo>
                  <a:lnTo>
                    <a:pt x="1530711" y="35363"/>
                  </a:lnTo>
                  <a:lnTo>
                    <a:pt x="1588481" y="45701"/>
                  </a:lnTo>
                  <a:lnTo>
                    <a:pt x="1644235" y="57225"/>
                  </a:lnTo>
                  <a:lnTo>
                    <a:pt x="1697846" y="69887"/>
                  </a:lnTo>
                  <a:lnTo>
                    <a:pt x="1749190" y="83643"/>
                  </a:lnTo>
                  <a:lnTo>
                    <a:pt x="1798137" y="98446"/>
                  </a:lnTo>
                  <a:lnTo>
                    <a:pt x="1844563" y="114252"/>
                  </a:lnTo>
                  <a:lnTo>
                    <a:pt x="1888341" y="131014"/>
                  </a:lnTo>
                  <a:lnTo>
                    <a:pt x="1929344" y="148687"/>
                  </a:lnTo>
                  <a:lnTo>
                    <a:pt x="1967445" y="167225"/>
                  </a:lnTo>
                  <a:lnTo>
                    <a:pt x="2002518" y="186582"/>
                  </a:lnTo>
                  <a:lnTo>
                    <a:pt x="2063073" y="227573"/>
                  </a:lnTo>
                  <a:lnTo>
                    <a:pt x="2109998" y="271294"/>
                  </a:lnTo>
                  <a:lnTo>
                    <a:pt x="2142280" y="317380"/>
                  </a:lnTo>
                  <a:lnTo>
                    <a:pt x="2158906" y="365465"/>
                  </a:lnTo>
                  <a:lnTo>
                    <a:pt x="2161031" y="390143"/>
                  </a:lnTo>
                  <a:lnTo>
                    <a:pt x="2158906" y="414822"/>
                  </a:lnTo>
                  <a:lnTo>
                    <a:pt x="2142280" y="462907"/>
                  </a:lnTo>
                  <a:lnTo>
                    <a:pt x="2109998" y="508993"/>
                  </a:lnTo>
                  <a:lnTo>
                    <a:pt x="2063073" y="552714"/>
                  </a:lnTo>
                  <a:lnTo>
                    <a:pt x="2002518" y="593705"/>
                  </a:lnTo>
                  <a:lnTo>
                    <a:pt x="1967445" y="613062"/>
                  </a:lnTo>
                  <a:lnTo>
                    <a:pt x="1929344" y="631600"/>
                  </a:lnTo>
                  <a:lnTo>
                    <a:pt x="1888341" y="649273"/>
                  </a:lnTo>
                  <a:lnTo>
                    <a:pt x="1844563" y="666035"/>
                  </a:lnTo>
                  <a:lnTo>
                    <a:pt x="1798137" y="681841"/>
                  </a:lnTo>
                  <a:lnTo>
                    <a:pt x="1749190" y="696644"/>
                  </a:lnTo>
                  <a:lnTo>
                    <a:pt x="1697846" y="710400"/>
                  </a:lnTo>
                  <a:lnTo>
                    <a:pt x="1644235" y="723062"/>
                  </a:lnTo>
                  <a:lnTo>
                    <a:pt x="1588481" y="734586"/>
                  </a:lnTo>
                  <a:lnTo>
                    <a:pt x="1530711" y="744924"/>
                  </a:lnTo>
                  <a:lnTo>
                    <a:pt x="1471052" y="754032"/>
                  </a:lnTo>
                  <a:lnTo>
                    <a:pt x="1409631" y="761865"/>
                  </a:lnTo>
                  <a:lnTo>
                    <a:pt x="1346574" y="768375"/>
                  </a:lnTo>
                  <a:lnTo>
                    <a:pt x="1282007" y="773518"/>
                  </a:lnTo>
                  <a:lnTo>
                    <a:pt x="1216057" y="777249"/>
                  </a:lnTo>
                  <a:lnTo>
                    <a:pt x="1148851" y="779520"/>
                  </a:lnTo>
                  <a:lnTo>
                    <a:pt x="1080516" y="780288"/>
                  </a:lnTo>
                  <a:lnTo>
                    <a:pt x="1012180" y="779520"/>
                  </a:lnTo>
                  <a:lnTo>
                    <a:pt x="944974" y="777249"/>
                  </a:lnTo>
                  <a:lnTo>
                    <a:pt x="879024" y="773518"/>
                  </a:lnTo>
                  <a:lnTo>
                    <a:pt x="814457" y="768375"/>
                  </a:lnTo>
                  <a:lnTo>
                    <a:pt x="751400" y="761865"/>
                  </a:lnTo>
                  <a:lnTo>
                    <a:pt x="689979" y="754032"/>
                  </a:lnTo>
                  <a:lnTo>
                    <a:pt x="630320" y="744924"/>
                  </a:lnTo>
                  <a:lnTo>
                    <a:pt x="572550" y="734586"/>
                  </a:lnTo>
                  <a:lnTo>
                    <a:pt x="516796" y="723062"/>
                  </a:lnTo>
                  <a:lnTo>
                    <a:pt x="463185" y="710400"/>
                  </a:lnTo>
                  <a:lnTo>
                    <a:pt x="411841" y="696644"/>
                  </a:lnTo>
                  <a:lnTo>
                    <a:pt x="362894" y="681841"/>
                  </a:lnTo>
                  <a:lnTo>
                    <a:pt x="316468" y="666035"/>
                  </a:lnTo>
                  <a:lnTo>
                    <a:pt x="272690" y="649273"/>
                  </a:lnTo>
                  <a:lnTo>
                    <a:pt x="231687" y="631600"/>
                  </a:lnTo>
                  <a:lnTo>
                    <a:pt x="193586" y="613062"/>
                  </a:lnTo>
                  <a:lnTo>
                    <a:pt x="158513" y="593705"/>
                  </a:lnTo>
                  <a:lnTo>
                    <a:pt x="97958" y="552714"/>
                  </a:lnTo>
                  <a:lnTo>
                    <a:pt x="51033" y="508993"/>
                  </a:lnTo>
                  <a:lnTo>
                    <a:pt x="18751" y="462907"/>
                  </a:lnTo>
                  <a:lnTo>
                    <a:pt x="2125" y="414822"/>
                  </a:lnTo>
                  <a:lnTo>
                    <a:pt x="0" y="390143"/>
                  </a:lnTo>
                  <a:close/>
                </a:path>
              </a:pathLst>
            </a:custGeom>
            <a:ln w="12700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169656" y="1887982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Soleado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98666" y="3087370"/>
            <a:ext cx="3420745" cy="3241040"/>
            <a:chOff x="6598666" y="3087370"/>
            <a:chExt cx="3420745" cy="3241040"/>
          </a:xfrm>
        </p:grpSpPr>
        <p:sp>
          <p:nvSpPr>
            <p:cNvPr id="10" name="object 10"/>
            <p:cNvSpPr/>
            <p:nvPr/>
          </p:nvSpPr>
          <p:spPr>
            <a:xfrm>
              <a:off x="7851648" y="3093720"/>
              <a:ext cx="2161540" cy="779145"/>
            </a:xfrm>
            <a:custGeom>
              <a:avLst/>
              <a:gdLst/>
              <a:ahLst/>
              <a:cxnLst/>
              <a:rect l="l" t="t" r="r" b="b"/>
              <a:pathLst>
                <a:path w="2161540" h="779145">
                  <a:moveTo>
                    <a:pt x="1080516" y="0"/>
                  </a:moveTo>
                  <a:lnTo>
                    <a:pt x="1012180" y="766"/>
                  </a:lnTo>
                  <a:lnTo>
                    <a:pt x="944974" y="3034"/>
                  </a:lnTo>
                  <a:lnTo>
                    <a:pt x="879024" y="6759"/>
                  </a:lnTo>
                  <a:lnTo>
                    <a:pt x="814457" y="11894"/>
                  </a:lnTo>
                  <a:lnTo>
                    <a:pt x="751400" y="18394"/>
                  </a:lnTo>
                  <a:lnTo>
                    <a:pt x="689979" y="26214"/>
                  </a:lnTo>
                  <a:lnTo>
                    <a:pt x="630320" y="35308"/>
                  </a:lnTo>
                  <a:lnTo>
                    <a:pt x="572550" y="45629"/>
                  </a:lnTo>
                  <a:lnTo>
                    <a:pt x="516796" y="57133"/>
                  </a:lnTo>
                  <a:lnTo>
                    <a:pt x="463185" y="69774"/>
                  </a:lnTo>
                  <a:lnTo>
                    <a:pt x="411841" y="83506"/>
                  </a:lnTo>
                  <a:lnTo>
                    <a:pt x="362894" y="98284"/>
                  </a:lnTo>
                  <a:lnTo>
                    <a:pt x="316468" y="114061"/>
                  </a:lnTo>
                  <a:lnTo>
                    <a:pt x="272690" y="130793"/>
                  </a:lnTo>
                  <a:lnTo>
                    <a:pt x="231687" y="148433"/>
                  </a:lnTo>
                  <a:lnTo>
                    <a:pt x="193586" y="166936"/>
                  </a:lnTo>
                  <a:lnTo>
                    <a:pt x="158513" y="186256"/>
                  </a:lnTo>
                  <a:lnTo>
                    <a:pt x="97958" y="227166"/>
                  </a:lnTo>
                  <a:lnTo>
                    <a:pt x="51033" y="270797"/>
                  </a:lnTo>
                  <a:lnTo>
                    <a:pt x="18751" y="316783"/>
                  </a:lnTo>
                  <a:lnTo>
                    <a:pt x="2125" y="364761"/>
                  </a:lnTo>
                  <a:lnTo>
                    <a:pt x="0" y="389381"/>
                  </a:lnTo>
                  <a:lnTo>
                    <a:pt x="2125" y="414002"/>
                  </a:lnTo>
                  <a:lnTo>
                    <a:pt x="18751" y="461980"/>
                  </a:lnTo>
                  <a:lnTo>
                    <a:pt x="51033" y="507966"/>
                  </a:lnTo>
                  <a:lnTo>
                    <a:pt x="97958" y="551597"/>
                  </a:lnTo>
                  <a:lnTo>
                    <a:pt x="158513" y="592507"/>
                  </a:lnTo>
                  <a:lnTo>
                    <a:pt x="193586" y="611827"/>
                  </a:lnTo>
                  <a:lnTo>
                    <a:pt x="231687" y="630330"/>
                  </a:lnTo>
                  <a:lnTo>
                    <a:pt x="272690" y="647970"/>
                  </a:lnTo>
                  <a:lnTo>
                    <a:pt x="316468" y="664702"/>
                  </a:lnTo>
                  <a:lnTo>
                    <a:pt x="362894" y="680479"/>
                  </a:lnTo>
                  <a:lnTo>
                    <a:pt x="411841" y="695257"/>
                  </a:lnTo>
                  <a:lnTo>
                    <a:pt x="463185" y="708989"/>
                  </a:lnTo>
                  <a:lnTo>
                    <a:pt x="516796" y="721630"/>
                  </a:lnTo>
                  <a:lnTo>
                    <a:pt x="572550" y="733134"/>
                  </a:lnTo>
                  <a:lnTo>
                    <a:pt x="630320" y="743455"/>
                  </a:lnTo>
                  <a:lnTo>
                    <a:pt x="689979" y="752549"/>
                  </a:lnTo>
                  <a:lnTo>
                    <a:pt x="751400" y="760369"/>
                  </a:lnTo>
                  <a:lnTo>
                    <a:pt x="814457" y="766869"/>
                  </a:lnTo>
                  <a:lnTo>
                    <a:pt x="879024" y="772004"/>
                  </a:lnTo>
                  <a:lnTo>
                    <a:pt x="944974" y="775729"/>
                  </a:lnTo>
                  <a:lnTo>
                    <a:pt x="1012180" y="777997"/>
                  </a:lnTo>
                  <a:lnTo>
                    <a:pt x="1080516" y="778763"/>
                  </a:lnTo>
                  <a:lnTo>
                    <a:pt x="1148851" y="777997"/>
                  </a:lnTo>
                  <a:lnTo>
                    <a:pt x="1216057" y="775729"/>
                  </a:lnTo>
                  <a:lnTo>
                    <a:pt x="1282007" y="772004"/>
                  </a:lnTo>
                  <a:lnTo>
                    <a:pt x="1346574" y="766869"/>
                  </a:lnTo>
                  <a:lnTo>
                    <a:pt x="1409631" y="760369"/>
                  </a:lnTo>
                  <a:lnTo>
                    <a:pt x="1471052" y="752549"/>
                  </a:lnTo>
                  <a:lnTo>
                    <a:pt x="1530711" y="743455"/>
                  </a:lnTo>
                  <a:lnTo>
                    <a:pt x="1588481" y="733134"/>
                  </a:lnTo>
                  <a:lnTo>
                    <a:pt x="1644235" y="721630"/>
                  </a:lnTo>
                  <a:lnTo>
                    <a:pt x="1697846" y="708989"/>
                  </a:lnTo>
                  <a:lnTo>
                    <a:pt x="1749190" y="695257"/>
                  </a:lnTo>
                  <a:lnTo>
                    <a:pt x="1798137" y="680479"/>
                  </a:lnTo>
                  <a:lnTo>
                    <a:pt x="1844563" y="664702"/>
                  </a:lnTo>
                  <a:lnTo>
                    <a:pt x="1888341" y="647970"/>
                  </a:lnTo>
                  <a:lnTo>
                    <a:pt x="1929344" y="630330"/>
                  </a:lnTo>
                  <a:lnTo>
                    <a:pt x="1967445" y="611827"/>
                  </a:lnTo>
                  <a:lnTo>
                    <a:pt x="2002518" y="592507"/>
                  </a:lnTo>
                  <a:lnTo>
                    <a:pt x="2063073" y="551597"/>
                  </a:lnTo>
                  <a:lnTo>
                    <a:pt x="2109998" y="507966"/>
                  </a:lnTo>
                  <a:lnTo>
                    <a:pt x="2142280" y="461980"/>
                  </a:lnTo>
                  <a:lnTo>
                    <a:pt x="2158906" y="414002"/>
                  </a:lnTo>
                  <a:lnTo>
                    <a:pt x="2161031" y="389381"/>
                  </a:lnTo>
                  <a:lnTo>
                    <a:pt x="2158906" y="364761"/>
                  </a:lnTo>
                  <a:lnTo>
                    <a:pt x="2142280" y="316783"/>
                  </a:lnTo>
                  <a:lnTo>
                    <a:pt x="2109998" y="270797"/>
                  </a:lnTo>
                  <a:lnTo>
                    <a:pt x="2063073" y="227166"/>
                  </a:lnTo>
                  <a:lnTo>
                    <a:pt x="2002518" y="186256"/>
                  </a:lnTo>
                  <a:lnTo>
                    <a:pt x="1967445" y="166936"/>
                  </a:lnTo>
                  <a:lnTo>
                    <a:pt x="1929344" y="148433"/>
                  </a:lnTo>
                  <a:lnTo>
                    <a:pt x="1888341" y="130793"/>
                  </a:lnTo>
                  <a:lnTo>
                    <a:pt x="1844563" y="114061"/>
                  </a:lnTo>
                  <a:lnTo>
                    <a:pt x="1798137" y="98284"/>
                  </a:lnTo>
                  <a:lnTo>
                    <a:pt x="1749190" y="83506"/>
                  </a:lnTo>
                  <a:lnTo>
                    <a:pt x="1697846" y="69774"/>
                  </a:lnTo>
                  <a:lnTo>
                    <a:pt x="1644235" y="57133"/>
                  </a:lnTo>
                  <a:lnTo>
                    <a:pt x="1588481" y="45629"/>
                  </a:lnTo>
                  <a:lnTo>
                    <a:pt x="1530711" y="35308"/>
                  </a:lnTo>
                  <a:lnTo>
                    <a:pt x="1471052" y="26214"/>
                  </a:lnTo>
                  <a:lnTo>
                    <a:pt x="1409631" y="18394"/>
                  </a:lnTo>
                  <a:lnTo>
                    <a:pt x="1346574" y="11894"/>
                  </a:lnTo>
                  <a:lnTo>
                    <a:pt x="1282007" y="6759"/>
                  </a:lnTo>
                  <a:lnTo>
                    <a:pt x="1216057" y="3034"/>
                  </a:lnTo>
                  <a:lnTo>
                    <a:pt x="1148851" y="766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006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851648" y="3093720"/>
              <a:ext cx="2161540" cy="779145"/>
            </a:xfrm>
            <a:custGeom>
              <a:avLst/>
              <a:gdLst/>
              <a:ahLst/>
              <a:cxnLst/>
              <a:rect l="l" t="t" r="r" b="b"/>
              <a:pathLst>
                <a:path w="2161540" h="779145">
                  <a:moveTo>
                    <a:pt x="0" y="389381"/>
                  </a:moveTo>
                  <a:lnTo>
                    <a:pt x="8418" y="340546"/>
                  </a:lnTo>
                  <a:lnTo>
                    <a:pt x="32998" y="293518"/>
                  </a:lnTo>
                  <a:lnTo>
                    <a:pt x="72728" y="248664"/>
                  </a:lnTo>
                  <a:lnTo>
                    <a:pt x="126595" y="206348"/>
                  </a:lnTo>
                  <a:lnTo>
                    <a:pt x="193586" y="166936"/>
                  </a:lnTo>
                  <a:lnTo>
                    <a:pt x="231687" y="148433"/>
                  </a:lnTo>
                  <a:lnTo>
                    <a:pt x="272690" y="130793"/>
                  </a:lnTo>
                  <a:lnTo>
                    <a:pt x="316468" y="114061"/>
                  </a:lnTo>
                  <a:lnTo>
                    <a:pt x="362894" y="98284"/>
                  </a:lnTo>
                  <a:lnTo>
                    <a:pt x="411841" y="83506"/>
                  </a:lnTo>
                  <a:lnTo>
                    <a:pt x="463185" y="69774"/>
                  </a:lnTo>
                  <a:lnTo>
                    <a:pt x="516796" y="57133"/>
                  </a:lnTo>
                  <a:lnTo>
                    <a:pt x="572550" y="45629"/>
                  </a:lnTo>
                  <a:lnTo>
                    <a:pt x="630320" y="35308"/>
                  </a:lnTo>
                  <a:lnTo>
                    <a:pt x="689979" y="26214"/>
                  </a:lnTo>
                  <a:lnTo>
                    <a:pt x="751400" y="18394"/>
                  </a:lnTo>
                  <a:lnTo>
                    <a:pt x="814457" y="11894"/>
                  </a:lnTo>
                  <a:lnTo>
                    <a:pt x="879024" y="6759"/>
                  </a:lnTo>
                  <a:lnTo>
                    <a:pt x="944974" y="3034"/>
                  </a:lnTo>
                  <a:lnTo>
                    <a:pt x="1012180" y="766"/>
                  </a:lnTo>
                  <a:lnTo>
                    <a:pt x="1080516" y="0"/>
                  </a:lnTo>
                  <a:lnTo>
                    <a:pt x="1148851" y="766"/>
                  </a:lnTo>
                  <a:lnTo>
                    <a:pt x="1216057" y="3034"/>
                  </a:lnTo>
                  <a:lnTo>
                    <a:pt x="1282007" y="6759"/>
                  </a:lnTo>
                  <a:lnTo>
                    <a:pt x="1346574" y="11894"/>
                  </a:lnTo>
                  <a:lnTo>
                    <a:pt x="1409631" y="18394"/>
                  </a:lnTo>
                  <a:lnTo>
                    <a:pt x="1471052" y="26214"/>
                  </a:lnTo>
                  <a:lnTo>
                    <a:pt x="1530711" y="35308"/>
                  </a:lnTo>
                  <a:lnTo>
                    <a:pt x="1588481" y="45629"/>
                  </a:lnTo>
                  <a:lnTo>
                    <a:pt x="1644235" y="57133"/>
                  </a:lnTo>
                  <a:lnTo>
                    <a:pt x="1697846" y="69774"/>
                  </a:lnTo>
                  <a:lnTo>
                    <a:pt x="1749190" y="83506"/>
                  </a:lnTo>
                  <a:lnTo>
                    <a:pt x="1798137" y="98284"/>
                  </a:lnTo>
                  <a:lnTo>
                    <a:pt x="1844563" y="114061"/>
                  </a:lnTo>
                  <a:lnTo>
                    <a:pt x="1888341" y="130793"/>
                  </a:lnTo>
                  <a:lnTo>
                    <a:pt x="1929344" y="148433"/>
                  </a:lnTo>
                  <a:lnTo>
                    <a:pt x="1967445" y="166936"/>
                  </a:lnTo>
                  <a:lnTo>
                    <a:pt x="2002518" y="186256"/>
                  </a:lnTo>
                  <a:lnTo>
                    <a:pt x="2063073" y="227166"/>
                  </a:lnTo>
                  <a:lnTo>
                    <a:pt x="2109998" y="270797"/>
                  </a:lnTo>
                  <a:lnTo>
                    <a:pt x="2142280" y="316783"/>
                  </a:lnTo>
                  <a:lnTo>
                    <a:pt x="2158906" y="364761"/>
                  </a:lnTo>
                  <a:lnTo>
                    <a:pt x="2161031" y="389381"/>
                  </a:lnTo>
                  <a:lnTo>
                    <a:pt x="2158906" y="414002"/>
                  </a:lnTo>
                  <a:lnTo>
                    <a:pt x="2142280" y="461980"/>
                  </a:lnTo>
                  <a:lnTo>
                    <a:pt x="2109998" y="507966"/>
                  </a:lnTo>
                  <a:lnTo>
                    <a:pt x="2063073" y="551597"/>
                  </a:lnTo>
                  <a:lnTo>
                    <a:pt x="2002518" y="592507"/>
                  </a:lnTo>
                  <a:lnTo>
                    <a:pt x="1967445" y="611827"/>
                  </a:lnTo>
                  <a:lnTo>
                    <a:pt x="1929344" y="630330"/>
                  </a:lnTo>
                  <a:lnTo>
                    <a:pt x="1888341" y="647970"/>
                  </a:lnTo>
                  <a:lnTo>
                    <a:pt x="1844563" y="664702"/>
                  </a:lnTo>
                  <a:lnTo>
                    <a:pt x="1798137" y="680479"/>
                  </a:lnTo>
                  <a:lnTo>
                    <a:pt x="1749190" y="695257"/>
                  </a:lnTo>
                  <a:lnTo>
                    <a:pt x="1697846" y="708989"/>
                  </a:lnTo>
                  <a:lnTo>
                    <a:pt x="1644235" y="721630"/>
                  </a:lnTo>
                  <a:lnTo>
                    <a:pt x="1588481" y="733134"/>
                  </a:lnTo>
                  <a:lnTo>
                    <a:pt x="1530711" y="743455"/>
                  </a:lnTo>
                  <a:lnTo>
                    <a:pt x="1471052" y="752549"/>
                  </a:lnTo>
                  <a:lnTo>
                    <a:pt x="1409631" y="760369"/>
                  </a:lnTo>
                  <a:lnTo>
                    <a:pt x="1346574" y="766869"/>
                  </a:lnTo>
                  <a:lnTo>
                    <a:pt x="1282007" y="772004"/>
                  </a:lnTo>
                  <a:lnTo>
                    <a:pt x="1216057" y="775729"/>
                  </a:lnTo>
                  <a:lnTo>
                    <a:pt x="1148851" y="777997"/>
                  </a:lnTo>
                  <a:lnTo>
                    <a:pt x="1080516" y="778763"/>
                  </a:lnTo>
                  <a:lnTo>
                    <a:pt x="1012180" y="777997"/>
                  </a:lnTo>
                  <a:lnTo>
                    <a:pt x="944974" y="775729"/>
                  </a:lnTo>
                  <a:lnTo>
                    <a:pt x="879024" y="772004"/>
                  </a:lnTo>
                  <a:lnTo>
                    <a:pt x="814457" y="766869"/>
                  </a:lnTo>
                  <a:lnTo>
                    <a:pt x="751400" y="760369"/>
                  </a:lnTo>
                  <a:lnTo>
                    <a:pt x="689979" y="752549"/>
                  </a:lnTo>
                  <a:lnTo>
                    <a:pt x="630320" y="743455"/>
                  </a:lnTo>
                  <a:lnTo>
                    <a:pt x="572550" y="733134"/>
                  </a:lnTo>
                  <a:lnTo>
                    <a:pt x="516796" y="721630"/>
                  </a:lnTo>
                  <a:lnTo>
                    <a:pt x="463185" y="708989"/>
                  </a:lnTo>
                  <a:lnTo>
                    <a:pt x="411841" y="695257"/>
                  </a:lnTo>
                  <a:lnTo>
                    <a:pt x="362894" y="680479"/>
                  </a:lnTo>
                  <a:lnTo>
                    <a:pt x="316468" y="664702"/>
                  </a:lnTo>
                  <a:lnTo>
                    <a:pt x="272690" y="647970"/>
                  </a:lnTo>
                  <a:lnTo>
                    <a:pt x="231687" y="630330"/>
                  </a:lnTo>
                  <a:lnTo>
                    <a:pt x="193586" y="611827"/>
                  </a:lnTo>
                  <a:lnTo>
                    <a:pt x="158513" y="592507"/>
                  </a:lnTo>
                  <a:lnTo>
                    <a:pt x="97958" y="551597"/>
                  </a:lnTo>
                  <a:lnTo>
                    <a:pt x="51033" y="507966"/>
                  </a:lnTo>
                  <a:lnTo>
                    <a:pt x="18751" y="461980"/>
                  </a:lnTo>
                  <a:lnTo>
                    <a:pt x="2125" y="414002"/>
                  </a:lnTo>
                  <a:lnTo>
                    <a:pt x="0" y="389381"/>
                  </a:lnTo>
                  <a:close/>
                </a:path>
              </a:pathLst>
            </a:custGeom>
            <a:ln w="12700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25740" y="4344924"/>
              <a:ext cx="2159635" cy="780415"/>
            </a:xfrm>
            <a:custGeom>
              <a:avLst/>
              <a:gdLst/>
              <a:ahLst/>
              <a:cxnLst/>
              <a:rect l="l" t="t" r="r" b="b"/>
              <a:pathLst>
                <a:path w="2159634" h="780414">
                  <a:moveTo>
                    <a:pt x="1079753" y="0"/>
                  </a:moveTo>
                  <a:lnTo>
                    <a:pt x="1011462" y="767"/>
                  </a:lnTo>
                  <a:lnTo>
                    <a:pt x="944300" y="3038"/>
                  </a:lnTo>
                  <a:lnTo>
                    <a:pt x="878394" y="6769"/>
                  </a:lnTo>
                  <a:lnTo>
                    <a:pt x="813870" y="11912"/>
                  </a:lnTo>
                  <a:lnTo>
                    <a:pt x="750855" y="18422"/>
                  </a:lnTo>
                  <a:lnTo>
                    <a:pt x="689476" y="26255"/>
                  </a:lnTo>
                  <a:lnTo>
                    <a:pt x="629858" y="35363"/>
                  </a:lnTo>
                  <a:lnTo>
                    <a:pt x="572129" y="45701"/>
                  </a:lnTo>
                  <a:lnTo>
                    <a:pt x="516414" y="57225"/>
                  </a:lnTo>
                  <a:lnTo>
                    <a:pt x="462840" y="69887"/>
                  </a:lnTo>
                  <a:lnTo>
                    <a:pt x="411534" y="83643"/>
                  </a:lnTo>
                  <a:lnTo>
                    <a:pt x="362622" y="98446"/>
                  </a:lnTo>
                  <a:lnTo>
                    <a:pt x="316230" y="114252"/>
                  </a:lnTo>
                  <a:lnTo>
                    <a:pt x="272484" y="131014"/>
                  </a:lnTo>
                  <a:lnTo>
                    <a:pt x="231512" y="148687"/>
                  </a:lnTo>
                  <a:lnTo>
                    <a:pt x="193439" y="167225"/>
                  </a:lnTo>
                  <a:lnTo>
                    <a:pt x="158392" y="186582"/>
                  </a:lnTo>
                  <a:lnTo>
                    <a:pt x="97882" y="227573"/>
                  </a:lnTo>
                  <a:lnTo>
                    <a:pt x="50993" y="271294"/>
                  </a:lnTo>
                  <a:lnTo>
                    <a:pt x="18736" y="317380"/>
                  </a:lnTo>
                  <a:lnTo>
                    <a:pt x="2124" y="365465"/>
                  </a:lnTo>
                  <a:lnTo>
                    <a:pt x="0" y="390144"/>
                  </a:lnTo>
                  <a:lnTo>
                    <a:pt x="2124" y="414822"/>
                  </a:lnTo>
                  <a:lnTo>
                    <a:pt x="18736" y="462907"/>
                  </a:lnTo>
                  <a:lnTo>
                    <a:pt x="50993" y="508993"/>
                  </a:lnTo>
                  <a:lnTo>
                    <a:pt x="97882" y="552714"/>
                  </a:lnTo>
                  <a:lnTo>
                    <a:pt x="158392" y="593705"/>
                  </a:lnTo>
                  <a:lnTo>
                    <a:pt x="193439" y="613062"/>
                  </a:lnTo>
                  <a:lnTo>
                    <a:pt x="231512" y="631600"/>
                  </a:lnTo>
                  <a:lnTo>
                    <a:pt x="272484" y="649273"/>
                  </a:lnTo>
                  <a:lnTo>
                    <a:pt x="316229" y="666035"/>
                  </a:lnTo>
                  <a:lnTo>
                    <a:pt x="362622" y="681841"/>
                  </a:lnTo>
                  <a:lnTo>
                    <a:pt x="411534" y="696644"/>
                  </a:lnTo>
                  <a:lnTo>
                    <a:pt x="462840" y="710400"/>
                  </a:lnTo>
                  <a:lnTo>
                    <a:pt x="516414" y="723062"/>
                  </a:lnTo>
                  <a:lnTo>
                    <a:pt x="572129" y="734586"/>
                  </a:lnTo>
                  <a:lnTo>
                    <a:pt x="629858" y="744924"/>
                  </a:lnTo>
                  <a:lnTo>
                    <a:pt x="689476" y="754032"/>
                  </a:lnTo>
                  <a:lnTo>
                    <a:pt x="750855" y="761865"/>
                  </a:lnTo>
                  <a:lnTo>
                    <a:pt x="813870" y="768375"/>
                  </a:lnTo>
                  <a:lnTo>
                    <a:pt x="878394" y="773518"/>
                  </a:lnTo>
                  <a:lnTo>
                    <a:pt x="944300" y="777249"/>
                  </a:lnTo>
                  <a:lnTo>
                    <a:pt x="1011462" y="779520"/>
                  </a:lnTo>
                  <a:lnTo>
                    <a:pt x="1079753" y="780288"/>
                  </a:lnTo>
                  <a:lnTo>
                    <a:pt x="1148045" y="779520"/>
                  </a:lnTo>
                  <a:lnTo>
                    <a:pt x="1215207" y="777249"/>
                  </a:lnTo>
                  <a:lnTo>
                    <a:pt x="1281113" y="773518"/>
                  </a:lnTo>
                  <a:lnTo>
                    <a:pt x="1345637" y="768375"/>
                  </a:lnTo>
                  <a:lnTo>
                    <a:pt x="1408652" y="761865"/>
                  </a:lnTo>
                  <a:lnTo>
                    <a:pt x="1470031" y="754032"/>
                  </a:lnTo>
                  <a:lnTo>
                    <a:pt x="1529649" y="744924"/>
                  </a:lnTo>
                  <a:lnTo>
                    <a:pt x="1587378" y="734586"/>
                  </a:lnTo>
                  <a:lnTo>
                    <a:pt x="1643093" y="723062"/>
                  </a:lnTo>
                  <a:lnTo>
                    <a:pt x="1696667" y="710400"/>
                  </a:lnTo>
                  <a:lnTo>
                    <a:pt x="1747973" y="696644"/>
                  </a:lnTo>
                  <a:lnTo>
                    <a:pt x="1796885" y="681841"/>
                  </a:lnTo>
                  <a:lnTo>
                    <a:pt x="1843277" y="666035"/>
                  </a:lnTo>
                  <a:lnTo>
                    <a:pt x="1887023" y="649273"/>
                  </a:lnTo>
                  <a:lnTo>
                    <a:pt x="1927995" y="631600"/>
                  </a:lnTo>
                  <a:lnTo>
                    <a:pt x="1966068" y="613062"/>
                  </a:lnTo>
                  <a:lnTo>
                    <a:pt x="2001115" y="593705"/>
                  </a:lnTo>
                  <a:lnTo>
                    <a:pt x="2061625" y="552714"/>
                  </a:lnTo>
                  <a:lnTo>
                    <a:pt x="2108514" y="508993"/>
                  </a:lnTo>
                  <a:lnTo>
                    <a:pt x="2140771" y="462907"/>
                  </a:lnTo>
                  <a:lnTo>
                    <a:pt x="2157383" y="414822"/>
                  </a:lnTo>
                  <a:lnTo>
                    <a:pt x="2159507" y="390144"/>
                  </a:lnTo>
                  <a:lnTo>
                    <a:pt x="2157383" y="365465"/>
                  </a:lnTo>
                  <a:lnTo>
                    <a:pt x="2140771" y="317380"/>
                  </a:lnTo>
                  <a:lnTo>
                    <a:pt x="2108514" y="271294"/>
                  </a:lnTo>
                  <a:lnTo>
                    <a:pt x="2061625" y="227573"/>
                  </a:lnTo>
                  <a:lnTo>
                    <a:pt x="2001115" y="186582"/>
                  </a:lnTo>
                  <a:lnTo>
                    <a:pt x="1966068" y="167225"/>
                  </a:lnTo>
                  <a:lnTo>
                    <a:pt x="1927995" y="148687"/>
                  </a:lnTo>
                  <a:lnTo>
                    <a:pt x="1887023" y="131014"/>
                  </a:lnTo>
                  <a:lnTo>
                    <a:pt x="1843277" y="114252"/>
                  </a:lnTo>
                  <a:lnTo>
                    <a:pt x="1796885" y="98446"/>
                  </a:lnTo>
                  <a:lnTo>
                    <a:pt x="1747973" y="83643"/>
                  </a:lnTo>
                  <a:lnTo>
                    <a:pt x="1696667" y="69887"/>
                  </a:lnTo>
                  <a:lnTo>
                    <a:pt x="1643093" y="57225"/>
                  </a:lnTo>
                  <a:lnTo>
                    <a:pt x="1587378" y="45701"/>
                  </a:lnTo>
                  <a:lnTo>
                    <a:pt x="1529649" y="35363"/>
                  </a:lnTo>
                  <a:lnTo>
                    <a:pt x="1470031" y="26255"/>
                  </a:lnTo>
                  <a:lnTo>
                    <a:pt x="1408652" y="18422"/>
                  </a:lnTo>
                  <a:lnTo>
                    <a:pt x="1345637" y="11912"/>
                  </a:lnTo>
                  <a:lnTo>
                    <a:pt x="1281113" y="6769"/>
                  </a:lnTo>
                  <a:lnTo>
                    <a:pt x="1215207" y="3038"/>
                  </a:lnTo>
                  <a:lnTo>
                    <a:pt x="1148045" y="767"/>
                  </a:lnTo>
                  <a:lnTo>
                    <a:pt x="1079753" y="0"/>
                  </a:lnTo>
                  <a:close/>
                </a:path>
              </a:pathLst>
            </a:custGeom>
            <a:solidFill>
              <a:srgbClr val="006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25740" y="4344924"/>
              <a:ext cx="2159635" cy="780415"/>
            </a:xfrm>
            <a:custGeom>
              <a:avLst/>
              <a:gdLst/>
              <a:ahLst/>
              <a:cxnLst/>
              <a:rect l="l" t="t" r="r" b="b"/>
              <a:pathLst>
                <a:path w="2159634" h="780414">
                  <a:moveTo>
                    <a:pt x="0" y="390144"/>
                  </a:moveTo>
                  <a:lnTo>
                    <a:pt x="8411" y="341195"/>
                  </a:lnTo>
                  <a:lnTo>
                    <a:pt x="32973" y="294064"/>
                  </a:lnTo>
                  <a:lnTo>
                    <a:pt x="72672" y="249115"/>
                  </a:lnTo>
                  <a:lnTo>
                    <a:pt x="126498" y="206713"/>
                  </a:lnTo>
                  <a:lnTo>
                    <a:pt x="193439" y="167225"/>
                  </a:lnTo>
                  <a:lnTo>
                    <a:pt x="231512" y="148687"/>
                  </a:lnTo>
                  <a:lnTo>
                    <a:pt x="272484" y="131014"/>
                  </a:lnTo>
                  <a:lnTo>
                    <a:pt x="316230" y="114252"/>
                  </a:lnTo>
                  <a:lnTo>
                    <a:pt x="362622" y="98446"/>
                  </a:lnTo>
                  <a:lnTo>
                    <a:pt x="411534" y="83643"/>
                  </a:lnTo>
                  <a:lnTo>
                    <a:pt x="462840" y="69887"/>
                  </a:lnTo>
                  <a:lnTo>
                    <a:pt x="516414" y="57225"/>
                  </a:lnTo>
                  <a:lnTo>
                    <a:pt x="572129" y="45701"/>
                  </a:lnTo>
                  <a:lnTo>
                    <a:pt x="629858" y="35363"/>
                  </a:lnTo>
                  <a:lnTo>
                    <a:pt x="689476" y="26255"/>
                  </a:lnTo>
                  <a:lnTo>
                    <a:pt x="750855" y="18422"/>
                  </a:lnTo>
                  <a:lnTo>
                    <a:pt x="813870" y="11912"/>
                  </a:lnTo>
                  <a:lnTo>
                    <a:pt x="878394" y="6769"/>
                  </a:lnTo>
                  <a:lnTo>
                    <a:pt x="944300" y="3038"/>
                  </a:lnTo>
                  <a:lnTo>
                    <a:pt x="1011462" y="767"/>
                  </a:lnTo>
                  <a:lnTo>
                    <a:pt x="1079753" y="0"/>
                  </a:lnTo>
                  <a:lnTo>
                    <a:pt x="1148045" y="767"/>
                  </a:lnTo>
                  <a:lnTo>
                    <a:pt x="1215207" y="3038"/>
                  </a:lnTo>
                  <a:lnTo>
                    <a:pt x="1281113" y="6769"/>
                  </a:lnTo>
                  <a:lnTo>
                    <a:pt x="1345637" y="11912"/>
                  </a:lnTo>
                  <a:lnTo>
                    <a:pt x="1408652" y="18422"/>
                  </a:lnTo>
                  <a:lnTo>
                    <a:pt x="1470031" y="26255"/>
                  </a:lnTo>
                  <a:lnTo>
                    <a:pt x="1529649" y="35363"/>
                  </a:lnTo>
                  <a:lnTo>
                    <a:pt x="1587378" y="45701"/>
                  </a:lnTo>
                  <a:lnTo>
                    <a:pt x="1643093" y="57225"/>
                  </a:lnTo>
                  <a:lnTo>
                    <a:pt x="1696667" y="69887"/>
                  </a:lnTo>
                  <a:lnTo>
                    <a:pt x="1747973" y="83643"/>
                  </a:lnTo>
                  <a:lnTo>
                    <a:pt x="1796885" y="98446"/>
                  </a:lnTo>
                  <a:lnTo>
                    <a:pt x="1843277" y="114252"/>
                  </a:lnTo>
                  <a:lnTo>
                    <a:pt x="1887023" y="131014"/>
                  </a:lnTo>
                  <a:lnTo>
                    <a:pt x="1927995" y="148687"/>
                  </a:lnTo>
                  <a:lnTo>
                    <a:pt x="1966068" y="167225"/>
                  </a:lnTo>
                  <a:lnTo>
                    <a:pt x="2001115" y="186582"/>
                  </a:lnTo>
                  <a:lnTo>
                    <a:pt x="2061625" y="227573"/>
                  </a:lnTo>
                  <a:lnTo>
                    <a:pt x="2108514" y="271294"/>
                  </a:lnTo>
                  <a:lnTo>
                    <a:pt x="2140771" y="317380"/>
                  </a:lnTo>
                  <a:lnTo>
                    <a:pt x="2157383" y="365465"/>
                  </a:lnTo>
                  <a:lnTo>
                    <a:pt x="2159507" y="390144"/>
                  </a:lnTo>
                  <a:lnTo>
                    <a:pt x="2157383" y="414822"/>
                  </a:lnTo>
                  <a:lnTo>
                    <a:pt x="2140771" y="462907"/>
                  </a:lnTo>
                  <a:lnTo>
                    <a:pt x="2108514" y="508993"/>
                  </a:lnTo>
                  <a:lnTo>
                    <a:pt x="2061625" y="552714"/>
                  </a:lnTo>
                  <a:lnTo>
                    <a:pt x="2001115" y="593705"/>
                  </a:lnTo>
                  <a:lnTo>
                    <a:pt x="1966068" y="613062"/>
                  </a:lnTo>
                  <a:lnTo>
                    <a:pt x="1927995" y="631600"/>
                  </a:lnTo>
                  <a:lnTo>
                    <a:pt x="1887023" y="649273"/>
                  </a:lnTo>
                  <a:lnTo>
                    <a:pt x="1843277" y="666035"/>
                  </a:lnTo>
                  <a:lnTo>
                    <a:pt x="1796885" y="681841"/>
                  </a:lnTo>
                  <a:lnTo>
                    <a:pt x="1747973" y="696644"/>
                  </a:lnTo>
                  <a:lnTo>
                    <a:pt x="1696667" y="710400"/>
                  </a:lnTo>
                  <a:lnTo>
                    <a:pt x="1643093" y="723062"/>
                  </a:lnTo>
                  <a:lnTo>
                    <a:pt x="1587378" y="734586"/>
                  </a:lnTo>
                  <a:lnTo>
                    <a:pt x="1529649" y="744924"/>
                  </a:lnTo>
                  <a:lnTo>
                    <a:pt x="1470031" y="754032"/>
                  </a:lnTo>
                  <a:lnTo>
                    <a:pt x="1408652" y="761865"/>
                  </a:lnTo>
                  <a:lnTo>
                    <a:pt x="1345637" y="768375"/>
                  </a:lnTo>
                  <a:lnTo>
                    <a:pt x="1281113" y="773518"/>
                  </a:lnTo>
                  <a:lnTo>
                    <a:pt x="1215207" y="777249"/>
                  </a:lnTo>
                  <a:lnTo>
                    <a:pt x="1148045" y="779520"/>
                  </a:lnTo>
                  <a:lnTo>
                    <a:pt x="1079753" y="780288"/>
                  </a:lnTo>
                  <a:lnTo>
                    <a:pt x="1011462" y="779520"/>
                  </a:lnTo>
                  <a:lnTo>
                    <a:pt x="944300" y="777249"/>
                  </a:lnTo>
                  <a:lnTo>
                    <a:pt x="878394" y="773518"/>
                  </a:lnTo>
                  <a:lnTo>
                    <a:pt x="813870" y="768375"/>
                  </a:lnTo>
                  <a:lnTo>
                    <a:pt x="750855" y="761865"/>
                  </a:lnTo>
                  <a:lnTo>
                    <a:pt x="689476" y="754032"/>
                  </a:lnTo>
                  <a:lnTo>
                    <a:pt x="629858" y="744924"/>
                  </a:lnTo>
                  <a:lnTo>
                    <a:pt x="572129" y="734586"/>
                  </a:lnTo>
                  <a:lnTo>
                    <a:pt x="516414" y="723062"/>
                  </a:lnTo>
                  <a:lnTo>
                    <a:pt x="462840" y="710400"/>
                  </a:lnTo>
                  <a:lnTo>
                    <a:pt x="411534" y="696644"/>
                  </a:lnTo>
                  <a:lnTo>
                    <a:pt x="362622" y="681841"/>
                  </a:lnTo>
                  <a:lnTo>
                    <a:pt x="316229" y="666035"/>
                  </a:lnTo>
                  <a:lnTo>
                    <a:pt x="272484" y="649273"/>
                  </a:lnTo>
                  <a:lnTo>
                    <a:pt x="231512" y="631600"/>
                  </a:lnTo>
                  <a:lnTo>
                    <a:pt x="193439" y="613062"/>
                  </a:lnTo>
                  <a:lnTo>
                    <a:pt x="158392" y="593705"/>
                  </a:lnTo>
                  <a:lnTo>
                    <a:pt x="97882" y="552714"/>
                  </a:lnTo>
                  <a:lnTo>
                    <a:pt x="50993" y="508993"/>
                  </a:lnTo>
                  <a:lnTo>
                    <a:pt x="18736" y="462907"/>
                  </a:lnTo>
                  <a:lnTo>
                    <a:pt x="2124" y="414822"/>
                  </a:lnTo>
                  <a:lnTo>
                    <a:pt x="0" y="390144"/>
                  </a:lnTo>
                  <a:close/>
                </a:path>
              </a:pathLst>
            </a:custGeom>
            <a:ln w="12700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05016" y="5541264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1080515" y="0"/>
                  </a:moveTo>
                  <a:lnTo>
                    <a:pt x="1012180" y="767"/>
                  </a:lnTo>
                  <a:lnTo>
                    <a:pt x="944974" y="3039"/>
                  </a:lnTo>
                  <a:lnTo>
                    <a:pt x="879024" y="6771"/>
                  </a:lnTo>
                  <a:lnTo>
                    <a:pt x="814457" y="11915"/>
                  </a:lnTo>
                  <a:lnTo>
                    <a:pt x="751400" y="18427"/>
                  </a:lnTo>
                  <a:lnTo>
                    <a:pt x="689979" y="26261"/>
                  </a:lnTo>
                  <a:lnTo>
                    <a:pt x="630320" y="35371"/>
                  </a:lnTo>
                  <a:lnTo>
                    <a:pt x="572550" y="45711"/>
                  </a:lnTo>
                  <a:lnTo>
                    <a:pt x="516796" y="57237"/>
                  </a:lnTo>
                  <a:lnTo>
                    <a:pt x="463185" y="69901"/>
                  </a:lnTo>
                  <a:lnTo>
                    <a:pt x="411841" y="83659"/>
                  </a:lnTo>
                  <a:lnTo>
                    <a:pt x="362894" y="98464"/>
                  </a:lnTo>
                  <a:lnTo>
                    <a:pt x="316468" y="114271"/>
                  </a:lnTo>
                  <a:lnTo>
                    <a:pt x="272690" y="131034"/>
                  </a:lnTo>
                  <a:lnTo>
                    <a:pt x="231687" y="148708"/>
                  </a:lnTo>
                  <a:lnTo>
                    <a:pt x="193586" y="167247"/>
                  </a:lnTo>
                  <a:lnTo>
                    <a:pt x="158513" y="186605"/>
                  </a:lnTo>
                  <a:lnTo>
                    <a:pt x="97958" y="227595"/>
                  </a:lnTo>
                  <a:lnTo>
                    <a:pt x="51033" y="271313"/>
                  </a:lnTo>
                  <a:lnTo>
                    <a:pt x="18751" y="317393"/>
                  </a:lnTo>
                  <a:lnTo>
                    <a:pt x="2125" y="365470"/>
                  </a:lnTo>
                  <a:lnTo>
                    <a:pt x="0" y="390144"/>
                  </a:lnTo>
                  <a:lnTo>
                    <a:pt x="2125" y="414817"/>
                  </a:lnTo>
                  <a:lnTo>
                    <a:pt x="18751" y="462894"/>
                  </a:lnTo>
                  <a:lnTo>
                    <a:pt x="51033" y="508974"/>
                  </a:lnTo>
                  <a:lnTo>
                    <a:pt x="97958" y="552692"/>
                  </a:lnTo>
                  <a:lnTo>
                    <a:pt x="158513" y="593682"/>
                  </a:lnTo>
                  <a:lnTo>
                    <a:pt x="193586" y="613040"/>
                  </a:lnTo>
                  <a:lnTo>
                    <a:pt x="231687" y="631579"/>
                  </a:lnTo>
                  <a:lnTo>
                    <a:pt x="272690" y="649253"/>
                  </a:lnTo>
                  <a:lnTo>
                    <a:pt x="316468" y="666016"/>
                  </a:lnTo>
                  <a:lnTo>
                    <a:pt x="362894" y="681823"/>
                  </a:lnTo>
                  <a:lnTo>
                    <a:pt x="411841" y="696628"/>
                  </a:lnTo>
                  <a:lnTo>
                    <a:pt x="463185" y="710386"/>
                  </a:lnTo>
                  <a:lnTo>
                    <a:pt x="516796" y="723050"/>
                  </a:lnTo>
                  <a:lnTo>
                    <a:pt x="572550" y="734576"/>
                  </a:lnTo>
                  <a:lnTo>
                    <a:pt x="630320" y="744916"/>
                  </a:lnTo>
                  <a:lnTo>
                    <a:pt x="689979" y="754026"/>
                  </a:lnTo>
                  <a:lnTo>
                    <a:pt x="751400" y="761860"/>
                  </a:lnTo>
                  <a:lnTo>
                    <a:pt x="814457" y="768372"/>
                  </a:lnTo>
                  <a:lnTo>
                    <a:pt x="879024" y="773516"/>
                  </a:lnTo>
                  <a:lnTo>
                    <a:pt x="944974" y="777248"/>
                  </a:lnTo>
                  <a:lnTo>
                    <a:pt x="1012180" y="779520"/>
                  </a:lnTo>
                  <a:lnTo>
                    <a:pt x="1080515" y="780288"/>
                  </a:lnTo>
                  <a:lnTo>
                    <a:pt x="1148851" y="779520"/>
                  </a:lnTo>
                  <a:lnTo>
                    <a:pt x="1216057" y="777248"/>
                  </a:lnTo>
                  <a:lnTo>
                    <a:pt x="1282007" y="773516"/>
                  </a:lnTo>
                  <a:lnTo>
                    <a:pt x="1346574" y="768372"/>
                  </a:lnTo>
                  <a:lnTo>
                    <a:pt x="1409631" y="761860"/>
                  </a:lnTo>
                  <a:lnTo>
                    <a:pt x="1471052" y="754026"/>
                  </a:lnTo>
                  <a:lnTo>
                    <a:pt x="1530711" y="744916"/>
                  </a:lnTo>
                  <a:lnTo>
                    <a:pt x="1588481" y="734576"/>
                  </a:lnTo>
                  <a:lnTo>
                    <a:pt x="1644235" y="723050"/>
                  </a:lnTo>
                  <a:lnTo>
                    <a:pt x="1697846" y="710386"/>
                  </a:lnTo>
                  <a:lnTo>
                    <a:pt x="1749190" y="696628"/>
                  </a:lnTo>
                  <a:lnTo>
                    <a:pt x="1798137" y="681823"/>
                  </a:lnTo>
                  <a:lnTo>
                    <a:pt x="1844563" y="666016"/>
                  </a:lnTo>
                  <a:lnTo>
                    <a:pt x="1888341" y="649253"/>
                  </a:lnTo>
                  <a:lnTo>
                    <a:pt x="1929344" y="631579"/>
                  </a:lnTo>
                  <a:lnTo>
                    <a:pt x="1967445" y="613040"/>
                  </a:lnTo>
                  <a:lnTo>
                    <a:pt x="2002518" y="593682"/>
                  </a:lnTo>
                  <a:lnTo>
                    <a:pt x="2063073" y="552692"/>
                  </a:lnTo>
                  <a:lnTo>
                    <a:pt x="2109998" y="508974"/>
                  </a:lnTo>
                  <a:lnTo>
                    <a:pt x="2142280" y="462894"/>
                  </a:lnTo>
                  <a:lnTo>
                    <a:pt x="2158906" y="414817"/>
                  </a:lnTo>
                  <a:lnTo>
                    <a:pt x="2161031" y="390144"/>
                  </a:lnTo>
                  <a:lnTo>
                    <a:pt x="2158906" y="365470"/>
                  </a:lnTo>
                  <a:lnTo>
                    <a:pt x="2142280" y="317393"/>
                  </a:lnTo>
                  <a:lnTo>
                    <a:pt x="2109998" y="271313"/>
                  </a:lnTo>
                  <a:lnTo>
                    <a:pt x="2063073" y="227595"/>
                  </a:lnTo>
                  <a:lnTo>
                    <a:pt x="2002518" y="186605"/>
                  </a:lnTo>
                  <a:lnTo>
                    <a:pt x="1967445" y="167247"/>
                  </a:lnTo>
                  <a:lnTo>
                    <a:pt x="1929344" y="148708"/>
                  </a:lnTo>
                  <a:lnTo>
                    <a:pt x="1888341" y="131034"/>
                  </a:lnTo>
                  <a:lnTo>
                    <a:pt x="1844563" y="114271"/>
                  </a:lnTo>
                  <a:lnTo>
                    <a:pt x="1798137" y="98464"/>
                  </a:lnTo>
                  <a:lnTo>
                    <a:pt x="1749190" y="83659"/>
                  </a:lnTo>
                  <a:lnTo>
                    <a:pt x="1697846" y="69901"/>
                  </a:lnTo>
                  <a:lnTo>
                    <a:pt x="1644235" y="57237"/>
                  </a:lnTo>
                  <a:lnTo>
                    <a:pt x="1588481" y="45711"/>
                  </a:lnTo>
                  <a:lnTo>
                    <a:pt x="1530711" y="35371"/>
                  </a:lnTo>
                  <a:lnTo>
                    <a:pt x="1471052" y="26261"/>
                  </a:lnTo>
                  <a:lnTo>
                    <a:pt x="1409631" y="18427"/>
                  </a:lnTo>
                  <a:lnTo>
                    <a:pt x="1346574" y="11915"/>
                  </a:lnTo>
                  <a:lnTo>
                    <a:pt x="1282007" y="6771"/>
                  </a:lnTo>
                  <a:lnTo>
                    <a:pt x="1216057" y="3039"/>
                  </a:lnTo>
                  <a:lnTo>
                    <a:pt x="1148851" y="767"/>
                  </a:lnTo>
                  <a:lnTo>
                    <a:pt x="1080515" y="0"/>
                  </a:lnTo>
                  <a:close/>
                </a:path>
              </a:pathLst>
            </a:custGeom>
            <a:solidFill>
              <a:srgbClr val="0063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05016" y="5541264"/>
              <a:ext cx="2161540" cy="780415"/>
            </a:xfrm>
            <a:custGeom>
              <a:avLst/>
              <a:gdLst/>
              <a:ahLst/>
              <a:cxnLst/>
              <a:rect l="l" t="t" r="r" b="b"/>
              <a:pathLst>
                <a:path w="2161540" h="780414">
                  <a:moveTo>
                    <a:pt x="0" y="390144"/>
                  </a:moveTo>
                  <a:lnTo>
                    <a:pt x="8418" y="341205"/>
                  </a:lnTo>
                  <a:lnTo>
                    <a:pt x="32998" y="294081"/>
                  </a:lnTo>
                  <a:lnTo>
                    <a:pt x="72728" y="249136"/>
                  </a:lnTo>
                  <a:lnTo>
                    <a:pt x="126595" y="206736"/>
                  </a:lnTo>
                  <a:lnTo>
                    <a:pt x="193586" y="167247"/>
                  </a:lnTo>
                  <a:lnTo>
                    <a:pt x="231687" y="148708"/>
                  </a:lnTo>
                  <a:lnTo>
                    <a:pt x="272690" y="131034"/>
                  </a:lnTo>
                  <a:lnTo>
                    <a:pt x="316468" y="114271"/>
                  </a:lnTo>
                  <a:lnTo>
                    <a:pt x="362894" y="98464"/>
                  </a:lnTo>
                  <a:lnTo>
                    <a:pt x="411841" y="83659"/>
                  </a:lnTo>
                  <a:lnTo>
                    <a:pt x="463185" y="69901"/>
                  </a:lnTo>
                  <a:lnTo>
                    <a:pt x="516796" y="57237"/>
                  </a:lnTo>
                  <a:lnTo>
                    <a:pt x="572550" y="45711"/>
                  </a:lnTo>
                  <a:lnTo>
                    <a:pt x="630320" y="35371"/>
                  </a:lnTo>
                  <a:lnTo>
                    <a:pt x="689979" y="26261"/>
                  </a:lnTo>
                  <a:lnTo>
                    <a:pt x="751400" y="18427"/>
                  </a:lnTo>
                  <a:lnTo>
                    <a:pt x="814457" y="11915"/>
                  </a:lnTo>
                  <a:lnTo>
                    <a:pt x="879024" y="6771"/>
                  </a:lnTo>
                  <a:lnTo>
                    <a:pt x="944974" y="3039"/>
                  </a:lnTo>
                  <a:lnTo>
                    <a:pt x="1012180" y="767"/>
                  </a:lnTo>
                  <a:lnTo>
                    <a:pt x="1080515" y="0"/>
                  </a:lnTo>
                  <a:lnTo>
                    <a:pt x="1148851" y="767"/>
                  </a:lnTo>
                  <a:lnTo>
                    <a:pt x="1216057" y="3039"/>
                  </a:lnTo>
                  <a:lnTo>
                    <a:pt x="1282007" y="6771"/>
                  </a:lnTo>
                  <a:lnTo>
                    <a:pt x="1346574" y="11915"/>
                  </a:lnTo>
                  <a:lnTo>
                    <a:pt x="1409631" y="18427"/>
                  </a:lnTo>
                  <a:lnTo>
                    <a:pt x="1471052" y="26261"/>
                  </a:lnTo>
                  <a:lnTo>
                    <a:pt x="1530711" y="35371"/>
                  </a:lnTo>
                  <a:lnTo>
                    <a:pt x="1588481" y="45711"/>
                  </a:lnTo>
                  <a:lnTo>
                    <a:pt x="1644235" y="57237"/>
                  </a:lnTo>
                  <a:lnTo>
                    <a:pt x="1697846" y="69901"/>
                  </a:lnTo>
                  <a:lnTo>
                    <a:pt x="1749190" y="83659"/>
                  </a:lnTo>
                  <a:lnTo>
                    <a:pt x="1798137" y="98464"/>
                  </a:lnTo>
                  <a:lnTo>
                    <a:pt x="1844563" y="114271"/>
                  </a:lnTo>
                  <a:lnTo>
                    <a:pt x="1888341" y="131034"/>
                  </a:lnTo>
                  <a:lnTo>
                    <a:pt x="1929344" y="148708"/>
                  </a:lnTo>
                  <a:lnTo>
                    <a:pt x="1967445" y="167247"/>
                  </a:lnTo>
                  <a:lnTo>
                    <a:pt x="2002518" y="186605"/>
                  </a:lnTo>
                  <a:lnTo>
                    <a:pt x="2063073" y="227595"/>
                  </a:lnTo>
                  <a:lnTo>
                    <a:pt x="2109998" y="271313"/>
                  </a:lnTo>
                  <a:lnTo>
                    <a:pt x="2142280" y="317393"/>
                  </a:lnTo>
                  <a:lnTo>
                    <a:pt x="2158906" y="365470"/>
                  </a:lnTo>
                  <a:lnTo>
                    <a:pt x="2161031" y="390144"/>
                  </a:lnTo>
                  <a:lnTo>
                    <a:pt x="2158906" y="414817"/>
                  </a:lnTo>
                  <a:lnTo>
                    <a:pt x="2142280" y="462894"/>
                  </a:lnTo>
                  <a:lnTo>
                    <a:pt x="2109998" y="508974"/>
                  </a:lnTo>
                  <a:lnTo>
                    <a:pt x="2063073" y="552692"/>
                  </a:lnTo>
                  <a:lnTo>
                    <a:pt x="2002518" y="593682"/>
                  </a:lnTo>
                  <a:lnTo>
                    <a:pt x="1967445" y="613040"/>
                  </a:lnTo>
                  <a:lnTo>
                    <a:pt x="1929344" y="631579"/>
                  </a:lnTo>
                  <a:lnTo>
                    <a:pt x="1888341" y="649253"/>
                  </a:lnTo>
                  <a:lnTo>
                    <a:pt x="1844563" y="666016"/>
                  </a:lnTo>
                  <a:lnTo>
                    <a:pt x="1798137" y="681823"/>
                  </a:lnTo>
                  <a:lnTo>
                    <a:pt x="1749190" y="696628"/>
                  </a:lnTo>
                  <a:lnTo>
                    <a:pt x="1697846" y="710386"/>
                  </a:lnTo>
                  <a:lnTo>
                    <a:pt x="1644235" y="723050"/>
                  </a:lnTo>
                  <a:lnTo>
                    <a:pt x="1588481" y="734576"/>
                  </a:lnTo>
                  <a:lnTo>
                    <a:pt x="1530711" y="744916"/>
                  </a:lnTo>
                  <a:lnTo>
                    <a:pt x="1471052" y="754026"/>
                  </a:lnTo>
                  <a:lnTo>
                    <a:pt x="1409631" y="761860"/>
                  </a:lnTo>
                  <a:lnTo>
                    <a:pt x="1346574" y="768372"/>
                  </a:lnTo>
                  <a:lnTo>
                    <a:pt x="1282007" y="773516"/>
                  </a:lnTo>
                  <a:lnTo>
                    <a:pt x="1216057" y="777248"/>
                  </a:lnTo>
                  <a:lnTo>
                    <a:pt x="1148851" y="779520"/>
                  </a:lnTo>
                  <a:lnTo>
                    <a:pt x="1080515" y="780288"/>
                  </a:lnTo>
                  <a:lnTo>
                    <a:pt x="1012180" y="779520"/>
                  </a:lnTo>
                  <a:lnTo>
                    <a:pt x="944974" y="777248"/>
                  </a:lnTo>
                  <a:lnTo>
                    <a:pt x="879024" y="773516"/>
                  </a:lnTo>
                  <a:lnTo>
                    <a:pt x="814457" y="768372"/>
                  </a:lnTo>
                  <a:lnTo>
                    <a:pt x="751400" y="761860"/>
                  </a:lnTo>
                  <a:lnTo>
                    <a:pt x="689979" y="754026"/>
                  </a:lnTo>
                  <a:lnTo>
                    <a:pt x="630320" y="744916"/>
                  </a:lnTo>
                  <a:lnTo>
                    <a:pt x="572550" y="734576"/>
                  </a:lnTo>
                  <a:lnTo>
                    <a:pt x="516796" y="723050"/>
                  </a:lnTo>
                  <a:lnTo>
                    <a:pt x="463185" y="710386"/>
                  </a:lnTo>
                  <a:lnTo>
                    <a:pt x="411841" y="696628"/>
                  </a:lnTo>
                  <a:lnTo>
                    <a:pt x="362894" y="681823"/>
                  </a:lnTo>
                  <a:lnTo>
                    <a:pt x="316468" y="666016"/>
                  </a:lnTo>
                  <a:lnTo>
                    <a:pt x="272690" y="649253"/>
                  </a:lnTo>
                  <a:lnTo>
                    <a:pt x="231687" y="631579"/>
                  </a:lnTo>
                  <a:lnTo>
                    <a:pt x="193586" y="613040"/>
                  </a:lnTo>
                  <a:lnTo>
                    <a:pt x="158513" y="593682"/>
                  </a:lnTo>
                  <a:lnTo>
                    <a:pt x="97958" y="552692"/>
                  </a:lnTo>
                  <a:lnTo>
                    <a:pt x="51033" y="508974"/>
                  </a:lnTo>
                  <a:lnTo>
                    <a:pt x="18751" y="462894"/>
                  </a:lnTo>
                  <a:lnTo>
                    <a:pt x="2125" y="414817"/>
                  </a:lnTo>
                  <a:lnTo>
                    <a:pt x="0" y="390144"/>
                  </a:lnTo>
                  <a:close/>
                </a:path>
              </a:pathLst>
            </a:custGeom>
            <a:ln w="12700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107428" y="3280664"/>
            <a:ext cx="2388870" cy="283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4445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Ventoso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2400">
              <a:latin typeface="Arial MT"/>
              <a:cs typeface="Arial MT"/>
            </a:endParaRPr>
          </a:p>
          <a:p>
            <a:pPr marL="124015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Lluvioso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19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Nublado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395214" y="2091689"/>
            <a:ext cx="2458085" cy="3564890"/>
          </a:xfrm>
          <a:custGeom>
            <a:avLst/>
            <a:gdLst/>
            <a:ahLst/>
            <a:cxnLst/>
            <a:rect l="l" t="t" r="r" b="b"/>
            <a:pathLst>
              <a:path w="2458084" h="3564890">
                <a:moveTo>
                  <a:pt x="1528191" y="3564852"/>
                </a:moveTo>
                <a:lnTo>
                  <a:pt x="1525511" y="3556203"/>
                </a:lnTo>
                <a:lnTo>
                  <a:pt x="1491615" y="3446653"/>
                </a:lnTo>
                <a:lnTo>
                  <a:pt x="1489329" y="3439033"/>
                </a:lnTo>
                <a:lnTo>
                  <a:pt x="1481328" y="3434842"/>
                </a:lnTo>
                <a:lnTo>
                  <a:pt x="1473708" y="3437255"/>
                </a:lnTo>
                <a:lnTo>
                  <a:pt x="1466215" y="3439541"/>
                </a:lnTo>
                <a:lnTo>
                  <a:pt x="1462024" y="3447542"/>
                </a:lnTo>
                <a:lnTo>
                  <a:pt x="1464310" y="3455035"/>
                </a:lnTo>
                <a:lnTo>
                  <a:pt x="1478000" y="3499345"/>
                </a:lnTo>
                <a:lnTo>
                  <a:pt x="19304" y="2159635"/>
                </a:lnTo>
                <a:lnTo>
                  <a:pt x="0" y="2180717"/>
                </a:lnTo>
                <a:lnTo>
                  <a:pt x="1458620" y="3520427"/>
                </a:lnTo>
                <a:lnTo>
                  <a:pt x="1405636" y="3508870"/>
                </a:lnTo>
                <a:lnTo>
                  <a:pt x="1398016" y="3513759"/>
                </a:lnTo>
                <a:lnTo>
                  <a:pt x="1394714" y="3529177"/>
                </a:lnTo>
                <a:lnTo>
                  <a:pt x="1399540" y="3536785"/>
                </a:lnTo>
                <a:lnTo>
                  <a:pt x="1528191" y="3564852"/>
                </a:lnTo>
                <a:close/>
              </a:path>
              <a:path w="2458084" h="3564890">
                <a:moveTo>
                  <a:pt x="2266061" y="0"/>
                </a:moveTo>
                <a:lnTo>
                  <a:pt x="2134616" y="6096"/>
                </a:lnTo>
                <a:lnTo>
                  <a:pt x="2128520" y="12827"/>
                </a:lnTo>
                <a:lnTo>
                  <a:pt x="2128901" y="20701"/>
                </a:lnTo>
                <a:lnTo>
                  <a:pt x="2129155" y="28575"/>
                </a:lnTo>
                <a:lnTo>
                  <a:pt x="2135886" y="34671"/>
                </a:lnTo>
                <a:lnTo>
                  <a:pt x="2190178" y="32105"/>
                </a:lnTo>
                <a:lnTo>
                  <a:pt x="321945" y="1242187"/>
                </a:lnTo>
                <a:lnTo>
                  <a:pt x="337439" y="1266190"/>
                </a:lnTo>
                <a:lnTo>
                  <a:pt x="2205710" y="56032"/>
                </a:lnTo>
                <a:lnTo>
                  <a:pt x="2184781" y="97536"/>
                </a:lnTo>
                <a:lnTo>
                  <a:pt x="2181225" y="104521"/>
                </a:lnTo>
                <a:lnTo>
                  <a:pt x="2184019" y="113157"/>
                </a:lnTo>
                <a:lnTo>
                  <a:pt x="2198116" y="120269"/>
                </a:lnTo>
                <a:lnTo>
                  <a:pt x="2206625" y="117475"/>
                </a:lnTo>
                <a:lnTo>
                  <a:pt x="2210181" y="110363"/>
                </a:lnTo>
                <a:lnTo>
                  <a:pt x="2264321" y="3429"/>
                </a:lnTo>
                <a:lnTo>
                  <a:pt x="2266061" y="0"/>
                </a:lnTo>
                <a:close/>
              </a:path>
              <a:path w="2458084" h="3564890">
                <a:moveTo>
                  <a:pt x="2431542" y="2643378"/>
                </a:moveTo>
                <a:lnTo>
                  <a:pt x="2356231" y="2545207"/>
                </a:lnTo>
                <a:lnTo>
                  <a:pt x="2351405" y="2538984"/>
                </a:lnTo>
                <a:lnTo>
                  <a:pt x="2342515" y="2537714"/>
                </a:lnTo>
                <a:lnTo>
                  <a:pt x="2336165" y="2542540"/>
                </a:lnTo>
                <a:lnTo>
                  <a:pt x="2329942" y="2547366"/>
                </a:lnTo>
                <a:lnTo>
                  <a:pt x="2328799" y="2556256"/>
                </a:lnTo>
                <a:lnTo>
                  <a:pt x="2333625" y="2562606"/>
                </a:lnTo>
                <a:lnTo>
                  <a:pt x="2361857" y="2599474"/>
                </a:lnTo>
                <a:lnTo>
                  <a:pt x="335153" y="1768348"/>
                </a:lnTo>
                <a:lnTo>
                  <a:pt x="324231" y="1794764"/>
                </a:lnTo>
                <a:lnTo>
                  <a:pt x="2350744" y="2625814"/>
                </a:lnTo>
                <a:lnTo>
                  <a:pt x="2297176" y="2633345"/>
                </a:lnTo>
                <a:lnTo>
                  <a:pt x="2291715" y="2640584"/>
                </a:lnTo>
                <a:lnTo>
                  <a:pt x="2292858" y="2648331"/>
                </a:lnTo>
                <a:lnTo>
                  <a:pt x="2293874" y="2656205"/>
                </a:lnTo>
                <a:lnTo>
                  <a:pt x="2301113" y="2661666"/>
                </a:lnTo>
                <a:lnTo>
                  <a:pt x="2413381" y="2645918"/>
                </a:lnTo>
                <a:lnTo>
                  <a:pt x="2431542" y="2643378"/>
                </a:lnTo>
                <a:close/>
              </a:path>
              <a:path w="2458084" h="3564890">
                <a:moveTo>
                  <a:pt x="2458085" y="1391412"/>
                </a:moveTo>
                <a:lnTo>
                  <a:pt x="2433243" y="1378839"/>
                </a:lnTo>
                <a:lnTo>
                  <a:pt x="2340610" y="1331976"/>
                </a:lnTo>
                <a:lnTo>
                  <a:pt x="2332101" y="1334770"/>
                </a:lnTo>
                <a:lnTo>
                  <a:pt x="2328545" y="1341755"/>
                </a:lnTo>
                <a:lnTo>
                  <a:pt x="2324989" y="1348867"/>
                </a:lnTo>
                <a:lnTo>
                  <a:pt x="2327783" y="1357376"/>
                </a:lnTo>
                <a:lnTo>
                  <a:pt x="2376170" y="1381963"/>
                </a:lnTo>
                <a:lnTo>
                  <a:pt x="328803" y="1503172"/>
                </a:lnTo>
                <a:lnTo>
                  <a:pt x="330581" y="1531747"/>
                </a:lnTo>
                <a:lnTo>
                  <a:pt x="2377948" y="1410411"/>
                </a:lnTo>
                <a:lnTo>
                  <a:pt x="2332609" y="1440561"/>
                </a:lnTo>
                <a:lnTo>
                  <a:pt x="2330831" y="1449451"/>
                </a:lnTo>
                <a:lnTo>
                  <a:pt x="2335276" y="1455928"/>
                </a:lnTo>
                <a:lnTo>
                  <a:pt x="2339594" y="1462532"/>
                </a:lnTo>
                <a:lnTo>
                  <a:pt x="2348484" y="1464310"/>
                </a:lnTo>
                <a:lnTo>
                  <a:pt x="2355088" y="1460004"/>
                </a:lnTo>
                <a:lnTo>
                  <a:pt x="2458085" y="1391412"/>
                </a:lnTo>
                <a:close/>
              </a:path>
            </a:pathLst>
          </a:custGeom>
          <a:solidFill>
            <a:srgbClr val="002F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2925" y="260985"/>
            <a:ext cx="8719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dirty="0">
                <a:latin typeface="Arial MT"/>
                <a:cs typeface="Arial MT"/>
              </a:rPr>
              <a:t>Aprendizaje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dirty="0">
                <a:latin typeface="Arial MT"/>
                <a:cs typeface="Arial MT"/>
              </a:rPr>
              <a:t>supervisado:</a:t>
            </a:r>
            <a:r>
              <a:rPr sz="4000" b="0" spc="-225" dirty="0">
                <a:latin typeface="Arial MT"/>
                <a:cs typeface="Arial MT"/>
              </a:rPr>
              <a:t> </a:t>
            </a:r>
            <a:r>
              <a:rPr sz="4000" b="0" spc="-10" dirty="0">
                <a:latin typeface="Arial MT"/>
                <a:cs typeface="Arial MT"/>
              </a:rPr>
              <a:t>Clasificación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462532"/>
            <a:ext cx="1055179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OTROS</a:t>
            </a:r>
            <a:r>
              <a:rPr sz="2400" b="1" spc="-4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EJEMPLOS</a:t>
            </a:r>
            <a:r>
              <a:rPr sz="2400" b="1" spc="-3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DE</a:t>
            </a:r>
            <a:r>
              <a:rPr sz="2400" b="1" spc="-25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92C61"/>
                </a:solidFill>
                <a:latin typeface="Arial"/>
                <a:cs typeface="Arial"/>
              </a:rPr>
              <a:t>CLASIFICACIÓN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Propensión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compra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Clasificación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tumor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benignos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malignos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(Binaria)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Determinación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riesgo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(alto,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medio,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bajo)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solicitud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préstamo.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Sentimiento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sociales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positivo,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negativo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neutro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6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00417"/>
            <a:ext cx="10816590" cy="27336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Ejemplo</a:t>
            </a:r>
            <a:r>
              <a:rPr sz="2400" b="1" spc="-3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92C61"/>
                </a:solidFill>
                <a:latin typeface="Arial"/>
                <a:cs typeface="Arial"/>
              </a:rPr>
              <a:t>1:</a:t>
            </a:r>
            <a:endParaRPr sz="24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 MT"/>
                <a:cs typeface="Arial MT"/>
              </a:rPr>
              <a:t>Teniendo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cuenta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sobre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tamaño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casas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mercado </a:t>
            </a:r>
            <a:r>
              <a:rPr sz="2400" dirty="0">
                <a:latin typeface="Arial MT"/>
                <a:cs typeface="Arial MT"/>
              </a:rPr>
              <a:t>inmobiliario,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intente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predecir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precio.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precio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función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del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tamaño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una </a:t>
            </a:r>
            <a:r>
              <a:rPr sz="2400" dirty="0">
                <a:latin typeface="Arial MT"/>
                <a:cs typeface="Arial MT"/>
              </a:rPr>
              <a:t>salida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continua,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por</a:t>
            </a:r>
            <a:r>
              <a:rPr sz="2400" spc="-1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lo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este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es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problema</a:t>
            </a:r>
            <a:r>
              <a:rPr sz="2400" spc="-2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regresión.</a:t>
            </a:r>
            <a:r>
              <a:rPr sz="2400" spc="-2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Podríamos </a:t>
            </a:r>
            <a:r>
              <a:rPr sz="2400" dirty="0">
                <a:latin typeface="Arial MT"/>
                <a:cs typeface="Arial MT"/>
              </a:rPr>
              <a:t>convertir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ejemplo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clasificación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</a:t>
            </a:r>
            <a:r>
              <a:rPr sz="2400" spc="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hacer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nuestra</a:t>
            </a:r>
            <a:r>
              <a:rPr sz="2400" spc="1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salida </a:t>
            </a:r>
            <a:r>
              <a:rPr sz="2400" dirty="0">
                <a:latin typeface="Arial MT"/>
                <a:cs typeface="Arial MT"/>
              </a:rPr>
              <a:t>sobre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casa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"se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vende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por</a:t>
            </a:r>
            <a:r>
              <a:rPr sz="2400" spc="3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más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menos</a:t>
            </a:r>
            <a:r>
              <a:rPr sz="2400" spc="3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que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precio</a:t>
            </a:r>
            <a:r>
              <a:rPr sz="2400" spc="3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3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venta".</a:t>
            </a:r>
            <a:r>
              <a:rPr sz="2400" spc="3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Aquí </a:t>
            </a:r>
            <a:r>
              <a:rPr sz="2400" dirty="0">
                <a:latin typeface="Arial MT"/>
                <a:cs typeface="Arial MT"/>
              </a:rPr>
              <a:t>clasificamos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casas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según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categorías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discretas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6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00417"/>
            <a:ext cx="10814685" cy="20745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Ejemplo</a:t>
            </a:r>
            <a:r>
              <a:rPr sz="2400" b="1" spc="-3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092C61"/>
                </a:solidFill>
                <a:latin typeface="Arial"/>
                <a:cs typeface="Arial"/>
              </a:rPr>
              <a:t>2:</a:t>
            </a:r>
            <a:endParaRPr sz="2400">
              <a:latin typeface="Arial"/>
              <a:cs typeface="Arial"/>
            </a:endParaRPr>
          </a:p>
          <a:p>
            <a:pPr marL="468630" marR="5080" indent="-456565">
              <a:lnSpc>
                <a:spcPct val="100000"/>
              </a:lnSpc>
              <a:spcBef>
                <a:spcPts val="575"/>
              </a:spcBef>
              <a:buAutoNum type="alphaLcParenBoth"/>
              <a:tabLst>
                <a:tab pos="469900" algn="l"/>
                <a:tab pos="2100580" algn="l"/>
                <a:tab pos="2931160" algn="l"/>
                <a:tab pos="3594100" algn="l"/>
                <a:tab pos="4746625" algn="l"/>
                <a:tab pos="5238750" algn="l"/>
                <a:tab pos="5900420" algn="l"/>
                <a:tab pos="7240270" algn="l"/>
                <a:tab pos="8562975" algn="l"/>
                <a:tab pos="9223375" algn="l"/>
                <a:tab pos="10479405" algn="l"/>
              </a:tabLst>
            </a:pPr>
            <a:r>
              <a:rPr sz="2400" spc="-10" dirty="0">
                <a:latin typeface="Arial MT"/>
                <a:cs typeface="Arial MT"/>
              </a:rPr>
              <a:t>Regresión: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dada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una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imagen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de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una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persona,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tenemos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que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predecir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su 	</a:t>
            </a:r>
            <a:r>
              <a:rPr sz="2400" dirty="0">
                <a:latin typeface="Arial MT"/>
                <a:cs typeface="Arial MT"/>
              </a:rPr>
              <a:t>edad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sobre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imagen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dada</a:t>
            </a:r>
            <a:endParaRPr sz="2400">
              <a:latin typeface="Arial MT"/>
              <a:cs typeface="Arial MT"/>
            </a:endParaRPr>
          </a:p>
          <a:p>
            <a:pPr marL="468630" marR="5080" indent="-456565">
              <a:lnSpc>
                <a:spcPct val="100000"/>
              </a:lnSpc>
              <a:spcBef>
                <a:spcPts val="580"/>
              </a:spcBef>
              <a:buAutoNum type="alphaLcParenBoth"/>
              <a:tabLst>
                <a:tab pos="469900" algn="l"/>
                <a:tab pos="2400935" algn="l"/>
                <a:tab pos="3210560" algn="l"/>
                <a:tab pos="3683000" algn="l"/>
                <a:tab pos="4965700" algn="l"/>
                <a:tab pos="5589270" algn="l"/>
                <a:tab pos="6060440" algn="l"/>
                <a:tab pos="7037070" algn="l"/>
                <a:tab pos="8339455" algn="l"/>
                <a:tab pos="8979535" algn="l"/>
                <a:tab pos="10213975" algn="l"/>
                <a:tab pos="10564495" algn="l"/>
              </a:tabLst>
            </a:pPr>
            <a:r>
              <a:rPr sz="2400" spc="-10" dirty="0">
                <a:latin typeface="Arial MT"/>
                <a:cs typeface="Arial MT"/>
              </a:rPr>
              <a:t>Clasificación: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dado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un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paciente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con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un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tumor,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tenemos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que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predecir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si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5" dirty="0">
                <a:latin typeface="Arial MT"/>
                <a:cs typeface="Arial MT"/>
              </a:rPr>
              <a:t>el 	</a:t>
            </a:r>
            <a:r>
              <a:rPr sz="2400" dirty="0">
                <a:latin typeface="Arial MT"/>
                <a:cs typeface="Arial MT"/>
              </a:rPr>
              <a:t>tumor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maligno 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benigno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6125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65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4079" y="1583441"/>
            <a:ext cx="7620000" cy="502956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no</a:t>
            </a:r>
            <a:r>
              <a:rPr sz="5400" b="0" spc="-50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1081595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El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aprendizaje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supervisado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nos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permite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abordar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problemas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</a:t>
            </a:r>
            <a:r>
              <a:rPr sz="2400" spc="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poca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o </a:t>
            </a:r>
            <a:r>
              <a:rPr sz="2400" dirty="0">
                <a:latin typeface="Arial MT"/>
                <a:cs typeface="Arial MT"/>
              </a:rPr>
              <a:t>ninguna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idea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cómo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deberían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ser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nuestros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resultados.</a:t>
            </a:r>
            <a:r>
              <a:rPr sz="2400" spc="2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Podemos</a:t>
            </a:r>
            <a:r>
              <a:rPr sz="2400" spc="2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derivar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 </a:t>
            </a:r>
            <a:r>
              <a:rPr sz="2400" dirty="0">
                <a:latin typeface="Arial MT"/>
                <a:cs typeface="Arial MT"/>
              </a:rPr>
              <a:t>estructura</a:t>
            </a:r>
            <a:r>
              <a:rPr sz="2400" spc="5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r>
              <a:rPr sz="2400" spc="5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donde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5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necesariamente</a:t>
            </a:r>
            <a:r>
              <a:rPr sz="2400" spc="5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conocemos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5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efecto</a:t>
            </a:r>
            <a:r>
              <a:rPr sz="2400" spc="5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5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las </a:t>
            </a:r>
            <a:r>
              <a:rPr sz="2400" dirty="0">
                <a:latin typeface="Arial MT"/>
                <a:cs typeface="Arial MT"/>
              </a:rPr>
              <a:t>variables.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Podemos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derivar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esta</a:t>
            </a:r>
            <a:r>
              <a:rPr sz="2400" spc="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estructura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agrupando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datos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función</a:t>
            </a:r>
            <a:r>
              <a:rPr sz="2400" spc="114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de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relaciones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entre</a:t>
            </a:r>
            <a:r>
              <a:rPr sz="2400" spc="1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variables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17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datos.</a:t>
            </a:r>
            <a:r>
              <a:rPr sz="2400" spc="17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16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aprendizaje</a:t>
            </a:r>
            <a:r>
              <a:rPr sz="2400" spc="17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no </a:t>
            </a:r>
            <a:r>
              <a:rPr sz="2400" dirty="0">
                <a:latin typeface="Arial MT"/>
                <a:cs typeface="Arial MT"/>
              </a:rPr>
              <a:t>supervisado,</a:t>
            </a:r>
            <a:r>
              <a:rPr sz="2400" spc="2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no</a:t>
            </a:r>
            <a:r>
              <a:rPr sz="2400" spc="2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hay</a:t>
            </a:r>
            <a:r>
              <a:rPr sz="2400" spc="2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retroalimentación</a:t>
            </a:r>
            <a:r>
              <a:rPr sz="2400" spc="2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basada</a:t>
            </a:r>
            <a:r>
              <a:rPr sz="2400" spc="2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2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los</a:t>
            </a:r>
            <a:r>
              <a:rPr sz="2400" spc="24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resultados</a:t>
            </a:r>
            <a:r>
              <a:rPr sz="2400" spc="24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35" dirty="0">
                <a:latin typeface="Arial MT"/>
                <a:cs typeface="Arial MT"/>
              </a:rPr>
              <a:t>  </a:t>
            </a:r>
            <a:r>
              <a:rPr sz="2400" spc="-25" dirty="0">
                <a:latin typeface="Arial MT"/>
                <a:cs typeface="Arial MT"/>
              </a:rPr>
              <a:t>la </a:t>
            </a:r>
            <a:r>
              <a:rPr sz="2400" spc="-10" dirty="0">
                <a:latin typeface="Arial MT"/>
                <a:cs typeface="Arial MT"/>
              </a:rPr>
              <a:t>predicción.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500" b="0" dirty="0">
                <a:latin typeface="Arial MT"/>
                <a:cs typeface="Arial MT"/>
              </a:rPr>
              <a:t>Aprendizaje</a:t>
            </a:r>
            <a:r>
              <a:rPr sz="3500" b="0" spc="-80" dirty="0">
                <a:latin typeface="Arial MT"/>
                <a:cs typeface="Arial MT"/>
              </a:rPr>
              <a:t> </a:t>
            </a:r>
            <a:r>
              <a:rPr sz="3500" b="0" dirty="0">
                <a:latin typeface="Arial MT"/>
                <a:cs typeface="Arial MT"/>
              </a:rPr>
              <a:t>no</a:t>
            </a:r>
            <a:r>
              <a:rPr sz="3500" b="0" spc="-90" dirty="0">
                <a:latin typeface="Arial MT"/>
                <a:cs typeface="Arial MT"/>
              </a:rPr>
              <a:t> </a:t>
            </a:r>
            <a:r>
              <a:rPr sz="3500" b="0" dirty="0">
                <a:latin typeface="Arial MT"/>
                <a:cs typeface="Arial MT"/>
              </a:rPr>
              <a:t>supervisado:</a:t>
            </a:r>
            <a:r>
              <a:rPr sz="3500" b="0" spc="-60" dirty="0">
                <a:latin typeface="Arial MT"/>
                <a:cs typeface="Arial MT"/>
              </a:rPr>
              <a:t> </a:t>
            </a:r>
            <a:r>
              <a:rPr sz="3500" b="0" spc="-10" dirty="0">
                <a:latin typeface="Arial MT"/>
                <a:cs typeface="Arial MT"/>
              </a:rPr>
              <a:t>Segmentación</a:t>
            </a:r>
            <a:endParaRPr sz="3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40" y="1373835"/>
            <a:ext cx="6378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92C61"/>
                </a:solidFill>
                <a:latin typeface="Arial"/>
                <a:cs typeface="Arial"/>
              </a:rPr>
              <a:t>OBJETIVO:</a:t>
            </a:r>
            <a:r>
              <a:rPr sz="2400" b="1" spc="-80" dirty="0">
                <a:solidFill>
                  <a:srgbClr val="092C6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Organizar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grupos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homogéneos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1716" y="2149071"/>
            <a:ext cx="6068567" cy="452604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0" dirty="0">
                <a:latin typeface="Arial MT"/>
                <a:cs typeface="Arial MT"/>
              </a:rPr>
              <a:t>Aprendizaje</a:t>
            </a:r>
            <a:r>
              <a:rPr sz="5400" b="0" spc="-40" dirty="0">
                <a:latin typeface="Arial MT"/>
                <a:cs typeface="Arial MT"/>
              </a:rPr>
              <a:t> </a:t>
            </a:r>
            <a:r>
              <a:rPr sz="5400" b="0" dirty="0">
                <a:latin typeface="Arial MT"/>
                <a:cs typeface="Arial MT"/>
              </a:rPr>
              <a:t>no</a:t>
            </a:r>
            <a:r>
              <a:rPr sz="5400" b="0" spc="-50" dirty="0">
                <a:latin typeface="Arial MT"/>
                <a:cs typeface="Arial MT"/>
              </a:rPr>
              <a:t> </a:t>
            </a:r>
            <a:r>
              <a:rPr sz="5400" b="0" spc="-10" dirty="0">
                <a:latin typeface="Arial MT"/>
                <a:cs typeface="Arial MT"/>
              </a:rPr>
              <a:t>supervisado</a:t>
            </a:r>
            <a:endParaRPr sz="5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7" y="1957833"/>
            <a:ext cx="7685474" cy="42220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44265" y="1049858"/>
            <a:ext cx="4904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Redes</a:t>
            </a:r>
            <a:r>
              <a:rPr sz="4400" spc="-30" dirty="0"/>
              <a:t> </a:t>
            </a:r>
            <a:r>
              <a:rPr sz="4400" spc="-10" dirty="0"/>
              <a:t>Neuronales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3847655" y="2398331"/>
            <a:ext cx="4497070" cy="2425700"/>
            <a:chOff x="3847655" y="2398331"/>
            <a:chExt cx="4497070" cy="24257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57243" y="2407920"/>
              <a:ext cx="4477511" cy="240639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852417" y="2403094"/>
              <a:ext cx="4487545" cy="2416175"/>
            </a:xfrm>
            <a:custGeom>
              <a:avLst/>
              <a:gdLst/>
              <a:ahLst/>
              <a:cxnLst/>
              <a:rect l="l" t="t" r="r" b="b"/>
              <a:pathLst>
                <a:path w="4487545" h="2416175">
                  <a:moveTo>
                    <a:pt x="0" y="2415920"/>
                  </a:moveTo>
                  <a:lnTo>
                    <a:pt x="4487037" y="2415920"/>
                  </a:lnTo>
                  <a:lnTo>
                    <a:pt x="4487037" y="0"/>
                  </a:lnTo>
                  <a:lnTo>
                    <a:pt x="0" y="0"/>
                  </a:lnTo>
                  <a:lnTo>
                    <a:pt x="0" y="2415920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4587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Redes</a:t>
            </a:r>
            <a:r>
              <a:rPr sz="5400" spc="-20" dirty="0"/>
              <a:t> </a:t>
            </a:r>
            <a:r>
              <a:rPr sz="5400" spc="-10" dirty="0"/>
              <a:t>Neuronales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7099807" y="2355595"/>
            <a:ext cx="3531235" cy="1840864"/>
            <a:chOff x="7099807" y="2355595"/>
            <a:chExt cx="3531235" cy="18408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4991" y="2430779"/>
              <a:ext cx="3455670" cy="17655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12507" y="2368326"/>
              <a:ext cx="3430524" cy="17403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106157" y="2361945"/>
              <a:ext cx="3443604" cy="1753235"/>
            </a:xfrm>
            <a:custGeom>
              <a:avLst/>
              <a:gdLst/>
              <a:ahLst/>
              <a:cxnLst/>
              <a:rect l="l" t="t" r="r" b="b"/>
              <a:pathLst>
                <a:path w="3443604" h="1753235">
                  <a:moveTo>
                    <a:pt x="0" y="1753108"/>
                  </a:moveTo>
                  <a:lnTo>
                    <a:pt x="3443224" y="1753108"/>
                  </a:lnTo>
                  <a:lnTo>
                    <a:pt x="3443224" y="0"/>
                  </a:lnTo>
                  <a:lnTo>
                    <a:pt x="0" y="0"/>
                  </a:lnTo>
                  <a:lnTo>
                    <a:pt x="0" y="175310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229486" y="2034095"/>
            <a:ext cx="3954145" cy="2409190"/>
            <a:chOff x="1229486" y="2034095"/>
            <a:chExt cx="3954145" cy="240919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4845" y="2043683"/>
              <a:ext cx="3649134" cy="23896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34249" y="2038857"/>
              <a:ext cx="3944620" cy="2399665"/>
            </a:xfrm>
            <a:custGeom>
              <a:avLst/>
              <a:gdLst/>
              <a:ahLst/>
              <a:cxnLst/>
              <a:rect l="l" t="t" r="r" b="b"/>
              <a:pathLst>
                <a:path w="3944620" h="2399665">
                  <a:moveTo>
                    <a:pt x="0" y="2399157"/>
                  </a:moveTo>
                  <a:lnTo>
                    <a:pt x="3944492" y="2399157"/>
                  </a:lnTo>
                  <a:lnTo>
                    <a:pt x="3944492" y="0"/>
                  </a:lnTo>
                  <a:lnTo>
                    <a:pt x="0" y="0"/>
                  </a:lnTo>
                  <a:lnTo>
                    <a:pt x="0" y="2399157"/>
                  </a:lnTo>
                  <a:close/>
                </a:path>
              </a:pathLst>
            </a:custGeom>
            <a:ln w="9525">
              <a:solidFill>
                <a:srgbClr val="002F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574406" y="4566284"/>
            <a:ext cx="2508885" cy="9042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475615" marR="5080" indent="-463550">
              <a:lnSpc>
                <a:spcPts val="3070"/>
              </a:lnSpc>
              <a:spcBef>
                <a:spcPts val="844"/>
              </a:spcBef>
            </a:pP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Una</a:t>
            </a:r>
            <a:r>
              <a:rPr sz="32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Arial"/>
                <a:cs typeface="Arial"/>
              </a:rPr>
              <a:t>neurona artificial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4291" y="4566284"/>
            <a:ext cx="2508885" cy="9042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62585" marR="5080" indent="-350520">
              <a:lnSpc>
                <a:spcPts val="3070"/>
              </a:lnSpc>
              <a:spcBef>
                <a:spcPts val="844"/>
              </a:spcBef>
            </a:pPr>
            <a:r>
              <a:rPr sz="3200" b="1" dirty="0">
                <a:solidFill>
                  <a:srgbClr val="001F5F"/>
                </a:solidFill>
                <a:latin typeface="Arial"/>
                <a:cs typeface="Arial"/>
              </a:rPr>
              <a:t>Una</a:t>
            </a:r>
            <a:r>
              <a:rPr sz="3200" b="1" spc="-30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1F5F"/>
                </a:solidFill>
                <a:latin typeface="Arial"/>
                <a:cs typeface="Arial"/>
              </a:rPr>
              <a:t>neurona biológica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255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Neurona</a:t>
            </a:r>
            <a:r>
              <a:rPr sz="5400" spc="-240" dirty="0"/>
              <a:t> </a:t>
            </a:r>
            <a:r>
              <a:rPr sz="5400" spc="-10" dirty="0"/>
              <a:t>Artificial</a:t>
            </a:r>
            <a:endParaRPr sz="5400"/>
          </a:p>
        </p:txBody>
      </p:sp>
      <p:sp>
        <p:nvSpPr>
          <p:cNvPr id="3" name="object 3"/>
          <p:cNvSpPr txBox="1"/>
          <p:nvPr/>
        </p:nvSpPr>
        <p:spPr>
          <a:xfrm>
            <a:off x="3193795" y="5149722"/>
            <a:ext cx="5389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MT"/>
                <a:cs typeface="Arial MT"/>
              </a:rPr>
              <a:t>Modelo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de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McCulloch-</a:t>
            </a:r>
            <a:r>
              <a:rPr sz="2800" dirty="0">
                <a:latin typeface="Arial MT"/>
                <a:cs typeface="Arial MT"/>
              </a:rPr>
              <a:t>Pitts</a:t>
            </a:r>
            <a:r>
              <a:rPr sz="2800" spc="-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(1949)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1611" y="1871472"/>
            <a:ext cx="6210299" cy="311505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2555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Neurona</a:t>
            </a:r>
            <a:r>
              <a:rPr sz="5400" spc="-240" dirty="0"/>
              <a:t> </a:t>
            </a:r>
            <a:r>
              <a:rPr sz="5400" spc="-10" dirty="0"/>
              <a:t>Artificial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9672" y="2016251"/>
            <a:ext cx="6772656" cy="378256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9976" rIns="0" bIns="0" rtlCol="0">
            <a:spAutoFit/>
          </a:bodyPr>
          <a:lstStyle/>
          <a:p>
            <a:pPr marL="1291590">
              <a:lnSpc>
                <a:spcPct val="100000"/>
              </a:lnSpc>
              <a:spcBef>
                <a:spcPts val="100"/>
              </a:spcBef>
            </a:pPr>
            <a:r>
              <a:rPr dirty="0"/>
              <a:t>Laboratorio:</a:t>
            </a:r>
            <a:r>
              <a:rPr spc="-130" dirty="0"/>
              <a:t> </a:t>
            </a:r>
            <a:r>
              <a:rPr dirty="0"/>
              <a:t>“Hola</a:t>
            </a:r>
            <a:r>
              <a:rPr spc="-114" dirty="0"/>
              <a:t> </a:t>
            </a:r>
            <a:r>
              <a:rPr spc="-10" dirty="0"/>
              <a:t>Mundo”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16578" y="2949067"/>
          <a:ext cx="4946650" cy="2228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Tamaño(m2)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Precio($)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20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22000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30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35000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40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41000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50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52000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 MT"/>
                          <a:cs typeface="Arial MT"/>
                        </a:rPr>
                        <a:t>60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 MT"/>
                          <a:cs typeface="Arial MT"/>
                        </a:rPr>
                        <a:t>63000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16939" y="1553717"/>
            <a:ext cx="911034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dirty="0">
                <a:latin typeface="Arial MT"/>
                <a:cs typeface="Arial MT"/>
              </a:rPr>
              <a:t>Se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desea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conocer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precio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vivienda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70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m2,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teniendo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los </a:t>
            </a:r>
            <a:r>
              <a:rPr sz="2400" dirty="0">
                <a:latin typeface="Arial MT"/>
                <a:cs typeface="Arial MT"/>
              </a:rPr>
              <a:t>siguientes</a:t>
            </a:r>
            <a:r>
              <a:rPr sz="2400" spc="-1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datos: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374392"/>
              <a:ext cx="12192000" cy="2109470"/>
            </a:xfrm>
            <a:custGeom>
              <a:avLst/>
              <a:gdLst/>
              <a:ahLst/>
              <a:cxnLst/>
              <a:rect l="l" t="t" r="r" b="b"/>
              <a:pathLst>
                <a:path w="12192000" h="2109470">
                  <a:moveTo>
                    <a:pt x="12192000" y="0"/>
                  </a:moveTo>
                  <a:lnTo>
                    <a:pt x="0" y="0"/>
                  </a:lnTo>
                  <a:lnTo>
                    <a:pt x="0" y="2109216"/>
                  </a:lnTo>
                  <a:lnTo>
                    <a:pt x="12192000" y="2109216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02F7D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55285" y="2759455"/>
            <a:ext cx="22802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20" dirty="0">
                <a:latin typeface="Calibri"/>
                <a:cs typeface="Calibri"/>
              </a:rPr>
              <a:t>Gracias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1304</Words>
  <Application>Microsoft Office PowerPoint</Application>
  <PresentationFormat>Panorámica</PresentationFormat>
  <Paragraphs>198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4" baseType="lpstr">
      <vt:lpstr>Arial</vt:lpstr>
      <vt:lpstr>Arial MT</vt:lpstr>
      <vt:lpstr>Calibri</vt:lpstr>
      <vt:lpstr>Calibri Light</vt:lpstr>
      <vt:lpstr>Office Theme</vt:lpstr>
      <vt:lpstr>Presentación de PowerPoint</vt:lpstr>
      <vt:lpstr>Contenidos</vt:lpstr>
      <vt:lpstr>Machine Learning</vt:lpstr>
      <vt:lpstr>Inteligencia Artificial</vt:lpstr>
      <vt:lpstr>Inteligencia Artificial</vt:lpstr>
      <vt:lpstr>Historia de IA</vt:lpstr>
      <vt:lpstr>Estado del Arte</vt:lpstr>
      <vt:lpstr>Estado del Arte</vt:lpstr>
      <vt:lpstr>Estado del Arte</vt:lpstr>
      <vt:lpstr>Estado del Arte</vt:lpstr>
      <vt:lpstr>Estado del Arte</vt:lpstr>
      <vt:lpstr>Machine Learning</vt:lpstr>
      <vt:lpstr>Aprendizaje Automático</vt:lpstr>
      <vt:lpstr>Programación tradicional vs Aprendizaje Automático</vt:lpstr>
      <vt:lpstr>Aprendizaje Automático</vt:lpstr>
      <vt:lpstr>Aprendizaje Automático</vt:lpstr>
      <vt:lpstr>Aprendizaje Automático</vt:lpstr>
      <vt:lpstr>Aprendizaje Automático</vt:lpstr>
      <vt:lpstr>Aprendizaje Automático</vt:lpstr>
      <vt:lpstr>Aprendizaje Automático</vt:lpstr>
      <vt:lpstr>Aprendizaje Supervisado</vt:lpstr>
      <vt:lpstr>Aprendizaje supervisado: Regresión</vt:lpstr>
      <vt:lpstr>Aprendizaje supervisado: Regresión</vt:lpstr>
      <vt:lpstr>Aprendizaje supervisado: Regresión</vt:lpstr>
      <vt:lpstr>Aprendizaje supervisado: Clasificación</vt:lpstr>
      <vt:lpstr>Aprendizaje supervisado: Clasificación</vt:lpstr>
      <vt:lpstr>Aprendizaje supervisado: Clasificación</vt:lpstr>
      <vt:lpstr>Aprendizaje Supervisado</vt:lpstr>
      <vt:lpstr>Aprendizaje Supervisado</vt:lpstr>
      <vt:lpstr>Aprendizaje Supervisado</vt:lpstr>
      <vt:lpstr>Aprendizaje no supervisado</vt:lpstr>
      <vt:lpstr>Aprendizaje no supervisado: Segmentación</vt:lpstr>
      <vt:lpstr>Aprendizaje no supervisado</vt:lpstr>
      <vt:lpstr>Redes Neuronales</vt:lpstr>
      <vt:lpstr>Redes Neuronales</vt:lpstr>
      <vt:lpstr>Neurona Artificial</vt:lpstr>
      <vt:lpstr>Neurona Artificial</vt:lpstr>
      <vt:lpstr>Laboratorio: “Hola Mundo”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Jaime Huaytalla Pariona</cp:lastModifiedBy>
  <cp:revision>2</cp:revision>
  <dcterms:created xsi:type="dcterms:W3CDTF">2024-05-10T16:14:22Z</dcterms:created>
  <dcterms:modified xsi:type="dcterms:W3CDTF">2024-05-10T16:17:00Z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2024-05-10T00:00:00Z</vt:filetime>
  </property>
  <property fmtid="{D5CDD505-2E9C-101B-9397-08002B2CF9AE}" pid="5" name="Producer">
    <vt:lpwstr>Microsoft® PowerPoint® 2016</vt:lpwstr>
  </property>
</Properties>
</file>