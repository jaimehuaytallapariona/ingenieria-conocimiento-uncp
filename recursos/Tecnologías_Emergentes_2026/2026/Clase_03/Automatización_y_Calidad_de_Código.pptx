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4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360" t="3782" r="2188" b="3782"/>
          <a:stretch>
            <a:fillRect/>
          </a:stretch>
        </p:blipFill>
        <p:spPr>
          <a:xfrm>
            <a:off x="-1" y="0"/>
            <a:ext cx="16256001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14ABDCD-6884-9331-4F47-B4341B988E9C}"/>
              </a:ext>
            </a:extLst>
          </p:cNvPr>
          <p:cNvSpPr/>
          <p:nvPr/>
        </p:nvSpPr>
        <p:spPr>
          <a:xfrm>
            <a:off x="14986000" y="8839200"/>
            <a:ext cx="1219200" cy="228600"/>
          </a:xfrm>
          <a:prstGeom prst="rect">
            <a:avLst/>
          </a:prstGeom>
          <a:solidFill>
            <a:srgbClr val="2F43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672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JAIME ANTONIO HUAYTALLA PARIONA</cp:lastModifiedBy>
  <cp:revision>2</cp:revision>
  <dcterms:created xsi:type="dcterms:W3CDTF">2006-08-16T00:00:00Z</dcterms:created>
  <dcterms:modified xsi:type="dcterms:W3CDTF">2026-09-15T02:21:38Z</dcterms:modified>
</cp:coreProperties>
</file>