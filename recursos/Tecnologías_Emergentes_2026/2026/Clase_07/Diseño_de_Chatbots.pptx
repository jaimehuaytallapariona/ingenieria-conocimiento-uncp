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936"/>
    <a:srgbClr val="EAE9E4"/>
    <a:srgbClr val="EDECE7"/>
    <a:srgbClr val="C2BCB0"/>
    <a:srgbClr val="E9E8E4"/>
    <a:srgbClr val="17C8DC"/>
    <a:srgbClr val="5052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56755ABE-6F91-2097-6136-9943652B019B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3D7BE0C-05F6-0020-1C51-268E2219A155}"/>
              </a:ext>
            </a:extLst>
          </p:cNvPr>
          <p:cNvSpPr/>
          <p:nvPr/>
        </p:nvSpPr>
        <p:spPr>
          <a:xfrm>
            <a:off x="14909800" y="8763000"/>
            <a:ext cx="1219200" cy="3810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35CBA6F-6E93-B6AC-45D9-6AD295FAB0D0}"/>
              </a:ext>
            </a:extLst>
          </p:cNvPr>
          <p:cNvSpPr/>
          <p:nvPr/>
        </p:nvSpPr>
        <p:spPr>
          <a:xfrm>
            <a:off x="14909800" y="8763000"/>
            <a:ext cx="1219200" cy="381000"/>
          </a:xfrm>
          <a:prstGeom prst="rect">
            <a:avLst/>
          </a:prstGeom>
          <a:solidFill>
            <a:srgbClr val="E9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D59B6ED-E0F4-B3FA-2320-ED36FD83F538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219A99F-5F8B-6D5F-9E91-33C916185721}"/>
              </a:ext>
            </a:extLst>
          </p:cNvPr>
          <p:cNvSpPr/>
          <p:nvPr/>
        </p:nvSpPr>
        <p:spPr>
          <a:xfrm>
            <a:off x="14909800" y="8915400"/>
            <a:ext cx="1219200" cy="1524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D0A107A-3298-295B-12F1-CC689C723F27}"/>
              </a:ext>
            </a:extLst>
          </p:cNvPr>
          <p:cNvSpPr/>
          <p:nvPr/>
        </p:nvSpPr>
        <p:spPr>
          <a:xfrm>
            <a:off x="14909800" y="8915400"/>
            <a:ext cx="1219200" cy="1524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C94400-230A-08FC-BBF1-73A7FD376314}"/>
              </a:ext>
            </a:extLst>
          </p:cNvPr>
          <p:cNvSpPr/>
          <p:nvPr/>
        </p:nvSpPr>
        <p:spPr>
          <a:xfrm>
            <a:off x="7366000" y="76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C685FB-413E-DB7C-9410-D0A1972F08A5}"/>
              </a:ext>
            </a:extLst>
          </p:cNvPr>
          <p:cNvSpPr/>
          <p:nvPr/>
        </p:nvSpPr>
        <p:spPr>
          <a:xfrm>
            <a:off x="8737600" y="3200400"/>
            <a:ext cx="6400800" cy="457200"/>
          </a:xfrm>
          <a:prstGeom prst="rect">
            <a:avLst/>
          </a:prstGeom>
          <a:solidFill>
            <a:srgbClr val="0B19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DC9B912-0C6E-73C1-C83D-5FEE6A9B87D9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DE104C1-7B1B-1C75-DDC2-BB3B4C42E133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5DEE7CA-19A7-36DD-9A60-4AFBEE618A7D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AA472C-272B-3716-CED3-827215F40F9A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0ECC322-40C8-CDA8-0100-FE378182BEC5}"/>
              </a:ext>
            </a:extLst>
          </p:cNvPr>
          <p:cNvSpPr/>
          <p:nvPr/>
        </p:nvSpPr>
        <p:spPr>
          <a:xfrm>
            <a:off x="14909800" y="8763000"/>
            <a:ext cx="1219200" cy="304800"/>
          </a:xfrm>
          <a:prstGeom prst="rect">
            <a:avLst/>
          </a:prstGeom>
          <a:solidFill>
            <a:srgbClr val="C2BC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128286E-D9AC-2D37-4D12-33D2A18C1BA1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AE2366-2A1B-0225-A56E-CEF9371D9158}"/>
              </a:ext>
            </a:extLst>
          </p:cNvPr>
          <p:cNvSpPr/>
          <p:nvPr/>
        </p:nvSpPr>
        <p:spPr>
          <a:xfrm>
            <a:off x="11709400" y="304800"/>
            <a:ext cx="3886200" cy="3810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5F2EB20-F0C1-C1DB-59A0-26EE9A9B2D29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7B9A83F-0480-5C68-B5A8-CDB780384EA1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EDE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FA3E095-1F63-4032-F547-A931CE34E996}"/>
              </a:ext>
            </a:extLst>
          </p:cNvPr>
          <p:cNvSpPr/>
          <p:nvPr/>
        </p:nvSpPr>
        <p:spPr>
          <a:xfrm>
            <a:off x="14909800" y="8763000"/>
            <a:ext cx="1219200" cy="304800"/>
          </a:xfrm>
          <a:prstGeom prst="rect">
            <a:avLst/>
          </a:prstGeom>
          <a:solidFill>
            <a:srgbClr val="EAE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Personalizado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JAIME ANTONIO HUAYTALLA PARIONA</dc:creator>
  <cp:lastModifiedBy>JAIME ANTONIO HUAYTALLA PARIONA</cp:lastModifiedBy>
  <cp:revision>3</cp:revision>
  <dcterms:created xsi:type="dcterms:W3CDTF">2006-08-16T00:00:00Z</dcterms:created>
  <dcterms:modified xsi:type="dcterms:W3CDTF">2026-10-13T19:49:08Z</dcterms:modified>
</cp:coreProperties>
</file>