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4EB"/>
    <a:srgbClr val="F9F5EC"/>
    <a:srgbClr val="707068"/>
    <a:srgbClr val="F9F9F1"/>
    <a:srgbClr val="F4F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F3921D2-8F61-B16E-1DBD-435084334961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4F5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0E34A5-218B-9B2C-A163-9A70A2C05EA1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4F5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DF635DF-BE16-0704-2EB0-F746A90B8A02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4F5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84C2CE0-D37A-B174-376E-DD6DF30C4F39}"/>
              </a:ext>
            </a:extLst>
          </p:cNvPr>
          <p:cNvSpPr/>
          <p:nvPr/>
        </p:nvSpPr>
        <p:spPr>
          <a:xfrm>
            <a:off x="14909800" y="8839200"/>
            <a:ext cx="1219200" cy="304800"/>
          </a:xfrm>
          <a:prstGeom prst="rect">
            <a:avLst/>
          </a:prstGeom>
          <a:solidFill>
            <a:srgbClr val="F9F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339215C-6531-DD6A-F2E2-69CAD0BC5E16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9F5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98A8133-1BDF-352F-44B4-E1DD173255A3}"/>
              </a:ext>
            </a:extLst>
          </p:cNvPr>
          <p:cNvSpPr/>
          <p:nvPr/>
        </p:nvSpPr>
        <p:spPr>
          <a:xfrm>
            <a:off x="14909800" y="8839200"/>
            <a:ext cx="1219200" cy="2286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JAIME ANTONIO HUAYTALLA PARIONA</cp:lastModifiedBy>
  <cp:revision>2</cp:revision>
  <dcterms:created xsi:type="dcterms:W3CDTF">2006-08-16T00:00:00Z</dcterms:created>
  <dcterms:modified xsi:type="dcterms:W3CDTF">2026-10-12T18:01:37Z</dcterms:modified>
</cp:coreProperties>
</file>