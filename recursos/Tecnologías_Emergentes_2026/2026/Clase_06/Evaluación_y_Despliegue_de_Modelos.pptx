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1F4"/>
    <a:srgbClr val="FFFFFF"/>
    <a:srgbClr val="DDEBF0"/>
    <a:srgbClr val="E9EDEE"/>
    <a:srgbClr val="ECECEC"/>
    <a:srgbClr val="CEE4F1"/>
    <a:srgbClr val="ECEDED"/>
    <a:srgbClr val="D8DDF0"/>
    <a:srgbClr val="D6DDEF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5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27D33C2-2B85-C951-CC88-1E6E21D2BBEA}"/>
              </a:ext>
            </a:extLst>
          </p:cNvPr>
          <p:cNvSpPr/>
          <p:nvPr/>
        </p:nvSpPr>
        <p:spPr>
          <a:xfrm>
            <a:off x="14833600" y="8763000"/>
            <a:ext cx="1295400" cy="3048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266469F-D115-36A3-96C2-8EF824F15594}"/>
              </a:ext>
            </a:extLst>
          </p:cNvPr>
          <p:cNvSpPr/>
          <p:nvPr/>
        </p:nvSpPr>
        <p:spPr>
          <a:xfrm>
            <a:off x="14833600" y="8686800"/>
            <a:ext cx="1422400" cy="457200"/>
          </a:xfrm>
          <a:prstGeom prst="rect">
            <a:avLst/>
          </a:prstGeom>
          <a:solidFill>
            <a:srgbClr val="D6DD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AF2E6DB-9C99-AE88-B559-D483FEC5AE10}"/>
              </a:ext>
            </a:extLst>
          </p:cNvPr>
          <p:cNvSpPr/>
          <p:nvPr/>
        </p:nvSpPr>
        <p:spPr>
          <a:xfrm>
            <a:off x="14833600" y="8763000"/>
            <a:ext cx="1295400" cy="3048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ED52481-E64E-58FB-7434-4440EC8A041E}"/>
              </a:ext>
            </a:extLst>
          </p:cNvPr>
          <p:cNvSpPr/>
          <p:nvPr/>
        </p:nvSpPr>
        <p:spPr>
          <a:xfrm>
            <a:off x="14833600" y="8686800"/>
            <a:ext cx="1422400" cy="457200"/>
          </a:xfrm>
          <a:prstGeom prst="rect">
            <a:avLst/>
          </a:prstGeom>
          <a:solidFill>
            <a:srgbClr val="D8DD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2809E3E-8DAB-2989-C689-E0BAB19EAE41}"/>
              </a:ext>
            </a:extLst>
          </p:cNvPr>
          <p:cNvSpPr/>
          <p:nvPr/>
        </p:nvSpPr>
        <p:spPr>
          <a:xfrm>
            <a:off x="14833600" y="8763000"/>
            <a:ext cx="1295400" cy="304800"/>
          </a:xfrm>
          <a:prstGeom prst="rect">
            <a:avLst/>
          </a:prstGeom>
          <a:solidFill>
            <a:srgbClr val="ECED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9A2582B-7EA5-9FD9-CAC5-7327BA59D27F}"/>
              </a:ext>
            </a:extLst>
          </p:cNvPr>
          <p:cNvSpPr/>
          <p:nvPr/>
        </p:nvSpPr>
        <p:spPr>
          <a:xfrm>
            <a:off x="14833600" y="8763000"/>
            <a:ext cx="1295400" cy="304800"/>
          </a:xfrm>
          <a:prstGeom prst="rect">
            <a:avLst/>
          </a:prstGeom>
          <a:solidFill>
            <a:srgbClr val="CEE4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C54D432-BCB9-75AA-EEC8-ECB3B24F6447}"/>
              </a:ext>
            </a:extLst>
          </p:cNvPr>
          <p:cNvSpPr/>
          <p:nvPr/>
        </p:nvSpPr>
        <p:spPr>
          <a:xfrm>
            <a:off x="14833600" y="8763000"/>
            <a:ext cx="1295400" cy="3048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5B2F298-ADB2-A333-00AB-ED6988F1F5A9}"/>
              </a:ext>
            </a:extLst>
          </p:cNvPr>
          <p:cNvSpPr/>
          <p:nvPr/>
        </p:nvSpPr>
        <p:spPr>
          <a:xfrm>
            <a:off x="14147800" y="8458200"/>
            <a:ext cx="2108200" cy="674511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10B6377-B9BA-AECE-9C5E-BF964FF47436}"/>
              </a:ext>
            </a:extLst>
          </p:cNvPr>
          <p:cNvSpPr/>
          <p:nvPr/>
        </p:nvSpPr>
        <p:spPr>
          <a:xfrm>
            <a:off x="14833600" y="8763000"/>
            <a:ext cx="12954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3E76CC9-CF49-431C-608A-05527126BB55}"/>
              </a:ext>
            </a:extLst>
          </p:cNvPr>
          <p:cNvSpPr/>
          <p:nvPr/>
        </p:nvSpPr>
        <p:spPr>
          <a:xfrm>
            <a:off x="14833600" y="8763000"/>
            <a:ext cx="1295400" cy="304800"/>
          </a:xfrm>
          <a:prstGeom prst="rect">
            <a:avLst/>
          </a:prstGeom>
          <a:solidFill>
            <a:srgbClr val="DDEB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F81F31E-19D5-EBF7-0A7A-864DA90F0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6169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CE6E021-4073-AB69-AED1-76B3F0A29B1C}"/>
              </a:ext>
            </a:extLst>
          </p:cNvPr>
          <p:cNvSpPr/>
          <p:nvPr/>
        </p:nvSpPr>
        <p:spPr>
          <a:xfrm>
            <a:off x="14833600" y="8763000"/>
            <a:ext cx="1422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36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982B993-48E1-06CD-96F8-C6887F5409C3}"/>
              </a:ext>
            </a:extLst>
          </p:cNvPr>
          <p:cNvSpPr/>
          <p:nvPr/>
        </p:nvSpPr>
        <p:spPr>
          <a:xfrm>
            <a:off x="14985999" y="8822266"/>
            <a:ext cx="1233311" cy="321733"/>
          </a:xfrm>
          <a:prstGeom prst="rect">
            <a:avLst/>
          </a:prstGeom>
          <a:solidFill>
            <a:srgbClr val="ECF1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Personalizado</PresentationFormat>
  <Paragraphs>0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JAIME ANTONIO HUAYTALLA PARIONA</cp:lastModifiedBy>
  <cp:revision>2</cp:revision>
  <dcterms:created xsi:type="dcterms:W3CDTF">2006-08-16T00:00:00Z</dcterms:created>
  <dcterms:modified xsi:type="dcterms:W3CDTF">2026-10-12T14:11:38Z</dcterms:modified>
</cp:coreProperties>
</file>