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AF6FA02-B910-96B8-9D5A-EE800D190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1200" y="8795656"/>
            <a:ext cx="1524000" cy="272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20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2</cp:revision>
  <dcterms:created xsi:type="dcterms:W3CDTF">2006-08-16T00:00:00Z</dcterms:created>
  <dcterms:modified xsi:type="dcterms:W3CDTF">2026-09-28T17:07:56Z</dcterms:modified>
</cp:coreProperties>
</file>