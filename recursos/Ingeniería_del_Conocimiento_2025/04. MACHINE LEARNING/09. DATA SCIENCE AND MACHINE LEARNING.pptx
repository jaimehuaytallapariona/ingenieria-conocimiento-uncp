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300" r:id="rId4"/>
    <p:sldId id="261" r:id="rId5"/>
    <p:sldId id="262"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1" r:id="rId43"/>
  </p:sldIdLst>
  <p:sldSz cx="20104100" cy="11309350"/>
  <p:notesSz cx="20104100" cy="1130935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346"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7213" y="1126532"/>
            <a:ext cx="17909672" cy="128206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05" dirty="0"/>
              <a:t>Aprendizaje</a:t>
            </a:r>
            <a:r>
              <a:rPr spc="-295" dirty="0"/>
              <a:t> </a:t>
            </a:r>
            <a:r>
              <a:rPr spc="-80" dirty="0"/>
              <a:t>de</a:t>
            </a:r>
            <a:r>
              <a:rPr spc="-290" dirty="0"/>
              <a:t> </a:t>
            </a:r>
            <a:r>
              <a:rPr spc="-114" dirty="0"/>
              <a:t>Máquina</a:t>
            </a:r>
            <a:r>
              <a:rPr spc="-280" dirty="0"/>
              <a:t> </a:t>
            </a:r>
            <a:r>
              <a:rPr spc="-305" dirty="0"/>
              <a:t>I</a:t>
            </a:r>
            <a:r>
              <a:rPr spc="-285" dirty="0"/>
              <a:t> </a:t>
            </a:r>
            <a:r>
              <a:rPr spc="-65" dirty="0"/>
              <a:t>–</a:t>
            </a:r>
            <a:r>
              <a:rPr spc="-290" dirty="0"/>
              <a:t> </a:t>
            </a:r>
            <a:r>
              <a:rPr spc="-150" dirty="0"/>
              <a:t>CEIA</a:t>
            </a:r>
            <a:r>
              <a:rPr spc="-290" dirty="0"/>
              <a:t> </a:t>
            </a:r>
            <a:r>
              <a:rPr spc="-65" dirty="0"/>
              <a:t>–</a:t>
            </a:r>
            <a:r>
              <a:rPr spc="-285" dirty="0"/>
              <a:t> </a:t>
            </a:r>
            <a:r>
              <a:rPr spc="-175" dirty="0"/>
              <a:t>FIUBA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38100">
              <a:lnSpc>
                <a:spcPct val="100000"/>
              </a:lnSpc>
              <a:spcBef>
                <a:spcPts val="295"/>
              </a:spcBef>
            </a:pPr>
            <a:fld id="{81D60167-4931-47E6-BA6A-407CBD079E47}" type="slidenum">
              <a:rPr spc="10" dirty="0"/>
              <a:t>‹Nº›</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05" dirty="0"/>
              <a:t>Aprendizaje</a:t>
            </a:r>
            <a:r>
              <a:rPr spc="-295" dirty="0"/>
              <a:t> </a:t>
            </a:r>
            <a:r>
              <a:rPr spc="-80" dirty="0"/>
              <a:t>de</a:t>
            </a:r>
            <a:r>
              <a:rPr spc="-290" dirty="0"/>
              <a:t> </a:t>
            </a:r>
            <a:r>
              <a:rPr spc="-114" dirty="0"/>
              <a:t>Máquina</a:t>
            </a:r>
            <a:r>
              <a:rPr spc="-280" dirty="0"/>
              <a:t> </a:t>
            </a:r>
            <a:r>
              <a:rPr spc="-305" dirty="0"/>
              <a:t>I</a:t>
            </a:r>
            <a:r>
              <a:rPr spc="-285" dirty="0"/>
              <a:t> </a:t>
            </a:r>
            <a:r>
              <a:rPr spc="-65" dirty="0"/>
              <a:t>–</a:t>
            </a:r>
            <a:r>
              <a:rPr spc="-290" dirty="0"/>
              <a:t> </a:t>
            </a:r>
            <a:r>
              <a:rPr spc="-150" dirty="0"/>
              <a:t>CEIA</a:t>
            </a:r>
            <a:r>
              <a:rPr spc="-290" dirty="0"/>
              <a:t> </a:t>
            </a:r>
            <a:r>
              <a:rPr spc="-65" dirty="0"/>
              <a:t>–</a:t>
            </a:r>
            <a:r>
              <a:rPr spc="-285" dirty="0"/>
              <a:t> </a:t>
            </a:r>
            <a:r>
              <a:rPr spc="-175" dirty="0"/>
              <a:t>FIUBA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38100">
              <a:lnSpc>
                <a:spcPct val="100000"/>
              </a:lnSpc>
              <a:spcBef>
                <a:spcPts val="295"/>
              </a:spcBef>
            </a:pPr>
            <a:fld id="{81D60167-4931-47E6-BA6A-407CBD079E47}" type="slidenum">
              <a:rPr spc="10" dirty="0"/>
              <a:t>‹Nº›</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1" i="0">
                <a:solidFill>
                  <a:schemeClr val="tx1"/>
                </a:solidFill>
                <a:latin typeface="Arial"/>
                <a:cs typeface="Arial"/>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05" dirty="0"/>
              <a:t>Aprendizaje</a:t>
            </a:r>
            <a:r>
              <a:rPr spc="-295" dirty="0"/>
              <a:t> </a:t>
            </a:r>
            <a:r>
              <a:rPr spc="-80" dirty="0"/>
              <a:t>de</a:t>
            </a:r>
            <a:r>
              <a:rPr spc="-290" dirty="0"/>
              <a:t> </a:t>
            </a:r>
            <a:r>
              <a:rPr spc="-114" dirty="0"/>
              <a:t>Máquina</a:t>
            </a:r>
            <a:r>
              <a:rPr spc="-280" dirty="0"/>
              <a:t> </a:t>
            </a:r>
            <a:r>
              <a:rPr spc="-305" dirty="0"/>
              <a:t>I</a:t>
            </a:r>
            <a:r>
              <a:rPr spc="-285" dirty="0"/>
              <a:t> </a:t>
            </a:r>
            <a:r>
              <a:rPr spc="-65" dirty="0"/>
              <a:t>–</a:t>
            </a:r>
            <a:r>
              <a:rPr spc="-290" dirty="0"/>
              <a:t> </a:t>
            </a:r>
            <a:r>
              <a:rPr spc="-150" dirty="0"/>
              <a:t>CEIA</a:t>
            </a:r>
            <a:r>
              <a:rPr spc="-290" dirty="0"/>
              <a:t> </a:t>
            </a:r>
            <a:r>
              <a:rPr spc="-65" dirty="0"/>
              <a:t>–</a:t>
            </a:r>
            <a:r>
              <a:rPr spc="-285" dirty="0"/>
              <a:t> </a:t>
            </a:r>
            <a:r>
              <a:rPr spc="-175" dirty="0"/>
              <a:t>FIUBA</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7" name="Holder 7"/>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38100">
              <a:lnSpc>
                <a:spcPct val="100000"/>
              </a:lnSpc>
              <a:spcBef>
                <a:spcPts val="295"/>
              </a:spcBef>
            </a:pPr>
            <a:fld id="{81D60167-4931-47E6-BA6A-407CBD079E47}" type="slidenum">
              <a:rPr spc="10" dirty="0"/>
              <a:t>‹Nº›</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0104099" cy="11308555"/>
          </a:xfrm>
          <a:prstGeom prst="rect">
            <a:avLst/>
          </a:prstGeom>
        </p:spPr>
      </p:pic>
      <p:sp>
        <p:nvSpPr>
          <p:cNvPr id="2" name="Holder 2"/>
          <p:cNvSpPr>
            <a:spLocks noGrp="1"/>
          </p:cNvSpPr>
          <p:nvPr>
            <p:ph type="title"/>
          </p:nvPr>
        </p:nvSpPr>
        <p:spPr/>
        <p:txBody>
          <a:bodyPr lIns="0" tIns="0" rIns="0" bIns="0"/>
          <a:lstStyle>
            <a:lvl1pPr>
              <a:defRPr sz="545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05" dirty="0"/>
              <a:t>Aprendizaje</a:t>
            </a:r>
            <a:r>
              <a:rPr spc="-295" dirty="0"/>
              <a:t> </a:t>
            </a:r>
            <a:r>
              <a:rPr spc="-80" dirty="0"/>
              <a:t>de</a:t>
            </a:r>
            <a:r>
              <a:rPr spc="-290" dirty="0"/>
              <a:t> </a:t>
            </a:r>
            <a:r>
              <a:rPr spc="-114" dirty="0"/>
              <a:t>Máquina</a:t>
            </a:r>
            <a:r>
              <a:rPr spc="-280" dirty="0"/>
              <a:t> </a:t>
            </a:r>
            <a:r>
              <a:rPr spc="-305" dirty="0"/>
              <a:t>I</a:t>
            </a:r>
            <a:r>
              <a:rPr spc="-285" dirty="0"/>
              <a:t> </a:t>
            </a:r>
            <a:r>
              <a:rPr spc="-65" dirty="0"/>
              <a:t>–</a:t>
            </a:r>
            <a:r>
              <a:rPr spc="-290" dirty="0"/>
              <a:t> </a:t>
            </a:r>
            <a:r>
              <a:rPr spc="-150" dirty="0"/>
              <a:t>CEIA</a:t>
            </a:r>
            <a:r>
              <a:rPr spc="-290" dirty="0"/>
              <a:t> </a:t>
            </a:r>
            <a:r>
              <a:rPr spc="-65" dirty="0"/>
              <a:t>–</a:t>
            </a:r>
            <a:r>
              <a:rPr spc="-285" dirty="0"/>
              <a:t> </a:t>
            </a:r>
            <a:r>
              <a:rPr spc="-175" dirty="0"/>
              <a:t>FIUBA</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5" name="Holder 5"/>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38100">
              <a:lnSpc>
                <a:spcPct val="100000"/>
              </a:lnSpc>
              <a:spcBef>
                <a:spcPts val="295"/>
              </a:spcBef>
            </a:pPr>
            <a:fld id="{81D60167-4931-47E6-BA6A-407CBD079E47}" type="slidenum">
              <a:rPr spc="10" dirty="0"/>
              <a:t>‹Nº›</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0104099" cy="11308555"/>
          </a:xfrm>
          <a:prstGeom prst="rect">
            <a:avLst/>
          </a:prstGeom>
        </p:spPr>
      </p:pic>
      <p:sp>
        <p:nvSpPr>
          <p:cNvPr id="2" name="Holder 2"/>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05" dirty="0"/>
              <a:t>Aprendizaje</a:t>
            </a:r>
            <a:r>
              <a:rPr spc="-295" dirty="0"/>
              <a:t> </a:t>
            </a:r>
            <a:r>
              <a:rPr spc="-80" dirty="0"/>
              <a:t>de</a:t>
            </a:r>
            <a:r>
              <a:rPr spc="-290" dirty="0"/>
              <a:t> </a:t>
            </a:r>
            <a:r>
              <a:rPr spc="-114" dirty="0"/>
              <a:t>Máquina</a:t>
            </a:r>
            <a:r>
              <a:rPr spc="-280" dirty="0"/>
              <a:t> </a:t>
            </a:r>
            <a:r>
              <a:rPr spc="-305" dirty="0"/>
              <a:t>I</a:t>
            </a:r>
            <a:r>
              <a:rPr spc="-285" dirty="0"/>
              <a:t> </a:t>
            </a:r>
            <a:r>
              <a:rPr spc="-65" dirty="0"/>
              <a:t>–</a:t>
            </a:r>
            <a:r>
              <a:rPr spc="-290" dirty="0"/>
              <a:t> </a:t>
            </a:r>
            <a:r>
              <a:rPr spc="-150" dirty="0"/>
              <a:t>CEIA</a:t>
            </a:r>
            <a:r>
              <a:rPr spc="-290" dirty="0"/>
              <a:t> </a:t>
            </a:r>
            <a:r>
              <a:rPr spc="-65" dirty="0"/>
              <a:t>–</a:t>
            </a:r>
            <a:r>
              <a:rPr spc="-285" dirty="0"/>
              <a:t> </a:t>
            </a:r>
            <a:r>
              <a:rPr spc="-175" dirty="0"/>
              <a:t>FIUBA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4" name="Holder 4"/>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38100">
              <a:lnSpc>
                <a:spcPct val="100000"/>
              </a:lnSpc>
              <a:spcBef>
                <a:spcPts val="295"/>
              </a:spcBef>
            </a:pPr>
            <a:fld id="{81D60167-4931-47E6-BA6A-407CBD079E47}" type="slidenum">
              <a:rPr spc="10" dirty="0"/>
              <a:t>‹Nº›</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20104099" cy="11308555"/>
          </a:xfrm>
          <a:prstGeom prst="rect">
            <a:avLst/>
          </a:prstGeom>
        </p:spPr>
      </p:pic>
      <p:sp>
        <p:nvSpPr>
          <p:cNvPr id="17" name="bg object 17"/>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85099"/>
            </a:srgbClr>
          </a:solidFill>
        </p:spPr>
        <p:txBody>
          <a:bodyPr wrap="square" lIns="0" tIns="0" rIns="0" bIns="0" rtlCol="0"/>
          <a:lstStyle/>
          <a:p>
            <a:endParaRPr/>
          </a:p>
        </p:txBody>
      </p:sp>
      <p:sp>
        <p:nvSpPr>
          <p:cNvPr id="2" name="Holder 2"/>
          <p:cNvSpPr>
            <a:spLocks noGrp="1"/>
          </p:cNvSpPr>
          <p:nvPr>
            <p:ph type="title"/>
          </p:nvPr>
        </p:nvSpPr>
        <p:spPr>
          <a:xfrm>
            <a:off x="1040196" y="1198572"/>
            <a:ext cx="18023707" cy="854710"/>
          </a:xfrm>
          <a:prstGeom prst="rect">
            <a:avLst/>
          </a:prstGeom>
        </p:spPr>
        <p:txBody>
          <a:bodyPr wrap="square" lIns="0" tIns="0" rIns="0" bIns="0">
            <a:spAutoFit/>
          </a:bodyPr>
          <a:lstStyle>
            <a:lvl1pPr>
              <a:defRPr sz="5450" b="1" i="0">
                <a:solidFill>
                  <a:schemeClr val="tx1"/>
                </a:solidFill>
                <a:latin typeface="Arial"/>
                <a:cs typeface="Arial"/>
              </a:defRPr>
            </a:lvl1pPr>
          </a:lstStyle>
          <a:p>
            <a:endParaRPr/>
          </a:p>
        </p:txBody>
      </p:sp>
      <p:sp>
        <p:nvSpPr>
          <p:cNvPr id="3" name="Holder 3"/>
          <p:cNvSpPr>
            <a:spLocks noGrp="1"/>
          </p:cNvSpPr>
          <p:nvPr>
            <p:ph type="body" idx="1"/>
          </p:nvPr>
        </p:nvSpPr>
        <p:spPr>
          <a:xfrm>
            <a:off x="1097213" y="3175475"/>
            <a:ext cx="17909672" cy="6798309"/>
          </a:xfrm>
          <a:prstGeom prst="rect">
            <a:avLst/>
          </a:prstGeom>
        </p:spPr>
        <p:txBody>
          <a:bodyPr wrap="square" lIns="0" tIns="0" rIns="0" bIns="0">
            <a:spAutoFit/>
          </a:bodyPr>
          <a:lstStyle>
            <a:lvl1pPr>
              <a:defRPr sz="36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65638" y="10591626"/>
            <a:ext cx="4679950" cy="404495"/>
          </a:xfrm>
          <a:prstGeom prst="rect">
            <a:avLst/>
          </a:prstGeom>
        </p:spPr>
        <p:txBody>
          <a:bodyPr wrap="square" lIns="0" tIns="0" rIns="0" bIns="0">
            <a:spAutoFit/>
          </a:bodyPr>
          <a:lstStyle>
            <a:lvl1pPr>
              <a:defRPr sz="2300" b="0" i="0">
                <a:solidFill>
                  <a:schemeClr val="tx1"/>
                </a:solidFill>
                <a:latin typeface="Tahoma"/>
                <a:cs typeface="Tahoma"/>
              </a:defRPr>
            </a:lvl1pPr>
          </a:lstStyle>
          <a:p>
            <a:pPr marL="12700">
              <a:lnSpc>
                <a:spcPct val="100000"/>
              </a:lnSpc>
              <a:spcBef>
                <a:spcPts val="295"/>
              </a:spcBef>
            </a:pPr>
            <a:r>
              <a:rPr spc="-105" dirty="0"/>
              <a:t>Aprendizaje</a:t>
            </a:r>
            <a:r>
              <a:rPr spc="-295" dirty="0"/>
              <a:t> </a:t>
            </a:r>
            <a:r>
              <a:rPr spc="-80" dirty="0"/>
              <a:t>de</a:t>
            </a:r>
            <a:r>
              <a:rPr spc="-290" dirty="0"/>
              <a:t> </a:t>
            </a:r>
            <a:r>
              <a:rPr spc="-114" dirty="0"/>
              <a:t>Máquina</a:t>
            </a:r>
            <a:r>
              <a:rPr spc="-280" dirty="0"/>
              <a:t> </a:t>
            </a:r>
            <a:r>
              <a:rPr spc="-305" dirty="0"/>
              <a:t>I</a:t>
            </a:r>
            <a:r>
              <a:rPr spc="-285" dirty="0"/>
              <a:t> </a:t>
            </a:r>
            <a:r>
              <a:rPr spc="-65" dirty="0"/>
              <a:t>–</a:t>
            </a:r>
            <a:r>
              <a:rPr spc="-290" dirty="0"/>
              <a:t> </a:t>
            </a:r>
            <a:r>
              <a:rPr spc="-150" dirty="0"/>
              <a:t>CEIA</a:t>
            </a:r>
            <a:r>
              <a:rPr spc="-290" dirty="0"/>
              <a:t> </a:t>
            </a:r>
            <a:r>
              <a:rPr spc="-65" dirty="0"/>
              <a:t>–</a:t>
            </a:r>
            <a:r>
              <a:rPr spc="-285" dirty="0"/>
              <a:t> </a:t>
            </a:r>
            <a:r>
              <a:rPr spc="-175" dirty="0"/>
              <a:t>FIUBA</a:t>
            </a: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a:xfrm>
            <a:off x="19305917" y="10689633"/>
            <a:ext cx="394334" cy="404495"/>
          </a:xfrm>
          <a:prstGeom prst="rect">
            <a:avLst/>
          </a:prstGeom>
        </p:spPr>
        <p:txBody>
          <a:bodyPr wrap="square" lIns="0" tIns="0" rIns="0" bIns="0">
            <a:spAutoFit/>
          </a:bodyPr>
          <a:lstStyle>
            <a:lvl1pPr>
              <a:defRPr sz="2300" b="0" i="0">
                <a:solidFill>
                  <a:schemeClr val="tx1"/>
                </a:solidFill>
                <a:latin typeface="Tahoma"/>
                <a:cs typeface="Tahoma"/>
              </a:defRPr>
            </a:lvl1pPr>
          </a:lstStyle>
          <a:p>
            <a:pPr marL="38100">
              <a:lnSpc>
                <a:spcPct val="100000"/>
              </a:lnSpc>
              <a:spcBef>
                <a:spcPts val="295"/>
              </a:spcBef>
            </a:pPr>
            <a:fld id="{81D60167-4931-47E6-BA6A-407CBD079E47}" type="slidenum">
              <a:rPr spc="10" dirty="0"/>
              <a:t>‹Nº›</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huaytalla@uncp.edu.pe"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kaggle.com/datasets" TargetMode="Externa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www.mavenanalytics.io/data-playground" TargetMode="External"/><Relationship Id="rId4" Type="http://schemas.openxmlformats.org/officeDocument/2006/relationships/hyperlink" Target="https://sonsofhierarchies.com/real-world-fake-dat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deeplearningbook.org/"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a:extLst>
              <a:ext uri="{FF2B5EF4-FFF2-40B4-BE49-F238E27FC236}">
                <a16:creationId xmlns:a16="http://schemas.microsoft.com/office/drawing/2014/main" id="{EF12355E-EC7F-AFC2-E17F-368339607E2F}"/>
              </a:ext>
            </a:extLst>
          </p:cNvPr>
          <p:cNvPicPr/>
          <p:nvPr/>
        </p:nvPicPr>
        <p:blipFill>
          <a:blip r:embed="rId2" cstate="print"/>
          <a:stretch>
            <a:fillRect/>
          </a:stretch>
        </p:blipFill>
        <p:spPr>
          <a:xfrm>
            <a:off x="0" y="0"/>
            <a:ext cx="20104099" cy="11308555"/>
          </a:xfrm>
          <a:prstGeom prst="rect">
            <a:avLst/>
          </a:prstGeom>
        </p:spPr>
      </p:pic>
      <p:sp>
        <p:nvSpPr>
          <p:cNvPr id="3" name="object 3"/>
          <p:cNvSpPr txBox="1">
            <a:spLocks noGrp="1"/>
          </p:cNvSpPr>
          <p:nvPr>
            <p:ph type="title"/>
          </p:nvPr>
        </p:nvSpPr>
        <p:spPr>
          <a:xfrm>
            <a:off x="4196080" y="3597526"/>
            <a:ext cx="10732770" cy="2532103"/>
          </a:xfrm>
          <a:prstGeom prst="rect">
            <a:avLst/>
          </a:prstGeom>
        </p:spPr>
        <p:txBody>
          <a:bodyPr vert="horz" wrap="square" lIns="0" tIns="838835" rIns="0" bIns="0" rtlCol="0">
            <a:spAutoFit/>
          </a:bodyPr>
          <a:lstStyle/>
          <a:p>
            <a:pPr marL="12700">
              <a:lnSpc>
                <a:spcPct val="100000"/>
              </a:lnSpc>
              <a:spcBef>
                <a:spcPts val="6605"/>
              </a:spcBef>
            </a:pPr>
            <a:r>
              <a:rPr lang="es-PE" sz="10950" spc="-75" noProof="0" dirty="0">
                <a:latin typeface="Aptos" panose="020B0004020202020204" pitchFamily="34" charset="0"/>
              </a:rPr>
              <a:t>INTRODUCCIÓN</a:t>
            </a:r>
            <a:endParaRPr lang="es-PE" sz="10950" noProof="0" dirty="0">
              <a:latin typeface="Aptos" panose="020B0004020202020204" pitchFamily="34" charset="0"/>
            </a:endParaRPr>
          </a:p>
        </p:txBody>
      </p:sp>
      <p:sp>
        <p:nvSpPr>
          <p:cNvPr id="6" name="Subtítulo 2">
            <a:extLst>
              <a:ext uri="{FF2B5EF4-FFF2-40B4-BE49-F238E27FC236}">
                <a16:creationId xmlns:a16="http://schemas.microsoft.com/office/drawing/2014/main" id="{CB7E1A1E-E09B-33C3-7853-0A082F1E0625}"/>
              </a:ext>
            </a:extLst>
          </p:cNvPr>
          <p:cNvSpPr txBox="1">
            <a:spLocks/>
          </p:cNvSpPr>
          <p:nvPr/>
        </p:nvSpPr>
        <p:spPr>
          <a:xfrm>
            <a:off x="2550344" y="8336082"/>
            <a:ext cx="10058400" cy="1477328"/>
          </a:xfrm>
          <a:prstGeom prst="rect">
            <a:avLst/>
          </a:prstGeom>
        </p:spPr>
        <p:txBody>
          <a:bodyPr wrap="square" lIns="0" tIns="0" rIns="0" bIns="0">
            <a:spAutoFit/>
          </a:bodyPr>
          <a:lstStyle>
            <a:lvl1pPr marL="0">
              <a:defRPr sz="36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s-PE" sz="3200" i="1" kern="0" noProof="0" dirty="0">
              <a:latin typeface="Aptos" panose="020B0004020202020204" pitchFamily="34" charset="0"/>
            </a:endParaRPr>
          </a:p>
          <a:p>
            <a:r>
              <a:rPr lang="es-PE" sz="3200" i="1" kern="0" noProof="0" dirty="0" err="1">
                <a:latin typeface="Aptos" panose="020B0004020202020204" pitchFamily="34" charset="0"/>
              </a:rPr>
              <a:t>Msc</a:t>
            </a:r>
            <a:r>
              <a:rPr lang="es-PE" sz="3200" i="1" kern="0" noProof="0" dirty="0">
                <a:latin typeface="Aptos" panose="020B0004020202020204" pitchFamily="34" charset="0"/>
              </a:rPr>
              <a:t>. Jaime </a:t>
            </a:r>
            <a:r>
              <a:rPr lang="es-PE" sz="3200" i="1" kern="0" noProof="0" dirty="0" err="1">
                <a:latin typeface="Aptos" panose="020B0004020202020204" pitchFamily="34" charset="0"/>
              </a:rPr>
              <a:t>Huaytalla</a:t>
            </a:r>
            <a:r>
              <a:rPr lang="es-PE" sz="3200" i="1" kern="0" noProof="0" dirty="0">
                <a:latin typeface="Aptos" panose="020B0004020202020204" pitchFamily="34" charset="0"/>
              </a:rPr>
              <a:t> Pariona</a:t>
            </a:r>
          </a:p>
          <a:p>
            <a:r>
              <a:rPr lang="es-PE" sz="3200" i="1" kern="0" noProof="0" dirty="0">
                <a:latin typeface="Aptos" panose="020B0004020202020204" pitchFamily="34" charset="0"/>
                <a:hlinkClick r:id="rId3"/>
              </a:rPr>
              <a:t>jhuaytalla@uncp.edu.pe</a:t>
            </a:r>
            <a:r>
              <a:rPr lang="es-PE" sz="3200" i="1" kern="0" noProof="0" dirty="0">
                <a:latin typeface="Aptos" panose="020B0004020202020204" pitchFamily="34" charset="0"/>
              </a:rPr>
              <a:t> </a:t>
            </a:r>
          </a:p>
        </p:txBody>
      </p:sp>
      <p:sp>
        <p:nvSpPr>
          <p:cNvPr id="4" name="CuadroTexto 3">
            <a:extLst>
              <a:ext uri="{FF2B5EF4-FFF2-40B4-BE49-F238E27FC236}">
                <a16:creationId xmlns:a16="http://schemas.microsoft.com/office/drawing/2014/main" id="{2153EF73-B8A8-A4D2-E1FD-6828F11951D6}"/>
              </a:ext>
            </a:extLst>
          </p:cNvPr>
          <p:cNvSpPr txBox="1"/>
          <p:nvPr/>
        </p:nvSpPr>
        <p:spPr>
          <a:xfrm>
            <a:off x="4196080" y="6095288"/>
            <a:ext cx="4967385" cy="707886"/>
          </a:xfrm>
          <a:prstGeom prst="rect">
            <a:avLst/>
          </a:prstGeom>
          <a:noFill/>
        </p:spPr>
        <p:txBody>
          <a:bodyPr wrap="none" rtlCol="0">
            <a:spAutoFit/>
          </a:bodyPr>
          <a:lstStyle/>
          <a:p>
            <a:r>
              <a:rPr lang="es-PE" sz="4000" cap="all" noProof="0" dirty="0">
                <a:latin typeface="Aptos" panose="020B0004020202020204" pitchFamily="34" charset="0"/>
              </a:rPr>
              <a:t>Machine </a:t>
            </a:r>
            <a:r>
              <a:rPr lang="es-PE" sz="4000" cap="all" noProof="0" dirty="0" err="1">
                <a:latin typeface="Aptos" panose="020B0004020202020204" pitchFamily="34" charset="0"/>
              </a:rPr>
              <a:t>Learning</a:t>
            </a:r>
            <a:r>
              <a:rPr lang="es-PE" sz="4000" cap="all" noProof="0" dirty="0">
                <a:latin typeface="Aptos" panose="020B0004020202020204" pitchFamily="34" charset="0"/>
              </a:rPr>
              <a:t> </a:t>
            </a:r>
          </a:p>
        </p:txBody>
      </p:sp>
      <p:pic>
        <p:nvPicPr>
          <p:cNvPr id="1026" name="Picture 2" descr="Manual de Indentidad Visual Corporativa Marca UNCP - UNCP">
            <a:extLst>
              <a:ext uri="{FF2B5EF4-FFF2-40B4-BE49-F238E27FC236}">
                <a16:creationId xmlns:a16="http://schemas.microsoft.com/office/drawing/2014/main" id="{47367BC9-DA29-5942-5BB2-0724FD47E46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21152" y="4494726"/>
            <a:ext cx="2258384" cy="1971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099"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lang="es-PE" noProof="0" dirty="0"/>
          </a:p>
        </p:txBody>
      </p:sp>
      <p:sp>
        <p:nvSpPr>
          <p:cNvPr id="4" name="object 4"/>
          <p:cNvSpPr txBox="1">
            <a:spLocks noGrp="1"/>
          </p:cNvSpPr>
          <p:nvPr>
            <p:ph type="title"/>
          </p:nvPr>
        </p:nvSpPr>
        <p:spPr>
          <a:xfrm>
            <a:off x="1097213" y="1136584"/>
            <a:ext cx="6516437" cy="1281761"/>
          </a:xfrm>
          <a:prstGeom prst="rect">
            <a:avLst/>
          </a:prstGeom>
        </p:spPr>
        <p:txBody>
          <a:bodyPr vert="horz" wrap="square" lIns="0" tIns="12065" rIns="0" bIns="0" rtlCol="0">
            <a:spAutoFit/>
          </a:bodyPr>
          <a:lstStyle/>
          <a:p>
            <a:pPr marL="12700">
              <a:lnSpc>
                <a:spcPct val="100000"/>
              </a:lnSpc>
              <a:spcBef>
                <a:spcPts val="95"/>
              </a:spcBef>
            </a:pPr>
            <a:r>
              <a:rPr lang="es-PE" sz="8250" spc="-350" noProof="0" dirty="0">
                <a:latin typeface="Aptos" panose="020B0004020202020204" pitchFamily="34" charset="0"/>
              </a:rPr>
              <a:t>AVISO LEGAL</a:t>
            </a:r>
            <a:endParaRPr lang="es-PE" sz="8250" noProof="0" dirty="0">
              <a:latin typeface="Aptos" panose="020B0004020202020204" pitchFamily="34" charset="0"/>
            </a:endParaRPr>
          </a:p>
        </p:txBody>
      </p:sp>
      <p:sp>
        <p:nvSpPr>
          <p:cNvPr id="5" name="object 5"/>
          <p:cNvSpPr txBox="1"/>
          <p:nvPr/>
        </p:nvSpPr>
        <p:spPr>
          <a:xfrm>
            <a:off x="1065801" y="3089195"/>
            <a:ext cx="17139649" cy="2985946"/>
          </a:xfrm>
          <a:prstGeom prst="rect">
            <a:avLst/>
          </a:prstGeom>
        </p:spPr>
        <p:txBody>
          <a:bodyPr vert="horz" wrap="square" lIns="0" tIns="12065" rIns="0" bIns="0" rtlCol="0">
            <a:spAutoFit/>
          </a:bodyPr>
          <a:lstStyle/>
          <a:p>
            <a:pPr marL="457200" indent="-457200" algn="just">
              <a:lnSpc>
                <a:spcPct val="150000"/>
              </a:lnSpc>
              <a:buFont typeface="Arial" panose="020B0604020202020204" pitchFamily="34" charset="0"/>
              <a:buChar char="•"/>
            </a:pPr>
            <a:r>
              <a:rPr lang="es-ES" sz="3300" dirty="0">
                <a:latin typeface="Aptos" panose="020B0004020202020204" pitchFamily="34" charset="0"/>
                <a:cs typeface="Tahoma"/>
              </a:rPr>
              <a:t>Este material de aprendizaje se creó a partir de las notas de la clase del Dr. </a:t>
            </a:r>
            <a:r>
              <a:rPr lang="es-ES" sz="3300" dirty="0" err="1">
                <a:latin typeface="Aptos" panose="020B0004020202020204" pitchFamily="34" charset="0"/>
                <a:cs typeface="Tahoma"/>
              </a:rPr>
              <a:t>Wester</a:t>
            </a:r>
            <a:r>
              <a:rPr lang="es-ES" sz="3300" dirty="0">
                <a:latin typeface="Aptos" panose="020B0004020202020204" pitchFamily="34" charset="0"/>
                <a:cs typeface="Tahoma"/>
              </a:rPr>
              <a:t> Zela </a:t>
            </a:r>
            <a:r>
              <a:rPr lang="es-PE" sz="3300" dirty="0">
                <a:latin typeface="Aptos" panose="020B0004020202020204" pitchFamily="34" charset="0"/>
                <a:cs typeface="Tahoma"/>
              </a:rPr>
              <a:t>sobre Machine Learning – UNI. </a:t>
            </a:r>
          </a:p>
          <a:p>
            <a:pPr marL="457200" indent="-457200" algn="just">
              <a:lnSpc>
                <a:spcPct val="150000"/>
              </a:lnSpc>
              <a:buFont typeface="Arial" panose="020B0604020202020204" pitchFamily="34" charset="0"/>
              <a:buChar char="•"/>
            </a:pPr>
            <a:r>
              <a:rPr lang="es-ES" sz="3300" dirty="0">
                <a:latin typeface="Aptos" panose="020B0004020202020204" pitchFamily="34" charset="0"/>
                <a:cs typeface="Tahoma"/>
              </a:rPr>
              <a:t>Estas diapositivas se modificaron a partir de las notas de la clase del Dr. Facundo Adrián </a:t>
            </a:r>
            <a:r>
              <a:rPr lang="es-ES" sz="3300" dirty="0" err="1">
                <a:latin typeface="Aptos" panose="020B0004020202020204" pitchFamily="34" charset="0"/>
                <a:cs typeface="Tahoma"/>
              </a:rPr>
              <a:t>Lucianna</a:t>
            </a:r>
            <a:r>
              <a:rPr lang="es-PE" sz="3300" dirty="0">
                <a:latin typeface="Aptos" panose="020B0004020202020204" pitchFamily="34" charset="0"/>
                <a:cs typeface="Tahoma"/>
              </a:rPr>
              <a:t> y Dr. Álvaro Gabriel </a:t>
            </a:r>
            <a:r>
              <a:rPr lang="es-PE" sz="3300" dirty="0" err="1">
                <a:latin typeface="Aptos" panose="020B0004020202020204" pitchFamily="34" charset="0"/>
                <a:cs typeface="Tahoma"/>
              </a:rPr>
              <a:t>Pizá</a:t>
            </a:r>
            <a:r>
              <a:rPr lang="es-PE" sz="3300" dirty="0">
                <a:latin typeface="Aptos" panose="020B0004020202020204" pitchFamily="34" charset="0"/>
                <a:cs typeface="Tahoma"/>
              </a:rPr>
              <a:t> sobre Ciencia de Datos y Machine Learning - UBA.</a:t>
            </a:r>
          </a:p>
        </p:txBody>
      </p:sp>
      <p:pic>
        <p:nvPicPr>
          <p:cNvPr id="6" name="Picture 2" descr="Manual de Indentidad Visual Corporativa Marca UNCP - UNCP">
            <a:extLst>
              <a:ext uri="{FF2B5EF4-FFF2-40B4-BE49-F238E27FC236}">
                <a16:creationId xmlns:a16="http://schemas.microsoft.com/office/drawing/2014/main" id="{82121FBA-0C73-C336-BAEE-8327B1DCC8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A0AF56-5B9C-786B-9F9A-A70B57632ACC}"/>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846E3908-A3CF-7856-81AD-1DD28097AC47}"/>
              </a:ext>
            </a:extLst>
          </p:cNvPr>
          <p:cNvPicPr/>
          <p:nvPr/>
        </p:nvPicPr>
        <p:blipFill>
          <a:blip r:embed="rId2" cstate="print"/>
          <a:stretch>
            <a:fillRect/>
          </a:stretch>
        </p:blipFill>
        <p:spPr>
          <a:xfrm>
            <a:off x="0" y="0"/>
            <a:ext cx="20104099" cy="11308555"/>
          </a:xfrm>
          <a:prstGeom prst="rect">
            <a:avLst/>
          </a:prstGeom>
        </p:spPr>
      </p:pic>
      <p:sp>
        <p:nvSpPr>
          <p:cNvPr id="3" name="object 3">
            <a:extLst>
              <a:ext uri="{FF2B5EF4-FFF2-40B4-BE49-F238E27FC236}">
                <a16:creationId xmlns:a16="http://schemas.microsoft.com/office/drawing/2014/main" id="{1D66E8BB-2ACA-8DA6-829F-7F77591B06CC}"/>
              </a:ext>
            </a:extLst>
          </p:cNvPr>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lang="es-PE" noProof="0" dirty="0"/>
          </a:p>
        </p:txBody>
      </p:sp>
      <p:sp>
        <p:nvSpPr>
          <p:cNvPr id="4" name="object 4">
            <a:extLst>
              <a:ext uri="{FF2B5EF4-FFF2-40B4-BE49-F238E27FC236}">
                <a16:creationId xmlns:a16="http://schemas.microsoft.com/office/drawing/2014/main" id="{1986C689-1739-BDDB-B394-CFB879105A14}"/>
              </a:ext>
            </a:extLst>
          </p:cNvPr>
          <p:cNvSpPr txBox="1">
            <a:spLocks noGrp="1"/>
          </p:cNvSpPr>
          <p:nvPr>
            <p:ph type="title"/>
          </p:nvPr>
        </p:nvSpPr>
        <p:spPr>
          <a:xfrm>
            <a:off x="1097213" y="1136584"/>
            <a:ext cx="5352415" cy="1282065"/>
          </a:xfrm>
          <a:prstGeom prst="rect">
            <a:avLst/>
          </a:prstGeom>
        </p:spPr>
        <p:txBody>
          <a:bodyPr vert="horz" wrap="square" lIns="0" tIns="12065" rIns="0" bIns="0" rtlCol="0">
            <a:spAutoFit/>
          </a:bodyPr>
          <a:lstStyle/>
          <a:p>
            <a:pPr marL="12700">
              <a:lnSpc>
                <a:spcPct val="100000"/>
              </a:lnSpc>
              <a:spcBef>
                <a:spcPts val="95"/>
              </a:spcBef>
            </a:pPr>
            <a:r>
              <a:rPr lang="es-PE" sz="8250" spc="-350" noProof="0" dirty="0">
                <a:latin typeface="Aptos" panose="020B0004020202020204" pitchFamily="34" charset="0"/>
              </a:rPr>
              <a:t>DATASETS</a:t>
            </a:r>
            <a:endParaRPr lang="es-PE" sz="8250" noProof="0" dirty="0">
              <a:latin typeface="Aptos" panose="020B0004020202020204" pitchFamily="34" charset="0"/>
            </a:endParaRPr>
          </a:p>
        </p:txBody>
      </p:sp>
      <p:sp>
        <p:nvSpPr>
          <p:cNvPr id="5" name="object 5">
            <a:extLst>
              <a:ext uri="{FF2B5EF4-FFF2-40B4-BE49-F238E27FC236}">
                <a16:creationId xmlns:a16="http://schemas.microsoft.com/office/drawing/2014/main" id="{C130C5BB-3993-53DC-B5F8-21B25F207F8D}"/>
              </a:ext>
            </a:extLst>
          </p:cNvPr>
          <p:cNvSpPr txBox="1"/>
          <p:nvPr/>
        </p:nvSpPr>
        <p:spPr>
          <a:xfrm>
            <a:off x="1065801" y="3089195"/>
            <a:ext cx="17139649" cy="5644494"/>
          </a:xfrm>
          <a:prstGeom prst="rect">
            <a:avLst/>
          </a:prstGeom>
        </p:spPr>
        <p:txBody>
          <a:bodyPr vert="horz" wrap="square" lIns="0" tIns="12065" rIns="0" bIns="0" rtlCol="0">
            <a:spAutoFit/>
          </a:bodyPr>
          <a:lstStyle/>
          <a:p>
            <a:pPr marL="12700">
              <a:lnSpc>
                <a:spcPct val="100000"/>
              </a:lnSpc>
              <a:spcBef>
                <a:spcPts val="95"/>
              </a:spcBef>
            </a:pPr>
            <a:r>
              <a:rPr lang="es-PE" sz="3300" noProof="0" dirty="0">
                <a:latin typeface="Aptos" panose="020B0004020202020204" pitchFamily="34" charset="0"/>
                <a:cs typeface="Tahoma"/>
              </a:rPr>
              <a:t>¿No tiene algún set de datos?</a:t>
            </a:r>
          </a:p>
          <a:p>
            <a:pPr marL="483870" indent="-471805">
              <a:lnSpc>
                <a:spcPct val="100000"/>
              </a:lnSpc>
              <a:spcBef>
                <a:spcPts val="2710"/>
              </a:spcBef>
              <a:buFont typeface="Arial MT"/>
              <a:buChar char="•"/>
              <a:tabLst>
                <a:tab pos="483234" algn="l"/>
                <a:tab pos="484505" algn="l"/>
              </a:tabLst>
            </a:pPr>
            <a:r>
              <a:rPr lang="es-PE" sz="3300" noProof="0" dirty="0" err="1">
                <a:latin typeface="Aptos" panose="020B0004020202020204" pitchFamily="34" charset="0"/>
                <a:cs typeface="Tahoma"/>
              </a:rPr>
              <a:t>Kaggle</a:t>
            </a:r>
            <a:r>
              <a:rPr lang="es-PE" sz="3300" noProof="0" dirty="0">
                <a:latin typeface="Aptos" panose="020B0004020202020204" pitchFamily="34" charset="0"/>
                <a:cs typeface="Tahoma"/>
              </a:rPr>
              <a:t>: </a:t>
            </a:r>
            <a:r>
              <a:rPr lang="es-PE" sz="3300" u="heavy" noProof="0" dirty="0">
                <a:solidFill>
                  <a:srgbClr val="0000FF"/>
                </a:solidFill>
                <a:uFill>
                  <a:solidFill>
                    <a:srgbClr val="0000FF"/>
                  </a:solidFill>
                </a:uFill>
                <a:latin typeface="Aptos" panose="020B0004020202020204" pitchFamily="34" charset="0"/>
                <a:cs typeface="Tahoma"/>
              </a:rPr>
              <a:t>https://</a:t>
            </a:r>
            <a:r>
              <a:rPr lang="es-PE" sz="3300" u="heavy" noProof="0" dirty="0">
                <a:solidFill>
                  <a:srgbClr val="0000FF"/>
                </a:solidFill>
                <a:uFill>
                  <a:solidFill>
                    <a:srgbClr val="0000FF"/>
                  </a:solidFill>
                </a:uFill>
                <a:latin typeface="Aptos" panose="020B0004020202020204" pitchFamily="34" charset="0"/>
                <a:cs typeface="Tahoma"/>
                <a:hlinkClick r:id="rId3"/>
              </a:rPr>
              <a:t>www.kaggle.com/datasets</a:t>
            </a:r>
            <a:endParaRPr lang="es-PE" sz="3300" noProof="0" dirty="0">
              <a:latin typeface="Aptos" panose="020B0004020202020204" pitchFamily="34" charset="0"/>
              <a:cs typeface="Tahoma"/>
            </a:endParaRPr>
          </a:p>
          <a:p>
            <a:pPr marL="483870" indent="-471805">
              <a:lnSpc>
                <a:spcPct val="100000"/>
              </a:lnSpc>
              <a:spcBef>
                <a:spcPts val="2730"/>
              </a:spcBef>
              <a:buFont typeface="Arial MT"/>
              <a:buChar char="•"/>
              <a:tabLst>
                <a:tab pos="483234" algn="l"/>
                <a:tab pos="484505" algn="l"/>
              </a:tabLst>
            </a:pPr>
            <a:r>
              <a:rPr lang="es-PE" sz="3300" noProof="0" dirty="0" err="1">
                <a:latin typeface="Aptos" panose="020B0004020202020204" pitchFamily="34" charset="0"/>
                <a:cs typeface="Tahoma"/>
              </a:rPr>
              <a:t>Awesome</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public</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datasets</a:t>
            </a:r>
            <a:r>
              <a:rPr lang="es-PE" sz="3300" noProof="0" dirty="0">
                <a:latin typeface="Aptos" panose="020B0004020202020204" pitchFamily="34" charset="0"/>
                <a:cs typeface="Tahoma"/>
              </a:rPr>
              <a:t>:</a:t>
            </a:r>
            <a:r>
              <a:rPr lang="es-PE" sz="3300" noProof="0" dirty="0">
                <a:solidFill>
                  <a:srgbClr val="0000FF"/>
                </a:solidFill>
                <a:latin typeface="Aptos" panose="020B0004020202020204" pitchFamily="34" charset="0"/>
                <a:cs typeface="Tahoma"/>
              </a:rPr>
              <a:t> </a:t>
            </a:r>
            <a:r>
              <a:rPr lang="es-PE" sz="3300" u="heavy" noProof="0" dirty="0">
                <a:solidFill>
                  <a:srgbClr val="0000FF"/>
                </a:solidFill>
                <a:uFill>
                  <a:solidFill>
                    <a:srgbClr val="0000FF"/>
                  </a:solidFill>
                </a:uFill>
                <a:latin typeface="Aptos" panose="020B0004020202020204" pitchFamily="34" charset="0"/>
                <a:cs typeface="Tahoma"/>
              </a:rPr>
              <a:t>https://github.com/awesomedata/awesome-public-datasets</a:t>
            </a:r>
            <a:endParaRPr lang="es-PE" sz="3300" noProof="0" dirty="0">
              <a:latin typeface="Aptos" panose="020B0004020202020204" pitchFamily="34" charset="0"/>
              <a:cs typeface="Tahoma"/>
            </a:endParaRPr>
          </a:p>
          <a:p>
            <a:pPr marL="483870" indent="-471805">
              <a:lnSpc>
                <a:spcPct val="100000"/>
              </a:lnSpc>
              <a:spcBef>
                <a:spcPts val="2705"/>
              </a:spcBef>
              <a:buFont typeface="Arial MT"/>
              <a:buChar char="•"/>
              <a:tabLst>
                <a:tab pos="483234" algn="l"/>
                <a:tab pos="484505" algn="l"/>
              </a:tabLst>
            </a:pPr>
            <a:r>
              <a:rPr lang="es-PE" sz="3300" noProof="0" dirty="0">
                <a:latin typeface="Aptos" panose="020B0004020202020204" pitchFamily="34" charset="0"/>
                <a:cs typeface="Tahoma"/>
              </a:rPr>
              <a:t>Real </a:t>
            </a:r>
            <a:r>
              <a:rPr lang="es-PE" sz="3300" noProof="0" dirty="0" err="1">
                <a:latin typeface="Aptos" panose="020B0004020202020204" pitchFamily="34" charset="0"/>
                <a:cs typeface="Tahoma"/>
              </a:rPr>
              <a:t>world</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fake</a:t>
            </a:r>
            <a:r>
              <a:rPr lang="es-PE" sz="3300" noProof="0" dirty="0">
                <a:latin typeface="Aptos" panose="020B0004020202020204" pitchFamily="34" charset="0"/>
                <a:cs typeface="Tahoma"/>
              </a:rPr>
              <a:t> data: </a:t>
            </a:r>
            <a:r>
              <a:rPr lang="es-PE" sz="3300" u="heavy" noProof="0" dirty="0">
                <a:solidFill>
                  <a:srgbClr val="0000FF"/>
                </a:solidFill>
                <a:uFill>
                  <a:solidFill>
                    <a:srgbClr val="0000FF"/>
                  </a:solidFill>
                </a:uFill>
                <a:latin typeface="Aptos" panose="020B0004020202020204" pitchFamily="34" charset="0"/>
                <a:cs typeface="Tahoma"/>
                <a:hlinkClick r:id="rId4"/>
              </a:rPr>
              <a:t>https://sonsofhierarchies.com/real-world-fake-data/</a:t>
            </a:r>
            <a:endParaRPr lang="es-PE" sz="3300" u="heavy" noProof="0" dirty="0">
              <a:solidFill>
                <a:srgbClr val="0000FF"/>
              </a:solidFill>
              <a:uFill>
                <a:solidFill>
                  <a:srgbClr val="0000FF"/>
                </a:solidFill>
              </a:uFill>
              <a:latin typeface="Aptos" panose="020B0004020202020204" pitchFamily="34" charset="0"/>
              <a:cs typeface="Tahoma"/>
            </a:endParaRPr>
          </a:p>
          <a:p>
            <a:pPr marL="483870" indent="-471805">
              <a:lnSpc>
                <a:spcPct val="100000"/>
              </a:lnSpc>
              <a:spcBef>
                <a:spcPts val="2705"/>
              </a:spcBef>
              <a:buFont typeface="Arial MT"/>
              <a:buChar char="•"/>
              <a:tabLst>
                <a:tab pos="483234" algn="l"/>
                <a:tab pos="484505" algn="l"/>
              </a:tabLst>
            </a:pPr>
            <a:r>
              <a:rPr lang="es-PE" sz="3300" noProof="0" dirty="0">
                <a:latin typeface="Aptos" panose="020B0004020202020204" pitchFamily="34" charset="0"/>
                <a:cs typeface="Tahoma"/>
              </a:rPr>
              <a:t>Maven </a:t>
            </a:r>
            <a:r>
              <a:rPr lang="es-PE" sz="3300" noProof="0" dirty="0" err="1">
                <a:latin typeface="Aptos" panose="020B0004020202020204" pitchFamily="34" charset="0"/>
                <a:cs typeface="Tahoma"/>
              </a:rPr>
              <a:t>analytics</a:t>
            </a:r>
            <a:r>
              <a:rPr lang="es-PE" sz="3300" noProof="0" dirty="0">
                <a:latin typeface="Aptos" panose="020B0004020202020204" pitchFamily="34" charset="0"/>
                <a:cs typeface="Tahoma"/>
              </a:rPr>
              <a:t>:</a:t>
            </a:r>
            <a:r>
              <a:rPr lang="es-PE" sz="3300" noProof="0" dirty="0">
                <a:solidFill>
                  <a:srgbClr val="0000FF"/>
                </a:solidFill>
                <a:latin typeface="Aptos" panose="020B0004020202020204" pitchFamily="34" charset="0"/>
                <a:cs typeface="Tahoma"/>
              </a:rPr>
              <a:t> </a:t>
            </a:r>
            <a:r>
              <a:rPr lang="es-PE" sz="3300" u="heavy" noProof="0" dirty="0">
                <a:solidFill>
                  <a:srgbClr val="0000FF"/>
                </a:solidFill>
                <a:uFill>
                  <a:solidFill>
                    <a:srgbClr val="0000FF"/>
                  </a:solidFill>
                </a:uFill>
                <a:latin typeface="Aptos" panose="020B0004020202020204" pitchFamily="34" charset="0"/>
                <a:cs typeface="Tahoma"/>
              </a:rPr>
              <a:t>https://</a:t>
            </a:r>
            <a:r>
              <a:rPr lang="es-PE" sz="3300" u="heavy" noProof="0" dirty="0">
                <a:solidFill>
                  <a:srgbClr val="0000FF"/>
                </a:solidFill>
                <a:uFill>
                  <a:solidFill>
                    <a:srgbClr val="0000FF"/>
                  </a:solidFill>
                </a:uFill>
                <a:latin typeface="Aptos" panose="020B0004020202020204" pitchFamily="34" charset="0"/>
                <a:cs typeface="Tahoma"/>
                <a:hlinkClick r:id="rId5"/>
              </a:rPr>
              <a:t>www.mavenanalytics.io/data-playground </a:t>
            </a:r>
            <a:r>
              <a:rPr lang="es-PE" sz="3300" noProof="0" dirty="0">
                <a:solidFill>
                  <a:srgbClr val="0000FF"/>
                </a:solidFill>
                <a:latin typeface="Aptos" panose="020B0004020202020204" pitchFamily="34" charset="0"/>
                <a:cs typeface="Tahoma"/>
              </a:rPr>
              <a:t> </a:t>
            </a:r>
          </a:p>
          <a:p>
            <a:pPr marL="12065">
              <a:lnSpc>
                <a:spcPct val="100000"/>
              </a:lnSpc>
              <a:spcBef>
                <a:spcPts val="2705"/>
              </a:spcBef>
              <a:tabLst>
                <a:tab pos="483234" algn="l"/>
                <a:tab pos="484505" algn="l"/>
              </a:tabLst>
            </a:pPr>
            <a:endParaRPr lang="es-PE" sz="3300" noProof="0" dirty="0">
              <a:solidFill>
                <a:srgbClr val="0000FF"/>
              </a:solidFill>
              <a:latin typeface="Aptos" panose="020B0004020202020204" pitchFamily="34" charset="0"/>
              <a:cs typeface="Tahoma"/>
            </a:endParaRPr>
          </a:p>
          <a:p>
            <a:pPr marL="12065">
              <a:lnSpc>
                <a:spcPct val="100000"/>
              </a:lnSpc>
              <a:spcBef>
                <a:spcPts val="2705"/>
              </a:spcBef>
              <a:tabLst>
                <a:tab pos="483234" algn="l"/>
                <a:tab pos="484505" algn="l"/>
              </a:tabLst>
            </a:pPr>
            <a:r>
              <a:rPr lang="es-PE" sz="3300" noProof="0" dirty="0">
                <a:latin typeface="Aptos" panose="020B0004020202020204" pitchFamily="34" charset="0"/>
                <a:cs typeface="Tahoma"/>
              </a:rPr>
              <a:t>Sigues si encontrar un </a:t>
            </a:r>
            <a:r>
              <a:rPr lang="es-PE" sz="3300" noProof="0" dirty="0" err="1">
                <a:latin typeface="Aptos" panose="020B0004020202020204" pitchFamily="34" charset="0"/>
                <a:cs typeface="Tahoma"/>
              </a:rPr>
              <a:t>dataset</a:t>
            </a:r>
            <a:r>
              <a:rPr lang="es-PE" sz="3300" noProof="0" dirty="0">
                <a:latin typeface="Aptos" panose="020B0004020202020204" pitchFamily="34" charset="0"/>
                <a:cs typeface="Tahoma"/>
              </a:rPr>
              <a:t>, les dejamos algunos en el aula virtual.</a:t>
            </a:r>
          </a:p>
        </p:txBody>
      </p:sp>
      <p:pic>
        <p:nvPicPr>
          <p:cNvPr id="6" name="Picture 2" descr="Manual de Indentidad Visual Corporativa Marca UNCP - UNCP">
            <a:extLst>
              <a:ext uri="{FF2B5EF4-FFF2-40B4-BE49-F238E27FC236}">
                <a16:creationId xmlns:a16="http://schemas.microsoft.com/office/drawing/2014/main" id="{5688007D-FF15-E90E-47F4-A04596946A0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952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099" cy="11308555"/>
          </a:xfrm>
          <a:prstGeom prst="rect">
            <a:avLst/>
          </a:prstGeom>
        </p:spPr>
      </p:pic>
      <p:grpSp>
        <p:nvGrpSpPr>
          <p:cNvPr id="3" name="object 3"/>
          <p:cNvGrpSpPr/>
          <p:nvPr/>
        </p:nvGrpSpPr>
        <p:grpSpPr>
          <a:xfrm>
            <a:off x="0" y="0"/>
            <a:ext cx="20104100" cy="11308715"/>
            <a:chOff x="0" y="0"/>
            <a:chExt cx="20104100" cy="11308715"/>
          </a:xfrm>
        </p:grpSpPr>
        <p:sp>
          <p:nvSpPr>
            <p:cNvPr id="4" name="object 4"/>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lang="es-PE" noProof="0" dirty="0"/>
            </a:p>
          </p:txBody>
        </p:sp>
        <p:pic>
          <p:nvPicPr>
            <p:cNvPr id="5" name="object 5"/>
            <p:cNvPicPr/>
            <p:nvPr/>
          </p:nvPicPr>
          <p:blipFill>
            <a:blip r:embed="rId3" cstate="print"/>
            <a:stretch>
              <a:fillRect/>
            </a:stretch>
          </p:blipFill>
          <p:spPr>
            <a:xfrm>
              <a:off x="11351371" y="0"/>
              <a:ext cx="8232359" cy="11305937"/>
            </a:xfrm>
            <a:prstGeom prst="rect">
              <a:avLst/>
            </a:prstGeom>
          </p:spPr>
        </p:pic>
      </p:grpSp>
      <p:sp>
        <p:nvSpPr>
          <p:cNvPr id="13" name="object 13"/>
          <p:cNvSpPr txBox="1">
            <a:spLocks noGrp="1"/>
          </p:cNvSpPr>
          <p:nvPr>
            <p:ph type="title"/>
          </p:nvPr>
        </p:nvSpPr>
        <p:spPr>
          <a:xfrm>
            <a:off x="1097213" y="1124019"/>
            <a:ext cx="8190865" cy="1282065"/>
          </a:xfrm>
          <a:prstGeom prst="rect">
            <a:avLst/>
          </a:prstGeom>
        </p:spPr>
        <p:txBody>
          <a:bodyPr vert="horz" wrap="square" lIns="0" tIns="12065" rIns="0" bIns="0" rtlCol="0">
            <a:spAutoFit/>
          </a:bodyPr>
          <a:lstStyle/>
          <a:p>
            <a:pPr marL="12700">
              <a:lnSpc>
                <a:spcPct val="100000"/>
              </a:lnSpc>
              <a:spcBef>
                <a:spcPts val="95"/>
              </a:spcBef>
            </a:pPr>
            <a:r>
              <a:rPr lang="es-PE" sz="8250" spc="-350" dirty="0">
                <a:latin typeface="Aptos" panose="020B0004020202020204" pitchFamily="34" charset="0"/>
              </a:rPr>
              <a:t>HERRAMIENTAS</a:t>
            </a:r>
          </a:p>
        </p:txBody>
      </p:sp>
      <p:pic>
        <p:nvPicPr>
          <p:cNvPr id="14" name="object 14"/>
          <p:cNvPicPr/>
          <p:nvPr/>
        </p:nvPicPr>
        <p:blipFill>
          <a:blip r:embed="rId4" cstate="print"/>
          <a:stretch>
            <a:fillRect/>
          </a:stretch>
        </p:blipFill>
        <p:spPr>
          <a:xfrm>
            <a:off x="9989063" y="0"/>
            <a:ext cx="10115036" cy="11308556"/>
          </a:xfrm>
          <a:prstGeom prst="rect">
            <a:avLst/>
          </a:prstGeom>
        </p:spPr>
      </p:pic>
      <p:sp>
        <p:nvSpPr>
          <p:cNvPr id="16" name="object 16"/>
          <p:cNvSpPr txBox="1"/>
          <p:nvPr/>
        </p:nvSpPr>
        <p:spPr>
          <a:xfrm>
            <a:off x="19386365" y="10689633"/>
            <a:ext cx="234315" cy="404495"/>
          </a:xfrm>
          <a:prstGeom prst="rect">
            <a:avLst/>
          </a:prstGeom>
        </p:spPr>
        <p:txBody>
          <a:bodyPr vert="horz" wrap="square" lIns="0" tIns="37465" rIns="0" bIns="0" rtlCol="0">
            <a:spAutoFit/>
          </a:bodyPr>
          <a:lstStyle/>
          <a:p>
            <a:pPr marL="38100">
              <a:lnSpc>
                <a:spcPct val="100000"/>
              </a:lnSpc>
              <a:spcBef>
                <a:spcPts val="295"/>
              </a:spcBef>
            </a:pPr>
            <a:fld id="{81D60167-4931-47E6-BA6A-407CBD079E47}" type="slidenum">
              <a:rPr lang="es-PE" sz="2300" spc="-15" noProof="0">
                <a:latin typeface="Tahoma"/>
                <a:cs typeface="Tahoma"/>
              </a:rPr>
              <a:t>4</a:t>
            </a:fld>
            <a:endParaRPr lang="es-PE" sz="2300" noProof="0" dirty="0">
              <a:latin typeface="Tahoma"/>
              <a:cs typeface="Tahoma"/>
            </a:endParaRPr>
          </a:p>
        </p:txBody>
      </p:sp>
      <p:pic>
        <p:nvPicPr>
          <p:cNvPr id="15" name="Imagen 14">
            <a:extLst>
              <a:ext uri="{FF2B5EF4-FFF2-40B4-BE49-F238E27FC236}">
                <a16:creationId xmlns:a16="http://schemas.microsoft.com/office/drawing/2014/main" id="{D6D11CC3-FA7B-BCF3-87E0-D826F0FC7A8A}"/>
              </a:ext>
            </a:extLst>
          </p:cNvPr>
          <p:cNvPicPr>
            <a:picLocks noChangeAspect="1"/>
          </p:cNvPicPr>
          <p:nvPr/>
        </p:nvPicPr>
        <p:blipFill>
          <a:blip r:embed="rId5"/>
          <a:stretch>
            <a:fillRect/>
          </a:stretch>
        </p:blipFill>
        <p:spPr>
          <a:xfrm>
            <a:off x="1593850" y="2483015"/>
            <a:ext cx="5486400" cy="82426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099"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lang="es-PE" noProof="0" dirty="0"/>
          </a:p>
        </p:txBody>
      </p:sp>
      <p:sp>
        <p:nvSpPr>
          <p:cNvPr id="4" name="object 4"/>
          <p:cNvSpPr txBox="1">
            <a:spLocks noGrp="1"/>
          </p:cNvSpPr>
          <p:nvPr>
            <p:ph type="title"/>
          </p:nvPr>
        </p:nvSpPr>
        <p:spPr>
          <a:xfrm>
            <a:off x="1097213" y="1098040"/>
            <a:ext cx="6097270" cy="1282065"/>
          </a:xfrm>
          <a:prstGeom prst="rect">
            <a:avLst/>
          </a:prstGeom>
        </p:spPr>
        <p:txBody>
          <a:bodyPr vert="horz" wrap="square" lIns="0" tIns="12065" rIns="0" bIns="0" rtlCol="0">
            <a:spAutoFit/>
          </a:bodyPr>
          <a:lstStyle/>
          <a:p>
            <a:pPr marL="12700">
              <a:lnSpc>
                <a:spcPct val="100000"/>
              </a:lnSpc>
              <a:spcBef>
                <a:spcPts val="95"/>
              </a:spcBef>
            </a:pPr>
            <a:r>
              <a:rPr lang="es-PE" sz="8250" spc="-190" noProof="0" dirty="0">
                <a:latin typeface="Aptos" panose="020B0004020202020204" pitchFamily="34" charset="0"/>
              </a:rPr>
              <a:t>PROGRAMA</a:t>
            </a:r>
            <a:endParaRPr lang="es-PE" sz="8250" noProof="0" dirty="0">
              <a:latin typeface="Aptos" panose="020B0004020202020204" pitchFamily="34" charset="0"/>
            </a:endParaRPr>
          </a:p>
        </p:txBody>
      </p:sp>
      <p:sp>
        <p:nvSpPr>
          <p:cNvPr id="5" name="object 5"/>
          <p:cNvSpPr txBox="1"/>
          <p:nvPr/>
        </p:nvSpPr>
        <p:spPr>
          <a:xfrm>
            <a:off x="1086742" y="2872227"/>
            <a:ext cx="4545708" cy="520014"/>
          </a:xfrm>
          <a:prstGeom prst="rect">
            <a:avLst/>
          </a:prstGeom>
        </p:spPr>
        <p:txBody>
          <a:bodyPr vert="horz" wrap="square" lIns="0" tIns="12065" rIns="0" bIns="0" rtlCol="0">
            <a:spAutoFit/>
          </a:bodyPr>
          <a:lstStyle/>
          <a:p>
            <a:pPr marL="12700">
              <a:lnSpc>
                <a:spcPct val="100000"/>
              </a:lnSpc>
              <a:spcBef>
                <a:spcPts val="95"/>
              </a:spcBef>
            </a:pPr>
            <a:r>
              <a:rPr lang="es-PE" sz="3300" b="1" i="1" spc="-5" noProof="0" dirty="0">
                <a:latin typeface="Aptos" panose="020B0004020202020204" pitchFamily="34" charset="0"/>
                <a:cs typeface="Arial"/>
              </a:rPr>
              <a:t>Agenda de hoy</a:t>
            </a:r>
            <a:endParaRPr lang="es-PE" sz="3300" noProof="0" dirty="0">
              <a:latin typeface="Aptos" panose="020B0004020202020204" pitchFamily="34" charset="0"/>
              <a:cs typeface="Arial"/>
            </a:endParaRPr>
          </a:p>
        </p:txBody>
      </p:sp>
      <p:sp>
        <p:nvSpPr>
          <p:cNvPr id="6" name="object 6"/>
          <p:cNvSpPr/>
          <p:nvPr/>
        </p:nvSpPr>
        <p:spPr>
          <a:xfrm>
            <a:off x="1793725" y="3959818"/>
            <a:ext cx="1358900" cy="1358900"/>
          </a:xfrm>
          <a:custGeom>
            <a:avLst/>
            <a:gdLst/>
            <a:ahLst/>
            <a:cxnLst/>
            <a:rect l="l" t="t" r="r" b="b"/>
            <a:pathLst>
              <a:path w="1358900" h="1358900">
                <a:moveTo>
                  <a:pt x="679448" y="0"/>
                </a:moveTo>
                <a:lnTo>
                  <a:pt x="630924" y="1705"/>
                </a:lnTo>
                <a:lnTo>
                  <a:pt x="583322" y="6747"/>
                </a:lnTo>
                <a:lnTo>
                  <a:pt x="536755" y="15008"/>
                </a:lnTo>
                <a:lnTo>
                  <a:pt x="491339" y="26375"/>
                </a:lnTo>
                <a:lnTo>
                  <a:pt x="447189" y="40733"/>
                </a:lnTo>
                <a:lnTo>
                  <a:pt x="404419" y="57965"/>
                </a:lnTo>
                <a:lnTo>
                  <a:pt x="363145" y="77958"/>
                </a:lnTo>
                <a:lnTo>
                  <a:pt x="323482" y="100597"/>
                </a:lnTo>
                <a:lnTo>
                  <a:pt x="285545" y="125766"/>
                </a:lnTo>
                <a:lnTo>
                  <a:pt x="249448" y="153351"/>
                </a:lnTo>
                <a:lnTo>
                  <a:pt x="215307" y="183236"/>
                </a:lnTo>
                <a:lnTo>
                  <a:pt x="183236" y="215307"/>
                </a:lnTo>
                <a:lnTo>
                  <a:pt x="153351" y="249448"/>
                </a:lnTo>
                <a:lnTo>
                  <a:pt x="125766" y="285545"/>
                </a:lnTo>
                <a:lnTo>
                  <a:pt x="100597" y="323482"/>
                </a:lnTo>
                <a:lnTo>
                  <a:pt x="77958" y="363145"/>
                </a:lnTo>
                <a:lnTo>
                  <a:pt x="57965" y="404419"/>
                </a:lnTo>
                <a:lnTo>
                  <a:pt x="40733" y="447189"/>
                </a:lnTo>
                <a:lnTo>
                  <a:pt x="26375" y="491339"/>
                </a:lnTo>
                <a:lnTo>
                  <a:pt x="15008" y="536755"/>
                </a:lnTo>
                <a:lnTo>
                  <a:pt x="6747" y="583322"/>
                </a:lnTo>
                <a:lnTo>
                  <a:pt x="1705" y="630924"/>
                </a:lnTo>
                <a:lnTo>
                  <a:pt x="0" y="679448"/>
                </a:lnTo>
                <a:lnTo>
                  <a:pt x="1705" y="727971"/>
                </a:lnTo>
                <a:lnTo>
                  <a:pt x="6747" y="775574"/>
                </a:lnTo>
                <a:lnTo>
                  <a:pt x="15008" y="822141"/>
                </a:lnTo>
                <a:lnTo>
                  <a:pt x="26375" y="867557"/>
                </a:lnTo>
                <a:lnTo>
                  <a:pt x="40733" y="911707"/>
                </a:lnTo>
                <a:lnTo>
                  <a:pt x="57965" y="954477"/>
                </a:lnTo>
                <a:lnTo>
                  <a:pt x="77958" y="995751"/>
                </a:lnTo>
                <a:lnTo>
                  <a:pt x="100597" y="1035414"/>
                </a:lnTo>
                <a:lnTo>
                  <a:pt x="125766" y="1073351"/>
                </a:lnTo>
                <a:lnTo>
                  <a:pt x="153351" y="1109448"/>
                </a:lnTo>
                <a:lnTo>
                  <a:pt x="183236" y="1143589"/>
                </a:lnTo>
                <a:lnTo>
                  <a:pt x="215307" y="1175660"/>
                </a:lnTo>
                <a:lnTo>
                  <a:pt x="249448" y="1205545"/>
                </a:lnTo>
                <a:lnTo>
                  <a:pt x="285545" y="1233130"/>
                </a:lnTo>
                <a:lnTo>
                  <a:pt x="323482" y="1258299"/>
                </a:lnTo>
                <a:lnTo>
                  <a:pt x="363145" y="1280937"/>
                </a:lnTo>
                <a:lnTo>
                  <a:pt x="404419" y="1300930"/>
                </a:lnTo>
                <a:lnTo>
                  <a:pt x="447189" y="1318163"/>
                </a:lnTo>
                <a:lnTo>
                  <a:pt x="491339" y="1332521"/>
                </a:lnTo>
                <a:lnTo>
                  <a:pt x="536755" y="1343887"/>
                </a:lnTo>
                <a:lnTo>
                  <a:pt x="583322" y="1352149"/>
                </a:lnTo>
                <a:lnTo>
                  <a:pt x="630924" y="1357190"/>
                </a:lnTo>
                <a:lnTo>
                  <a:pt x="679448" y="1358896"/>
                </a:lnTo>
                <a:lnTo>
                  <a:pt x="727971" y="1357190"/>
                </a:lnTo>
                <a:lnTo>
                  <a:pt x="775574" y="1352149"/>
                </a:lnTo>
                <a:lnTo>
                  <a:pt x="822141" y="1343887"/>
                </a:lnTo>
                <a:lnTo>
                  <a:pt x="867557" y="1332521"/>
                </a:lnTo>
                <a:lnTo>
                  <a:pt x="911707" y="1318163"/>
                </a:lnTo>
                <a:lnTo>
                  <a:pt x="954476" y="1300930"/>
                </a:lnTo>
                <a:lnTo>
                  <a:pt x="995750" y="1280937"/>
                </a:lnTo>
                <a:lnTo>
                  <a:pt x="1035413" y="1258299"/>
                </a:lnTo>
                <a:lnTo>
                  <a:pt x="1073351" y="1233130"/>
                </a:lnTo>
                <a:lnTo>
                  <a:pt x="1109448" y="1205545"/>
                </a:lnTo>
                <a:lnTo>
                  <a:pt x="1143589" y="1175660"/>
                </a:lnTo>
                <a:lnTo>
                  <a:pt x="1175660" y="1143589"/>
                </a:lnTo>
                <a:lnTo>
                  <a:pt x="1205545" y="1109448"/>
                </a:lnTo>
                <a:lnTo>
                  <a:pt x="1233129" y="1073351"/>
                </a:lnTo>
                <a:lnTo>
                  <a:pt x="1258298" y="1035414"/>
                </a:lnTo>
                <a:lnTo>
                  <a:pt x="1280937" y="995751"/>
                </a:lnTo>
                <a:lnTo>
                  <a:pt x="1300930" y="954477"/>
                </a:lnTo>
                <a:lnTo>
                  <a:pt x="1318163" y="911707"/>
                </a:lnTo>
                <a:lnTo>
                  <a:pt x="1332520" y="867557"/>
                </a:lnTo>
                <a:lnTo>
                  <a:pt x="1343887" y="822141"/>
                </a:lnTo>
                <a:lnTo>
                  <a:pt x="1352149" y="775574"/>
                </a:lnTo>
                <a:lnTo>
                  <a:pt x="1357190" y="727971"/>
                </a:lnTo>
                <a:lnTo>
                  <a:pt x="1358896" y="679448"/>
                </a:lnTo>
                <a:lnTo>
                  <a:pt x="1357190" y="630924"/>
                </a:lnTo>
                <a:lnTo>
                  <a:pt x="1352149" y="583322"/>
                </a:lnTo>
                <a:lnTo>
                  <a:pt x="1343887" y="536755"/>
                </a:lnTo>
                <a:lnTo>
                  <a:pt x="1332520" y="491339"/>
                </a:lnTo>
                <a:lnTo>
                  <a:pt x="1318163" y="447189"/>
                </a:lnTo>
                <a:lnTo>
                  <a:pt x="1300930" y="404419"/>
                </a:lnTo>
                <a:lnTo>
                  <a:pt x="1280937" y="363145"/>
                </a:lnTo>
                <a:lnTo>
                  <a:pt x="1258298" y="323482"/>
                </a:lnTo>
                <a:lnTo>
                  <a:pt x="1233129" y="285545"/>
                </a:lnTo>
                <a:lnTo>
                  <a:pt x="1205545" y="249448"/>
                </a:lnTo>
                <a:lnTo>
                  <a:pt x="1175660" y="215307"/>
                </a:lnTo>
                <a:lnTo>
                  <a:pt x="1143589" y="183236"/>
                </a:lnTo>
                <a:lnTo>
                  <a:pt x="1109448" y="153351"/>
                </a:lnTo>
                <a:lnTo>
                  <a:pt x="1073351" y="125766"/>
                </a:lnTo>
                <a:lnTo>
                  <a:pt x="1035413" y="100597"/>
                </a:lnTo>
                <a:lnTo>
                  <a:pt x="995750" y="77958"/>
                </a:lnTo>
                <a:lnTo>
                  <a:pt x="954476" y="57965"/>
                </a:lnTo>
                <a:lnTo>
                  <a:pt x="911707" y="40733"/>
                </a:lnTo>
                <a:lnTo>
                  <a:pt x="867557" y="26375"/>
                </a:lnTo>
                <a:lnTo>
                  <a:pt x="822141" y="15008"/>
                </a:lnTo>
                <a:lnTo>
                  <a:pt x="775574" y="6747"/>
                </a:lnTo>
                <a:lnTo>
                  <a:pt x="727971" y="1705"/>
                </a:lnTo>
                <a:lnTo>
                  <a:pt x="679448" y="0"/>
                </a:lnTo>
                <a:close/>
              </a:path>
            </a:pathLst>
          </a:custGeom>
          <a:solidFill>
            <a:srgbClr val="88EF89"/>
          </a:solidFill>
        </p:spPr>
        <p:txBody>
          <a:bodyPr wrap="square" lIns="0" tIns="0" rIns="0" bIns="0" rtlCol="0"/>
          <a:lstStyle/>
          <a:p>
            <a:pPr algn="just"/>
            <a:endParaRPr lang="es-PE" noProof="0" dirty="0"/>
          </a:p>
        </p:txBody>
      </p:sp>
      <p:sp>
        <p:nvSpPr>
          <p:cNvPr id="7" name="object 7"/>
          <p:cNvSpPr txBox="1"/>
          <p:nvPr/>
        </p:nvSpPr>
        <p:spPr>
          <a:xfrm>
            <a:off x="2171870" y="4323922"/>
            <a:ext cx="603250" cy="654050"/>
          </a:xfrm>
          <a:prstGeom prst="rect">
            <a:avLst/>
          </a:prstGeom>
        </p:spPr>
        <p:txBody>
          <a:bodyPr vert="horz" wrap="square" lIns="0" tIns="15240" rIns="0" bIns="0" rtlCol="0">
            <a:spAutoFit/>
          </a:bodyPr>
          <a:lstStyle/>
          <a:p>
            <a:pPr marL="12700" algn="just">
              <a:lnSpc>
                <a:spcPct val="100000"/>
              </a:lnSpc>
              <a:spcBef>
                <a:spcPts val="120"/>
              </a:spcBef>
            </a:pPr>
            <a:r>
              <a:rPr lang="es-PE" sz="4100" b="1" i="1" spc="-130" noProof="0" dirty="0">
                <a:solidFill>
                  <a:srgbClr val="404040"/>
                </a:solidFill>
                <a:latin typeface="Trebuchet MS"/>
                <a:cs typeface="Trebuchet MS"/>
              </a:rPr>
              <a:t>01</a:t>
            </a:r>
            <a:endParaRPr lang="es-PE" sz="4100" noProof="0" dirty="0">
              <a:latin typeface="Trebuchet MS"/>
              <a:cs typeface="Trebuchet MS"/>
            </a:endParaRPr>
          </a:p>
        </p:txBody>
      </p:sp>
      <p:sp>
        <p:nvSpPr>
          <p:cNvPr id="8" name="object 8"/>
          <p:cNvSpPr txBox="1"/>
          <p:nvPr/>
        </p:nvSpPr>
        <p:spPr>
          <a:xfrm>
            <a:off x="3630862" y="4295872"/>
            <a:ext cx="14983873" cy="484684"/>
          </a:xfrm>
          <a:prstGeom prst="rect">
            <a:avLst/>
          </a:prstGeom>
        </p:spPr>
        <p:txBody>
          <a:bodyPr vert="horz" wrap="square" lIns="0" tIns="109855" rIns="0" bIns="0" rtlCol="0">
            <a:spAutoFit/>
          </a:bodyPr>
          <a:lstStyle/>
          <a:p>
            <a:pPr marL="12700" marR="5080" algn="just">
              <a:lnSpc>
                <a:spcPct val="78800"/>
              </a:lnSpc>
              <a:spcBef>
                <a:spcPts val="865"/>
              </a:spcBef>
            </a:pPr>
            <a:r>
              <a:rPr lang="es-PE" sz="2950" noProof="0" dirty="0">
                <a:latin typeface="Aptos" panose="020B0004020202020204" pitchFamily="34" charset="0"/>
                <a:cs typeface="Tahoma"/>
              </a:rPr>
              <a:t>Introducción a Machine Learning. </a:t>
            </a:r>
          </a:p>
        </p:txBody>
      </p:sp>
      <p:sp>
        <p:nvSpPr>
          <p:cNvPr id="9" name="object 9"/>
          <p:cNvSpPr/>
          <p:nvPr/>
        </p:nvSpPr>
        <p:spPr>
          <a:xfrm>
            <a:off x="1793725" y="5617260"/>
            <a:ext cx="1358900" cy="1358900"/>
          </a:xfrm>
          <a:custGeom>
            <a:avLst/>
            <a:gdLst/>
            <a:ahLst/>
            <a:cxnLst/>
            <a:rect l="l" t="t" r="r" b="b"/>
            <a:pathLst>
              <a:path w="1358900" h="1358900">
                <a:moveTo>
                  <a:pt x="679448" y="0"/>
                </a:moveTo>
                <a:lnTo>
                  <a:pt x="630924" y="1705"/>
                </a:lnTo>
                <a:lnTo>
                  <a:pt x="583322" y="6747"/>
                </a:lnTo>
                <a:lnTo>
                  <a:pt x="536755" y="15008"/>
                </a:lnTo>
                <a:lnTo>
                  <a:pt x="491339" y="26375"/>
                </a:lnTo>
                <a:lnTo>
                  <a:pt x="447189" y="40733"/>
                </a:lnTo>
                <a:lnTo>
                  <a:pt x="404419" y="57966"/>
                </a:lnTo>
                <a:lnTo>
                  <a:pt x="363145" y="77959"/>
                </a:lnTo>
                <a:lnTo>
                  <a:pt x="323482" y="100597"/>
                </a:lnTo>
                <a:lnTo>
                  <a:pt x="285545" y="125767"/>
                </a:lnTo>
                <a:lnTo>
                  <a:pt x="249448" y="153351"/>
                </a:lnTo>
                <a:lnTo>
                  <a:pt x="215307" y="183236"/>
                </a:lnTo>
                <a:lnTo>
                  <a:pt x="183236" y="215307"/>
                </a:lnTo>
                <a:lnTo>
                  <a:pt x="153351" y="249448"/>
                </a:lnTo>
                <a:lnTo>
                  <a:pt x="125766" y="285545"/>
                </a:lnTo>
                <a:lnTo>
                  <a:pt x="100597" y="323483"/>
                </a:lnTo>
                <a:lnTo>
                  <a:pt x="77958" y="363146"/>
                </a:lnTo>
                <a:lnTo>
                  <a:pt x="57965" y="404420"/>
                </a:lnTo>
                <a:lnTo>
                  <a:pt x="40733" y="447190"/>
                </a:lnTo>
                <a:lnTo>
                  <a:pt x="26375" y="491340"/>
                </a:lnTo>
                <a:lnTo>
                  <a:pt x="15008" y="536756"/>
                </a:lnTo>
                <a:lnTo>
                  <a:pt x="6747" y="583323"/>
                </a:lnTo>
                <a:lnTo>
                  <a:pt x="1705" y="630925"/>
                </a:lnTo>
                <a:lnTo>
                  <a:pt x="0" y="679449"/>
                </a:lnTo>
                <a:lnTo>
                  <a:pt x="1705" y="727972"/>
                </a:lnTo>
                <a:lnTo>
                  <a:pt x="6747" y="775575"/>
                </a:lnTo>
                <a:lnTo>
                  <a:pt x="15008" y="822142"/>
                </a:lnTo>
                <a:lnTo>
                  <a:pt x="26375" y="867558"/>
                </a:lnTo>
                <a:lnTo>
                  <a:pt x="40733" y="911708"/>
                </a:lnTo>
                <a:lnTo>
                  <a:pt x="57965" y="954477"/>
                </a:lnTo>
                <a:lnTo>
                  <a:pt x="77958" y="995751"/>
                </a:lnTo>
                <a:lnTo>
                  <a:pt x="100597" y="1035414"/>
                </a:lnTo>
                <a:lnTo>
                  <a:pt x="125766" y="1073352"/>
                </a:lnTo>
                <a:lnTo>
                  <a:pt x="153351" y="1109449"/>
                </a:lnTo>
                <a:lnTo>
                  <a:pt x="183236" y="1143590"/>
                </a:lnTo>
                <a:lnTo>
                  <a:pt x="215307" y="1175661"/>
                </a:lnTo>
                <a:lnTo>
                  <a:pt x="249448" y="1205546"/>
                </a:lnTo>
                <a:lnTo>
                  <a:pt x="285545" y="1233130"/>
                </a:lnTo>
                <a:lnTo>
                  <a:pt x="323482" y="1258300"/>
                </a:lnTo>
                <a:lnTo>
                  <a:pt x="363145" y="1280938"/>
                </a:lnTo>
                <a:lnTo>
                  <a:pt x="404419" y="1300931"/>
                </a:lnTo>
                <a:lnTo>
                  <a:pt x="447189" y="1318164"/>
                </a:lnTo>
                <a:lnTo>
                  <a:pt x="491339" y="1332522"/>
                </a:lnTo>
                <a:lnTo>
                  <a:pt x="536755" y="1343888"/>
                </a:lnTo>
                <a:lnTo>
                  <a:pt x="583322" y="1352150"/>
                </a:lnTo>
                <a:lnTo>
                  <a:pt x="630924" y="1357191"/>
                </a:lnTo>
                <a:lnTo>
                  <a:pt x="679448" y="1358897"/>
                </a:lnTo>
                <a:lnTo>
                  <a:pt x="727971" y="1357191"/>
                </a:lnTo>
                <a:lnTo>
                  <a:pt x="775574" y="1352150"/>
                </a:lnTo>
                <a:lnTo>
                  <a:pt x="822141" y="1343888"/>
                </a:lnTo>
                <a:lnTo>
                  <a:pt x="867557" y="1332522"/>
                </a:lnTo>
                <a:lnTo>
                  <a:pt x="911707" y="1318164"/>
                </a:lnTo>
                <a:lnTo>
                  <a:pt x="954476" y="1300931"/>
                </a:lnTo>
                <a:lnTo>
                  <a:pt x="995750" y="1280938"/>
                </a:lnTo>
                <a:lnTo>
                  <a:pt x="1035413" y="1258300"/>
                </a:lnTo>
                <a:lnTo>
                  <a:pt x="1073351" y="1233130"/>
                </a:lnTo>
                <a:lnTo>
                  <a:pt x="1109448" y="1205546"/>
                </a:lnTo>
                <a:lnTo>
                  <a:pt x="1143589" y="1175661"/>
                </a:lnTo>
                <a:lnTo>
                  <a:pt x="1175660" y="1143590"/>
                </a:lnTo>
                <a:lnTo>
                  <a:pt x="1205545" y="1109449"/>
                </a:lnTo>
                <a:lnTo>
                  <a:pt x="1233129" y="1073352"/>
                </a:lnTo>
                <a:lnTo>
                  <a:pt x="1258298" y="1035414"/>
                </a:lnTo>
                <a:lnTo>
                  <a:pt x="1280937" y="995751"/>
                </a:lnTo>
                <a:lnTo>
                  <a:pt x="1300930" y="954477"/>
                </a:lnTo>
                <a:lnTo>
                  <a:pt x="1318163" y="911708"/>
                </a:lnTo>
                <a:lnTo>
                  <a:pt x="1332520" y="867558"/>
                </a:lnTo>
                <a:lnTo>
                  <a:pt x="1343887" y="822142"/>
                </a:lnTo>
                <a:lnTo>
                  <a:pt x="1352149" y="775575"/>
                </a:lnTo>
                <a:lnTo>
                  <a:pt x="1357190" y="727972"/>
                </a:lnTo>
                <a:lnTo>
                  <a:pt x="1358896" y="679449"/>
                </a:lnTo>
                <a:lnTo>
                  <a:pt x="1357190" y="630925"/>
                </a:lnTo>
                <a:lnTo>
                  <a:pt x="1352149" y="583323"/>
                </a:lnTo>
                <a:lnTo>
                  <a:pt x="1343887" y="536756"/>
                </a:lnTo>
                <a:lnTo>
                  <a:pt x="1332520" y="491340"/>
                </a:lnTo>
                <a:lnTo>
                  <a:pt x="1318163" y="447190"/>
                </a:lnTo>
                <a:lnTo>
                  <a:pt x="1300930" y="404420"/>
                </a:lnTo>
                <a:lnTo>
                  <a:pt x="1280937" y="363146"/>
                </a:lnTo>
                <a:lnTo>
                  <a:pt x="1258298" y="323483"/>
                </a:lnTo>
                <a:lnTo>
                  <a:pt x="1233129" y="285545"/>
                </a:lnTo>
                <a:lnTo>
                  <a:pt x="1205545" y="249448"/>
                </a:lnTo>
                <a:lnTo>
                  <a:pt x="1175660" y="215307"/>
                </a:lnTo>
                <a:lnTo>
                  <a:pt x="1143589" y="183236"/>
                </a:lnTo>
                <a:lnTo>
                  <a:pt x="1109448" y="153351"/>
                </a:lnTo>
                <a:lnTo>
                  <a:pt x="1073351" y="125767"/>
                </a:lnTo>
                <a:lnTo>
                  <a:pt x="1035413" y="100597"/>
                </a:lnTo>
                <a:lnTo>
                  <a:pt x="995750" y="77959"/>
                </a:lnTo>
                <a:lnTo>
                  <a:pt x="954476" y="57966"/>
                </a:lnTo>
                <a:lnTo>
                  <a:pt x="911707" y="40733"/>
                </a:lnTo>
                <a:lnTo>
                  <a:pt x="867557" y="26375"/>
                </a:lnTo>
                <a:lnTo>
                  <a:pt x="822141" y="15008"/>
                </a:lnTo>
                <a:lnTo>
                  <a:pt x="775574" y="6747"/>
                </a:lnTo>
                <a:lnTo>
                  <a:pt x="727971" y="1705"/>
                </a:lnTo>
                <a:lnTo>
                  <a:pt x="679448" y="0"/>
                </a:lnTo>
                <a:close/>
              </a:path>
            </a:pathLst>
          </a:custGeom>
          <a:solidFill>
            <a:srgbClr val="88EF89"/>
          </a:solidFill>
        </p:spPr>
        <p:txBody>
          <a:bodyPr wrap="square" lIns="0" tIns="0" rIns="0" bIns="0" rtlCol="0"/>
          <a:lstStyle/>
          <a:p>
            <a:pPr algn="just"/>
            <a:endParaRPr lang="es-PE" noProof="0" dirty="0"/>
          </a:p>
        </p:txBody>
      </p:sp>
      <p:sp>
        <p:nvSpPr>
          <p:cNvPr id="10" name="object 10"/>
          <p:cNvSpPr txBox="1"/>
          <p:nvPr/>
        </p:nvSpPr>
        <p:spPr>
          <a:xfrm>
            <a:off x="2129332" y="5979997"/>
            <a:ext cx="687705" cy="654050"/>
          </a:xfrm>
          <a:prstGeom prst="rect">
            <a:avLst/>
          </a:prstGeom>
        </p:spPr>
        <p:txBody>
          <a:bodyPr vert="horz" wrap="square" lIns="0" tIns="15240" rIns="0" bIns="0" rtlCol="0">
            <a:spAutoFit/>
          </a:bodyPr>
          <a:lstStyle/>
          <a:p>
            <a:pPr marL="12700" algn="just">
              <a:lnSpc>
                <a:spcPct val="100000"/>
              </a:lnSpc>
              <a:spcBef>
                <a:spcPts val="120"/>
              </a:spcBef>
            </a:pPr>
            <a:r>
              <a:rPr lang="es-PE" sz="4100" b="1" i="1" spc="200" noProof="0" dirty="0">
                <a:solidFill>
                  <a:srgbClr val="404040"/>
                </a:solidFill>
                <a:latin typeface="Trebuchet MS"/>
                <a:cs typeface="Trebuchet MS"/>
              </a:rPr>
              <a:t>02</a:t>
            </a:r>
            <a:endParaRPr lang="es-PE" sz="4100" noProof="0" dirty="0">
              <a:latin typeface="Trebuchet MS"/>
              <a:cs typeface="Trebuchet MS"/>
            </a:endParaRPr>
          </a:p>
        </p:txBody>
      </p:sp>
      <p:sp>
        <p:nvSpPr>
          <p:cNvPr id="12" name="object 12"/>
          <p:cNvSpPr/>
          <p:nvPr/>
        </p:nvSpPr>
        <p:spPr>
          <a:xfrm>
            <a:off x="1793725" y="7274703"/>
            <a:ext cx="1358900" cy="1358900"/>
          </a:xfrm>
          <a:custGeom>
            <a:avLst/>
            <a:gdLst/>
            <a:ahLst/>
            <a:cxnLst/>
            <a:rect l="l" t="t" r="r" b="b"/>
            <a:pathLst>
              <a:path w="1358900" h="1358900">
                <a:moveTo>
                  <a:pt x="679448" y="0"/>
                </a:moveTo>
                <a:lnTo>
                  <a:pt x="630924" y="1705"/>
                </a:lnTo>
                <a:lnTo>
                  <a:pt x="583322" y="6747"/>
                </a:lnTo>
                <a:lnTo>
                  <a:pt x="536755" y="15008"/>
                </a:lnTo>
                <a:lnTo>
                  <a:pt x="491339" y="26375"/>
                </a:lnTo>
                <a:lnTo>
                  <a:pt x="447189" y="40733"/>
                </a:lnTo>
                <a:lnTo>
                  <a:pt x="404419" y="57966"/>
                </a:lnTo>
                <a:lnTo>
                  <a:pt x="363145" y="77959"/>
                </a:lnTo>
                <a:lnTo>
                  <a:pt x="323482" y="100597"/>
                </a:lnTo>
                <a:lnTo>
                  <a:pt x="285545" y="125766"/>
                </a:lnTo>
                <a:lnTo>
                  <a:pt x="249448" y="153351"/>
                </a:lnTo>
                <a:lnTo>
                  <a:pt x="215307" y="183236"/>
                </a:lnTo>
                <a:lnTo>
                  <a:pt x="183236" y="215307"/>
                </a:lnTo>
                <a:lnTo>
                  <a:pt x="153351" y="249448"/>
                </a:lnTo>
                <a:lnTo>
                  <a:pt x="125766" y="285545"/>
                </a:lnTo>
                <a:lnTo>
                  <a:pt x="100597" y="323483"/>
                </a:lnTo>
                <a:lnTo>
                  <a:pt x="77958" y="363146"/>
                </a:lnTo>
                <a:lnTo>
                  <a:pt x="57965" y="404420"/>
                </a:lnTo>
                <a:lnTo>
                  <a:pt x="40733" y="447189"/>
                </a:lnTo>
                <a:lnTo>
                  <a:pt x="26375" y="491339"/>
                </a:lnTo>
                <a:lnTo>
                  <a:pt x="15008" y="536755"/>
                </a:lnTo>
                <a:lnTo>
                  <a:pt x="6747" y="583322"/>
                </a:lnTo>
                <a:lnTo>
                  <a:pt x="1705" y="630925"/>
                </a:lnTo>
                <a:lnTo>
                  <a:pt x="0" y="679448"/>
                </a:lnTo>
                <a:lnTo>
                  <a:pt x="1705" y="727971"/>
                </a:lnTo>
                <a:lnTo>
                  <a:pt x="6747" y="775574"/>
                </a:lnTo>
                <a:lnTo>
                  <a:pt x="15008" y="822141"/>
                </a:lnTo>
                <a:lnTo>
                  <a:pt x="26375" y="867557"/>
                </a:lnTo>
                <a:lnTo>
                  <a:pt x="40733" y="911707"/>
                </a:lnTo>
                <a:lnTo>
                  <a:pt x="57965" y="954477"/>
                </a:lnTo>
                <a:lnTo>
                  <a:pt x="77958" y="995751"/>
                </a:lnTo>
                <a:lnTo>
                  <a:pt x="100597" y="1035414"/>
                </a:lnTo>
                <a:lnTo>
                  <a:pt x="125766" y="1073351"/>
                </a:lnTo>
                <a:lnTo>
                  <a:pt x="153351" y="1109448"/>
                </a:lnTo>
                <a:lnTo>
                  <a:pt x="183236" y="1143589"/>
                </a:lnTo>
                <a:lnTo>
                  <a:pt x="215307" y="1175660"/>
                </a:lnTo>
                <a:lnTo>
                  <a:pt x="249448" y="1205545"/>
                </a:lnTo>
                <a:lnTo>
                  <a:pt x="285545" y="1233130"/>
                </a:lnTo>
                <a:lnTo>
                  <a:pt x="323482" y="1258299"/>
                </a:lnTo>
                <a:lnTo>
                  <a:pt x="363145" y="1280937"/>
                </a:lnTo>
                <a:lnTo>
                  <a:pt x="404419" y="1300930"/>
                </a:lnTo>
                <a:lnTo>
                  <a:pt x="447189" y="1318163"/>
                </a:lnTo>
                <a:lnTo>
                  <a:pt x="491339" y="1332521"/>
                </a:lnTo>
                <a:lnTo>
                  <a:pt x="536755" y="1343887"/>
                </a:lnTo>
                <a:lnTo>
                  <a:pt x="583322" y="1352149"/>
                </a:lnTo>
                <a:lnTo>
                  <a:pt x="630924" y="1357190"/>
                </a:lnTo>
                <a:lnTo>
                  <a:pt x="679448" y="1358896"/>
                </a:lnTo>
                <a:lnTo>
                  <a:pt x="727971" y="1357190"/>
                </a:lnTo>
                <a:lnTo>
                  <a:pt x="775574" y="1352149"/>
                </a:lnTo>
                <a:lnTo>
                  <a:pt x="822141" y="1343887"/>
                </a:lnTo>
                <a:lnTo>
                  <a:pt x="867557" y="1332521"/>
                </a:lnTo>
                <a:lnTo>
                  <a:pt x="911707" y="1318163"/>
                </a:lnTo>
                <a:lnTo>
                  <a:pt x="954476" y="1300930"/>
                </a:lnTo>
                <a:lnTo>
                  <a:pt x="995750" y="1280937"/>
                </a:lnTo>
                <a:lnTo>
                  <a:pt x="1035413" y="1258299"/>
                </a:lnTo>
                <a:lnTo>
                  <a:pt x="1073351" y="1233130"/>
                </a:lnTo>
                <a:lnTo>
                  <a:pt x="1109448" y="1205545"/>
                </a:lnTo>
                <a:lnTo>
                  <a:pt x="1143589" y="1175660"/>
                </a:lnTo>
                <a:lnTo>
                  <a:pt x="1175660" y="1143589"/>
                </a:lnTo>
                <a:lnTo>
                  <a:pt x="1205545" y="1109448"/>
                </a:lnTo>
                <a:lnTo>
                  <a:pt x="1233129" y="1073351"/>
                </a:lnTo>
                <a:lnTo>
                  <a:pt x="1258298" y="1035414"/>
                </a:lnTo>
                <a:lnTo>
                  <a:pt x="1280937" y="995751"/>
                </a:lnTo>
                <a:lnTo>
                  <a:pt x="1300930" y="954477"/>
                </a:lnTo>
                <a:lnTo>
                  <a:pt x="1318163" y="911707"/>
                </a:lnTo>
                <a:lnTo>
                  <a:pt x="1332520" y="867557"/>
                </a:lnTo>
                <a:lnTo>
                  <a:pt x="1343887" y="822141"/>
                </a:lnTo>
                <a:lnTo>
                  <a:pt x="1352149" y="775574"/>
                </a:lnTo>
                <a:lnTo>
                  <a:pt x="1357190" y="727971"/>
                </a:lnTo>
                <a:lnTo>
                  <a:pt x="1358896" y="679448"/>
                </a:lnTo>
                <a:lnTo>
                  <a:pt x="1357190" y="630925"/>
                </a:lnTo>
                <a:lnTo>
                  <a:pt x="1352149" y="583322"/>
                </a:lnTo>
                <a:lnTo>
                  <a:pt x="1343887" y="536755"/>
                </a:lnTo>
                <a:lnTo>
                  <a:pt x="1332520" y="491339"/>
                </a:lnTo>
                <a:lnTo>
                  <a:pt x="1318163" y="447189"/>
                </a:lnTo>
                <a:lnTo>
                  <a:pt x="1300930" y="404420"/>
                </a:lnTo>
                <a:lnTo>
                  <a:pt x="1280937" y="363146"/>
                </a:lnTo>
                <a:lnTo>
                  <a:pt x="1258298" y="323483"/>
                </a:lnTo>
                <a:lnTo>
                  <a:pt x="1233129" y="285545"/>
                </a:lnTo>
                <a:lnTo>
                  <a:pt x="1205545" y="249448"/>
                </a:lnTo>
                <a:lnTo>
                  <a:pt x="1175660" y="215307"/>
                </a:lnTo>
                <a:lnTo>
                  <a:pt x="1143589" y="183236"/>
                </a:lnTo>
                <a:lnTo>
                  <a:pt x="1109448" y="153351"/>
                </a:lnTo>
                <a:lnTo>
                  <a:pt x="1073351" y="125766"/>
                </a:lnTo>
                <a:lnTo>
                  <a:pt x="1035413" y="100597"/>
                </a:lnTo>
                <a:lnTo>
                  <a:pt x="995750" y="77959"/>
                </a:lnTo>
                <a:lnTo>
                  <a:pt x="954476" y="57966"/>
                </a:lnTo>
                <a:lnTo>
                  <a:pt x="911707" y="40733"/>
                </a:lnTo>
                <a:lnTo>
                  <a:pt x="867557" y="26375"/>
                </a:lnTo>
                <a:lnTo>
                  <a:pt x="822141" y="15008"/>
                </a:lnTo>
                <a:lnTo>
                  <a:pt x="775574" y="6747"/>
                </a:lnTo>
                <a:lnTo>
                  <a:pt x="727971" y="1705"/>
                </a:lnTo>
                <a:lnTo>
                  <a:pt x="679448" y="0"/>
                </a:lnTo>
                <a:close/>
              </a:path>
            </a:pathLst>
          </a:custGeom>
          <a:solidFill>
            <a:srgbClr val="88EF89"/>
          </a:solidFill>
        </p:spPr>
        <p:txBody>
          <a:bodyPr wrap="square" lIns="0" tIns="0" rIns="0" bIns="0" rtlCol="0"/>
          <a:lstStyle/>
          <a:p>
            <a:pPr algn="just"/>
            <a:endParaRPr lang="es-PE" noProof="0" dirty="0"/>
          </a:p>
        </p:txBody>
      </p:sp>
      <p:sp>
        <p:nvSpPr>
          <p:cNvPr id="13" name="object 13"/>
          <p:cNvSpPr txBox="1"/>
          <p:nvPr/>
        </p:nvSpPr>
        <p:spPr>
          <a:xfrm>
            <a:off x="2118205" y="7638585"/>
            <a:ext cx="709930" cy="654050"/>
          </a:xfrm>
          <a:prstGeom prst="rect">
            <a:avLst/>
          </a:prstGeom>
        </p:spPr>
        <p:txBody>
          <a:bodyPr vert="horz" wrap="square" lIns="0" tIns="15240" rIns="0" bIns="0" rtlCol="0">
            <a:spAutoFit/>
          </a:bodyPr>
          <a:lstStyle/>
          <a:p>
            <a:pPr marL="12700" algn="just">
              <a:lnSpc>
                <a:spcPct val="100000"/>
              </a:lnSpc>
              <a:spcBef>
                <a:spcPts val="120"/>
              </a:spcBef>
            </a:pPr>
            <a:r>
              <a:rPr lang="es-PE" sz="4100" b="1" i="1" spc="290" noProof="0" dirty="0">
                <a:solidFill>
                  <a:srgbClr val="404040"/>
                </a:solidFill>
                <a:latin typeface="Trebuchet MS"/>
                <a:cs typeface="Trebuchet MS"/>
              </a:rPr>
              <a:t>03</a:t>
            </a:r>
            <a:endParaRPr lang="es-PE" sz="4100" noProof="0" dirty="0">
              <a:latin typeface="Trebuchet MS"/>
              <a:cs typeface="Trebuchet MS"/>
            </a:endParaRPr>
          </a:p>
        </p:txBody>
      </p:sp>
      <p:sp>
        <p:nvSpPr>
          <p:cNvPr id="14" name="object 14"/>
          <p:cNvSpPr/>
          <p:nvPr/>
        </p:nvSpPr>
        <p:spPr>
          <a:xfrm>
            <a:off x="1793725" y="8932146"/>
            <a:ext cx="1358900" cy="1358900"/>
          </a:xfrm>
          <a:custGeom>
            <a:avLst/>
            <a:gdLst/>
            <a:ahLst/>
            <a:cxnLst/>
            <a:rect l="l" t="t" r="r" b="b"/>
            <a:pathLst>
              <a:path w="1358900" h="1358900">
                <a:moveTo>
                  <a:pt x="679448" y="0"/>
                </a:moveTo>
                <a:lnTo>
                  <a:pt x="630924" y="1705"/>
                </a:lnTo>
                <a:lnTo>
                  <a:pt x="583322" y="6747"/>
                </a:lnTo>
                <a:lnTo>
                  <a:pt x="536755" y="15008"/>
                </a:lnTo>
                <a:lnTo>
                  <a:pt x="491339" y="26375"/>
                </a:lnTo>
                <a:lnTo>
                  <a:pt x="447189" y="40733"/>
                </a:lnTo>
                <a:lnTo>
                  <a:pt x="404419" y="57965"/>
                </a:lnTo>
                <a:lnTo>
                  <a:pt x="363145" y="77958"/>
                </a:lnTo>
                <a:lnTo>
                  <a:pt x="323482" y="100597"/>
                </a:lnTo>
                <a:lnTo>
                  <a:pt x="285545" y="125766"/>
                </a:lnTo>
                <a:lnTo>
                  <a:pt x="249448" y="153351"/>
                </a:lnTo>
                <a:lnTo>
                  <a:pt x="215307" y="183236"/>
                </a:lnTo>
                <a:lnTo>
                  <a:pt x="183236" y="215307"/>
                </a:lnTo>
                <a:lnTo>
                  <a:pt x="153351" y="249448"/>
                </a:lnTo>
                <a:lnTo>
                  <a:pt x="125766" y="285545"/>
                </a:lnTo>
                <a:lnTo>
                  <a:pt x="100597" y="323482"/>
                </a:lnTo>
                <a:lnTo>
                  <a:pt x="77958" y="363145"/>
                </a:lnTo>
                <a:lnTo>
                  <a:pt x="57965" y="404419"/>
                </a:lnTo>
                <a:lnTo>
                  <a:pt x="40733" y="447189"/>
                </a:lnTo>
                <a:lnTo>
                  <a:pt x="26375" y="491339"/>
                </a:lnTo>
                <a:lnTo>
                  <a:pt x="15008" y="536755"/>
                </a:lnTo>
                <a:lnTo>
                  <a:pt x="6747" y="583322"/>
                </a:lnTo>
                <a:lnTo>
                  <a:pt x="1705" y="630924"/>
                </a:lnTo>
                <a:lnTo>
                  <a:pt x="0" y="679448"/>
                </a:lnTo>
                <a:lnTo>
                  <a:pt x="1705" y="727971"/>
                </a:lnTo>
                <a:lnTo>
                  <a:pt x="6747" y="775574"/>
                </a:lnTo>
                <a:lnTo>
                  <a:pt x="15008" y="822141"/>
                </a:lnTo>
                <a:lnTo>
                  <a:pt x="26375" y="867557"/>
                </a:lnTo>
                <a:lnTo>
                  <a:pt x="40733" y="911707"/>
                </a:lnTo>
                <a:lnTo>
                  <a:pt x="57965" y="954477"/>
                </a:lnTo>
                <a:lnTo>
                  <a:pt x="77958" y="995751"/>
                </a:lnTo>
                <a:lnTo>
                  <a:pt x="100597" y="1035414"/>
                </a:lnTo>
                <a:lnTo>
                  <a:pt x="125766" y="1073351"/>
                </a:lnTo>
                <a:lnTo>
                  <a:pt x="153351" y="1109448"/>
                </a:lnTo>
                <a:lnTo>
                  <a:pt x="183236" y="1143589"/>
                </a:lnTo>
                <a:lnTo>
                  <a:pt x="215307" y="1175660"/>
                </a:lnTo>
                <a:lnTo>
                  <a:pt x="249448" y="1205545"/>
                </a:lnTo>
                <a:lnTo>
                  <a:pt x="285545" y="1233130"/>
                </a:lnTo>
                <a:lnTo>
                  <a:pt x="323482" y="1258299"/>
                </a:lnTo>
                <a:lnTo>
                  <a:pt x="363145" y="1280938"/>
                </a:lnTo>
                <a:lnTo>
                  <a:pt x="404419" y="1300931"/>
                </a:lnTo>
                <a:lnTo>
                  <a:pt x="447189" y="1318164"/>
                </a:lnTo>
                <a:lnTo>
                  <a:pt x="491339" y="1332521"/>
                </a:lnTo>
                <a:lnTo>
                  <a:pt x="536755" y="1343888"/>
                </a:lnTo>
                <a:lnTo>
                  <a:pt x="583322" y="1352150"/>
                </a:lnTo>
                <a:lnTo>
                  <a:pt x="630924" y="1357191"/>
                </a:lnTo>
                <a:lnTo>
                  <a:pt x="679448" y="1358897"/>
                </a:lnTo>
                <a:lnTo>
                  <a:pt x="727971" y="1357191"/>
                </a:lnTo>
                <a:lnTo>
                  <a:pt x="775574" y="1352150"/>
                </a:lnTo>
                <a:lnTo>
                  <a:pt x="822141" y="1343888"/>
                </a:lnTo>
                <a:lnTo>
                  <a:pt x="867557" y="1332521"/>
                </a:lnTo>
                <a:lnTo>
                  <a:pt x="911707" y="1318164"/>
                </a:lnTo>
                <a:lnTo>
                  <a:pt x="954476" y="1300931"/>
                </a:lnTo>
                <a:lnTo>
                  <a:pt x="995750" y="1280938"/>
                </a:lnTo>
                <a:lnTo>
                  <a:pt x="1035413" y="1258299"/>
                </a:lnTo>
                <a:lnTo>
                  <a:pt x="1073351" y="1233130"/>
                </a:lnTo>
                <a:lnTo>
                  <a:pt x="1109448" y="1205545"/>
                </a:lnTo>
                <a:lnTo>
                  <a:pt x="1143589" y="1175660"/>
                </a:lnTo>
                <a:lnTo>
                  <a:pt x="1175660" y="1143589"/>
                </a:lnTo>
                <a:lnTo>
                  <a:pt x="1205545" y="1109448"/>
                </a:lnTo>
                <a:lnTo>
                  <a:pt x="1233129" y="1073351"/>
                </a:lnTo>
                <a:lnTo>
                  <a:pt x="1258298" y="1035414"/>
                </a:lnTo>
                <a:lnTo>
                  <a:pt x="1280937" y="995751"/>
                </a:lnTo>
                <a:lnTo>
                  <a:pt x="1300930" y="954477"/>
                </a:lnTo>
                <a:lnTo>
                  <a:pt x="1318163" y="911707"/>
                </a:lnTo>
                <a:lnTo>
                  <a:pt x="1332520" y="867557"/>
                </a:lnTo>
                <a:lnTo>
                  <a:pt x="1343887" y="822141"/>
                </a:lnTo>
                <a:lnTo>
                  <a:pt x="1352149" y="775574"/>
                </a:lnTo>
                <a:lnTo>
                  <a:pt x="1357190" y="727971"/>
                </a:lnTo>
                <a:lnTo>
                  <a:pt x="1358896" y="679448"/>
                </a:lnTo>
                <a:lnTo>
                  <a:pt x="1357190" y="630924"/>
                </a:lnTo>
                <a:lnTo>
                  <a:pt x="1352149" y="583322"/>
                </a:lnTo>
                <a:lnTo>
                  <a:pt x="1343887" y="536755"/>
                </a:lnTo>
                <a:lnTo>
                  <a:pt x="1332520" y="491339"/>
                </a:lnTo>
                <a:lnTo>
                  <a:pt x="1318163" y="447189"/>
                </a:lnTo>
                <a:lnTo>
                  <a:pt x="1300930" y="404419"/>
                </a:lnTo>
                <a:lnTo>
                  <a:pt x="1280937" y="363145"/>
                </a:lnTo>
                <a:lnTo>
                  <a:pt x="1258298" y="323482"/>
                </a:lnTo>
                <a:lnTo>
                  <a:pt x="1233129" y="285545"/>
                </a:lnTo>
                <a:lnTo>
                  <a:pt x="1205545" y="249448"/>
                </a:lnTo>
                <a:lnTo>
                  <a:pt x="1175660" y="215307"/>
                </a:lnTo>
                <a:lnTo>
                  <a:pt x="1143589" y="183236"/>
                </a:lnTo>
                <a:lnTo>
                  <a:pt x="1109448" y="153351"/>
                </a:lnTo>
                <a:lnTo>
                  <a:pt x="1073351" y="125766"/>
                </a:lnTo>
                <a:lnTo>
                  <a:pt x="1035413" y="100597"/>
                </a:lnTo>
                <a:lnTo>
                  <a:pt x="995750" y="77958"/>
                </a:lnTo>
                <a:lnTo>
                  <a:pt x="954476" y="57965"/>
                </a:lnTo>
                <a:lnTo>
                  <a:pt x="911707" y="40733"/>
                </a:lnTo>
                <a:lnTo>
                  <a:pt x="867557" y="26375"/>
                </a:lnTo>
                <a:lnTo>
                  <a:pt x="822141" y="15008"/>
                </a:lnTo>
                <a:lnTo>
                  <a:pt x="775574" y="6747"/>
                </a:lnTo>
                <a:lnTo>
                  <a:pt x="727971" y="1705"/>
                </a:lnTo>
                <a:lnTo>
                  <a:pt x="679448" y="0"/>
                </a:lnTo>
                <a:close/>
              </a:path>
            </a:pathLst>
          </a:custGeom>
          <a:solidFill>
            <a:srgbClr val="88EF89"/>
          </a:solidFill>
        </p:spPr>
        <p:txBody>
          <a:bodyPr wrap="square" lIns="0" tIns="0" rIns="0" bIns="0" rtlCol="0"/>
          <a:lstStyle/>
          <a:p>
            <a:pPr algn="just"/>
            <a:endParaRPr lang="es-PE" noProof="0" dirty="0"/>
          </a:p>
        </p:txBody>
      </p:sp>
      <p:sp>
        <p:nvSpPr>
          <p:cNvPr id="15" name="object 15"/>
          <p:cNvSpPr txBox="1"/>
          <p:nvPr/>
        </p:nvSpPr>
        <p:spPr>
          <a:xfrm>
            <a:off x="2112971" y="9294660"/>
            <a:ext cx="720725" cy="654050"/>
          </a:xfrm>
          <a:prstGeom prst="rect">
            <a:avLst/>
          </a:prstGeom>
        </p:spPr>
        <p:txBody>
          <a:bodyPr vert="horz" wrap="square" lIns="0" tIns="15240" rIns="0" bIns="0" rtlCol="0">
            <a:spAutoFit/>
          </a:bodyPr>
          <a:lstStyle/>
          <a:p>
            <a:pPr marL="12700" algn="just">
              <a:lnSpc>
                <a:spcPct val="100000"/>
              </a:lnSpc>
              <a:spcBef>
                <a:spcPts val="120"/>
              </a:spcBef>
            </a:pPr>
            <a:r>
              <a:rPr lang="es-PE" sz="4100" b="1" i="1" spc="330" noProof="0" dirty="0">
                <a:solidFill>
                  <a:srgbClr val="404040"/>
                </a:solidFill>
                <a:latin typeface="Trebuchet MS"/>
                <a:cs typeface="Trebuchet MS"/>
              </a:rPr>
              <a:t>04</a:t>
            </a:r>
            <a:endParaRPr lang="es-PE" sz="4100" noProof="0" dirty="0">
              <a:latin typeface="Trebuchet MS"/>
              <a:cs typeface="Trebuchet MS"/>
            </a:endParaRPr>
          </a:p>
        </p:txBody>
      </p:sp>
      <p:pic>
        <p:nvPicPr>
          <p:cNvPr id="18" name="Picture 2" descr="Manual de Indentidad Visual Corporativa Marca UNCP - UNCP">
            <a:extLst>
              <a:ext uri="{FF2B5EF4-FFF2-40B4-BE49-F238E27FC236}">
                <a16:creationId xmlns:a16="http://schemas.microsoft.com/office/drawing/2014/main" id="{0353680D-0D94-3409-8EFB-3B8F69D85B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
        <p:nvSpPr>
          <p:cNvPr id="20" name="object 8">
            <a:extLst>
              <a:ext uri="{FF2B5EF4-FFF2-40B4-BE49-F238E27FC236}">
                <a16:creationId xmlns:a16="http://schemas.microsoft.com/office/drawing/2014/main" id="{491F303D-0851-1409-A829-EF3169D5D183}"/>
              </a:ext>
            </a:extLst>
          </p:cNvPr>
          <p:cNvSpPr txBox="1"/>
          <p:nvPr/>
        </p:nvSpPr>
        <p:spPr>
          <a:xfrm>
            <a:off x="3630863" y="6119656"/>
            <a:ext cx="14983873" cy="484684"/>
          </a:xfrm>
          <a:prstGeom prst="rect">
            <a:avLst/>
          </a:prstGeom>
        </p:spPr>
        <p:txBody>
          <a:bodyPr vert="horz" wrap="square" lIns="0" tIns="109855" rIns="0" bIns="0" rtlCol="0">
            <a:spAutoFit/>
          </a:bodyPr>
          <a:lstStyle/>
          <a:p>
            <a:pPr marL="12700" marR="5080" algn="just">
              <a:lnSpc>
                <a:spcPct val="78800"/>
              </a:lnSpc>
              <a:spcBef>
                <a:spcPts val="865"/>
              </a:spcBef>
            </a:pPr>
            <a:r>
              <a:rPr lang="es-PE" sz="2950" noProof="0" dirty="0">
                <a:latin typeface="Aptos" panose="020B0004020202020204" pitchFamily="34" charset="0"/>
                <a:cs typeface="Tahoma"/>
              </a:rPr>
              <a:t>Fundamentos y Definiciones. </a:t>
            </a:r>
          </a:p>
        </p:txBody>
      </p:sp>
      <p:sp>
        <p:nvSpPr>
          <p:cNvPr id="22" name="object 8">
            <a:extLst>
              <a:ext uri="{FF2B5EF4-FFF2-40B4-BE49-F238E27FC236}">
                <a16:creationId xmlns:a16="http://schemas.microsoft.com/office/drawing/2014/main" id="{DE6417BE-36DD-1CAF-CB69-83C4F196946A}"/>
              </a:ext>
            </a:extLst>
          </p:cNvPr>
          <p:cNvSpPr txBox="1"/>
          <p:nvPr/>
        </p:nvSpPr>
        <p:spPr>
          <a:xfrm>
            <a:off x="3568516" y="7742007"/>
            <a:ext cx="14983873" cy="484684"/>
          </a:xfrm>
          <a:prstGeom prst="rect">
            <a:avLst/>
          </a:prstGeom>
        </p:spPr>
        <p:txBody>
          <a:bodyPr vert="horz" wrap="square" lIns="0" tIns="109855" rIns="0" bIns="0" rtlCol="0">
            <a:spAutoFit/>
          </a:bodyPr>
          <a:lstStyle/>
          <a:p>
            <a:pPr marL="12700" marR="5080" algn="just">
              <a:lnSpc>
                <a:spcPct val="78800"/>
              </a:lnSpc>
              <a:spcBef>
                <a:spcPts val="865"/>
              </a:spcBef>
            </a:pPr>
            <a:r>
              <a:rPr lang="es-PE" sz="2950" noProof="0" dirty="0">
                <a:latin typeface="Aptos" panose="020B0004020202020204" pitchFamily="34" charset="0"/>
                <a:cs typeface="Tahoma"/>
              </a:rPr>
              <a:t>Ciclo de vida de un proyecto de Aprendizaje  Automático. </a:t>
            </a:r>
          </a:p>
        </p:txBody>
      </p:sp>
      <p:sp>
        <p:nvSpPr>
          <p:cNvPr id="24" name="object 8">
            <a:extLst>
              <a:ext uri="{FF2B5EF4-FFF2-40B4-BE49-F238E27FC236}">
                <a16:creationId xmlns:a16="http://schemas.microsoft.com/office/drawing/2014/main" id="{DACDFE11-6A42-E613-2C9A-6BBE770667F7}"/>
              </a:ext>
            </a:extLst>
          </p:cNvPr>
          <p:cNvSpPr txBox="1"/>
          <p:nvPr/>
        </p:nvSpPr>
        <p:spPr>
          <a:xfrm>
            <a:off x="3568517" y="9351867"/>
            <a:ext cx="14983873" cy="484684"/>
          </a:xfrm>
          <a:prstGeom prst="rect">
            <a:avLst/>
          </a:prstGeom>
        </p:spPr>
        <p:txBody>
          <a:bodyPr vert="horz" wrap="square" lIns="0" tIns="109855" rIns="0" bIns="0" rtlCol="0">
            <a:spAutoFit/>
          </a:bodyPr>
          <a:lstStyle/>
          <a:p>
            <a:pPr marL="12700" marR="5080" algn="just">
              <a:lnSpc>
                <a:spcPct val="78800"/>
              </a:lnSpc>
              <a:spcBef>
                <a:spcPts val="865"/>
              </a:spcBef>
            </a:pPr>
            <a:r>
              <a:rPr lang="es-PE" sz="2950" noProof="0" dirty="0">
                <a:latin typeface="Aptos" panose="020B0004020202020204" pitchFamily="34" charset="0"/>
                <a:cs typeface="Tahoma"/>
              </a:rPr>
              <a:t>Metodología para construir modelos.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099"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lang="es-PE" noProof="0" dirty="0"/>
          </a:p>
        </p:txBody>
      </p:sp>
      <p:sp>
        <p:nvSpPr>
          <p:cNvPr id="4" name="object 4"/>
          <p:cNvSpPr txBox="1">
            <a:spLocks noGrp="1"/>
          </p:cNvSpPr>
          <p:nvPr>
            <p:ph type="title"/>
          </p:nvPr>
        </p:nvSpPr>
        <p:spPr>
          <a:xfrm>
            <a:off x="1097213" y="1136584"/>
            <a:ext cx="7279640" cy="1282065"/>
          </a:xfrm>
          <a:prstGeom prst="rect">
            <a:avLst/>
          </a:prstGeom>
        </p:spPr>
        <p:txBody>
          <a:bodyPr vert="horz" wrap="square" lIns="0" tIns="12065" rIns="0" bIns="0" rtlCol="0">
            <a:spAutoFit/>
          </a:bodyPr>
          <a:lstStyle/>
          <a:p>
            <a:pPr marL="12700">
              <a:lnSpc>
                <a:spcPct val="100000"/>
              </a:lnSpc>
              <a:spcBef>
                <a:spcPts val="95"/>
              </a:spcBef>
            </a:pPr>
            <a:r>
              <a:rPr lang="es-PE" sz="8250" spc="-210" noProof="0" dirty="0">
                <a:latin typeface="Aptos" panose="020B0004020202020204" pitchFamily="34" charset="0"/>
              </a:rPr>
              <a:t>BIBLIOGRAFIA</a:t>
            </a:r>
            <a:endParaRPr lang="es-PE" sz="8250" noProof="0" dirty="0">
              <a:latin typeface="Aptos" panose="020B0004020202020204" pitchFamily="34" charset="0"/>
            </a:endParaRPr>
          </a:p>
        </p:txBody>
      </p:sp>
      <p:sp>
        <p:nvSpPr>
          <p:cNvPr id="5" name="object 5"/>
          <p:cNvSpPr txBox="1"/>
          <p:nvPr/>
        </p:nvSpPr>
        <p:spPr>
          <a:xfrm>
            <a:off x="1599816" y="3089195"/>
            <a:ext cx="17247235" cy="4444165"/>
          </a:xfrm>
          <a:prstGeom prst="rect">
            <a:avLst/>
          </a:prstGeom>
        </p:spPr>
        <p:txBody>
          <a:bodyPr vert="horz" wrap="square" lIns="0" tIns="12065" rIns="0" bIns="0" rtlCol="0">
            <a:spAutoFit/>
          </a:bodyPr>
          <a:lstStyle/>
          <a:p>
            <a:pPr marL="469265" marR="5080" indent="-457200" algn="just">
              <a:lnSpc>
                <a:spcPct val="100000"/>
              </a:lnSpc>
              <a:spcBef>
                <a:spcPts val="95"/>
              </a:spcBef>
              <a:buSzPct val="100000"/>
              <a:buFont typeface="Arial" panose="020B0604020202020204" pitchFamily="34" charset="0"/>
              <a:buChar char="•"/>
              <a:tabLst>
                <a:tab pos="546735" algn="l"/>
              </a:tabLst>
            </a:pPr>
            <a:r>
              <a:rPr lang="es-PE" sz="3300" noProof="0" dirty="0" err="1">
                <a:latin typeface="Aptos" panose="020B0004020202020204" pitchFamily="34" charset="0"/>
                <a:cs typeface="Tahoma"/>
              </a:rPr>
              <a:t>Practical</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Statistics</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for</a:t>
            </a:r>
            <a:r>
              <a:rPr lang="es-PE" sz="3300" noProof="0" dirty="0">
                <a:latin typeface="Aptos" panose="020B0004020202020204" pitchFamily="34" charset="0"/>
                <a:cs typeface="Tahoma"/>
              </a:rPr>
              <a:t> Data </a:t>
            </a:r>
            <a:r>
              <a:rPr lang="es-PE" sz="3300" noProof="0" dirty="0" err="1">
                <a:latin typeface="Aptos" panose="020B0004020202020204" pitchFamily="34" charset="0"/>
                <a:cs typeface="Tahoma"/>
              </a:rPr>
              <a:t>Scientists</a:t>
            </a:r>
            <a:r>
              <a:rPr lang="es-PE" sz="3300" noProof="0" dirty="0">
                <a:latin typeface="Aptos" panose="020B0004020202020204" pitchFamily="34" charset="0"/>
                <a:cs typeface="Tahoma"/>
              </a:rPr>
              <a:t>: 50+ </a:t>
            </a:r>
            <a:r>
              <a:rPr lang="es-PE" sz="3300" noProof="0" dirty="0" err="1">
                <a:latin typeface="Aptos" panose="020B0004020202020204" pitchFamily="34" charset="0"/>
                <a:cs typeface="Tahoma"/>
              </a:rPr>
              <a:t>Essential</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Concepts</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Using</a:t>
            </a:r>
            <a:r>
              <a:rPr lang="es-PE" sz="3300" noProof="0" dirty="0">
                <a:latin typeface="Aptos" panose="020B0004020202020204" pitchFamily="34" charset="0"/>
                <a:cs typeface="Tahoma"/>
              </a:rPr>
              <a:t> R and Python - Peter Bruce (Ed.  O’Reilly)</a:t>
            </a:r>
          </a:p>
          <a:p>
            <a:pPr marL="469265" indent="-457200" algn="just">
              <a:lnSpc>
                <a:spcPct val="100000"/>
              </a:lnSpc>
              <a:spcBef>
                <a:spcPts val="2705"/>
              </a:spcBef>
              <a:buSzPct val="100000"/>
              <a:buFont typeface="Arial" panose="020B0604020202020204" pitchFamily="34" charset="0"/>
              <a:buChar char="•"/>
              <a:tabLst>
                <a:tab pos="546735" algn="l"/>
              </a:tabLst>
            </a:pPr>
            <a:r>
              <a:rPr lang="es-PE" sz="3300" noProof="0" dirty="0" err="1">
                <a:latin typeface="Aptos" panose="020B0004020202020204" pitchFamily="34" charset="0"/>
                <a:cs typeface="Tahoma"/>
              </a:rPr>
              <a:t>The</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Elements</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of</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Statistical</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Learning</a:t>
            </a:r>
            <a:r>
              <a:rPr lang="es-PE" sz="3300" noProof="0" dirty="0">
                <a:latin typeface="Aptos" panose="020B0004020202020204" pitchFamily="34" charset="0"/>
                <a:cs typeface="Tahoma"/>
              </a:rPr>
              <a:t> - Trevor Hastie (Ed. Springer)</a:t>
            </a:r>
          </a:p>
          <a:p>
            <a:pPr marL="469265" indent="-457200" algn="just">
              <a:lnSpc>
                <a:spcPct val="100000"/>
              </a:lnSpc>
              <a:spcBef>
                <a:spcPts val="2730"/>
              </a:spcBef>
              <a:buSzPct val="100000"/>
              <a:buFont typeface="Arial" panose="020B0604020202020204" pitchFamily="34" charset="0"/>
              <a:buChar char="•"/>
              <a:tabLst>
                <a:tab pos="546735" algn="l"/>
              </a:tabLst>
            </a:pPr>
            <a:r>
              <a:rPr lang="es-PE" sz="3300" noProof="0" dirty="0" err="1">
                <a:latin typeface="Aptos" panose="020B0004020202020204" pitchFamily="34" charset="0"/>
                <a:cs typeface="Tahoma"/>
              </a:rPr>
              <a:t>An</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Introduction</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to</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Statistical</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Learning</a:t>
            </a:r>
            <a:r>
              <a:rPr lang="es-PE" sz="3300" noProof="0" dirty="0">
                <a:latin typeface="Aptos" panose="020B0004020202020204" pitchFamily="34" charset="0"/>
                <a:cs typeface="Tahoma"/>
              </a:rPr>
              <a:t> - Gareth James (Ed. Springer)</a:t>
            </a:r>
          </a:p>
          <a:p>
            <a:pPr marL="469265" indent="-457200" algn="just">
              <a:lnSpc>
                <a:spcPct val="100000"/>
              </a:lnSpc>
              <a:spcBef>
                <a:spcPts val="2630"/>
              </a:spcBef>
              <a:buSzPct val="100000"/>
              <a:buFont typeface="Arial" panose="020B0604020202020204" pitchFamily="34" charset="0"/>
              <a:buChar char="•"/>
              <a:tabLst>
                <a:tab pos="546735" algn="l"/>
              </a:tabLst>
            </a:pPr>
            <a:r>
              <a:rPr lang="es-PE" sz="3300" noProof="0" dirty="0" err="1">
                <a:latin typeface="Aptos" panose="020B0004020202020204" pitchFamily="34" charset="0"/>
                <a:cs typeface="Tahoma"/>
              </a:rPr>
              <a:t>Pattern</a:t>
            </a:r>
            <a:r>
              <a:rPr lang="es-PE" sz="3300" noProof="0" dirty="0">
                <a:latin typeface="Aptos" panose="020B0004020202020204" pitchFamily="34" charset="0"/>
                <a:cs typeface="Tahoma"/>
              </a:rPr>
              <a:t> </a:t>
            </a:r>
            <a:r>
              <a:rPr lang="es-PE" sz="3300" noProof="0" dirty="0" err="1">
                <a:latin typeface="Aptos" panose="020B0004020202020204" pitchFamily="34" charset="0"/>
                <a:cs typeface="Tahoma"/>
              </a:rPr>
              <a:t>Recognition</a:t>
            </a:r>
            <a:r>
              <a:rPr lang="es-PE" sz="3300" noProof="0" dirty="0">
                <a:latin typeface="Aptos" panose="020B0004020202020204" pitchFamily="34" charset="0"/>
                <a:cs typeface="Tahoma"/>
              </a:rPr>
              <a:t> And Machine </a:t>
            </a:r>
            <a:r>
              <a:rPr lang="es-PE" sz="3300" noProof="0" dirty="0" err="1">
                <a:latin typeface="Aptos" panose="020B0004020202020204" pitchFamily="34" charset="0"/>
                <a:cs typeface="Tahoma"/>
              </a:rPr>
              <a:t>Learning</a:t>
            </a:r>
            <a:r>
              <a:rPr lang="es-PE" sz="3300" noProof="0" dirty="0">
                <a:latin typeface="Aptos" panose="020B0004020202020204" pitchFamily="34" charset="0"/>
                <a:cs typeface="Tahoma"/>
              </a:rPr>
              <a:t> - Christopher </a:t>
            </a:r>
            <a:r>
              <a:rPr lang="es-PE" sz="3300" noProof="0" dirty="0" err="1">
                <a:latin typeface="Aptos" panose="020B0004020202020204" pitchFamily="34" charset="0"/>
                <a:cs typeface="Tahoma"/>
              </a:rPr>
              <a:t>Bishop</a:t>
            </a:r>
            <a:r>
              <a:rPr lang="es-PE" sz="3300" noProof="0" dirty="0">
                <a:latin typeface="Aptos" panose="020B0004020202020204" pitchFamily="34" charset="0"/>
                <a:cs typeface="Tahoma"/>
              </a:rPr>
              <a:t> (Ed. Springer)</a:t>
            </a:r>
          </a:p>
          <a:p>
            <a:pPr marL="469265" indent="-457200" algn="just">
              <a:lnSpc>
                <a:spcPct val="100000"/>
              </a:lnSpc>
              <a:spcBef>
                <a:spcPts val="2805"/>
              </a:spcBef>
              <a:buSzPct val="100000"/>
              <a:buFont typeface="Arial" panose="020B0604020202020204" pitchFamily="34" charset="0"/>
              <a:buChar char="•"/>
              <a:tabLst>
                <a:tab pos="546735" algn="l"/>
              </a:tabLst>
            </a:pPr>
            <a:r>
              <a:rPr lang="es-PE" sz="3300" noProof="0" dirty="0">
                <a:latin typeface="Aptos" panose="020B0004020202020204" pitchFamily="34" charset="0"/>
                <a:cs typeface="Tahoma"/>
              </a:rPr>
              <a:t>Deep </a:t>
            </a:r>
            <a:r>
              <a:rPr lang="es-PE" sz="3300" noProof="0" dirty="0" err="1">
                <a:latin typeface="Aptos" panose="020B0004020202020204" pitchFamily="34" charset="0"/>
                <a:cs typeface="Tahoma"/>
              </a:rPr>
              <a:t>Learning</a:t>
            </a:r>
            <a:r>
              <a:rPr lang="es-PE" sz="3300" noProof="0" dirty="0">
                <a:latin typeface="Aptos" panose="020B0004020202020204" pitchFamily="34" charset="0"/>
                <a:cs typeface="Tahoma"/>
              </a:rPr>
              <a:t> - Ian </a:t>
            </a:r>
            <a:r>
              <a:rPr lang="es-PE" sz="3300" noProof="0" dirty="0" err="1">
                <a:latin typeface="Aptos" panose="020B0004020202020204" pitchFamily="34" charset="0"/>
                <a:cs typeface="Tahoma"/>
              </a:rPr>
              <a:t>Goodfellow</a:t>
            </a:r>
            <a:r>
              <a:rPr lang="es-PE" sz="3300" noProof="0" dirty="0">
                <a:solidFill>
                  <a:srgbClr val="0000FF"/>
                </a:solidFill>
                <a:latin typeface="Aptos" panose="020B0004020202020204" pitchFamily="34" charset="0"/>
                <a:cs typeface="Tahoma"/>
              </a:rPr>
              <a:t> </a:t>
            </a:r>
            <a:r>
              <a:rPr lang="es-PE" sz="3300" u="heavy" noProof="0" dirty="0">
                <a:solidFill>
                  <a:srgbClr val="0000FF"/>
                </a:solidFill>
                <a:uFill>
                  <a:solidFill>
                    <a:srgbClr val="0000FF"/>
                  </a:solidFill>
                </a:uFill>
                <a:latin typeface="Aptos" panose="020B0004020202020204" pitchFamily="34" charset="0"/>
                <a:cs typeface="Tahoma"/>
              </a:rPr>
              <a:t>https://</a:t>
            </a:r>
            <a:r>
              <a:rPr lang="es-PE" sz="3300" u="heavy" noProof="0" dirty="0">
                <a:solidFill>
                  <a:srgbClr val="0000FF"/>
                </a:solidFill>
                <a:uFill>
                  <a:solidFill>
                    <a:srgbClr val="0000FF"/>
                  </a:solidFill>
                </a:uFill>
                <a:latin typeface="Aptos" panose="020B0004020202020204" pitchFamily="34" charset="0"/>
                <a:cs typeface="Tahoma"/>
                <a:hlinkClick r:id="rId3"/>
              </a:rPr>
              <a:t>www.deeplearningbook.org/</a:t>
            </a:r>
            <a:endParaRPr lang="es-PE" sz="3300" noProof="0" dirty="0">
              <a:latin typeface="Aptos" panose="020B0004020202020204" pitchFamily="34" charset="0"/>
              <a:cs typeface="Tahoma"/>
            </a:endParaRPr>
          </a:p>
        </p:txBody>
      </p:sp>
      <p:pic>
        <p:nvPicPr>
          <p:cNvPr id="6" name="Picture 2" descr="Manual de Indentidad Visual Corporativa Marca UNCP - UNCP">
            <a:extLst>
              <a:ext uri="{FF2B5EF4-FFF2-40B4-BE49-F238E27FC236}">
                <a16:creationId xmlns:a16="http://schemas.microsoft.com/office/drawing/2014/main" id="{69B13AC1-0156-9D1D-1108-63EBDE233D8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9025"/>
            <a:ext cx="10087610" cy="3480953"/>
          </a:xfrm>
          <a:prstGeom prst="rect">
            <a:avLst/>
          </a:prstGeom>
        </p:spPr>
        <p:txBody>
          <a:bodyPr vert="horz" wrap="square" lIns="0" tIns="509905" rIns="0" bIns="0" rtlCol="0">
            <a:spAutoFit/>
          </a:bodyPr>
          <a:lstStyle/>
          <a:p>
            <a:pPr marL="601345" marR="48260" indent="-589280">
              <a:lnSpc>
                <a:spcPct val="70300"/>
              </a:lnSpc>
              <a:spcBef>
                <a:spcPts val="4015"/>
              </a:spcBef>
            </a:pPr>
            <a:r>
              <a:rPr lang="es-PE" sz="10950" b="1" i="1" spc="-415" noProof="0" dirty="0">
                <a:latin typeface="Aptos" panose="020B0004020202020204" pitchFamily="34" charset="0"/>
                <a:cs typeface="Arial"/>
              </a:rPr>
              <a:t>APRENDIZAJ</a:t>
            </a:r>
            <a:r>
              <a:rPr lang="es-PE" sz="10950" b="1" i="1" spc="-415" dirty="0">
                <a:latin typeface="Aptos" panose="020B0004020202020204" pitchFamily="34" charset="0"/>
                <a:cs typeface="Arial"/>
              </a:rPr>
              <a:t>E</a:t>
            </a:r>
            <a:endParaRPr lang="es-PE" sz="10950" b="1" i="1" spc="-415" noProof="0" dirty="0">
              <a:latin typeface="Aptos" panose="020B0004020202020204" pitchFamily="34" charset="0"/>
              <a:cs typeface="Arial"/>
            </a:endParaRPr>
          </a:p>
          <a:p>
            <a:pPr marL="601345" marR="48260" indent="-589280">
              <a:lnSpc>
                <a:spcPct val="70300"/>
              </a:lnSpc>
              <a:spcBef>
                <a:spcPts val="4015"/>
              </a:spcBef>
            </a:pPr>
            <a:r>
              <a:rPr lang="es-PE" sz="10950" b="1" i="1" spc="-185" noProof="0" dirty="0">
                <a:latin typeface="Aptos" panose="020B0004020202020204" pitchFamily="34" charset="0"/>
                <a:cs typeface="Arial"/>
              </a:rPr>
              <a:t>	AU</a:t>
            </a:r>
            <a:r>
              <a:rPr lang="es-PE" sz="10950" b="1" i="1" spc="-210" noProof="0" dirty="0">
                <a:latin typeface="Aptos" panose="020B0004020202020204" pitchFamily="34" charset="0"/>
                <a:cs typeface="Arial"/>
              </a:rPr>
              <a:t>T</a:t>
            </a:r>
            <a:r>
              <a:rPr lang="es-PE" sz="10950" b="1" i="1" spc="65" noProof="0" dirty="0">
                <a:latin typeface="Aptos" panose="020B0004020202020204" pitchFamily="34" charset="0"/>
                <a:cs typeface="Arial"/>
              </a:rPr>
              <a:t>OMÁ</a:t>
            </a:r>
            <a:r>
              <a:rPr lang="es-PE" sz="10950" b="1" i="1" spc="-30" noProof="0" dirty="0">
                <a:latin typeface="Aptos" panose="020B0004020202020204" pitchFamily="34" charset="0"/>
                <a:cs typeface="Arial"/>
              </a:rPr>
              <a:t>T</a:t>
            </a:r>
            <a:r>
              <a:rPr lang="es-PE" sz="10950" b="1" i="1" spc="395" noProof="0" dirty="0">
                <a:latin typeface="Aptos" panose="020B0004020202020204" pitchFamily="34" charset="0"/>
                <a:cs typeface="Arial"/>
              </a:rPr>
              <a:t>I</a:t>
            </a:r>
            <a:r>
              <a:rPr lang="es-PE" sz="10950" b="1" i="1" spc="10" noProof="0" dirty="0">
                <a:latin typeface="Aptos" panose="020B0004020202020204" pitchFamily="34" charset="0"/>
                <a:cs typeface="Arial"/>
              </a:rPr>
              <a:t>CO</a:t>
            </a:r>
            <a:endParaRPr lang="es-PE" sz="10950" noProof="0" dirty="0">
              <a:latin typeface="Aptos" panose="020B0004020202020204" pitchFamily="34" charset="0"/>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2810250"/>
            <a:ext cx="17278985" cy="4977645"/>
          </a:xfrm>
          <a:prstGeom prst="rect">
            <a:avLst/>
          </a:prstGeom>
        </p:spPr>
        <p:txBody>
          <a:bodyPr vert="horz" wrap="square" lIns="0" tIns="12065" rIns="0" bIns="0" rtlCol="0">
            <a:spAutoFit/>
          </a:bodyPr>
          <a:lstStyle/>
          <a:p>
            <a:pPr marL="12700" algn="just">
              <a:lnSpc>
                <a:spcPct val="100000"/>
              </a:lnSpc>
              <a:spcBef>
                <a:spcPts val="95"/>
              </a:spcBef>
            </a:pPr>
            <a:r>
              <a:rPr lang="es-PE" sz="3300" noProof="0" dirty="0">
                <a:latin typeface="Aptos" panose="020B0004020202020204" pitchFamily="34" charset="0"/>
                <a:cs typeface="Tahoma"/>
              </a:rPr>
              <a:t>Tal como se aprendió en Inteligencia Artificial, </a:t>
            </a:r>
            <a:r>
              <a:rPr lang="es-PE" sz="3300" b="1" noProof="0" dirty="0">
                <a:solidFill>
                  <a:srgbClr val="FF7D74"/>
                </a:solidFill>
                <a:latin typeface="Aptos" panose="020B0004020202020204" pitchFamily="34" charset="0"/>
                <a:cs typeface="Calibri"/>
              </a:rPr>
              <a:t>Aprendizaje Automático </a:t>
            </a:r>
            <a:r>
              <a:rPr lang="es-PE" sz="3300" noProof="0" dirty="0">
                <a:latin typeface="Aptos" panose="020B0004020202020204" pitchFamily="34" charset="0"/>
                <a:cs typeface="Tahoma"/>
              </a:rPr>
              <a:t>se entiende a:</a:t>
            </a:r>
          </a:p>
          <a:p>
            <a:pPr marL="12700" marR="5080" algn="just">
              <a:lnSpc>
                <a:spcPct val="100000"/>
              </a:lnSpc>
              <a:spcBef>
                <a:spcPts val="2890"/>
              </a:spcBef>
            </a:pPr>
            <a:r>
              <a:rPr lang="es-PE" sz="3300" noProof="0" dirty="0">
                <a:latin typeface="Aptos" panose="020B0004020202020204" pitchFamily="34" charset="0"/>
                <a:cs typeface="Tahoma"/>
              </a:rPr>
              <a:t>Una computadora observa algunos datos, construye un modelo basado en estos datos, y usa el modelo  como una hipótesis sobre el mundo y como una pieza de software que puede resolver problemas.</a:t>
            </a:r>
          </a:p>
          <a:p>
            <a:pPr marL="1080135" indent="-534670" algn="just">
              <a:lnSpc>
                <a:spcPct val="100000"/>
              </a:lnSpc>
              <a:spcBef>
                <a:spcPts val="2705"/>
              </a:spcBef>
              <a:buSzPct val="100000"/>
              <a:buFont typeface="Verdana"/>
              <a:buChar char="•"/>
              <a:tabLst>
                <a:tab pos="1080770" algn="l"/>
              </a:tabLst>
            </a:pPr>
            <a:r>
              <a:rPr lang="es-PE" sz="3300" noProof="0" dirty="0">
                <a:latin typeface="Aptos" panose="020B0004020202020204" pitchFamily="34" charset="0"/>
                <a:cs typeface="Tahoma"/>
              </a:rPr>
              <a:t>Recibe un conjunto de datos y aprende por sí mismo.</a:t>
            </a:r>
          </a:p>
          <a:p>
            <a:pPr marL="1080135" indent="-534670" algn="just">
              <a:lnSpc>
                <a:spcPct val="100000"/>
              </a:lnSpc>
              <a:spcBef>
                <a:spcPts val="2725"/>
              </a:spcBef>
              <a:buSzPct val="100000"/>
              <a:buFont typeface="Verdana"/>
              <a:buChar char="•"/>
              <a:tabLst>
                <a:tab pos="1080770" algn="l"/>
              </a:tabLst>
            </a:pPr>
            <a:r>
              <a:rPr lang="es-PE" sz="3300" noProof="0" dirty="0">
                <a:latin typeface="Aptos" panose="020B0004020202020204" pitchFamily="34" charset="0"/>
                <a:cs typeface="Tahoma"/>
              </a:rPr>
              <a:t>Reconoce patrones entre los datos y hace una predicción</a:t>
            </a:r>
          </a:p>
          <a:p>
            <a:pPr marL="1080135" indent="-534670" algn="just">
              <a:lnSpc>
                <a:spcPct val="100000"/>
              </a:lnSpc>
              <a:spcBef>
                <a:spcPts val="2710"/>
              </a:spcBef>
              <a:buSzPct val="100000"/>
              <a:buFont typeface="Verdana"/>
              <a:buChar char="•"/>
              <a:tabLst>
                <a:tab pos="1080770" algn="l"/>
              </a:tabLst>
            </a:pPr>
            <a:r>
              <a:rPr lang="es-PE" sz="3300" noProof="0" dirty="0">
                <a:latin typeface="Aptos" panose="020B0004020202020204" pitchFamily="34" charset="0"/>
                <a:cs typeface="Tahoma"/>
              </a:rPr>
              <a:t>No requiere que una persona programe instrucciones</a:t>
            </a:r>
          </a:p>
        </p:txBody>
      </p:sp>
      <p:sp>
        <p:nvSpPr>
          <p:cNvPr id="3" name="object 3"/>
          <p:cNvSpPr txBox="1">
            <a:spLocks noGrp="1"/>
          </p:cNvSpPr>
          <p:nvPr>
            <p:ph type="title"/>
          </p:nvPr>
        </p:nvSpPr>
        <p:spPr>
          <a:xfrm>
            <a:off x="1097213" y="1134071"/>
            <a:ext cx="14255115" cy="1282065"/>
          </a:xfrm>
          <a:prstGeom prst="rect">
            <a:avLst/>
          </a:prstGeom>
        </p:spPr>
        <p:txBody>
          <a:bodyPr vert="horz" wrap="square" lIns="0" tIns="12065" rIns="0" bIns="0" rtlCol="0">
            <a:spAutoFit/>
          </a:bodyPr>
          <a:lstStyle/>
          <a:p>
            <a:pPr marL="12700">
              <a:lnSpc>
                <a:spcPct val="100000"/>
              </a:lnSpc>
              <a:spcBef>
                <a:spcPts val="95"/>
              </a:spcBef>
            </a:pPr>
            <a:r>
              <a:rPr lang="es-PE" sz="8250" spc="-330" noProof="0" dirty="0">
                <a:latin typeface="Aptos" panose="020B0004020202020204" pitchFamily="34" charset="0"/>
              </a:rPr>
              <a:t>APREN</a:t>
            </a:r>
            <a:r>
              <a:rPr lang="es-PE" sz="8250" spc="-335" noProof="0" dirty="0">
                <a:latin typeface="Aptos" panose="020B0004020202020204" pitchFamily="34" charset="0"/>
              </a:rPr>
              <a:t>D</a:t>
            </a:r>
            <a:r>
              <a:rPr lang="es-PE" sz="8250" spc="-260" noProof="0" dirty="0">
                <a:latin typeface="Aptos" panose="020B0004020202020204" pitchFamily="34" charset="0"/>
              </a:rPr>
              <a:t>IZAJ</a:t>
            </a:r>
            <a:r>
              <a:rPr lang="es-PE" sz="8250" spc="-459" noProof="0" dirty="0">
                <a:latin typeface="Aptos" panose="020B0004020202020204" pitchFamily="34" charset="0"/>
              </a:rPr>
              <a:t>E</a:t>
            </a:r>
            <a:r>
              <a:rPr lang="es-PE" sz="8250" spc="-1320" noProof="0" dirty="0">
                <a:latin typeface="Aptos" panose="020B0004020202020204" pitchFamily="34" charset="0"/>
              </a:rPr>
              <a:t> </a:t>
            </a:r>
            <a:r>
              <a:rPr lang="es-PE" sz="8250" spc="-60" noProof="0" dirty="0">
                <a:latin typeface="Aptos" panose="020B0004020202020204" pitchFamily="34" charset="0"/>
              </a:rPr>
              <a:t>A</a:t>
            </a:r>
            <a:r>
              <a:rPr lang="es-PE" sz="8250" spc="-65" noProof="0" dirty="0">
                <a:latin typeface="Aptos" panose="020B0004020202020204" pitchFamily="34" charset="0"/>
              </a:rPr>
              <a:t>U</a:t>
            </a:r>
            <a:r>
              <a:rPr lang="es-PE" sz="8250" spc="-280" noProof="0" dirty="0">
                <a:latin typeface="Aptos" panose="020B0004020202020204" pitchFamily="34" charset="0"/>
              </a:rPr>
              <a:t>T</a:t>
            </a:r>
            <a:r>
              <a:rPr lang="es-PE" sz="8250" noProof="0" dirty="0">
                <a:latin typeface="Aptos" panose="020B0004020202020204" pitchFamily="34" charset="0"/>
              </a:rPr>
              <a:t>O</a:t>
            </a:r>
            <a:r>
              <a:rPr lang="es-PE" sz="8250" spc="80" noProof="0" dirty="0">
                <a:latin typeface="Aptos" panose="020B0004020202020204" pitchFamily="34" charset="0"/>
              </a:rPr>
              <a:t>MÁ</a:t>
            </a:r>
            <a:r>
              <a:rPr lang="es-PE" sz="8250" spc="-15" noProof="0" dirty="0">
                <a:latin typeface="Aptos" panose="020B0004020202020204" pitchFamily="34" charset="0"/>
              </a:rPr>
              <a:t>T</a:t>
            </a:r>
            <a:r>
              <a:rPr lang="es-PE" sz="8250" spc="-80" noProof="0" dirty="0">
                <a:latin typeface="Aptos" panose="020B0004020202020204" pitchFamily="34" charset="0"/>
              </a:rPr>
              <a:t>I</a:t>
            </a:r>
            <a:r>
              <a:rPr lang="es-PE" sz="8250" spc="320" noProof="0" dirty="0">
                <a:latin typeface="Aptos" panose="020B0004020202020204" pitchFamily="34" charset="0"/>
              </a:rPr>
              <a:t>C</a:t>
            </a:r>
            <a:r>
              <a:rPr lang="es-PE" sz="8250" spc="335" noProof="0" dirty="0">
                <a:latin typeface="Aptos" panose="020B0004020202020204" pitchFamily="34" charset="0"/>
              </a:rPr>
              <a:t>O</a:t>
            </a:r>
            <a:endParaRPr lang="es-PE" sz="8250" noProof="0" dirty="0">
              <a:latin typeface="Aptos" panose="020B0004020202020204" pitchFamily="34" charset="0"/>
            </a:endParaRPr>
          </a:p>
        </p:txBody>
      </p:sp>
      <p:pic>
        <p:nvPicPr>
          <p:cNvPr id="4" name="object 4"/>
          <p:cNvPicPr/>
          <p:nvPr/>
        </p:nvPicPr>
        <p:blipFill>
          <a:blip r:embed="rId2" cstate="print"/>
          <a:stretch>
            <a:fillRect/>
          </a:stretch>
        </p:blipFill>
        <p:spPr>
          <a:xfrm>
            <a:off x="13100050" y="5299072"/>
            <a:ext cx="6030354" cy="3685192"/>
          </a:xfrm>
          <a:prstGeom prst="rect">
            <a:avLst/>
          </a:prstGeom>
        </p:spPr>
      </p:pic>
      <p:pic>
        <p:nvPicPr>
          <p:cNvPr id="5" name="Picture 2" descr="Manual de Indentidad Visual Corporativa Marca UNCP - UNCP">
            <a:extLst>
              <a:ext uri="{FF2B5EF4-FFF2-40B4-BE49-F238E27FC236}">
                <a16:creationId xmlns:a16="http://schemas.microsoft.com/office/drawing/2014/main" id="{A21F3138-2458-A381-76AD-3C24A1F83B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6361" y="6400089"/>
            <a:ext cx="13391515" cy="1696720"/>
          </a:xfrm>
          <a:prstGeom prst="rect">
            <a:avLst/>
          </a:prstGeom>
        </p:spPr>
        <p:txBody>
          <a:bodyPr vert="horz" wrap="square" lIns="0" tIns="14604" rIns="0" bIns="0" rtlCol="0">
            <a:spAutoFit/>
          </a:bodyPr>
          <a:lstStyle/>
          <a:p>
            <a:pPr marL="12700">
              <a:lnSpc>
                <a:spcPct val="100000"/>
              </a:lnSpc>
              <a:spcBef>
                <a:spcPts val="114"/>
              </a:spcBef>
            </a:pPr>
            <a:r>
              <a:rPr lang="es-PE" sz="10950" i="1" spc="-310" noProof="0" dirty="0">
                <a:latin typeface="Aptos" panose="020B0004020202020204" pitchFamily="34" charset="0"/>
              </a:rPr>
              <a:t>¿CU</a:t>
            </a:r>
            <a:r>
              <a:rPr lang="es-PE" sz="10950" i="1" spc="-320" noProof="0" dirty="0">
                <a:latin typeface="Aptos" panose="020B0004020202020204" pitchFamily="34" charset="0"/>
              </a:rPr>
              <a:t>Á</a:t>
            </a:r>
            <a:r>
              <a:rPr lang="es-PE" sz="10950" i="1" spc="10" noProof="0" dirty="0">
                <a:latin typeface="Aptos" panose="020B0004020202020204" pitchFamily="34" charset="0"/>
              </a:rPr>
              <a:t>ND</a:t>
            </a:r>
            <a:r>
              <a:rPr lang="es-PE" sz="10950" i="1" spc="475" noProof="0" dirty="0">
                <a:latin typeface="Aptos" panose="020B0004020202020204" pitchFamily="34" charset="0"/>
              </a:rPr>
              <a:t>O</a:t>
            </a:r>
            <a:r>
              <a:rPr lang="es-PE" sz="10950" i="1" spc="-1764" noProof="0" dirty="0">
                <a:latin typeface="Aptos" panose="020B0004020202020204" pitchFamily="34" charset="0"/>
              </a:rPr>
              <a:t> </a:t>
            </a:r>
            <a:r>
              <a:rPr lang="es-PE" sz="10950" i="1" spc="-300" noProof="0" dirty="0">
                <a:latin typeface="Aptos" panose="020B0004020202020204" pitchFamily="34" charset="0"/>
              </a:rPr>
              <a:t>U</a:t>
            </a:r>
            <a:r>
              <a:rPr lang="es-PE" sz="10950" i="1" spc="-325" noProof="0" dirty="0">
                <a:latin typeface="Aptos" panose="020B0004020202020204" pitchFamily="34" charset="0"/>
              </a:rPr>
              <a:t>S</a:t>
            </a:r>
            <a:r>
              <a:rPr lang="es-PE" sz="10950" i="1" spc="-270" noProof="0" dirty="0">
                <a:latin typeface="Aptos" panose="020B0004020202020204" pitchFamily="34" charset="0"/>
              </a:rPr>
              <a:t>A</a:t>
            </a:r>
            <a:r>
              <a:rPr lang="es-PE" sz="10950" i="1" spc="-495" noProof="0" dirty="0">
                <a:latin typeface="Aptos" panose="020B0004020202020204" pitchFamily="34" charset="0"/>
              </a:rPr>
              <a:t>RL</a:t>
            </a:r>
            <a:r>
              <a:rPr lang="es-PE" sz="10950" i="1" spc="-520" noProof="0" dirty="0">
                <a:latin typeface="Aptos" panose="020B0004020202020204" pitchFamily="34" charset="0"/>
              </a:rPr>
              <a:t>O</a:t>
            </a:r>
            <a:r>
              <a:rPr lang="es-PE" sz="10950" i="1" spc="-595" noProof="0" dirty="0">
                <a:latin typeface="Aptos" panose="020B0004020202020204" pitchFamily="34" charset="0"/>
              </a:rPr>
              <a:t>?</a:t>
            </a:r>
            <a:endParaRPr lang="es-PE" sz="10950" noProof="0" dirty="0">
              <a:latin typeface="Aptos"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7367" y="2835275"/>
            <a:ext cx="18202484" cy="7329571"/>
          </a:xfrm>
          <a:prstGeom prst="rect">
            <a:avLst/>
          </a:prstGeom>
        </p:spPr>
        <p:txBody>
          <a:bodyPr vert="horz" wrap="square" lIns="0" tIns="12065" rIns="0" bIns="0" rtlCol="0">
            <a:spAutoFit/>
          </a:bodyPr>
          <a:lstStyle/>
          <a:p>
            <a:pPr marR="542290" algn="just">
              <a:spcBef>
                <a:spcPts val="95"/>
              </a:spcBef>
            </a:pPr>
            <a:r>
              <a:rPr lang="es-PE" sz="3200" noProof="0" dirty="0">
                <a:latin typeface="Aptos" panose="020B0004020202020204" pitchFamily="34" charset="0"/>
                <a:cs typeface="Tahoma"/>
              </a:rPr>
              <a:t>Aprendizaje automático no es una herramienta mágica que pueda resolver todos los problemas. Incluso para los problemas que Aprendizaje Automático puede resolver, las soluciones pueden no ser las  soluciones óptimas.</a:t>
            </a:r>
          </a:p>
          <a:p>
            <a:pPr indent="457200" algn="just">
              <a:spcBef>
                <a:spcPts val="2705"/>
              </a:spcBef>
            </a:pPr>
            <a:r>
              <a:rPr lang="es-PE" sz="3200" noProof="0" dirty="0">
                <a:latin typeface="Aptos" panose="020B0004020202020204" pitchFamily="34" charset="0"/>
                <a:cs typeface="Tahoma"/>
              </a:rPr>
              <a:t>Antes de iniciar un proyecto de Aprendizaje Automático, debemos ver si es necesario o rentable:</a:t>
            </a:r>
          </a:p>
          <a:p>
            <a:pPr marL="457200" marR="542290" lvl="2" indent="457200" algn="just">
              <a:spcBef>
                <a:spcPts val="95"/>
              </a:spcBef>
              <a:buFont typeface="Arial MT"/>
              <a:buChar char="•"/>
              <a:tabLst>
                <a:tab pos="483234" algn="l"/>
                <a:tab pos="484505" algn="l"/>
              </a:tabLst>
            </a:pPr>
            <a:endParaRPr lang="es-PE" sz="3200" dirty="0">
              <a:latin typeface="Aptos" panose="020B0004020202020204" pitchFamily="34" charset="0"/>
              <a:cs typeface="Tahoma"/>
            </a:endParaRPr>
          </a:p>
          <a:p>
            <a:pPr marL="457200" marR="542290" lvl="2" indent="457200" algn="just">
              <a:spcBef>
                <a:spcPts val="95"/>
              </a:spcBef>
              <a:buFont typeface="Arial MT"/>
              <a:buChar char="•"/>
              <a:tabLst>
                <a:tab pos="483234" algn="l"/>
                <a:tab pos="484505" algn="l"/>
              </a:tabLst>
            </a:pPr>
            <a:r>
              <a:rPr lang="es-PE" sz="3200" dirty="0">
                <a:latin typeface="Aptos" panose="020B0004020202020204" pitchFamily="34" charset="0"/>
                <a:cs typeface="Tahoma"/>
              </a:rPr>
              <a:t>Para que un sistema de ML aprenda, debe haber algo de qué aprender. Debemos tener una buena cantidad de Datos.</a:t>
            </a:r>
          </a:p>
          <a:p>
            <a:pPr marL="457200" marR="542290" lvl="2" algn="just">
              <a:spcBef>
                <a:spcPts val="95"/>
              </a:spcBef>
              <a:tabLst>
                <a:tab pos="483234" algn="l"/>
                <a:tab pos="484505" algn="l"/>
              </a:tabLst>
            </a:pPr>
            <a:endParaRPr lang="es-PE" sz="3200" dirty="0">
              <a:latin typeface="Aptos" panose="020B0004020202020204" pitchFamily="34" charset="0"/>
              <a:cs typeface="Tahoma"/>
            </a:endParaRPr>
          </a:p>
          <a:p>
            <a:pPr marL="457200" marR="542290" lvl="2" indent="457200" algn="just">
              <a:spcBef>
                <a:spcPts val="95"/>
              </a:spcBef>
              <a:buFont typeface="Arial MT"/>
              <a:buChar char="•"/>
              <a:tabLst>
                <a:tab pos="483234" algn="l"/>
                <a:tab pos="484505" algn="l"/>
              </a:tabLst>
            </a:pPr>
            <a:r>
              <a:rPr lang="es-PE" sz="3200" noProof="0" dirty="0">
                <a:latin typeface="Aptos" panose="020B0004020202020204" pitchFamily="34" charset="0"/>
                <a:cs typeface="Tahoma"/>
              </a:rPr>
              <a:t>L</a:t>
            </a:r>
            <a:r>
              <a:rPr lang="es-PE" sz="3200" dirty="0">
                <a:latin typeface="Aptos" panose="020B0004020202020204" pitchFamily="34" charset="0"/>
                <a:cs typeface="Tahoma"/>
              </a:rPr>
              <a:t>as soluciones de Aprendizaje Automático solo son útiles cuando hay patrones que aprender. Por ejemplo, no tiene sentido usar modelos para hacer un controlador PID.</a:t>
            </a:r>
          </a:p>
          <a:p>
            <a:pPr indent="457200" algn="just">
              <a:spcBef>
                <a:spcPts val="55"/>
              </a:spcBef>
            </a:pPr>
            <a:endParaRPr lang="es-PE" sz="3200" noProof="0" dirty="0">
              <a:latin typeface="Aptos" panose="020B0004020202020204" pitchFamily="34" charset="0"/>
              <a:cs typeface="Tahoma"/>
            </a:endParaRPr>
          </a:p>
          <a:p>
            <a:pPr marR="542290" algn="just">
              <a:spcBef>
                <a:spcPts val="95"/>
              </a:spcBef>
            </a:pPr>
            <a:r>
              <a:rPr lang="es-PE" sz="3200" dirty="0">
                <a:latin typeface="Aptos" panose="020B0004020202020204" pitchFamily="34" charset="0"/>
                <a:cs typeface="Tahoma"/>
              </a:rPr>
              <a:t>Es posible que no sea obvio si existe un patrón, o si existen patrones, el conjunto de datos o el algoritmo  podrían no ser suficientes para capturarlos. Por ejemplo, podría haber un patrón en cómo los tweets de  Elon Musk afectan los precios de las criptomonedas.</a:t>
            </a:r>
          </a:p>
        </p:txBody>
      </p:sp>
      <p:sp>
        <p:nvSpPr>
          <p:cNvPr id="3" name="object 3"/>
          <p:cNvSpPr txBox="1">
            <a:spLocks noGrp="1"/>
          </p:cNvSpPr>
          <p:nvPr>
            <p:ph type="title"/>
          </p:nvPr>
        </p:nvSpPr>
        <p:spPr>
          <a:xfrm>
            <a:off x="1097213" y="1126532"/>
            <a:ext cx="10072370" cy="1282065"/>
          </a:xfrm>
          <a:prstGeom prst="rect">
            <a:avLst/>
          </a:prstGeom>
        </p:spPr>
        <p:txBody>
          <a:bodyPr vert="horz" wrap="square" lIns="0" tIns="12065" rIns="0" bIns="0" rtlCol="0">
            <a:spAutoFit/>
          </a:bodyPr>
          <a:lstStyle/>
          <a:p>
            <a:pPr marL="12700" algn="just">
              <a:lnSpc>
                <a:spcPct val="100000"/>
              </a:lnSpc>
              <a:spcBef>
                <a:spcPts val="95"/>
              </a:spcBef>
            </a:pPr>
            <a:r>
              <a:rPr lang="es-PE" sz="8250" noProof="0" dirty="0">
                <a:latin typeface="Aptos" panose="020B0004020202020204" pitchFamily="34" charset="0"/>
              </a:rPr>
              <a:t>¿CUÁNDO USARLO?</a:t>
            </a:r>
          </a:p>
        </p:txBody>
      </p:sp>
      <p:pic>
        <p:nvPicPr>
          <p:cNvPr id="4" name="Picture 2" descr="Manual de Indentidad Visual Corporativa Marca UNCP - UNCP">
            <a:extLst>
              <a:ext uri="{FF2B5EF4-FFF2-40B4-BE49-F238E27FC236}">
                <a16:creationId xmlns:a16="http://schemas.microsoft.com/office/drawing/2014/main" id="{63D861DC-31E8-C753-31F3-BB57F94811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2960612"/>
            <a:ext cx="6161405" cy="465455"/>
          </a:xfrm>
          <a:prstGeom prst="rect">
            <a:avLst/>
          </a:prstGeom>
        </p:spPr>
        <p:txBody>
          <a:bodyPr vert="horz" wrap="square" lIns="0" tIns="17145" rIns="0" bIns="0" rtlCol="0">
            <a:spAutoFit/>
          </a:bodyPr>
          <a:lstStyle/>
          <a:p>
            <a:pPr marL="12700">
              <a:lnSpc>
                <a:spcPct val="100000"/>
              </a:lnSpc>
              <a:spcBef>
                <a:spcPts val="135"/>
              </a:spcBef>
            </a:pPr>
            <a:r>
              <a:rPr lang="es-PE" sz="2850" b="1" i="1" noProof="0" dirty="0">
                <a:latin typeface="Aptos" panose="020B0004020202020204" pitchFamily="34" charset="0"/>
                <a:cs typeface="Arial"/>
              </a:rPr>
              <a:t>VS. PROGRAMACIÓN TRADICIONAL</a:t>
            </a:r>
            <a:endParaRPr lang="es-PE" sz="2850" noProof="0" dirty="0">
              <a:latin typeface="Aptos" panose="020B0004020202020204" pitchFamily="34" charset="0"/>
              <a:cs typeface="Arial"/>
            </a:endParaRPr>
          </a:p>
        </p:txBody>
      </p:sp>
      <p:sp>
        <p:nvSpPr>
          <p:cNvPr id="3" name="object 3"/>
          <p:cNvSpPr txBox="1">
            <a:spLocks noGrp="1"/>
          </p:cNvSpPr>
          <p:nvPr>
            <p:ph type="title"/>
          </p:nvPr>
        </p:nvSpPr>
        <p:spPr>
          <a:xfrm>
            <a:off x="1097213" y="1134071"/>
            <a:ext cx="10072370" cy="1282065"/>
          </a:xfrm>
          <a:prstGeom prst="rect">
            <a:avLst/>
          </a:prstGeom>
        </p:spPr>
        <p:txBody>
          <a:bodyPr vert="horz" wrap="square" lIns="0" tIns="12065" rIns="0" bIns="0" rtlCol="0">
            <a:spAutoFit/>
          </a:bodyPr>
          <a:lstStyle/>
          <a:p>
            <a:pPr marL="12700">
              <a:lnSpc>
                <a:spcPct val="100000"/>
              </a:lnSpc>
              <a:spcBef>
                <a:spcPts val="95"/>
              </a:spcBef>
            </a:pPr>
            <a:r>
              <a:rPr lang="es-PE" sz="8250" noProof="0" dirty="0">
                <a:latin typeface="Aptos" panose="020B0004020202020204" pitchFamily="34" charset="0"/>
              </a:rPr>
              <a:t>¿CUÁNDO USARLO?</a:t>
            </a:r>
          </a:p>
        </p:txBody>
      </p:sp>
      <p:sp>
        <p:nvSpPr>
          <p:cNvPr id="4" name="object 4"/>
          <p:cNvSpPr/>
          <p:nvPr/>
        </p:nvSpPr>
        <p:spPr>
          <a:xfrm>
            <a:off x="5750835" y="4904972"/>
            <a:ext cx="2013585" cy="572770"/>
          </a:xfrm>
          <a:custGeom>
            <a:avLst/>
            <a:gdLst/>
            <a:ahLst/>
            <a:cxnLst/>
            <a:rect l="l" t="t" r="r" b="b"/>
            <a:pathLst>
              <a:path w="2013584" h="572770">
                <a:moveTo>
                  <a:pt x="1856367" y="0"/>
                </a:moveTo>
                <a:lnTo>
                  <a:pt x="157060" y="0"/>
                </a:lnTo>
                <a:lnTo>
                  <a:pt x="107417" y="8007"/>
                </a:lnTo>
                <a:lnTo>
                  <a:pt x="64302" y="30303"/>
                </a:lnTo>
                <a:lnTo>
                  <a:pt x="30303" y="64302"/>
                </a:lnTo>
                <a:lnTo>
                  <a:pt x="8007" y="107417"/>
                </a:lnTo>
                <a:lnTo>
                  <a:pt x="0" y="157061"/>
                </a:lnTo>
                <a:lnTo>
                  <a:pt x="0" y="415173"/>
                </a:lnTo>
                <a:lnTo>
                  <a:pt x="8007" y="464816"/>
                </a:lnTo>
                <a:lnTo>
                  <a:pt x="30303" y="507931"/>
                </a:lnTo>
                <a:lnTo>
                  <a:pt x="64302" y="541930"/>
                </a:lnTo>
                <a:lnTo>
                  <a:pt x="107417" y="564226"/>
                </a:lnTo>
                <a:lnTo>
                  <a:pt x="157060" y="572233"/>
                </a:lnTo>
                <a:lnTo>
                  <a:pt x="1856367" y="572233"/>
                </a:lnTo>
                <a:lnTo>
                  <a:pt x="1906010" y="564226"/>
                </a:lnTo>
                <a:lnTo>
                  <a:pt x="1949125" y="541930"/>
                </a:lnTo>
                <a:lnTo>
                  <a:pt x="1983124" y="507931"/>
                </a:lnTo>
                <a:lnTo>
                  <a:pt x="2005420" y="464816"/>
                </a:lnTo>
                <a:lnTo>
                  <a:pt x="2013427" y="415173"/>
                </a:lnTo>
                <a:lnTo>
                  <a:pt x="2013427" y="157061"/>
                </a:lnTo>
                <a:lnTo>
                  <a:pt x="2005420" y="107417"/>
                </a:lnTo>
                <a:lnTo>
                  <a:pt x="1983124" y="64302"/>
                </a:lnTo>
                <a:lnTo>
                  <a:pt x="1949125" y="30303"/>
                </a:lnTo>
                <a:lnTo>
                  <a:pt x="1906010" y="8007"/>
                </a:lnTo>
                <a:lnTo>
                  <a:pt x="1856367" y="0"/>
                </a:lnTo>
                <a:close/>
              </a:path>
            </a:pathLst>
          </a:custGeom>
          <a:solidFill>
            <a:srgbClr val="9BC4FF"/>
          </a:solidFill>
        </p:spPr>
        <p:txBody>
          <a:bodyPr wrap="square" lIns="0" tIns="0" rIns="0" bIns="0" rtlCol="0"/>
          <a:lstStyle/>
          <a:p>
            <a:endParaRPr lang="es-PE" noProof="0" dirty="0">
              <a:latin typeface="Aptos" panose="020B0004020202020204" pitchFamily="34" charset="0"/>
            </a:endParaRPr>
          </a:p>
        </p:txBody>
      </p:sp>
      <p:sp>
        <p:nvSpPr>
          <p:cNvPr id="5" name="object 5"/>
          <p:cNvSpPr txBox="1"/>
          <p:nvPr/>
        </p:nvSpPr>
        <p:spPr>
          <a:xfrm>
            <a:off x="6437659" y="5039292"/>
            <a:ext cx="645160" cy="302260"/>
          </a:xfrm>
          <a:prstGeom prst="rect">
            <a:avLst/>
          </a:prstGeom>
        </p:spPr>
        <p:txBody>
          <a:bodyPr vert="horz" wrap="square" lIns="0" tIns="13970" rIns="0" bIns="0" rtlCol="0">
            <a:spAutoFit/>
          </a:bodyPr>
          <a:lstStyle/>
          <a:p>
            <a:pPr marL="12700">
              <a:lnSpc>
                <a:spcPct val="100000"/>
              </a:lnSpc>
              <a:spcBef>
                <a:spcPts val="110"/>
              </a:spcBef>
            </a:pPr>
            <a:r>
              <a:rPr lang="es-PE" sz="1800" b="1" i="1" spc="-20" noProof="0" dirty="0">
                <a:solidFill>
                  <a:srgbClr val="404040"/>
                </a:solidFill>
                <a:latin typeface="Aptos" panose="020B0004020202020204" pitchFamily="34" charset="0"/>
                <a:cs typeface="Arial"/>
              </a:rPr>
              <a:t>D</a:t>
            </a:r>
            <a:r>
              <a:rPr lang="es-PE" sz="1800" b="1" i="1" spc="-25" noProof="0" dirty="0">
                <a:solidFill>
                  <a:srgbClr val="404040"/>
                </a:solidFill>
                <a:latin typeface="Aptos" panose="020B0004020202020204" pitchFamily="34" charset="0"/>
                <a:cs typeface="Arial"/>
              </a:rPr>
              <a:t>a</a:t>
            </a:r>
            <a:r>
              <a:rPr lang="es-PE" sz="1800" b="1" i="1" spc="30" noProof="0" dirty="0">
                <a:solidFill>
                  <a:srgbClr val="404040"/>
                </a:solidFill>
                <a:latin typeface="Aptos" panose="020B0004020202020204" pitchFamily="34" charset="0"/>
                <a:cs typeface="Arial"/>
              </a:rPr>
              <a:t>t</a:t>
            </a:r>
            <a:r>
              <a:rPr lang="es-PE" sz="1800" b="1" i="1" spc="-40" noProof="0" dirty="0">
                <a:solidFill>
                  <a:srgbClr val="404040"/>
                </a:solidFill>
                <a:latin typeface="Aptos" panose="020B0004020202020204" pitchFamily="34" charset="0"/>
                <a:cs typeface="Arial"/>
              </a:rPr>
              <a:t>o</a:t>
            </a:r>
            <a:r>
              <a:rPr lang="es-PE" sz="1800" b="1" i="1" spc="-95" noProof="0" dirty="0">
                <a:solidFill>
                  <a:srgbClr val="404040"/>
                </a:solidFill>
                <a:latin typeface="Aptos" panose="020B0004020202020204" pitchFamily="34" charset="0"/>
                <a:cs typeface="Arial"/>
              </a:rPr>
              <a:t>s</a:t>
            </a:r>
            <a:endParaRPr lang="es-PE" sz="1800" noProof="0" dirty="0">
              <a:latin typeface="Aptos" panose="020B0004020202020204" pitchFamily="34" charset="0"/>
              <a:cs typeface="Arial"/>
            </a:endParaRPr>
          </a:p>
        </p:txBody>
      </p:sp>
      <p:sp>
        <p:nvSpPr>
          <p:cNvPr id="6" name="object 6"/>
          <p:cNvSpPr/>
          <p:nvPr/>
        </p:nvSpPr>
        <p:spPr>
          <a:xfrm>
            <a:off x="5750835" y="5973715"/>
            <a:ext cx="2013585" cy="572770"/>
          </a:xfrm>
          <a:custGeom>
            <a:avLst/>
            <a:gdLst/>
            <a:ahLst/>
            <a:cxnLst/>
            <a:rect l="l" t="t" r="r" b="b"/>
            <a:pathLst>
              <a:path w="2013584" h="572770">
                <a:moveTo>
                  <a:pt x="1856367" y="0"/>
                </a:moveTo>
                <a:lnTo>
                  <a:pt x="157060" y="0"/>
                </a:lnTo>
                <a:lnTo>
                  <a:pt x="107417" y="8007"/>
                </a:lnTo>
                <a:lnTo>
                  <a:pt x="64302" y="30303"/>
                </a:lnTo>
                <a:lnTo>
                  <a:pt x="30303" y="64303"/>
                </a:lnTo>
                <a:lnTo>
                  <a:pt x="8007" y="107417"/>
                </a:lnTo>
                <a:lnTo>
                  <a:pt x="0" y="157061"/>
                </a:lnTo>
                <a:lnTo>
                  <a:pt x="0" y="415174"/>
                </a:lnTo>
                <a:lnTo>
                  <a:pt x="8007" y="464817"/>
                </a:lnTo>
                <a:lnTo>
                  <a:pt x="30303" y="507932"/>
                </a:lnTo>
                <a:lnTo>
                  <a:pt x="64302" y="541931"/>
                </a:lnTo>
                <a:lnTo>
                  <a:pt x="107417" y="564227"/>
                </a:lnTo>
                <a:lnTo>
                  <a:pt x="157060" y="572234"/>
                </a:lnTo>
                <a:lnTo>
                  <a:pt x="1856367" y="572234"/>
                </a:lnTo>
                <a:lnTo>
                  <a:pt x="1906010" y="564227"/>
                </a:lnTo>
                <a:lnTo>
                  <a:pt x="1949125" y="541931"/>
                </a:lnTo>
                <a:lnTo>
                  <a:pt x="1983124" y="507932"/>
                </a:lnTo>
                <a:lnTo>
                  <a:pt x="2005420" y="464817"/>
                </a:lnTo>
                <a:lnTo>
                  <a:pt x="2013427" y="415174"/>
                </a:lnTo>
                <a:lnTo>
                  <a:pt x="2013427" y="157061"/>
                </a:lnTo>
                <a:lnTo>
                  <a:pt x="2005420" y="107417"/>
                </a:lnTo>
                <a:lnTo>
                  <a:pt x="1983124" y="64303"/>
                </a:lnTo>
                <a:lnTo>
                  <a:pt x="1949125" y="30303"/>
                </a:lnTo>
                <a:lnTo>
                  <a:pt x="1906010" y="8007"/>
                </a:lnTo>
                <a:lnTo>
                  <a:pt x="1856367" y="0"/>
                </a:lnTo>
                <a:close/>
              </a:path>
            </a:pathLst>
          </a:custGeom>
          <a:solidFill>
            <a:srgbClr val="9BC4FF"/>
          </a:solidFill>
        </p:spPr>
        <p:txBody>
          <a:bodyPr wrap="square" lIns="0" tIns="0" rIns="0" bIns="0" rtlCol="0"/>
          <a:lstStyle/>
          <a:p>
            <a:endParaRPr lang="es-PE" noProof="0" dirty="0">
              <a:latin typeface="Aptos" panose="020B0004020202020204" pitchFamily="34" charset="0"/>
            </a:endParaRPr>
          </a:p>
        </p:txBody>
      </p:sp>
      <p:sp>
        <p:nvSpPr>
          <p:cNvPr id="7" name="object 7"/>
          <p:cNvSpPr txBox="1"/>
          <p:nvPr/>
        </p:nvSpPr>
        <p:spPr>
          <a:xfrm>
            <a:off x="6271800" y="6109835"/>
            <a:ext cx="976630" cy="302260"/>
          </a:xfrm>
          <a:prstGeom prst="rect">
            <a:avLst/>
          </a:prstGeom>
        </p:spPr>
        <p:txBody>
          <a:bodyPr vert="horz" wrap="square" lIns="0" tIns="13970" rIns="0" bIns="0" rtlCol="0">
            <a:spAutoFit/>
          </a:bodyPr>
          <a:lstStyle/>
          <a:p>
            <a:pPr marL="12700">
              <a:lnSpc>
                <a:spcPct val="100000"/>
              </a:lnSpc>
              <a:spcBef>
                <a:spcPts val="110"/>
              </a:spcBef>
            </a:pPr>
            <a:r>
              <a:rPr lang="es-PE" sz="1800" b="1" i="1" spc="-65" noProof="0" dirty="0">
                <a:solidFill>
                  <a:srgbClr val="404040"/>
                </a:solidFill>
                <a:latin typeface="Aptos" panose="020B0004020202020204" pitchFamily="34" charset="0"/>
                <a:cs typeface="Arial"/>
              </a:rPr>
              <a:t>Pa</a:t>
            </a:r>
            <a:r>
              <a:rPr lang="es-PE" sz="1800" b="1" i="1" spc="15" noProof="0" dirty="0">
                <a:solidFill>
                  <a:srgbClr val="404040"/>
                </a:solidFill>
                <a:latin typeface="Aptos" panose="020B0004020202020204" pitchFamily="34" charset="0"/>
                <a:cs typeface="Arial"/>
              </a:rPr>
              <a:t>tr</a:t>
            </a:r>
            <a:r>
              <a:rPr lang="es-PE" sz="1800" b="1" i="1" spc="-40" noProof="0" dirty="0">
                <a:solidFill>
                  <a:srgbClr val="404040"/>
                </a:solidFill>
                <a:latin typeface="Aptos" panose="020B0004020202020204" pitchFamily="34" charset="0"/>
                <a:cs typeface="Arial"/>
              </a:rPr>
              <a:t>o</a:t>
            </a:r>
            <a:r>
              <a:rPr lang="es-PE" sz="1800" b="1" i="1" spc="-30" noProof="0" dirty="0">
                <a:solidFill>
                  <a:srgbClr val="404040"/>
                </a:solidFill>
                <a:latin typeface="Aptos" panose="020B0004020202020204" pitchFamily="34" charset="0"/>
                <a:cs typeface="Arial"/>
              </a:rPr>
              <a:t>n</a:t>
            </a:r>
            <a:r>
              <a:rPr lang="es-PE" sz="1800" b="1" i="1" spc="10" noProof="0" dirty="0">
                <a:solidFill>
                  <a:srgbClr val="404040"/>
                </a:solidFill>
                <a:latin typeface="Aptos" panose="020B0004020202020204" pitchFamily="34" charset="0"/>
                <a:cs typeface="Arial"/>
              </a:rPr>
              <a:t>e</a:t>
            </a:r>
            <a:r>
              <a:rPr lang="es-PE" sz="1800" b="1" i="1" spc="-95" noProof="0" dirty="0">
                <a:solidFill>
                  <a:srgbClr val="404040"/>
                </a:solidFill>
                <a:latin typeface="Aptos" panose="020B0004020202020204" pitchFamily="34" charset="0"/>
                <a:cs typeface="Arial"/>
              </a:rPr>
              <a:t>s</a:t>
            </a:r>
            <a:endParaRPr lang="es-PE" sz="1800" noProof="0" dirty="0">
              <a:latin typeface="Aptos" panose="020B0004020202020204" pitchFamily="34" charset="0"/>
              <a:cs typeface="Arial"/>
            </a:endParaRPr>
          </a:p>
        </p:txBody>
      </p:sp>
      <p:grpSp>
        <p:nvGrpSpPr>
          <p:cNvPr id="8" name="object 8"/>
          <p:cNvGrpSpPr/>
          <p:nvPr/>
        </p:nvGrpSpPr>
        <p:grpSpPr>
          <a:xfrm>
            <a:off x="9883102" y="4650744"/>
            <a:ext cx="6282055" cy="2149475"/>
            <a:chOff x="9883102" y="4650744"/>
            <a:chExt cx="6282055" cy="2149475"/>
          </a:xfrm>
        </p:grpSpPr>
        <p:pic>
          <p:nvPicPr>
            <p:cNvPr id="9" name="object 9"/>
            <p:cNvPicPr/>
            <p:nvPr/>
          </p:nvPicPr>
          <p:blipFill>
            <a:blip r:embed="rId2" cstate="print"/>
            <a:stretch>
              <a:fillRect/>
            </a:stretch>
          </p:blipFill>
          <p:spPr>
            <a:xfrm>
              <a:off x="9883102" y="4650744"/>
              <a:ext cx="2149431" cy="2149434"/>
            </a:xfrm>
            <a:prstGeom prst="rect">
              <a:avLst/>
            </a:prstGeom>
          </p:spPr>
        </p:pic>
        <p:sp>
          <p:nvSpPr>
            <p:cNvPr id="10" name="object 10"/>
            <p:cNvSpPr/>
            <p:nvPr/>
          </p:nvSpPr>
          <p:spPr>
            <a:xfrm>
              <a:off x="14151369" y="5439343"/>
              <a:ext cx="2013585" cy="572770"/>
            </a:xfrm>
            <a:custGeom>
              <a:avLst/>
              <a:gdLst/>
              <a:ahLst/>
              <a:cxnLst/>
              <a:rect l="l" t="t" r="r" b="b"/>
              <a:pathLst>
                <a:path w="2013584" h="572770">
                  <a:moveTo>
                    <a:pt x="1856372" y="0"/>
                  </a:moveTo>
                  <a:lnTo>
                    <a:pt x="157063" y="0"/>
                  </a:lnTo>
                  <a:lnTo>
                    <a:pt x="107420" y="8007"/>
                  </a:lnTo>
                  <a:lnTo>
                    <a:pt x="64304" y="30303"/>
                  </a:lnTo>
                  <a:lnTo>
                    <a:pt x="30304" y="64303"/>
                  </a:lnTo>
                  <a:lnTo>
                    <a:pt x="8007" y="107417"/>
                  </a:lnTo>
                  <a:lnTo>
                    <a:pt x="0" y="157061"/>
                  </a:lnTo>
                  <a:lnTo>
                    <a:pt x="0" y="415174"/>
                  </a:lnTo>
                  <a:lnTo>
                    <a:pt x="8007" y="464817"/>
                  </a:lnTo>
                  <a:lnTo>
                    <a:pt x="30304" y="507932"/>
                  </a:lnTo>
                  <a:lnTo>
                    <a:pt x="64304" y="541931"/>
                  </a:lnTo>
                  <a:lnTo>
                    <a:pt x="107420" y="564227"/>
                  </a:lnTo>
                  <a:lnTo>
                    <a:pt x="157063" y="572234"/>
                  </a:lnTo>
                  <a:lnTo>
                    <a:pt x="1856372" y="572234"/>
                  </a:lnTo>
                  <a:lnTo>
                    <a:pt x="1906015" y="564227"/>
                  </a:lnTo>
                  <a:lnTo>
                    <a:pt x="1949131" y="541931"/>
                  </a:lnTo>
                  <a:lnTo>
                    <a:pt x="1983131" y="507932"/>
                  </a:lnTo>
                  <a:lnTo>
                    <a:pt x="2005428" y="464817"/>
                  </a:lnTo>
                  <a:lnTo>
                    <a:pt x="2013436" y="415174"/>
                  </a:lnTo>
                  <a:lnTo>
                    <a:pt x="2013436" y="157061"/>
                  </a:lnTo>
                  <a:lnTo>
                    <a:pt x="2005428" y="107417"/>
                  </a:lnTo>
                  <a:lnTo>
                    <a:pt x="1983131" y="64303"/>
                  </a:lnTo>
                  <a:lnTo>
                    <a:pt x="1949131" y="30303"/>
                  </a:lnTo>
                  <a:lnTo>
                    <a:pt x="1906015" y="8007"/>
                  </a:lnTo>
                  <a:lnTo>
                    <a:pt x="1856372" y="0"/>
                  </a:lnTo>
                  <a:close/>
                </a:path>
              </a:pathLst>
            </a:custGeom>
            <a:solidFill>
              <a:srgbClr val="FFFC66"/>
            </a:solidFill>
          </p:spPr>
          <p:txBody>
            <a:bodyPr wrap="square" lIns="0" tIns="0" rIns="0" bIns="0" rtlCol="0"/>
            <a:lstStyle/>
            <a:p>
              <a:endParaRPr lang="es-PE" noProof="0" dirty="0">
                <a:latin typeface="Aptos" panose="020B0004020202020204" pitchFamily="34" charset="0"/>
              </a:endParaRPr>
            </a:p>
          </p:txBody>
        </p:sp>
      </p:grpSp>
      <p:sp>
        <p:nvSpPr>
          <p:cNvPr id="11" name="object 11"/>
          <p:cNvSpPr txBox="1"/>
          <p:nvPr/>
        </p:nvSpPr>
        <p:spPr>
          <a:xfrm>
            <a:off x="14762965" y="5574564"/>
            <a:ext cx="795020" cy="302260"/>
          </a:xfrm>
          <a:prstGeom prst="rect">
            <a:avLst/>
          </a:prstGeom>
        </p:spPr>
        <p:txBody>
          <a:bodyPr vert="horz" wrap="square" lIns="0" tIns="13970" rIns="0" bIns="0" rtlCol="0">
            <a:spAutoFit/>
          </a:bodyPr>
          <a:lstStyle/>
          <a:p>
            <a:pPr marL="12700">
              <a:lnSpc>
                <a:spcPct val="100000"/>
              </a:lnSpc>
              <a:spcBef>
                <a:spcPts val="110"/>
              </a:spcBef>
            </a:pPr>
            <a:r>
              <a:rPr lang="es-PE" sz="1800" b="1" i="1" spc="-50" noProof="0" dirty="0">
                <a:solidFill>
                  <a:srgbClr val="404040"/>
                </a:solidFill>
                <a:latin typeface="Aptos" panose="020B0004020202020204" pitchFamily="34" charset="0"/>
                <a:cs typeface="Arial"/>
              </a:rPr>
              <a:t>Sa</a:t>
            </a:r>
            <a:r>
              <a:rPr lang="es-PE" sz="1800" b="1" i="1" spc="-35" noProof="0" dirty="0">
                <a:solidFill>
                  <a:srgbClr val="404040"/>
                </a:solidFill>
                <a:latin typeface="Aptos" panose="020B0004020202020204" pitchFamily="34" charset="0"/>
                <a:cs typeface="Arial"/>
              </a:rPr>
              <a:t>l</a:t>
            </a:r>
            <a:r>
              <a:rPr lang="es-PE" sz="1800" b="1" i="1" spc="-40" noProof="0" dirty="0">
                <a:solidFill>
                  <a:srgbClr val="404040"/>
                </a:solidFill>
                <a:latin typeface="Aptos" panose="020B0004020202020204" pitchFamily="34" charset="0"/>
                <a:cs typeface="Arial"/>
              </a:rPr>
              <a:t>i</a:t>
            </a:r>
            <a:r>
              <a:rPr lang="es-PE" sz="1800" b="1" i="1" noProof="0" dirty="0">
                <a:solidFill>
                  <a:srgbClr val="404040"/>
                </a:solidFill>
                <a:latin typeface="Aptos" panose="020B0004020202020204" pitchFamily="34" charset="0"/>
                <a:cs typeface="Arial"/>
              </a:rPr>
              <a:t>d</a:t>
            </a:r>
            <a:r>
              <a:rPr lang="es-PE" sz="1800" b="1" i="1" spc="-10" noProof="0" dirty="0">
                <a:solidFill>
                  <a:srgbClr val="404040"/>
                </a:solidFill>
                <a:latin typeface="Aptos" panose="020B0004020202020204" pitchFamily="34" charset="0"/>
                <a:cs typeface="Arial"/>
              </a:rPr>
              <a:t>a</a:t>
            </a:r>
            <a:r>
              <a:rPr lang="es-PE" sz="1800" b="1" i="1" spc="-95" noProof="0" dirty="0">
                <a:solidFill>
                  <a:srgbClr val="404040"/>
                </a:solidFill>
                <a:latin typeface="Aptos" panose="020B0004020202020204" pitchFamily="34" charset="0"/>
                <a:cs typeface="Arial"/>
              </a:rPr>
              <a:t>s</a:t>
            </a:r>
            <a:endParaRPr lang="es-PE" sz="1800" noProof="0" dirty="0">
              <a:latin typeface="Aptos" panose="020B0004020202020204" pitchFamily="34" charset="0"/>
              <a:cs typeface="Arial"/>
            </a:endParaRPr>
          </a:p>
        </p:txBody>
      </p:sp>
      <p:grpSp>
        <p:nvGrpSpPr>
          <p:cNvPr id="12" name="object 12"/>
          <p:cNvGrpSpPr/>
          <p:nvPr/>
        </p:nvGrpSpPr>
        <p:grpSpPr>
          <a:xfrm>
            <a:off x="5750835" y="5130172"/>
            <a:ext cx="8316595" cy="3844290"/>
            <a:chOff x="5750835" y="5130172"/>
            <a:chExt cx="8316595" cy="3844290"/>
          </a:xfrm>
        </p:grpSpPr>
        <p:sp>
          <p:nvSpPr>
            <p:cNvPr id="13" name="object 13"/>
            <p:cNvSpPr/>
            <p:nvPr/>
          </p:nvSpPr>
          <p:spPr>
            <a:xfrm>
              <a:off x="7805052" y="5130183"/>
              <a:ext cx="6262370" cy="1177925"/>
            </a:xfrm>
            <a:custGeom>
              <a:avLst/>
              <a:gdLst/>
              <a:ahLst/>
              <a:cxnLst/>
              <a:rect l="l" t="t" r="r" b="b"/>
              <a:pathLst>
                <a:path w="6262369" h="1177925">
                  <a:moveTo>
                    <a:pt x="1141577" y="1072807"/>
                  </a:moveTo>
                  <a:lnTo>
                    <a:pt x="76657" y="1072807"/>
                  </a:lnTo>
                  <a:lnTo>
                    <a:pt x="38582" y="1072896"/>
                  </a:lnTo>
                  <a:lnTo>
                    <a:pt x="38849" y="1177594"/>
                  </a:lnTo>
                  <a:lnTo>
                    <a:pt x="77914" y="1177505"/>
                  </a:lnTo>
                  <a:lnTo>
                    <a:pt x="118783" y="1176883"/>
                  </a:lnTo>
                  <a:lnTo>
                    <a:pt x="161124" y="1175753"/>
                  </a:lnTo>
                  <a:lnTo>
                    <a:pt x="204914" y="1174102"/>
                  </a:lnTo>
                  <a:lnTo>
                    <a:pt x="296913" y="1169263"/>
                  </a:lnTo>
                  <a:lnTo>
                    <a:pt x="394804" y="1162367"/>
                  </a:lnTo>
                  <a:lnTo>
                    <a:pt x="498614" y="1153426"/>
                  </a:lnTo>
                  <a:lnTo>
                    <a:pt x="665441" y="1136167"/>
                  </a:lnTo>
                  <a:lnTo>
                    <a:pt x="845642" y="1114310"/>
                  </a:lnTo>
                  <a:lnTo>
                    <a:pt x="1106805" y="1078014"/>
                  </a:lnTo>
                  <a:lnTo>
                    <a:pt x="1141577" y="1072807"/>
                  </a:lnTo>
                  <a:close/>
                </a:path>
                <a:path w="6262369" h="1177925">
                  <a:moveTo>
                    <a:pt x="1265326" y="1053807"/>
                  </a:moveTo>
                  <a:lnTo>
                    <a:pt x="437057" y="1053820"/>
                  </a:lnTo>
                  <a:lnTo>
                    <a:pt x="386842" y="1057960"/>
                  </a:lnTo>
                  <a:lnTo>
                    <a:pt x="386537" y="1057986"/>
                  </a:lnTo>
                  <a:lnTo>
                    <a:pt x="337985" y="1061605"/>
                  </a:lnTo>
                  <a:lnTo>
                    <a:pt x="290690" y="1064742"/>
                  </a:lnTo>
                  <a:lnTo>
                    <a:pt x="244932" y="1067358"/>
                  </a:lnTo>
                  <a:lnTo>
                    <a:pt x="244703" y="1067371"/>
                  </a:lnTo>
                  <a:lnTo>
                    <a:pt x="200710" y="1069479"/>
                  </a:lnTo>
                  <a:lnTo>
                    <a:pt x="200406" y="1069492"/>
                  </a:lnTo>
                  <a:lnTo>
                    <a:pt x="158038" y="1071092"/>
                  </a:lnTo>
                  <a:lnTo>
                    <a:pt x="157467" y="1071105"/>
                  </a:lnTo>
                  <a:lnTo>
                    <a:pt x="116903" y="1072197"/>
                  </a:lnTo>
                  <a:lnTo>
                    <a:pt x="116293" y="1072210"/>
                  </a:lnTo>
                  <a:lnTo>
                    <a:pt x="77038" y="1072794"/>
                  </a:lnTo>
                  <a:lnTo>
                    <a:pt x="1141628" y="1072794"/>
                  </a:lnTo>
                  <a:lnTo>
                    <a:pt x="1145540" y="1072210"/>
                  </a:lnTo>
                  <a:lnTo>
                    <a:pt x="1152867" y="1071105"/>
                  </a:lnTo>
                  <a:lnTo>
                    <a:pt x="1194841" y="1064742"/>
                  </a:lnTo>
                  <a:lnTo>
                    <a:pt x="1215186" y="1061605"/>
                  </a:lnTo>
                  <a:lnTo>
                    <a:pt x="1238834" y="1057960"/>
                  </a:lnTo>
                  <a:lnTo>
                    <a:pt x="1265326" y="1053807"/>
                  </a:lnTo>
                  <a:close/>
                </a:path>
                <a:path w="6262369" h="1177925">
                  <a:moveTo>
                    <a:pt x="1327391" y="1043978"/>
                  </a:moveTo>
                  <a:lnTo>
                    <a:pt x="542366" y="1043990"/>
                  </a:lnTo>
                  <a:lnTo>
                    <a:pt x="489102" y="1049147"/>
                  </a:lnTo>
                  <a:lnTo>
                    <a:pt x="488848" y="1049172"/>
                  </a:lnTo>
                  <a:lnTo>
                    <a:pt x="437184" y="1053807"/>
                  </a:lnTo>
                  <a:lnTo>
                    <a:pt x="1265326" y="1053807"/>
                  </a:lnTo>
                  <a:lnTo>
                    <a:pt x="1294841" y="1049147"/>
                  </a:lnTo>
                  <a:lnTo>
                    <a:pt x="1327391" y="1043978"/>
                  </a:lnTo>
                  <a:close/>
                </a:path>
                <a:path w="6262369" h="1177925">
                  <a:moveTo>
                    <a:pt x="1484579" y="1018171"/>
                  </a:moveTo>
                  <a:lnTo>
                    <a:pt x="771309" y="1018184"/>
                  </a:lnTo>
                  <a:lnTo>
                    <a:pt x="711847" y="1025398"/>
                  </a:lnTo>
                  <a:lnTo>
                    <a:pt x="653872" y="1032103"/>
                  </a:lnTo>
                  <a:lnTo>
                    <a:pt x="597471" y="1038288"/>
                  </a:lnTo>
                  <a:lnTo>
                    <a:pt x="597128" y="1038326"/>
                  </a:lnTo>
                  <a:lnTo>
                    <a:pt x="542467" y="1043978"/>
                  </a:lnTo>
                  <a:lnTo>
                    <a:pt x="1327391" y="1043978"/>
                  </a:lnTo>
                  <a:lnTo>
                    <a:pt x="1362544" y="1038288"/>
                  </a:lnTo>
                  <a:lnTo>
                    <a:pt x="1400670" y="1032103"/>
                  </a:lnTo>
                  <a:lnTo>
                    <a:pt x="1441259" y="1025398"/>
                  </a:lnTo>
                  <a:lnTo>
                    <a:pt x="1484579" y="1018171"/>
                  </a:lnTo>
                  <a:close/>
                </a:path>
                <a:path w="6262369" h="1177925">
                  <a:moveTo>
                    <a:pt x="2024100" y="868667"/>
                  </a:moveTo>
                  <a:lnTo>
                    <a:pt x="2008936" y="864273"/>
                  </a:lnTo>
                  <a:lnTo>
                    <a:pt x="1686839" y="770699"/>
                  </a:lnTo>
                  <a:lnTo>
                    <a:pt x="1705673" y="873633"/>
                  </a:lnTo>
                  <a:lnTo>
                    <a:pt x="1682699" y="877798"/>
                  </a:lnTo>
                  <a:lnTo>
                    <a:pt x="1682394" y="877849"/>
                  </a:lnTo>
                  <a:lnTo>
                    <a:pt x="1525854" y="905027"/>
                  </a:lnTo>
                  <a:lnTo>
                    <a:pt x="1711413" y="905027"/>
                  </a:lnTo>
                  <a:lnTo>
                    <a:pt x="1525803" y="905040"/>
                  </a:lnTo>
                  <a:lnTo>
                    <a:pt x="1449692" y="917867"/>
                  </a:lnTo>
                  <a:lnTo>
                    <a:pt x="1449527" y="917892"/>
                  </a:lnTo>
                  <a:lnTo>
                    <a:pt x="1375079" y="930198"/>
                  </a:lnTo>
                  <a:lnTo>
                    <a:pt x="1374927" y="930224"/>
                  </a:lnTo>
                  <a:lnTo>
                    <a:pt x="1301965" y="942022"/>
                  </a:lnTo>
                  <a:lnTo>
                    <a:pt x="1718183" y="942022"/>
                  </a:lnTo>
                  <a:lnTo>
                    <a:pt x="1301889" y="942035"/>
                  </a:lnTo>
                  <a:lnTo>
                    <a:pt x="1230299" y="953338"/>
                  </a:lnTo>
                  <a:lnTo>
                    <a:pt x="1160183" y="964133"/>
                  </a:lnTo>
                  <a:lnTo>
                    <a:pt x="1091590" y="974420"/>
                  </a:lnTo>
                  <a:lnTo>
                    <a:pt x="1091412" y="974445"/>
                  </a:lnTo>
                  <a:lnTo>
                    <a:pt x="1024509" y="984199"/>
                  </a:lnTo>
                  <a:lnTo>
                    <a:pt x="958951" y="993457"/>
                  </a:lnTo>
                  <a:lnTo>
                    <a:pt x="894918" y="1002207"/>
                  </a:lnTo>
                  <a:lnTo>
                    <a:pt x="894651" y="1002245"/>
                  </a:lnTo>
                  <a:lnTo>
                    <a:pt x="832358" y="1010450"/>
                  </a:lnTo>
                  <a:lnTo>
                    <a:pt x="771398" y="1018171"/>
                  </a:lnTo>
                  <a:lnTo>
                    <a:pt x="1484579" y="1018171"/>
                  </a:lnTo>
                  <a:lnTo>
                    <a:pt x="1530388" y="1010450"/>
                  </a:lnTo>
                  <a:lnTo>
                    <a:pt x="1578559" y="1002207"/>
                  </a:lnTo>
                  <a:lnTo>
                    <a:pt x="1629295" y="993457"/>
                  </a:lnTo>
                  <a:lnTo>
                    <a:pt x="1682178" y="984199"/>
                  </a:lnTo>
                  <a:lnTo>
                    <a:pt x="1724520" y="976630"/>
                  </a:lnTo>
                  <a:lnTo>
                    <a:pt x="1743367" y="1079703"/>
                  </a:lnTo>
                  <a:lnTo>
                    <a:pt x="2024100" y="868667"/>
                  </a:lnTo>
                  <a:close/>
                </a:path>
                <a:path w="6262369" h="1177925">
                  <a:moveTo>
                    <a:pt x="2038121" y="573303"/>
                  </a:moveTo>
                  <a:lnTo>
                    <a:pt x="1991956" y="518972"/>
                  </a:lnTo>
                  <a:lnTo>
                    <a:pt x="1810702" y="305676"/>
                  </a:lnTo>
                  <a:lnTo>
                    <a:pt x="1769529" y="402285"/>
                  </a:lnTo>
                  <a:lnTo>
                    <a:pt x="1751558" y="394766"/>
                  </a:lnTo>
                  <a:lnTo>
                    <a:pt x="1684782" y="367741"/>
                  </a:lnTo>
                  <a:lnTo>
                    <a:pt x="1619465" y="342036"/>
                  </a:lnTo>
                  <a:lnTo>
                    <a:pt x="1576705" y="325424"/>
                  </a:lnTo>
                  <a:lnTo>
                    <a:pt x="1556143" y="317665"/>
                  </a:lnTo>
                  <a:lnTo>
                    <a:pt x="1500644" y="296710"/>
                  </a:lnTo>
                  <a:lnTo>
                    <a:pt x="1494917" y="294614"/>
                  </a:lnTo>
                  <a:lnTo>
                    <a:pt x="1435582" y="272884"/>
                  </a:lnTo>
                  <a:lnTo>
                    <a:pt x="1425829" y="269316"/>
                  </a:lnTo>
                  <a:lnTo>
                    <a:pt x="1378343" y="252488"/>
                  </a:lnTo>
                  <a:lnTo>
                    <a:pt x="1352257" y="243243"/>
                  </a:lnTo>
                  <a:lnTo>
                    <a:pt x="1323530" y="233413"/>
                  </a:lnTo>
                  <a:lnTo>
                    <a:pt x="1279944" y="218490"/>
                  </a:lnTo>
                  <a:lnTo>
                    <a:pt x="1271346" y="215658"/>
                  </a:lnTo>
                  <a:lnTo>
                    <a:pt x="1221511" y="199237"/>
                  </a:lnTo>
                  <a:lnTo>
                    <a:pt x="1208862" y="195072"/>
                  </a:lnTo>
                  <a:lnTo>
                    <a:pt x="1174292" y="184124"/>
                  </a:lnTo>
                  <a:lnTo>
                    <a:pt x="1139024" y="172961"/>
                  </a:lnTo>
                  <a:lnTo>
                    <a:pt x="1130376" y="170345"/>
                  </a:lnTo>
                  <a:lnTo>
                    <a:pt x="1089228" y="157873"/>
                  </a:lnTo>
                  <a:lnTo>
                    <a:pt x="1070419" y="152184"/>
                  </a:lnTo>
                  <a:lnTo>
                    <a:pt x="1051547" y="146735"/>
                  </a:lnTo>
                  <a:lnTo>
                    <a:pt x="1017511" y="136893"/>
                  </a:lnTo>
                  <a:lnTo>
                    <a:pt x="1003058" y="132727"/>
                  </a:lnTo>
                  <a:lnTo>
                    <a:pt x="987221" y="128384"/>
                  </a:lnTo>
                  <a:lnTo>
                    <a:pt x="960945" y="121170"/>
                  </a:lnTo>
                  <a:lnTo>
                    <a:pt x="939444" y="115277"/>
                  </a:lnTo>
                  <a:lnTo>
                    <a:pt x="936929" y="114592"/>
                  </a:lnTo>
                  <a:lnTo>
                    <a:pt x="922235" y="110782"/>
                  </a:lnTo>
                  <a:lnTo>
                    <a:pt x="921867" y="110680"/>
                  </a:lnTo>
                  <a:lnTo>
                    <a:pt x="909434" y="107467"/>
                  </a:lnTo>
                  <a:lnTo>
                    <a:pt x="909167" y="107391"/>
                  </a:lnTo>
                  <a:lnTo>
                    <a:pt x="901623" y="105435"/>
                  </a:lnTo>
                  <a:lnTo>
                    <a:pt x="901471" y="105397"/>
                  </a:lnTo>
                  <a:lnTo>
                    <a:pt x="898779" y="104698"/>
                  </a:lnTo>
                  <a:lnTo>
                    <a:pt x="872032" y="97777"/>
                  </a:lnTo>
                  <a:lnTo>
                    <a:pt x="808380" y="82296"/>
                  </a:lnTo>
                  <a:lnTo>
                    <a:pt x="745934" y="68135"/>
                  </a:lnTo>
                  <a:lnTo>
                    <a:pt x="684733" y="55308"/>
                  </a:lnTo>
                  <a:lnTo>
                    <a:pt x="624738" y="43802"/>
                  </a:lnTo>
                  <a:lnTo>
                    <a:pt x="565975" y="33642"/>
                  </a:lnTo>
                  <a:lnTo>
                    <a:pt x="508431" y="24803"/>
                  </a:lnTo>
                  <a:lnTo>
                    <a:pt x="452094" y="17310"/>
                  </a:lnTo>
                  <a:lnTo>
                    <a:pt x="396963" y="11150"/>
                  </a:lnTo>
                  <a:lnTo>
                    <a:pt x="343039" y="6337"/>
                  </a:lnTo>
                  <a:lnTo>
                    <a:pt x="290322" y="2870"/>
                  </a:lnTo>
                  <a:lnTo>
                    <a:pt x="238810" y="749"/>
                  </a:lnTo>
                  <a:lnTo>
                    <a:pt x="188480" y="0"/>
                  </a:lnTo>
                  <a:lnTo>
                    <a:pt x="139357" y="596"/>
                  </a:lnTo>
                  <a:lnTo>
                    <a:pt x="91427" y="2578"/>
                  </a:lnTo>
                  <a:lnTo>
                    <a:pt x="44678" y="5918"/>
                  </a:lnTo>
                  <a:lnTo>
                    <a:pt x="0" y="10566"/>
                  </a:lnTo>
                  <a:lnTo>
                    <a:pt x="10820" y="114719"/>
                  </a:lnTo>
                  <a:lnTo>
                    <a:pt x="53251" y="110299"/>
                  </a:lnTo>
                  <a:lnTo>
                    <a:pt x="53822" y="110248"/>
                  </a:lnTo>
                  <a:lnTo>
                    <a:pt x="55041" y="110159"/>
                  </a:lnTo>
                  <a:lnTo>
                    <a:pt x="96850" y="107162"/>
                  </a:lnTo>
                  <a:lnTo>
                    <a:pt x="97307" y="107124"/>
                  </a:lnTo>
                  <a:lnTo>
                    <a:pt x="98704" y="107073"/>
                  </a:lnTo>
                  <a:lnTo>
                    <a:pt x="141922" y="105295"/>
                  </a:lnTo>
                  <a:lnTo>
                    <a:pt x="142138" y="105283"/>
                  </a:lnTo>
                  <a:lnTo>
                    <a:pt x="144716" y="105244"/>
                  </a:lnTo>
                  <a:lnTo>
                    <a:pt x="188341" y="104711"/>
                  </a:lnTo>
                  <a:lnTo>
                    <a:pt x="187617" y="104698"/>
                  </a:lnTo>
                  <a:lnTo>
                    <a:pt x="189052" y="104698"/>
                  </a:lnTo>
                  <a:lnTo>
                    <a:pt x="188341" y="104711"/>
                  </a:lnTo>
                  <a:lnTo>
                    <a:pt x="235851" y="105435"/>
                  </a:lnTo>
                  <a:lnTo>
                    <a:pt x="235191" y="105397"/>
                  </a:lnTo>
                  <a:lnTo>
                    <a:pt x="236550" y="105435"/>
                  </a:lnTo>
                  <a:lnTo>
                    <a:pt x="235851" y="105435"/>
                  </a:lnTo>
                  <a:lnTo>
                    <a:pt x="284746" y="107442"/>
                  </a:lnTo>
                  <a:lnTo>
                    <a:pt x="334975" y="110744"/>
                  </a:lnTo>
                  <a:lnTo>
                    <a:pt x="386499" y="115341"/>
                  </a:lnTo>
                  <a:lnTo>
                    <a:pt x="386956" y="115392"/>
                  </a:lnTo>
                  <a:lnTo>
                    <a:pt x="439369" y="121246"/>
                  </a:lnTo>
                  <a:lnTo>
                    <a:pt x="439826" y="121310"/>
                  </a:lnTo>
                  <a:lnTo>
                    <a:pt x="493585" y="128460"/>
                  </a:lnTo>
                  <a:lnTo>
                    <a:pt x="494030" y="128524"/>
                  </a:lnTo>
                  <a:lnTo>
                    <a:pt x="549097" y="136982"/>
                  </a:lnTo>
                  <a:lnTo>
                    <a:pt x="549541" y="137058"/>
                  </a:lnTo>
                  <a:lnTo>
                    <a:pt x="605497" y="146735"/>
                  </a:lnTo>
                  <a:lnTo>
                    <a:pt x="605955" y="146812"/>
                  </a:lnTo>
                  <a:lnTo>
                    <a:pt x="605497" y="146735"/>
                  </a:lnTo>
                  <a:lnTo>
                    <a:pt x="606107" y="146850"/>
                  </a:lnTo>
                  <a:lnTo>
                    <a:pt x="606374" y="146900"/>
                  </a:lnTo>
                  <a:lnTo>
                    <a:pt x="664121" y="157962"/>
                  </a:lnTo>
                  <a:lnTo>
                    <a:pt x="664540" y="158051"/>
                  </a:lnTo>
                  <a:lnTo>
                    <a:pt x="723569" y="170434"/>
                  </a:lnTo>
                  <a:lnTo>
                    <a:pt x="724001" y="170522"/>
                  </a:lnTo>
                  <a:lnTo>
                    <a:pt x="784339" y="184213"/>
                  </a:lnTo>
                  <a:lnTo>
                    <a:pt x="784504" y="184251"/>
                  </a:lnTo>
                  <a:lnTo>
                    <a:pt x="784796" y="184315"/>
                  </a:lnTo>
                  <a:lnTo>
                    <a:pt x="846378" y="199301"/>
                  </a:lnTo>
                  <a:lnTo>
                    <a:pt x="846582" y="199351"/>
                  </a:lnTo>
                  <a:lnTo>
                    <a:pt x="846886" y="199428"/>
                  </a:lnTo>
                  <a:lnTo>
                    <a:pt x="909955" y="215760"/>
                  </a:lnTo>
                  <a:lnTo>
                    <a:pt x="910297" y="215861"/>
                  </a:lnTo>
                  <a:lnTo>
                    <a:pt x="974636" y="233502"/>
                  </a:lnTo>
                  <a:lnTo>
                    <a:pt x="975004" y="233603"/>
                  </a:lnTo>
                  <a:lnTo>
                    <a:pt x="1040650" y="252577"/>
                  </a:lnTo>
                  <a:lnTo>
                    <a:pt x="1041019" y="252679"/>
                  </a:lnTo>
                  <a:lnTo>
                    <a:pt x="1108036" y="272986"/>
                  </a:lnTo>
                  <a:lnTo>
                    <a:pt x="1108341" y="273075"/>
                  </a:lnTo>
                  <a:lnTo>
                    <a:pt x="1176413" y="294640"/>
                  </a:lnTo>
                  <a:lnTo>
                    <a:pt x="1176959" y="294805"/>
                  </a:lnTo>
                  <a:lnTo>
                    <a:pt x="1246543" y="317741"/>
                  </a:lnTo>
                  <a:lnTo>
                    <a:pt x="1246873" y="317855"/>
                  </a:lnTo>
                  <a:lnTo>
                    <a:pt x="1317764" y="342112"/>
                  </a:lnTo>
                  <a:lnTo>
                    <a:pt x="1318082" y="342226"/>
                  </a:lnTo>
                  <a:lnTo>
                    <a:pt x="1390078" y="367741"/>
                  </a:lnTo>
                  <a:lnTo>
                    <a:pt x="1464144" y="394855"/>
                  </a:lnTo>
                  <a:lnTo>
                    <a:pt x="1539328" y="423240"/>
                  </a:lnTo>
                  <a:lnTo>
                    <a:pt x="1539481" y="423291"/>
                  </a:lnTo>
                  <a:lnTo>
                    <a:pt x="1615414" y="452793"/>
                  </a:lnTo>
                  <a:lnTo>
                    <a:pt x="1615592" y="452856"/>
                  </a:lnTo>
                  <a:lnTo>
                    <a:pt x="1615414" y="452793"/>
                  </a:lnTo>
                  <a:lnTo>
                    <a:pt x="1615732" y="452920"/>
                  </a:lnTo>
                  <a:lnTo>
                    <a:pt x="1615859" y="452970"/>
                  </a:lnTo>
                  <a:lnTo>
                    <a:pt x="1693176" y="483831"/>
                  </a:lnTo>
                  <a:lnTo>
                    <a:pt x="1693519" y="483971"/>
                  </a:lnTo>
                  <a:lnTo>
                    <a:pt x="1728482" y="498614"/>
                  </a:lnTo>
                  <a:lnTo>
                    <a:pt x="1687563" y="594652"/>
                  </a:lnTo>
                  <a:lnTo>
                    <a:pt x="2038121" y="573303"/>
                  </a:lnTo>
                  <a:close/>
                </a:path>
                <a:path w="6262369" h="1177925">
                  <a:moveTo>
                    <a:pt x="6262014" y="612013"/>
                  </a:moveTo>
                  <a:lnTo>
                    <a:pt x="6157303" y="559650"/>
                  </a:lnTo>
                  <a:lnTo>
                    <a:pt x="5947880" y="454939"/>
                  </a:lnTo>
                  <a:lnTo>
                    <a:pt x="5947880" y="559650"/>
                  </a:lnTo>
                  <a:lnTo>
                    <a:pt x="4311789" y="559650"/>
                  </a:lnTo>
                  <a:lnTo>
                    <a:pt x="4311789" y="664362"/>
                  </a:lnTo>
                  <a:lnTo>
                    <a:pt x="5947880" y="664362"/>
                  </a:lnTo>
                  <a:lnTo>
                    <a:pt x="5947880" y="769073"/>
                  </a:lnTo>
                  <a:lnTo>
                    <a:pt x="6157303" y="664362"/>
                  </a:lnTo>
                  <a:lnTo>
                    <a:pt x="6262014" y="612013"/>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14" name="object 14"/>
            <p:cNvSpPr/>
            <p:nvPr/>
          </p:nvSpPr>
          <p:spPr>
            <a:xfrm>
              <a:off x="5750835" y="8402220"/>
              <a:ext cx="2013585" cy="572770"/>
            </a:xfrm>
            <a:custGeom>
              <a:avLst/>
              <a:gdLst/>
              <a:ahLst/>
              <a:cxnLst/>
              <a:rect l="l" t="t" r="r" b="b"/>
              <a:pathLst>
                <a:path w="2013584" h="572770">
                  <a:moveTo>
                    <a:pt x="1856368" y="0"/>
                  </a:moveTo>
                  <a:lnTo>
                    <a:pt x="157060" y="0"/>
                  </a:lnTo>
                  <a:lnTo>
                    <a:pt x="107417" y="8007"/>
                  </a:lnTo>
                  <a:lnTo>
                    <a:pt x="64302" y="30303"/>
                  </a:lnTo>
                  <a:lnTo>
                    <a:pt x="30303" y="64302"/>
                  </a:lnTo>
                  <a:lnTo>
                    <a:pt x="8007" y="107417"/>
                  </a:lnTo>
                  <a:lnTo>
                    <a:pt x="0" y="157061"/>
                  </a:lnTo>
                  <a:lnTo>
                    <a:pt x="0" y="415173"/>
                  </a:lnTo>
                  <a:lnTo>
                    <a:pt x="8007" y="464816"/>
                  </a:lnTo>
                  <a:lnTo>
                    <a:pt x="30303" y="507931"/>
                  </a:lnTo>
                  <a:lnTo>
                    <a:pt x="64302" y="541930"/>
                  </a:lnTo>
                  <a:lnTo>
                    <a:pt x="107417" y="564226"/>
                  </a:lnTo>
                  <a:lnTo>
                    <a:pt x="157060" y="572233"/>
                  </a:lnTo>
                  <a:lnTo>
                    <a:pt x="1856368" y="572233"/>
                  </a:lnTo>
                  <a:lnTo>
                    <a:pt x="1906011" y="564226"/>
                  </a:lnTo>
                  <a:lnTo>
                    <a:pt x="1949126" y="541930"/>
                  </a:lnTo>
                  <a:lnTo>
                    <a:pt x="1983125" y="507931"/>
                  </a:lnTo>
                  <a:lnTo>
                    <a:pt x="2005421" y="464816"/>
                  </a:lnTo>
                  <a:lnTo>
                    <a:pt x="2013428" y="415173"/>
                  </a:lnTo>
                  <a:lnTo>
                    <a:pt x="2013428" y="157061"/>
                  </a:lnTo>
                  <a:lnTo>
                    <a:pt x="2005421" y="107417"/>
                  </a:lnTo>
                  <a:lnTo>
                    <a:pt x="1983125" y="64302"/>
                  </a:lnTo>
                  <a:lnTo>
                    <a:pt x="1949126" y="30303"/>
                  </a:lnTo>
                  <a:lnTo>
                    <a:pt x="1906011" y="8007"/>
                  </a:lnTo>
                  <a:lnTo>
                    <a:pt x="1856368" y="0"/>
                  </a:lnTo>
                  <a:close/>
                </a:path>
              </a:pathLst>
            </a:custGeom>
            <a:solidFill>
              <a:srgbClr val="9BC4FF"/>
            </a:solidFill>
          </p:spPr>
          <p:txBody>
            <a:bodyPr wrap="square" lIns="0" tIns="0" rIns="0" bIns="0" rtlCol="0"/>
            <a:lstStyle/>
            <a:p>
              <a:endParaRPr lang="es-PE" noProof="0" dirty="0">
                <a:latin typeface="Aptos" panose="020B0004020202020204" pitchFamily="34" charset="0"/>
              </a:endParaRPr>
            </a:p>
          </p:txBody>
        </p:sp>
      </p:grpSp>
      <p:sp>
        <p:nvSpPr>
          <p:cNvPr id="15" name="object 15"/>
          <p:cNvSpPr txBox="1"/>
          <p:nvPr/>
        </p:nvSpPr>
        <p:spPr>
          <a:xfrm>
            <a:off x="6437659" y="8537406"/>
            <a:ext cx="645160" cy="302260"/>
          </a:xfrm>
          <a:prstGeom prst="rect">
            <a:avLst/>
          </a:prstGeom>
        </p:spPr>
        <p:txBody>
          <a:bodyPr vert="horz" wrap="square" lIns="0" tIns="13970" rIns="0" bIns="0" rtlCol="0">
            <a:spAutoFit/>
          </a:bodyPr>
          <a:lstStyle/>
          <a:p>
            <a:pPr marL="12700">
              <a:lnSpc>
                <a:spcPct val="100000"/>
              </a:lnSpc>
              <a:spcBef>
                <a:spcPts val="110"/>
              </a:spcBef>
            </a:pPr>
            <a:r>
              <a:rPr lang="es-PE" sz="1800" b="1" i="1" spc="-20" noProof="0" dirty="0">
                <a:solidFill>
                  <a:srgbClr val="404040"/>
                </a:solidFill>
                <a:latin typeface="Aptos" panose="020B0004020202020204" pitchFamily="34" charset="0"/>
                <a:cs typeface="Arial"/>
              </a:rPr>
              <a:t>D</a:t>
            </a:r>
            <a:r>
              <a:rPr lang="es-PE" sz="1800" b="1" i="1" spc="-25" noProof="0" dirty="0">
                <a:solidFill>
                  <a:srgbClr val="404040"/>
                </a:solidFill>
                <a:latin typeface="Aptos" panose="020B0004020202020204" pitchFamily="34" charset="0"/>
                <a:cs typeface="Arial"/>
              </a:rPr>
              <a:t>a</a:t>
            </a:r>
            <a:r>
              <a:rPr lang="es-PE" sz="1800" b="1" i="1" spc="30" noProof="0" dirty="0">
                <a:solidFill>
                  <a:srgbClr val="404040"/>
                </a:solidFill>
                <a:latin typeface="Aptos" panose="020B0004020202020204" pitchFamily="34" charset="0"/>
                <a:cs typeface="Arial"/>
              </a:rPr>
              <a:t>t</a:t>
            </a:r>
            <a:r>
              <a:rPr lang="es-PE" sz="1800" b="1" i="1" spc="-40" noProof="0" dirty="0">
                <a:solidFill>
                  <a:srgbClr val="404040"/>
                </a:solidFill>
                <a:latin typeface="Aptos" panose="020B0004020202020204" pitchFamily="34" charset="0"/>
                <a:cs typeface="Arial"/>
              </a:rPr>
              <a:t>o</a:t>
            </a:r>
            <a:r>
              <a:rPr lang="es-PE" sz="1800" b="1" i="1" spc="-95" noProof="0" dirty="0">
                <a:solidFill>
                  <a:srgbClr val="404040"/>
                </a:solidFill>
                <a:latin typeface="Aptos" panose="020B0004020202020204" pitchFamily="34" charset="0"/>
                <a:cs typeface="Arial"/>
              </a:rPr>
              <a:t>s</a:t>
            </a:r>
            <a:endParaRPr lang="es-PE" sz="1800" noProof="0" dirty="0">
              <a:latin typeface="Aptos" panose="020B0004020202020204" pitchFamily="34" charset="0"/>
              <a:cs typeface="Arial"/>
            </a:endParaRPr>
          </a:p>
        </p:txBody>
      </p:sp>
      <p:sp>
        <p:nvSpPr>
          <p:cNvPr id="16" name="object 16"/>
          <p:cNvSpPr/>
          <p:nvPr/>
        </p:nvSpPr>
        <p:spPr>
          <a:xfrm>
            <a:off x="5750835" y="9470963"/>
            <a:ext cx="2013585" cy="572770"/>
          </a:xfrm>
          <a:custGeom>
            <a:avLst/>
            <a:gdLst/>
            <a:ahLst/>
            <a:cxnLst/>
            <a:rect l="l" t="t" r="r" b="b"/>
            <a:pathLst>
              <a:path w="2013584" h="572770">
                <a:moveTo>
                  <a:pt x="1856368" y="0"/>
                </a:moveTo>
                <a:lnTo>
                  <a:pt x="157060" y="0"/>
                </a:lnTo>
                <a:lnTo>
                  <a:pt x="107417" y="8007"/>
                </a:lnTo>
                <a:lnTo>
                  <a:pt x="64302" y="30303"/>
                </a:lnTo>
                <a:lnTo>
                  <a:pt x="30303" y="64302"/>
                </a:lnTo>
                <a:lnTo>
                  <a:pt x="8007" y="107417"/>
                </a:lnTo>
                <a:lnTo>
                  <a:pt x="0" y="157061"/>
                </a:lnTo>
                <a:lnTo>
                  <a:pt x="0" y="415173"/>
                </a:lnTo>
                <a:lnTo>
                  <a:pt x="8007" y="464817"/>
                </a:lnTo>
                <a:lnTo>
                  <a:pt x="30303" y="507932"/>
                </a:lnTo>
                <a:lnTo>
                  <a:pt x="64302" y="541931"/>
                </a:lnTo>
                <a:lnTo>
                  <a:pt x="107417" y="564227"/>
                </a:lnTo>
                <a:lnTo>
                  <a:pt x="157060" y="572234"/>
                </a:lnTo>
                <a:lnTo>
                  <a:pt x="1856368" y="572234"/>
                </a:lnTo>
                <a:lnTo>
                  <a:pt x="1906011" y="564227"/>
                </a:lnTo>
                <a:lnTo>
                  <a:pt x="1949126" y="541931"/>
                </a:lnTo>
                <a:lnTo>
                  <a:pt x="1983125" y="507932"/>
                </a:lnTo>
                <a:lnTo>
                  <a:pt x="2005421" y="464817"/>
                </a:lnTo>
                <a:lnTo>
                  <a:pt x="2013428" y="415173"/>
                </a:lnTo>
                <a:lnTo>
                  <a:pt x="2013428" y="157061"/>
                </a:lnTo>
                <a:lnTo>
                  <a:pt x="2005421" y="107417"/>
                </a:lnTo>
                <a:lnTo>
                  <a:pt x="1983125" y="64302"/>
                </a:lnTo>
                <a:lnTo>
                  <a:pt x="1949126" y="30303"/>
                </a:lnTo>
                <a:lnTo>
                  <a:pt x="1906011" y="8007"/>
                </a:lnTo>
                <a:lnTo>
                  <a:pt x="1856368" y="0"/>
                </a:lnTo>
                <a:close/>
              </a:path>
            </a:pathLst>
          </a:custGeom>
          <a:solidFill>
            <a:srgbClr val="FFFC66"/>
          </a:solidFill>
        </p:spPr>
        <p:txBody>
          <a:bodyPr wrap="square" lIns="0" tIns="0" rIns="0" bIns="0" rtlCol="0"/>
          <a:lstStyle/>
          <a:p>
            <a:endParaRPr lang="es-PE" noProof="0" dirty="0">
              <a:latin typeface="Aptos" panose="020B0004020202020204" pitchFamily="34" charset="0"/>
            </a:endParaRPr>
          </a:p>
        </p:txBody>
      </p:sp>
      <p:sp>
        <p:nvSpPr>
          <p:cNvPr id="17" name="object 17"/>
          <p:cNvSpPr txBox="1"/>
          <p:nvPr/>
        </p:nvSpPr>
        <p:spPr>
          <a:xfrm>
            <a:off x="6362426" y="9605436"/>
            <a:ext cx="795020" cy="302260"/>
          </a:xfrm>
          <a:prstGeom prst="rect">
            <a:avLst/>
          </a:prstGeom>
        </p:spPr>
        <p:txBody>
          <a:bodyPr vert="horz" wrap="square" lIns="0" tIns="13970" rIns="0" bIns="0" rtlCol="0">
            <a:spAutoFit/>
          </a:bodyPr>
          <a:lstStyle/>
          <a:p>
            <a:pPr marL="12700">
              <a:lnSpc>
                <a:spcPct val="100000"/>
              </a:lnSpc>
              <a:spcBef>
                <a:spcPts val="110"/>
              </a:spcBef>
            </a:pPr>
            <a:r>
              <a:rPr lang="es-PE" sz="1800" b="1" i="1" spc="-50" noProof="0" dirty="0">
                <a:solidFill>
                  <a:srgbClr val="404040"/>
                </a:solidFill>
                <a:latin typeface="Aptos" panose="020B0004020202020204" pitchFamily="34" charset="0"/>
                <a:cs typeface="Arial"/>
              </a:rPr>
              <a:t>Sa</a:t>
            </a:r>
            <a:r>
              <a:rPr lang="es-PE" sz="1800" b="1" i="1" spc="-35" noProof="0" dirty="0">
                <a:solidFill>
                  <a:srgbClr val="404040"/>
                </a:solidFill>
                <a:latin typeface="Aptos" panose="020B0004020202020204" pitchFamily="34" charset="0"/>
                <a:cs typeface="Arial"/>
              </a:rPr>
              <a:t>l</a:t>
            </a:r>
            <a:r>
              <a:rPr lang="es-PE" sz="1800" b="1" i="1" spc="-40" noProof="0" dirty="0">
                <a:solidFill>
                  <a:srgbClr val="404040"/>
                </a:solidFill>
                <a:latin typeface="Aptos" panose="020B0004020202020204" pitchFamily="34" charset="0"/>
                <a:cs typeface="Arial"/>
              </a:rPr>
              <a:t>i</a:t>
            </a:r>
            <a:r>
              <a:rPr lang="es-PE" sz="1800" b="1" i="1" noProof="0" dirty="0">
                <a:solidFill>
                  <a:srgbClr val="404040"/>
                </a:solidFill>
                <a:latin typeface="Aptos" panose="020B0004020202020204" pitchFamily="34" charset="0"/>
                <a:cs typeface="Arial"/>
              </a:rPr>
              <a:t>d</a:t>
            </a:r>
            <a:r>
              <a:rPr lang="es-PE" sz="1800" b="1" i="1" spc="-10" noProof="0" dirty="0">
                <a:solidFill>
                  <a:srgbClr val="404040"/>
                </a:solidFill>
                <a:latin typeface="Aptos" panose="020B0004020202020204" pitchFamily="34" charset="0"/>
                <a:cs typeface="Arial"/>
              </a:rPr>
              <a:t>a</a:t>
            </a:r>
            <a:r>
              <a:rPr lang="es-PE" sz="1800" b="1" i="1" spc="-95" noProof="0" dirty="0">
                <a:solidFill>
                  <a:srgbClr val="404040"/>
                </a:solidFill>
                <a:latin typeface="Aptos" panose="020B0004020202020204" pitchFamily="34" charset="0"/>
                <a:cs typeface="Arial"/>
              </a:rPr>
              <a:t>s</a:t>
            </a:r>
            <a:endParaRPr lang="es-PE" sz="1800" noProof="0" dirty="0">
              <a:latin typeface="Aptos" panose="020B0004020202020204" pitchFamily="34" charset="0"/>
              <a:cs typeface="Arial"/>
            </a:endParaRPr>
          </a:p>
        </p:txBody>
      </p:sp>
      <p:grpSp>
        <p:nvGrpSpPr>
          <p:cNvPr id="18" name="object 18"/>
          <p:cNvGrpSpPr/>
          <p:nvPr/>
        </p:nvGrpSpPr>
        <p:grpSpPr>
          <a:xfrm>
            <a:off x="9883102" y="8147992"/>
            <a:ext cx="6282055" cy="2149475"/>
            <a:chOff x="9883102" y="8147992"/>
            <a:chExt cx="6282055" cy="2149475"/>
          </a:xfrm>
        </p:grpSpPr>
        <p:pic>
          <p:nvPicPr>
            <p:cNvPr id="19" name="object 19"/>
            <p:cNvPicPr/>
            <p:nvPr/>
          </p:nvPicPr>
          <p:blipFill>
            <a:blip r:embed="rId2" cstate="print"/>
            <a:stretch>
              <a:fillRect/>
            </a:stretch>
          </p:blipFill>
          <p:spPr>
            <a:xfrm>
              <a:off x="9883102" y="8147992"/>
              <a:ext cx="2149431" cy="2149433"/>
            </a:xfrm>
            <a:prstGeom prst="rect">
              <a:avLst/>
            </a:prstGeom>
          </p:spPr>
        </p:pic>
        <p:sp>
          <p:nvSpPr>
            <p:cNvPr id="20" name="object 20"/>
            <p:cNvSpPr/>
            <p:nvPr/>
          </p:nvSpPr>
          <p:spPr>
            <a:xfrm>
              <a:off x="14151369" y="8936590"/>
              <a:ext cx="2013585" cy="572770"/>
            </a:xfrm>
            <a:custGeom>
              <a:avLst/>
              <a:gdLst/>
              <a:ahLst/>
              <a:cxnLst/>
              <a:rect l="l" t="t" r="r" b="b"/>
              <a:pathLst>
                <a:path w="2013584" h="572770">
                  <a:moveTo>
                    <a:pt x="1856372" y="0"/>
                  </a:moveTo>
                  <a:lnTo>
                    <a:pt x="157063" y="0"/>
                  </a:lnTo>
                  <a:lnTo>
                    <a:pt x="107420" y="8007"/>
                  </a:lnTo>
                  <a:lnTo>
                    <a:pt x="64304" y="30303"/>
                  </a:lnTo>
                  <a:lnTo>
                    <a:pt x="30304" y="64303"/>
                  </a:lnTo>
                  <a:lnTo>
                    <a:pt x="8007" y="107417"/>
                  </a:lnTo>
                  <a:lnTo>
                    <a:pt x="0" y="157061"/>
                  </a:lnTo>
                  <a:lnTo>
                    <a:pt x="0" y="415174"/>
                  </a:lnTo>
                  <a:lnTo>
                    <a:pt x="8007" y="464817"/>
                  </a:lnTo>
                  <a:lnTo>
                    <a:pt x="30304" y="507932"/>
                  </a:lnTo>
                  <a:lnTo>
                    <a:pt x="64304" y="541931"/>
                  </a:lnTo>
                  <a:lnTo>
                    <a:pt x="107420" y="564227"/>
                  </a:lnTo>
                  <a:lnTo>
                    <a:pt x="157063" y="572234"/>
                  </a:lnTo>
                  <a:lnTo>
                    <a:pt x="1856372" y="572234"/>
                  </a:lnTo>
                  <a:lnTo>
                    <a:pt x="1906015" y="564227"/>
                  </a:lnTo>
                  <a:lnTo>
                    <a:pt x="1949131" y="541931"/>
                  </a:lnTo>
                  <a:lnTo>
                    <a:pt x="1983131" y="507932"/>
                  </a:lnTo>
                  <a:lnTo>
                    <a:pt x="2005428" y="464817"/>
                  </a:lnTo>
                  <a:lnTo>
                    <a:pt x="2013436" y="415174"/>
                  </a:lnTo>
                  <a:lnTo>
                    <a:pt x="2013436" y="157061"/>
                  </a:lnTo>
                  <a:lnTo>
                    <a:pt x="2005428" y="107417"/>
                  </a:lnTo>
                  <a:lnTo>
                    <a:pt x="1983131" y="64303"/>
                  </a:lnTo>
                  <a:lnTo>
                    <a:pt x="1949131" y="30303"/>
                  </a:lnTo>
                  <a:lnTo>
                    <a:pt x="1906015" y="8007"/>
                  </a:lnTo>
                  <a:lnTo>
                    <a:pt x="1856372" y="0"/>
                  </a:lnTo>
                  <a:close/>
                </a:path>
              </a:pathLst>
            </a:custGeom>
            <a:solidFill>
              <a:srgbClr val="9BC4FF"/>
            </a:solidFill>
          </p:spPr>
          <p:txBody>
            <a:bodyPr wrap="square" lIns="0" tIns="0" rIns="0" bIns="0" rtlCol="0"/>
            <a:lstStyle/>
            <a:p>
              <a:endParaRPr lang="es-PE" noProof="0" dirty="0">
                <a:latin typeface="Aptos" panose="020B0004020202020204" pitchFamily="34" charset="0"/>
              </a:endParaRPr>
            </a:p>
          </p:txBody>
        </p:sp>
      </p:grpSp>
      <p:sp>
        <p:nvSpPr>
          <p:cNvPr id="21" name="object 21"/>
          <p:cNvSpPr txBox="1"/>
          <p:nvPr/>
        </p:nvSpPr>
        <p:spPr>
          <a:xfrm>
            <a:off x="14672340" y="9072677"/>
            <a:ext cx="976630" cy="302260"/>
          </a:xfrm>
          <a:prstGeom prst="rect">
            <a:avLst/>
          </a:prstGeom>
        </p:spPr>
        <p:txBody>
          <a:bodyPr vert="horz" wrap="square" lIns="0" tIns="13970" rIns="0" bIns="0" rtlCol="0">
            <a:spAutoFit/>
          </a:bodyPr>
          <a:lstStyle/>
          <a:p>
            <a:pPr marL="12700">
              <a:lnSpc>
                <a:spcPct val="100000"/>
              </a:lnSpc>
              <a:spcBef>
                <a:spcPts val="110"/>
              </a:spcBef>
            </a:pPr>
            <a:r>
              <a:rPr lang="es-PE" sz="1800" b="1" i="1" spc="-65" noProof="0" dirty="0">
                <a:solidFill>
                  <a:srgbClr val="404040"/>
                </a:solidFill>
                <a:latin typeface="Aptos" panose="020B0004020202020204" pitchFamily="34" charset="0"/>
                <a:cs typeface="Arial"/>
              </a:rPr>
              <a:t>Pa</a:t>
            </a:r>
            <a:r>
              <a:rPr lang="es-PE" sz="1800" b="1" i="1" spc="15" noProof="0" dirty="0">
                <a:solidFill>
                  <a:srgbClr val="404040"/>
                </a:solidFill>
                <a:latin typeface="Aptos" panose="020B0004020202020204" pitchFamily="34" charset="0"/>
                <a:cs typeface="Arial"/>
              </a:rPr>
              <a:t>tr</a:t>
            </a:r>
            <a:r>
              <a:rPr lang="es-PE" sz="1800" b="1" i="1" spc="-40" noProof="0" dirty="0">
                <a:solidFill>
                  <a:srgbClr val="404040"/>
                </a:solidFill>
                <a:latin typeface="Aptos" panose="020B0004020202020204" pitchFamily="34" charset="0"/>
                <a:cs typeface="Arial"/>
              </a:rPr>
              <a:t>o</a:t>
            </a:r>
            <a:r>
              <a:rPr lang="es-PE" sz="1800" b="1" i="1" spc="-30" noProof="0" dirty="0">
                <a:solidFill>
                  <a:srgbClr val="404040"/>
                </a:solidFill>
                <a:latin typeface="Aptos" panose="020B0004020202020204" pitchFamily="34" charset="0"/>
                <a:cs typeface="Arial"/>
              </a:rPr>
              <a:t>n</a:t>
            </a:r>
            <a:r>
              <a:rPr lang="es-PE" sz="1800" b="1" i="1" spc="10" noProof="0" dirty="0">
                <a:solidFill>
                  <a:srgbClr val="404040"/>
                </a:solidFill>
                <a:latin typeface="Aptos" panose="020B0004020202020204" pitchFamily="34" charset="0"/>
                <a:cs typeface="Arial"/>
              </a:rPr>
              <a:t>e</a:t>
            </a:r>
            <a:r>
              <a:rPr lang="es-PE" sz="1800" b="1" i="1" spc="-95" noProof="0" dirty="0">
                <a:solidFill>
                  <a:srgbClr val="404040"/>
                </a:solidFill>
                <a:latin typeface="Aptos" panose="020B0004020202020204" pitchFamily="34" charset="0"/>
                <a:cs typeface="Arial"/>
              </a:rPr>
              <a:t>s</a:t>
            </a:r>
            <a:endParaRPr lang="es-PE" sz="1800" noProof="0" dirty="0">
              <a:latin typeface="Aptos" panose="020B0004020202020204" pitchFamily="34" charset="0"/>
              <a:cs typeface="Arial"/>
            </a:endParaRPr>
          </a:p>
        </p:txBody>
      </p:sp>
      <p:sp>
        <p:nvSpPr>
          <p:cNvPr id="22" name="object 22"/>
          <p:cNvSpPr/>
          <p:nvPr/>
        </p:nvSpPr>
        <p:spPr>
          <a:xfrm>
            <a:off x="7805052" y="8627420"/>
            <a:ext cx="6262370" cy="1177925"/>
          </a:xfrm>
          <a:custGeom>
            <a:avLst/>
            <a:gdLst/>
            <a:ahLst/>
            <a:cxnLst/>
            <a:rect l="l" t="t" r="r" b="b"/>
            <a:pathLst>
              <a:path w="6262369" h="1177925">
                <a:moveTo>
                  <a:pt x="1145540" y="1072222"/>
                </a:moveTo>
                <a:lnTo>
                  <a:pt x="116293" y="1072222"/>
                </a:lnTo>
                <a:lnTo>
                  <a:pt x="76949" y="1072807"/>
                </a:lnTo>
                <a:lnTo>
                  <a:pt x="38582" y="1072908"/>
                </a:lnTo>
                <a:lnTo>
                  <a:pt x="38849" y="1177607"/>
                </a:lnTo>
                <a:lnTo>
                  <a:pt x="77914" y="1177518"/>
                </a:lnTo>
                <a:lnTo>
                  <a:pt x="118783" y="1176896"/>
                </a:lnTo>
                <a:lnTo>
                  <a:pt x="161124" y="1175766"/>
                </a:lnTo>
                <a:lnTo>
                  <a:pt x="204914" y="1174115"/>
                </a:lnTo>
                <a:lnTo>
                  <a:pt x="296913" y="1169276"/>
                </a:lnTo>
                <a:lnTo>
                  <a:pt x="394804" y="1162380"/>
                </a:lnTo>
                <a:lnTo>
                  <a:pt x="498614" y="1153426"/>
                </a:lnTo>
                <a:lnTo>
                  <a:pt x="665441" y="1136180"/>
                </a:lnTo>
                <a:lnTo>
                  <a:pt x="845642" y="1114323"/>
                </a:lnTo>
                <a:lnTo>
                  <a:pt x="1106792" y="1078026"/>
                </a:lnTo>
                <a:lnTo>
                  <a:pt x="1141577" y="1072807"/>
                </a:lnTo>
                <a:lnTo>
                  <a:pt x="1145540" y="1072222"/>
                </a:lnTo>
                <a:close/>
              </a:path>
              <a:path w="6262369" h="1177925">
                <a:moveTo>
                  <a:pt x="1327391" y="1043990"/>
                </a:moveTo>
                <a:lnTo>
                  <a:pt x="542366" y="1044003"/>
                </a:lnTo>
                <a:lnTo>
                  <a:pt x="489064" y="1049159"/>
                </a:lnTo>
                <a:lnTo>
                  <a:pt x="437184" y="1053820"/>
                </a:lnTo>
                <a:lnTo>
                  <a:pt x="436905" y="1053846"/>
                </a:lnTo>
                <a:lnTo>
                  <a:pt x="386816" y="1057973"/>
                </a:lnTo>
                <a:lnTo>
                  <a:pt x="386664" y="1057986"/>
                </a:lnTo>
                <a:lnTo>
                  <a:pt x="337985" y="1061618"/>
                </a:lnTo>
                <a:lnTo>
                  <a:pt x="290690" y="1064755"/>
                </a:lnTo>
                <a:lnTo>
                  <a:pt x="244932" y="1067371"/>
                </a:lnTo>
                <a:lnTo>
                  <a:pt x="244703" y="1067384"/>
                </a:lnTo>
                <a:lnTo>
                  <a:pt x="200736" y="1069492"/>
                </a:lnTo>
                <a:lnTo>
                  <a:pt x="200482" y="1069505"/>
                </a:lnTo>
                <a:lnTo>
                  <a:pt x="158038" y="1071105"/>
                </a:lnTo>
                <a:lnTo>
                  <a:pt x="157467" y="1071118"/>
                </a:lnTo>
                <a:lnTo>
                  <a:pt x="116903" y="1072210"/>
                </a:lnTo>
                <a:lnTo>
                  <a:pt x="1145628" y="1072210"/>
                </a:lnTo>
                <a:lnTo>
                  <a:pt x="1152867" y="1071118"/>
                </a:lnTo>
                <a:lnTo>
                  <a:pt x="1152994" y="1071105"/>
                </a:lnTo>
                <a:lnTo>
                  <a:pt x="1163726" y="1069492"/>
                </a:lnTo>
                <a:lnTo>
                  <a:pt x="1177798" y="1067371"/>
                </a:lnTo>
                <a:lnTo>
                  <a:pt x="1194841" y="1064755"/>
                </a:lnTo>
                <a:lnTo>
                  <a:pt x="1215186" y="1061618"/>
                </a:lnTo>
                <a:lnTo>
                  <a:pt x="1238834" y="1057973"/>
                </a:lnTo>
                <a:lnTo>
                  <a:pt x="1265313" y="1053820"/>
                </a:lnTo>
                <a:lnTo>
                  <a:pt x="1294841" y="1049159"/>
                </a:lnTo>
                <a:lnTo>
                  <a:pt x="1327391" y="1043990"/>
                </a:lnTo>
                <a:close/>
              </a:path>
              <a:path w="6262369" h="1177925">
                <a:moveTo>
                  <a:pt x="1362544" y="1038301"/>
                </a:moveTo>
                <a:lnTo>
                  <a:pt x="597293" y="1038313"/>
                </a:lnTo>
                <a:lnTo>
                  <a:pt x="542467" y="1043990"/>
                </a:lnTo>
                <a:lnTo>
                  <a:pt x="1327391" y="1043990"/>
                </a:lnTo>
                <a:lnTo>
                  <a:pt x="1362544" y="1038301"/>
                </a:lnTo>
                <a:close/>
              </a:path>
              <a:path w="6262369" h="1177925">
                <a:moveTo>
                  <a:pt x="1441259" y="1025398"/>
                </a:moveTo>
                <a:lnTo>
                  <a:pt x="711758" y="1025410"/>
                </a:lnTo>
                <a:lnTo>
                  <a:pt x="653948" y="1032103"/>
                </a:lnTo>
                <a:lnTo>
                  <a:pt x="653732" y="1032129"/>
                </a:lnTo>
                <a:lnTo>
                  <a:pt x="597408" y="1038301"/>
                </a:lnTo>
                <a:lnTo>
                  <a:pt x="1362544" y="1038301"/>
                </a:lnTo>
                <a:lnTo>
                  <a:pt x="1400683" y="1032103"/>
                </a:lnTo>
                <a:lnTo>
                  <a:pt x="1441259" y="1025398"/>
                </a:lnTo>
                <a:close/>
              </a:path>
              <a:path w="6262369" h="1177925">
                <a:moveTo>
                  <a:pt x="1578559" y="1002220"/>
                </a:moveTo>
                <a:lnTo>
                  <a:pt x="894816" y="1002233"/>
                </a:lnTo>
                <a:lnTo>
                  <a:pt x="832358" y="1010462"/>
                </a:lnTo>
                <a:lnTo>
                  <a:pt x="771347" y="1018184"/>
                </a:lnTo>
                <a:lnTo>
                  <a:pt x="711860" y="1025398"/>
                </a:lnTo>
                <a:lnTo>
                  <a:pt x="1441259" y="1025398"/>
                </a:lnTo>
                <a:lnTo>
                  <a:pt x="1484566" y="1018184"/>
                </a:lnTo>
                <a:lnTo>
                  <a:pt x="1530400" y="1010462"/>
                </a:lnTo>
                <a:lnTo>
                  <a:pt x="1578559" y="1002220"/>
                </a:lnTo>
                <a:close/>
              </a:path>
              <a:path w="6262369" h="1177925">
                <a:moveTo>
                  <a:pt x="1682178" y="984199"/>
                </a:moveTo>
                <a:lnTo>
                  <a:pt x="1024432" y="984211"/>
                </a:lnTo>
                <a:lnTo>
                  <a:pt x="958710" y="993495"/>
                </a:lnTo>
                <a:lnTo>
                  <a:pt x="894905" y="1002220"/>
                </a:lnTo>
                <a:lnTo>
                  <a:pt x="1578559" y="1002220"/>
                </a:lnTo>
                <a:lnTo>
                  <a:pt x="1682178" y="984199"/>
                </a:lnTo>
                <a:close/>
              </a:path>
              <a:path w="6262369" h="1177925">
                <a:moveTo>
                  <a:pt x="2024100" y="868680"/>
                </a:moveTo>
                <a:lnTo>
                  <a:pt x="2008936" y="864273"/>
                </a:lnTo>
                <a:lnTo>
                  <a:pt x="1686839" y="770712"/>
                </a:lnTo>
                <a:lnTo>
                  <a:pt x="1705673" y="873645"/>
                </a:lnTo>
                <a:lnTo>
                  <a:pt x="1682699" y="877811"/>
                </a:lnTo>
                <a:lnTo>
                  <a:pt x="1682559" y="877836"/>
                </a:lnTo>
                <a:lnTo>
                  <a:pt x="1525854" y="905040"/>
                </a:lnTo>
                <a:lnTo>
                  <a:pt x="1449692" y="917879"/>
                </a:lnTo>
                <a:lnTo>
                  <a:pt x="1449527" y="917905"/>
                </a:lnTo>
                <a:lnTo>
                  <a:pt x="1375054" y="930211"/>
                </a:lnTo>
                <a:lnTo>
                  <a:pt x="1301915" y="942035"/>
                </a:lnTo>
                <a:lnTo>
                  <a:pt x="1230299" y="953350"/>
                </a:lnTo>
                <a:lnTo>
                  <a:pt x="1160183" y="964145"/>
                </a:lnTo>
                <a:lnTo>
                  <a:pt x="1091590" y="974432"/>
                </a:lnTo>
                <a:lnTo>
                  <a:pt x="1091412" y="974458"/>
                </a:lnTo>
                <a:lnTo>
                  <a:pt x="1024509" y="984199"/>
                </a:lnTo>
                <a:lnTo>
                  <a:pt x="1682178" y="984199"/>
                </a:lnTo>
                <a:lnTo>
                  <a:pt x="1724520" y="976642"/>
                </a:lnTo>
                <a:lnTo>
                  <a:pt x="1743367" y="1079715"/>
                </a:lnTo>
                <a:lnTo>
                  <a:pt x="2024100" y="868680"/>
                </a:lnTo>
                <a:close/>
              </a:path>
              <a:path w="6262369" h="1177925">
                <a:moveTo>
                  <a:pt x="2038121" y="573316"/>
                </a:moveTo>
                <a:lnTo>
                  <a:pt x="1991956" y="518985"/>
                </a:lnTo>
                <a:lnTo>
                  <a:pt x="1810702" y="305676"/>
                </a:lnTo>
                <a:lnTo>
                  <a:pt x="1769529" y="402297"/>
                </a:lnTo>
                <a:lnTo>
                  <a:pt x="1751558" y="394766"/>
                </a:lnTo>
                <a:lnTo>
                  <a:pt x="1732762" y="386905"/>
                </a:lnTo>
                <a:lnTo>
                  <a:pt x="1684782" y="367741"/>
                </a:lnTo>
                <a:lnTo>
                  <a:pt x="1654009" y="355460"/>
                </a:lnTo>
                <a:lnTo>
                  <a:pt x="1619465" y="342049"/>
                </a:lnTo>
                <a:lnTo>
                  <a:pt x="1576705" y="325437"/>
                </a:lnTo>
                <a:lnTo>
                  <a:pt x="1556143" y="317677"/>
                </a:lnTo>
                <a:lnTo>
                  <a:pt x="1500644" y="296722"/>
                </a:lnTo>
                <a:lnTo>
                  <a:pt x="1494917" y="294627"/>
                </a:lnTo>
                <a:lnTo>
                  <a:pt x="1435582" y="272897"/>
                </a:lnTo>
                <a:lnTo>
                  <a:pt x="1425829" y="269328"/>
                </a:lnTo>
                <a:lnTo>
                  <a:pt x="1378343" y="252501"/>
                </a:lnTo>
                <a:lnTo>
                  <a:pt x="1352257" y="243255"/>
                </a:lnTo>
                <a:lnTo>
                  <a:pt x="1323530" y="233426"/>
                </a:lnTo>
                <a:lnTo>
                  <a:pt x="1279944" y="218503"/>
                </a:lnTo>
                <a:lnTo>
                  <a:pt x="1271346" y="215671"/>
                </a:lnTo>
                <a:lnTo>
                  <a:pt x="1221498" y="199250"/>
                </a:lnTo>
                <a:lnTo>
                  <a:pt x="1208862" y="195084"/>
                </a:lnTo>
                <a:lnTo>
                  <a:pt x="1174292" y="184137"/>
                </a:lnTo>
                <a:lnTo>
                  <a:pt x="1139024" y="172974"/>
                </a:lnTo>
                <a:lnTo>
                  <a:pt x="1130376" y="170357"/>
                </a:lnTo>
                <a:lnTo>
                  <a:pt x="1089228" y="157886"/>
                </a:lnTo>
                <a:lnTo>
                  <a:pt x="1070419" y="152196"/>
                </a:lnTo>
                <a:lnTo>
                  <a:pt x="1051547" y="146735"/>
                </a:lnTo>
                <a:lnTo>
                  <a:pt x="1017511" y="136906"/>
                </a:lnTo>
                <a:lnTo>
                  <a:pt x="1003058" y="132727"/>
                </a:lnTo>
                <a:lnTo>
                  <a:pt x="987221" y="128384"/>
                </a:lnTo>
                <a:lnTo>
                  <a:pt x="960945" y="121183"/>
                </a:lnTo>
                <a:lnTo>
                  <a:pt x="939444" y="115290"/>
                </a:lnTo>
                <a:lnTo>
                  <a:pt x="936929" y="114592"/>
                </a:lnTo>
                <a:lnTo>
                  <a:pt x="922235" y="110794"/>
                </a:lnTo>
                <a:lnTo>
                  <a:pt x="921867" y="110693"/>
                </a:lnTo>
                <a:lnTo>
                  <a:pt x="909434" y="107467"/>
                </a:lnTo>
                <a:lnTo>
                  <a:pt x="909167" y="107403"/>
                </a:lnTo>
                <a:lnTo>
                  <a:pt x="901623" y="105448"/>
                </a:lnTo>
                <a:lnTo>
                  <a:pt x="901471" y="105410"/>
                </a:lnTo>
                <a:lnTo>
                  <a:pt x="898779" y="104711"/>
                </a:lnTo>
                <a:lnTo>
                  <a:pt x="872032" y="97790"/>
                </a:lnTo>
                <a:lnTo>
                  <a:pt x="808380" y="82296"/>
                </a:lnTo>
                <a:lnTo>
                  <a:pt x="745934" y="68148"/>
                </a:lnTo>
                <a:lnTo>
                  <a:pt x="684733" y="55308"/>
                </a:lnTo>
                <a:lnTo>
                  <a:pt x="624738" y="43815"/>
                </a:lnTo>
                <a:lnTo>
                  <a:pt x="565975" y="33642"/>
                </a:lnTo>
                <a:lnTo>
                  <a:pt x="508431" y="24815"/>
                </a:lnTo>
                <a:lnTo>
                  <a:pt x="452094" y="17322"/>
                </a:lnTo>
                <a:lnTo>
                  <a:pt x="396963" y="11163"/>
                </a:lnTo>
                <a:lnTo>
                  <a:pt x="343039" y="6350"/>
                </a:lnTo>
                <a:lnTo>
                  <a:pt x="290322" y="2882"/>
                </a:lnTo>
                <a:lnTo>
                  <a:pt x="238810" y="762"/>
                </a:lnTo>
                <a:lnTo>
                  <a:pt x="188480" y="0"/>
                </a:lnTo>
                <a:lnTo>
                  <a:pt x="139357" y="609"/>
                </a:lnTo>
                <a:lnTo>
                  <a:pt x="91427" y="2578"/>
                </a:lnTo>
                <a:lnTo>
                  <a:pt x="44678" y="5930"/>
                </a:lnTo>
                <a:lnTo>
                  <a:pt x="0" y="10579"/>
                </a:lnTo>
                <a:lnTo>
                  <a:pt x="10820" y="114719"/>
                </a:lnTo>
                <a:lnTo>
                  <a:pt x="53251" y="110312"/>
                </a:lnTo>
                <a:lnTo>
                  <a:pt x="53822" y="110248"/>
                </a:lnTo>
                <a:lnTo>
                  <a:pt x="55041" y="110172"/>
                </a:lnTo>
                <a:lnTo>
                  <a:pt x="96850" y="107175"/>
                </a:lnTo>
                <a:lnTo>
                  <a:pt x="97307" y="107137"/>
                </a:lnTo>
                <a:lnTo>
                  <a:pt x="98704" y="107086"/>
                </a:lnTo>
                <a:lnTo>
                  <a:pt x="141922" y="105295"/>
                </a:lnTo>
                <a:lnTo>
                  <a:pt x="141401" y="105295"/>
                </a:lnTo>
                <a:lnTo>
                  <a:pt x="142913" y="105257"/>
                </a:lnTo>
                <a:lnTo>
                  <a:pt x="142138" y="105295"/>
                </a:lnTo>
                <a:lnTo>
                  <a:pt x="144716" y="105257"/>
                </a:lnTo>
                <a:lnTo>
                  <a:pt x="188341" y="104724"/>
                </a:lnTo>
                <a:lnTo>
                  <a:pt x="187617" y="104711"/>
                </a:lnTo>
                <a:lnTo>
                  <a:pt x="189052" y="104711"/>
                </a:lnTo>
                <a:lnTo>
                  <a:pt x="188341" y="104724"/>
                </a:lnTo>
                <a:lnTo>
                  <a:pt x="235851" y="105435"/>
                </a:lnTo>
                <a:lnTo>
                  <a:pt x="236093" y="105448"/>
                </a:lnTo>
                <a:lnTo>
                  <a:pt x="284746" y="107442"/>
                </a:lnTo>
                <a:lnTo>
                  <a:pt x="334975" y="110756"/>
                </a:lnTo>
                <a:lnTo>
                  <a:pt x="386499" y="115354"/>
                </a:lnTo>
                <a:lnTo>
                  <a:pt x="386956" y="115404"/>
                </a:lnTo>
                <a:lnTo>
                  <a:pt x="439369" y="121259"/>
                </a:lnTo>
                <a:lnTo>
                  <a:pt x="439826" y="121323"/>
                </a:lnTo>
                <a:lnTo>
                  <a:pt x="493585" y="128473"/>
                </a:lnTo>
                <a:lnTo>
                  <a:pt x="549097" y="136994"/>
                </a:lnTo>
                <a:lnTo>
                  <a:pt x="605955" y="146824"/>
                </a:lnTo>
                <a:lnTo>
                  <a:pt x="606374" y="146913"/>
                </a:lnTo>
                <a:lnTo>
                  <a:pt x="664184" y="157988"/>
                </a:lnTo>
                <a:lnTo>
                  <a:pt x="664540" y="158064"/>
                </a:lnTo>
                <a:lnTo>
                  <a:pt x="723633" y="170459"/>
                </a:lnTo>
                <a:lnTo>
                  <a:pt x="724014" y="170535"/>
                </a:lnTo>
                <a:lnTo>
                  <a:pt x="784390" y="184226"/>
                </a:lnTo>
                <a:lnTo>
                  <a:pt x="784796" y="184327"/>
                </a:lnTo>
                <a:lnTo>
                  <a:pt x="846378" y="199313"/>
                </a:lnTo>
                <a:lnTo>
                  <a:pt x="846582" y="199364"/>
                </a:lnTo>
                <a:lnTo>
                  <a:pt x="846886" y="199440"/>
                </a:lnTo>
                <a:lnTo>
                  <a:pt x="909955" y="215773"/>
                </a:lnTo>
                <a:lnTo>
                  <a:pt x="910297" y="215861"/>
                </a:lnTo>
                <a:lnTo>
                  <a:pt x="974407" y="233451"/>
                </a:lnTo>
                <a:lnTo>
                  <a:pt x="974826" y="233565"/>
                </a:lnTo>
                <a:lnTo>
                  <a:pt x="975004" y="233616"/>
                </a:lnTo>
                <a:lnTo>
                  <a:pt x="1040726" y="252603"/>
                </a:lnTo>
                <a:lnTo>
                  <a:pt x="1041019" y="252691"/>
                </a:lnTo>
                <a:lnTo>
                  <a:pt x="1108036" y="272999"/>
                </a:lnTo>
                <a:lnTo>
                  <a:pt x="1108341" y="273088"/>
                </a:lnTo>
                <a:lnTo>
                  <a:pt x="1176413" y="294652"/>
                </a:lnTo>
                <a:lnTo>
                  <a:pt x="1176959" y="294817"/>
                </a:lnTo>
                <a:lnTo>
                  <a:pt x="1246619" y="317779"/>
                </a:lnTo>
                <a:lnTo>
                  <a:pt x="1246873" y="317855"/>
                </a:lnTo>
                <a:lnTo>
                  <a:pt x="1317548" y="342049"/>
                </a:lnTo>
                <a:lnTo>
                  <a:pt x="1317967" y="342201"/>
                </a:lnTo>
                <a:lnTo>
                  <a:pt x="1390078" y="367741"/>
                </a:lnTo>
                <a:lnTo>
                  <a:pt x="1390396" y="367868"/>
                </a:lnTo>
                <a:lnTo>
                  <a:pt x="1390586" y="367931"/>
                </a:lnTo>
                <a:lnTo>
                  <a:pt x="1464144" y="394868"/>
                </a:lnTo>
                <a:lnTo>
                  <a:pt x="1464386" y="394957"/>
                </a:lnTo>
                <a:lnTo>
                  <a:pt x="1539227" y="423214"/>
                </a:lnTo>
                <a:lnTo>
                  <a:pt x="1539481" y="423303"/>
                </a:lnTo>
                <a:lnTo>
                  <a:pt x="1615414" y="452805"/>
                </a:lnTo>
                <a:lnTo>
                  <a:pt x="1615694" y="452907"/>
                </a:lnTo>
                <a:lnTo>
                  <a:pt x="1615414" y="452805"/>
                </a:lnTo>
                <a:lnTo>
                  <a:pt x="1615782" y="452958"/>
                </a:lnTo>
                <a:lnTo>
                  <a:pt x="1693125" y="483819"/>
                </a:lnTo>
                <a:lnTo>
                  <a:pt x="1693519" y="483984"/>
                </a:lnTo>
                <a:lnTo>
                  <a:pt x="1728482" y="498627"/>
                </a:lnTo>
                <a:lnTo>
                  <a:pt x="1687563" y="594664"/>
                </a:lnTo>
                <a:lnTo>
                  <a:pt x="2038121" y="573316"/>
                </a:lnTo>
                <a:close/>
              </a:path>
              <a:path w="6262369" h="1177925">
                <a:moveTo>
                  <a:pt x="6262014" y="612013"/>
                </a:moveTo>
                <a:lnTo>
                  <a:pt x="5947880" y="454952"/>
                </a:lnTo>
                <a:lnTo>
                  <a:pt x="5947880" y="559663"/>
                </a:lnTo>
                <a:lnTo>
                  <a:pt x="4311789" y="559663"/>
                </a:lnTo>
                <a:lnTo>
                  <a:pt x="4311789" y="664375"/>
                </a:lnTo>
                <a:lnTo>
                  <a:pt x="5947880" y="664375"/>
                </a:lnTo>
                <a:lnTo>
                  <a:pt x="5947880" y="769086"/>
                </a:lnTo>
                <a:lnTo>
                  <a:pt x="6157303" y="664375"/>
                </a:lnTo>
                <a:lnTo>
                  <a:pt x="6262014" y="612013"/>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23" name="object 23"/>
          <p:cNvSpPr txBox="1"/>
          <p:nvPr/>
        </p:nvSpPr>
        <p:spPr>
          <a:xfrm>
            <a:off x="9413765" y="4072177"/>
            <a:ext cx="3300528" cy="342401"/>
          </a:xfrm>
          <a:prstGeom prst="rect">
            <a:avLst/>
          </a:prstGeom>
        </p:spPr>
        <p:txBody>
          <a:bodyPr vert="horz" wrap="square" lIns="0" tIns="11430" rIns="0" bIns="0" rtlCol="0">
            <a:spAutoFit/>
          </a:bodyPr>
          <a:lstStyle/>
          <a:p>
            <a:pPr marL="12700">
              <a:lnSpc>
                <a:spcPct val="100000"/>
              </a:lnSpc>
              <a:spcBef>
                <a:spcPts val="90"/>
              </a:spcBef>
            </a:pPr>
            <a:r>
              <a:rPr lang="es-PE" sz="2150" b="1" noProof="0" dirty="0">
                <a:latin typeface="Aptos" panose="020B0004020202020204" pitchFamily="34" charset="0"/>
                <a:cs typeface="Trebuchet MS"/>
              </a:rPr>
              <a:t>Programa tradicional</a:t>
            </a:r>
            <a:endParaRPr lang="es-PE" sz="2150" noProof="0" dirty="0">
              <a:latin typeface="Aptos" panose="020B0004020202020204" pitchFamily="34" charset="0"/>
              <a:cs typeface="Trebuchet MS"/>
            </a:endParaRPr>
          </a:p>
        </p:txBody>
      </p:sp>
      <p:sp>
        <p:nvSpPr>
          <p:cNvPr id="24" name="object 24"/>
          <p:cNvSpPr txBox="1"/>
          <p:nvPr/>
        </p:nvSpPr>
        <p:spPr>
          <a:xfrm>
            <a:off x="9600066" y="7668297"/>
            <a:ext cx="2782249" cy="342401"/>
          </a:xfrm>
          <a:prstGeom prst="rect">
            <a:avLst/>
          </a:prstGeom>
        </p:spPr>
        <p:txBody>
          <a:bodyPr vert="horz" wrap="square" lIns="0" tIns="11430" rIns="0" bIns="0" rtlCol="0">
            <a:spAutoFit/>
          </a:bodyPr>
          <a:lstStyle/>
          <a:p>
            <a:pPr marL="12700">
              <a:lnSpc>
                <a:spcPct val="100000"/>
              </a:lnSpc>
              <a:spcBef>
                <a:spcPts val="90"/>
              </a:spcBef>
            </a:pPr>
            <a:r>
              <a:rPr lang="es-PE" sz="2150" b="1" noProof="0" dirty="0">
                <a:latin typeface="Aptos" panose="020B0004020202020204" pitchFamily="34" charset="0"/>
                <a:cs typeface="Trebuchet MS"/>
              </a:rPr>
              <a:t>Machine </a:t>
            </a:r>
            <a:r>
              <a:rPr lang="es-PE" sz="2150" b="1" noProof="0" dirty="0" err="1">
                <a:latin typeface="Aptos" panose="020B0004020202020204" pitchFamily="34" charset="0"/>
                <a:cs typeface="Trebuchet MS"/>
              </a:rPr>
              <a:t>Learning</a:t>
            </a:r>
            <a:endParaRPr lang="es-PE" sz="2150" noProof="0" dirty="0">
              <a:latin typeface="Aptos" panose="020B0004020202020204" pitchFamily="34" charset="0"/>
              <a:cs typeface="Trebuchet MS"/>
            </a:endParaRPr>
          </a:p>
        </p:txBody>
      </p:sp>
      <p:pic>
        <p:nvPicPr>
          <p:cNvPr id="25" name="Picture 2" descr="Manual de Indentidad Visual Corporativa Marca UNCP - UNCP">
            <a:extLst>
              <a:ext uri="{FF2B5EF4-FFF2-40B4-BE49-F238E27FC236}">
                <a16:creationId xmlns:a16="http://schemas.microsoft.com/office/drawing/2014/main" id="{7045E691-72CC-2346-4A94-6FE3326B10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1535" y="2800198"/>
            <a:ext cx="17850485" cy="6523004"/>
          </a:xfrm>
          <a:prstGeom prst="rect">
            <a:avLst/>
          </a:prstGeom>
        </p:spPr>
        <p:txBody>
          <a:bodyPr vert="horz" wrap="square" lIns="0" tIns="5080" rIns="0" bIns="0" rtlCol="0">
            <a:spAutoFit/>
          </a:bodyPr>
          <a:lstStyle/>
          <a:p>
            <a:pPr marR="5080" indent="457200" algn="just">
              <a:lnSpc>
                <a:spcPct val="101400"/>
              </a:lnSpc>
              <a:spcBef>
                <a:spcPts val="40"/>
              </a:spcBef>
              <a:buFont typeface="Arial MT"/>
              <a:buChar char="•"/>
              <a:tabLst>
                <a:tab pos="483234" algn="l"/>
                <a:tab pos="484505" algn="l"/>
              </a:tabLst>
            </a:pPr>
            <a:r>
              <a:rPr lang="es-PE" sz="3000" noProof="0" dirty="0">
                <a:latin typeface="Aptos" panose="020B0004020202020204" pitchFamily="34" charset="0"/>
                <a:cs typeface="Tahoma"/>
              </a:rPr>
              <a:t>No solo se necesitan Datos, sino que estos deben </a:t>
            </a:r>
            <a:r>
              <a:rPr lang="es-PE" sz="3000" b="1" noProof="0" dirty="0">
                <a:latin typeface="Aptos" panose="020B0004020202020204" pitchFamily="34" charset="0"/>
                <a:cs typeface="Calibri"/>
              </a:rPr>
              <a:t>estar disponibles o que sea posible recopilarlos</a:t>
            </a:r>
            <a:r>
              <a:rPr lang="es-PE" sz="3000" noProof="0" dirty="0">
                <a:latin typeface="Aptos" panose="020B0004020202020204" pitchFamily="34" charset="0"/>
                <a:cs typeface="Tahoma"/>
              </a:rPr>
              <a:t>. Sin  datos y sin aprendizaje continuo, muchas empresas siguen un enfoque de </a:t>
            </a:r>
            <a:r>
              <a:rPr lang="es-PE" sz="3000" i="1" noProof="0" dirty="0">
                <a:latin typeface="Aptos" panose="020B0004020202020204" pitchFamily="34" charset="0"/>
                <a:cs typeface="Calibri"/>
              </a:rPr>
              <a:t>“</a:t>
            </a:r>
            <a:r>
              <a:rPr lang="es-PE" sz="3000" i="1" noProof="0" dirty="0" err="1">
                <a:latin typeface="Aptos" panose="020B0004020202020204" pitchFamily="34" charset="0"/>
                <a:cs typeface="Calibri"/>
              </a:rPr>
              <a:t>fake-it</a:t>
            </a:r>
            <a:r>
              <a:rPr lang="es-PE" sz="3000" i="1" noProof="0" dirty="0">
                <a:latin typeface="Aptos" panose="020B0004020202020204" pitchFamily="34" charset="0"/>
                <a:cs typeface="Calibri"/>
              </a:rPr>
              <a:t>- </a:t>
            </a:r>
            <a:r>
              <a:rPr lang="es-PE" sz="3000" i="1" noProof="0" dirty="0" err="1">
                <a:latin typeface="Aptos" panose="020B0004020202020204" pitchFamily="34" charset="0"/>
                <a:cs typeface="Calibri"/>
              </a:rPr>
              <a:t>til-you</a:t>
            </a:r>
            <a:r>
              <a:rPr lang="es-PE" sz="3000" i="1" noProof="0" dirty="0">
                <a:latin typeface="Aptos" panose="020B0004020202020204" pitchFamily="34" charset="0"/>
                <a:cs typeface="Calibri"/>
              </a:rPr>
              <a:t> </a:t>
            </a:r>
            <a:r>
              <a:rPr lang="es-PE" sz="3000" i="1" noProof="0" dirty="0" err="1">
                <a:latin typeface="Aptos" panose="020B0004020202020204" pitchFamily="34" charset="0"/>
                <a:cs typeface="Calibri"/>
              </a:rPr>
              <a:t>make</a:t>
            </a:r>
            <a:r>
              <a:rPr lang="es-PE" sz="3000" i="1" noProof="0" dirty="0">
                <a:latin typeface="Aptos" panose="020B0004020202020204" pitchFamily="34" charset="0"/>
                <a:cs typeface="Calibri"/>
              </a:rPr>
              <a:t> </a:t>
            </a:r>
            <a:r>
              <a:rPr lang="es-PE" sz="3000" i="1" noProof="0" dirty="0" err="1">
                <a:latin typeface="Aptos" panose="020B0004020202020204" pitchFamily="34" charset="0"/>
                <a:cs typeface="Calibri"/>
              </a:rPr>
              <a:t>it</a:t>
            </a:r>
            <a:r>
              <a:rPr lang="es-PE" sz="3000" i="1" noProof="0" dirty="0">
                <a:latin typeface="Aptos" panose="020B0004020202020204" pitchFamily="34" charset="0"/>
                <a:cs typeface="Calibri"/>
              </a:rPr>
              <a:t>”</a:t>
            </a:r>
            <a:r>
              <a:rPr lang="es-PE" sz="3000" noProof="0" dirty="0">
                <a:latin typeface="Aptos" panose="020B0004020202020204" pitchFamily="34" charset="0"/>
                <a:cs typeface="Tahoma"/>
              </a:rPr>
              <a:t>, es  decir, lanzar un producto que </a:t>
            </a:r>
            <a:r>
              <a:rPr lang="es-PE" sz="3000" b="1" noProof="0" dirty="0">
                <a:solidFill>
                  <a:srgbClr val="FF20D8"/>
                </a:solidFill>
                <a:latin typeface="Aptos" panose="020B0004020202020204" pitchFamily="34" charset="0"/>
                <a:cs typeface="Calibri"/>
              </a:rPr>
              <a:t>sirva predicciones hechas por humanos</a:t>
            </a:r>
            <a:r>
              <a:rPr lang="es-PE" sz="3000" noProof="0" dirty="0">
                <a:latin typeface="Aptos" panose="020B0004020202020204" pitchFamily="34" charset="0"/>
                <a:cs typeface="Tahoma"/>
              </a:rPr>
              <a:t>, en lugar de modelos de ML, con  la esperanza de utilizar los datos generados para entrenar ML modelos.</a:t>
            </a:r>
          </a:p>
          <a:p>
            <a:pPr marR="5080" algn="just">
              <a:lnSpc>
                <a:spcPct val="101400"/>
              </a:lnSpc>
              <a:spcBef>
                <a:spcPts val="40"/>
              </a:spcBef>
              <a:tabLst>
                <a:tab pos="483234" algn="l"/>
                <a:tab pos="484505" algn="l"/>
              </a:tabLst>
            </a:pPr>
            <a:endParaRPr lang="es-PE" sz="3000" noProof="0" dirty="0">
              <a:latin typeface="Aptos" panose="020B0004020202020204" pitchFamily="34" charset="0"/>
              <a:cs typeface="Tahoma"/>
            </a:endParaRPr>
          </a:p>
          <a:p>
            <a:pPr marR="5080" indent="457200" algn="just">
              <a:lnSpc>
                <a:spcPct val="101400"/>
              </a:lnSpc>
              <a:spcBef>
                <a:spcPts val="40"/>
              </a:spcBef>
              <a:buFont typeface="Arial MT"/>
              <a:buChar char="•"/>
              <a:tabLst>
                <a:tab pos="483234" algn="l"/>
                <a:tab pos="484505" algn="l"/>
              </a:tabLst>
            </a:pPr>
            <a:r>
              <a:rPr lang="es-PE" sz="3000" dirty="0">
                <a:latin typeface="Aptos" panose="020B0004020202020204" pitchFamily="34" charset="0"/>
                <a:cs typeface="Tahoma"/>
              </a:rPr>
              <a:t>Los modelos de ML hacen predicciones, por lo que solo pueden resolver </a:t>
            </a:r>
            <a:r>
              <a:rPr lang="es-PE" sz="3000" b="1" dirty="0">
                <a:latin typeface="Aptos" panose="020B0004020202020204" pitchFamily="34" charset="0"/>
                <a:cs typeface="Tahoma"/>
              </a:rPr>
              <a:t>problemas que requieren respuestas predictivas</a:t>
            </a:r>
            <a:r>
              <a:rPr lang="es-PE" sz="3000" dirty="0">
                <a:latin typeface="Aptos" panose="020B0004020202020204" pitchFamily="34" charset="0"/>
                <a:cs typeface="Tahoma"/>
              </a:rPr>
              <a:t>. El aprendizaje automático puede resultar especialmente atractivo cuando puede beneficiarse de una gran cantidad de predicciones baratas pero aproximadas. Por ejemplo ¿cómo será el tiempo mañana? ¿Quién ganará el Super </a:t>
            </a:r>
            <a:r>
              <a:rPr lang="es-PE" sz="3000" dirty="0" err="1">
                <a:latin typeface="Aptos" panose="020B0004020202020204" pitchFamily="34" charset="0"/>
                <a:cs typeface="Tahoma"/>
              </a:rPr>
              <a:t>Bowl</a:t>
            </a:r>
            <a:r>
              <a:rPr lang="es-PE" sz="3000" dirty="0">
                <a:latin typeface="Aptos" panose="020B0004020202020204" pitchFamily="34" charset="0"/>
                <a:cs typeface="Tahoma"/>
              </a:rPr>
              <a:t> este año? ¿Qué película querrá ver un  usuario a continuación?</a:t>
            </a:r>
          </a:p>
          <a:p>
            <a:pPr marR="5080" algn="just">
              <a:lnSpc>
                <a:spcPct val="101400"/>
              </a:lnSpc>
              <a:spcBef>
                <a:spcPts val="40"/>
              </a:spcBef>
              <a:tabLst>
                <a:tab pos="483234" algn="l"/>
                <a:tab pos="484505" algn="l"/>
              </a:tabLst>
            </a:pPr>
            <a:endParaRPr lang="es-PE" sz="3000" dirty="0">
              <a:latin typeface="Aptos" panose="020B0004020202020204" pitchFamily="34" charset="0"/>
              <a:cs typeface="Tahoma"/>
            </a:endParaRPr>
          </a:p>
          <a:p>
            <a:pPr marR="5080" indent="457200" algn="just">
              <a:lnSpc>
                <a:spcPct val="101400"/>
              </a:lnSpc>
              <a:spcBef>
                <a:spcPts val="40"/>
              </a:spcBef>
              <a:buFont typeface="Arial MT"/>
              <a:buChar char="•"/>
              <a:tabLst>
                <a:tab pos="483234" algn="l"/>
                <a:tab pos="484505" algn="l"/>
              </a:tabLst>
            </a:pPr>
            <a:r>
              <a:rPr lang="es-PE" sz="3000" dirty="0">
                <a:latin typeface="Aptos" panose="020B0004020202020204" pitchFamily="34" charset="0"/>
                <a:cs typeface="Tahoma"/>
              </a:rPr>
              <a:t>Los datos para lo que se usará en el futuro y los datos de entrenamiento </a:t>
            </a:r>
            <a:r>
              <a:rPr lang="es-PE" sz="3000" b="1" dirty="0">
                <a:latin typeface="Aptos" panose="020B0004020202020204" pitchFamily="34" charset="0"/>
                <a:cs typeface="Tahoma"/>
              </a:rPr>
              <a:t>deben provenir de distribuciones similares</a:t>
            </a:r>
            <a:r>
              <a:rPr lang="es-PE" sz="3000" dirty="0">
                <a:latin typeface="Aptos" panose="020B0004020202020204" pitchFamily="34" charset="0"/>
                <a:cs typeface="Tahoma"/>
              </a:rPr>
              <a:t>. ¿Cómo sabemos de qué distribución provienen? No lo sabemos, pero podemos hacer suposiciones y esperar que nuestras suposiciones se cumplan. Si no lo hacen, tendremos un modelo que funciona mal.</a:t>
            </a:r>
          </a:p>
        </p:txBody>
      </p:sp>
      <p:sp>
        <p:nvSpPr>
          <p:cNvPr id="3" name="object 3"/>
          <p:cNvSpPr txBox="1">
            <a:spLocks noGrp="1"/>
          </p:cNvSpPr>
          <p:nvPr>
            <p:ph type="title"/>
          </p:nvPr>
        </p:nvSpPr>
        <p:spPr>
          <a:xfrm>
            <a:off x="1097213" y="1126532"/>
            <a:ext cx="10072370" cy="1282065"/>
          </a:xfrm>
          <a:prstGeom prst="rect">
            <a:avLst/>
          </a:prstGeom>
        </p:spPr>
        <p:txBody>
          <a:bodyPr vert="horz" wrap="square" lIns="0" tIns="12065" rIns="0" bIns="0" rtlCol="0">
            <a:spAutoFit/>
          </a:bodyPr>
          <a:lstStyle/>
          <a:p>
            <a:pPr marL="12700" algn="just">
              <a:lnSpc>
                <a:spcPct val="100000"/>
              </a:lnSpc>
              <a:spcBef>
                <a:spcPts val="95"/>
              </a:spcBef>
            </a:pPr>
            <a:r>
              <a:rPr lang="es-PE" sz="8250" noProof="0" dirty="0">
                <a:latin typeface="Aptos" panose="020B0004020202020204" pitchFamily="34" charset="0"/>
              </a:rPr>
              <a:t>¿CUÁNDO USARLO?</a:t>
            </a:r>
          </a:p>
        </p:txBody>
      </p:sp>
      <p:pic>
        <p:nvPicPr>
          <p:cNvPr id="4" name="Picture 2" descr="Manual de Indentidad Visual Corporativa Marca UNCP - UNCP">
            <a:extLst>
              <a:ext uri="{FF2B5EF4-FFF2-40B4-BE49-F238E27FC236}">
                <a16:creationId xmlns:a16="http://schemas.microsoft.com/office/drawing/2014/main" id="{39182B6C-67B8-B13F-0EB6-9A02884A32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1535" y="2800198"/>
            <a:ext cx="17618075" cy="4915256"/>
          </a:xfrm>
          <a:prstGeom prst="rect">
            <a:avLst/>
          </a:prstGeom>
        </p:spPr>
        <p:txBody>
          <a:bodyPr vert="horz" wrap="square" lIns="0" tIns="10795" rIns="0" bIns="0" rtlCol="0">
            <a:spAutoFit/>
          </a:bodyPr>
          <a:lstStyle/>
          <a:p>
            <a:pPr marL="483870" marR="5080" indent="-471805" algn="just">
              <a:lnSpc>
                <a:spcPts val="4140"/>
              </a:lnSpc>
              <a:spcBef>
                <a:spcPts val="85"/>
              </a:spcBef>
              <a:buFont typeface="Arial MT"/>
              <a:buChar char="•"/>
              <a:tabLst>
                <a:tab pos="483234" algn="l"/>
                <a:tab pos="484505" algn="l"/>
              </a:tabLst>
            </a:pPr>
            <a:r>
              <a:rPr lang="es-PE" sz="3300" noProof="0" dirty="0">
                <a:latin typeface="Aptos" panose="020B0004020202020204" pitchFamily="34" charset="0"/>
                <a:cs typeface="Tahoma"/>
              </a:rPr>
              <a:t>Cuando</a:t>
            </a:r>
            <a:r>
              <a:rPr lang="es-PE" sz="3300" b="1" noProof="0" dirty="0">
                <a:latin typeface="Aptos" panose="020B0004020202020204" pitchFamily="34" charset="0"/>
                <a:cs typeface="Calibri"/>
              </a:rPr>
              <a:t> una tarea es repetitiva</a:t>
            </a:r>
            <a:r>
              <a:rPr lang="es-PE" sz="3300" noProof="0" dirty="0">
                <a:latin typeface="Aptos" panose="020B0004020202020204" pitchFamily="34" charset="0"/>
                <a:cs typeface="Tahoma"/>
              </a:rPr>
              <a:t>. Cada patrón se repite varias veces, lo que facilita que las máquinas lo  aprendan.</a:t>
            </a:r>
          </a:p>
          <a:p>
            <a:pPr marL="483870" marR="220345" indent="-471805" algn="just">
              <a:lnSpc>
                <a:spcPct val="99100"/>
              </a:lnSpc>
              <a:spcBef>
                <a:spcPts val="2570"/>
              </a:spcBef>
              <a:buFont typeface="Arial MT"/>
              <a:buChar char="•"/>
              <a:tabLst>
                <a:tab pos="483234" algn="l"/>
                <a:tab pos="484505" algn="l"/>
              </a:tabLst>
            </a:pPr>
            <a:r>
              <a:rPr lang="es-PE" sz="3300" noProof="0" dirty="0">
                <a:latin typeface="Aptos" panose="020B0004020202020204" pitchFamily="34" charset="0"/>
                <a:cs typeface="Tahoma"/>
              </a:rPr>
              <a:t>Si los patrones cambian constantemente. Las culturas cambian. Los gustos cambian. Las tecnologías  cambian. Lo que está de moda hoy puede ser una vieja noticia mañana. Consideremos la tarea de  clasificar el correo no deseado. Hoy un indicio de un correo electrónico no deseado es un príncipe  nigeriano, pero mañana podría ser un escritor vietnamita angustiado. Debido a que Aprendizaje  Automático aprende de los datos, </a:t>
            </a:r>
            <a:r>
              <a:rPr lang="es-PE" sz="3300" b="1" noProof="0" dirty="0">
                <a:latin typeface="Aptos" panose="020B0004020202020204" pitchFamily="34" charset="0"/>
                <a:cs typeface="Calibri"/>
              </a:rPr>
              <a:t>se puede actualizar los modelos con nuevos datos sin tener que  descubrir cómo han cambiado los datos</a:t>
            </a:r>
            <a:r>
              <a:rPr lang="es-PE" sz="3300" noProof="0" dirty="0">
                <a:latin typeface="Aptos" panose="020B0004020202020204" pitchFamily="34" charset="0"/>
                <a:cs typeface="Tahoma"/>
              </a:rPr>
              <a:t>.</a:t>
            </a:r>
          </a:p>
        </p:txBody>
      </p:sp>
      <p:sp>
        <p:nvSpPr>
          <p:cNvPr id="3" name="object 3"/>
          <p:cNvSpPr txBox="1">
            <a:spLocks noGrp="1"/>
          </p:cNvSpPr>
          <p:nvPr>
            <p:ph type="title"/>
          </p:nvPr>
        </p:nvSpPr>
        <p:spPr>
          <a:xfrm>
            <a:off x="1097213" y="1126532"/>
            <a:ext cx="10072370" cy="1282065"/>
          </a:xfrm>
          <a:prstGeom prst="rect">
            <a:avLst/>
          </a:prstGeom>
        </p:spPr>
        <p:txBody>
          <a:bodyPr vert="horz" wrap="square" lIns="0" tIns="12065" rIns="0" bIns="0" rtlCol="0">
            <a:spAutoFit/>
          </a:bodyPr>
          <a:lstStyle/>
          <a:p>
            <a:pPr marL="12700">
              <a:lnSpc>
                <a:spcPct val="100000"/>
              </a:lnSpc>
              <a:spcBef>
                <a:spcPts val="95"/>
              </a:spcBef>
            </a:pPr>
            <a:r>
              <a:rPr lang="es-PE" sz="8250" noProof="0" dirty="0">
                <a:latin typeface="Aptos" panose="020B0004020202020204" pitchFamily="34" charset="0"/>
              </a:rPr>
              <a:t>¿CUÁNDO USARLO?</a:t>
            </a:r>
          </a:p>
        </p:txBody>
      </p:sp>
      <p:pic>
        <p:nvPicPr>
          <p:cNvPr id="4" name="Picture 2" descr="Manual de Indentidad Visual Corporativa Marca UNCP - UNCP">
            <a:extLst>
              <a:ext uri="{FF2B5EF4-FFF2-40B4-BE49-F238E27FC236}">
                <a16:creationId xmlns:a16="http://schemas.microsoft.com/office/drawing/2014/main" id="{4B637BB5-CCE9-F30B-FDFC-96145D8EDB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1535" y="2822815"/>
            <a:ext cx="17985740" cy="4608954"/>
          </a:xfrm>
          <a:prstGeom prst="rect">
            <a:avLst/>
          </a:prstGeom>
        </p:spPr>
        <p:txBody>
          <a:bodyPr vert="horz" wrap="square" lIns="0" tIns="12700" rIns="0" bIns="0" rtlCol="0">
            <a:spAutoFit/>
          </a:bodyPr>
          <a:lstStyle/>
          <a:p>
            <a:pPr marL="483870" marR="5080" indent="-471805" algn="just">
              <a:lnSpc>
                <a:spcPct val="99900"/>
              </a:lnSpc>
              <a:spcBef>
                <a:spcPts val="100"/>
              </a:spcBef>
              <a:buFont typeface="Arial MT"/>
              <a:buChar char="•"/>
              <a:tabLst>
                <a:tab pos="483234" algn="l"/>
                <a:tab pos="484505" algn="l"/>
              </a:tabLst>
            </a:pPr>
            <a:r>
              <a:rPr lang="es-PE" sz="3300" noProof="0" dirty="0">
                <a:latin typeface="Aptos" panose="020B0004020202020204" pitchFamily="34" charset="0"/>
                <a:cs typeface="Tahoma"/>
              </a:rPr>
              <a:t>Los modelos se equivocan. Por lo que hay que dar más atención en problemas que pueden tener  </a:t>
            </a:r>
            <a:r>
              <a:rPr lang="es-PE" sz="3300" b="1" noProof="0" dirty="0">
                <a:latin typeface="Aptos" panose="020B0004020202020204" pitchFamily="34" charset="0"/>
                <a:cs typeface="Calibri"/>
              </a:rPr>
              <a:t>consecuencias catastróficas. </a:t>
            </a:r>
            <a:r>
              <a:rPr lang="es-PE" sz="3300" noProof="0" dirty="0">
                <a:latin typeface="Aptos" panose="020B0004020202020204" pitchFamily="34" charset="0"/>
                <a:cs typeface="Tahoma"/>
              </a:rPr>
              <a:t>Desarrollar vehículos autónomos es un desafío porque un error puede  provocar la muerte. Muchas empresas todavía quieren desarrollar vehículos autónomos porque tienen el  potencial de salvar muchas vidas una vez que los vehículos autónomos sean estadísticamente más  seguros que los conductores humanos.</a:t>
            </a:r>
          </a:p>
          <a:p>
            <a:pPr marL="12065" marR="5080" algn="just">
              <a:lnSpc>
                <a:spcPct val="99900"/>
              </a:lnSpc>
              <a:spcBef>
                <a:spcPts val="100"/>
              </a:spcBef>
              <a:tabLst>
                <a:tab pos="483234" algn="l"/>
                <a:tab pos="484505" algn="l"/>
              </a:tabLst>
            </a:pPr>
            <a:endParaRPr lang="es-PE" sz="3300" noProof="0" dirty="0">
              <a:latin typeface="Aptos" panose="020B0004020202020204" pitchFamily="34" charset="0"/>
              <a:cs typeface="Tahoma"/>
            </a:endParaRPr>
          </a:p>
          <a:p>
            <a:pPr marL="483870" marR="5080" indent="-471805" algn="just">
              <a:lnSpc>
                <a:spcPct val="99900"/>
              </a:lnSpc>
              <a:spcBef>
                <a:spcPts val="100"/>
              </a:spcBef>
              <a:buFont typeface="Arial MT"/>
              <a:buChar char="•"/>
              <a:tabLst>
                <a:tab pos="483234" algn="l"/>
                <a:tab pos="484505" algn="l"/>
              </a:tabLst>
            </a:pPr>
            <a:r>
              <a:rPr lang="es-PE" sz="3300" dirty="0">
                <a:latin typeface="Aptos" panose="020B0004020202020204" pitchFamily="34" charset="0"/>
                <a:cs typeface="Tahoma"/>
              </a:rPr>
              <a:t>Las soluciones de aprendizaje automático generalmente requieren una inversión inicial no trivial en  datos, computación, infraestructura y talento, por lo que se justifica </a:t>
            </a:r>
            <a:r>
              <a:rPr lang="es-PE" sz="3300" b="1" dirty="0">
                <a:latin typeface="Aptos" panose="020B0004020202020204" pitchFamily="34" charset="0"/>
                <a:cs typeface="Tahoma"/>
              </a:rPr>
              <a:t>si el uso de esta solución es  frecuente.</a:t>
            </a:r>
          </a:p>
        </p:txBody>
      </p:sp>
      <p:sp>
        <p:nvSpPr>
          <p:cNvPr id="3" name="object 3"/>
          <p:cNvSpPr txBox="1">
            <a:spLocks noGrp="1"/>
          </p:cNvSpPr>
          <p:nvPr>
            <p:ph type="title"/>
          </p:nvPr>
        </p:nvSpPr>
        <p:spPr>
          <a:xfrm>
            <a:off x="1097213" y="1126532"/>
            <a:ext cx="10072370" cy="1282065"/>
          </a:xfrm>
          <a:prstGeom prst="rect">
            <a:avLst/>
          </a:prstGeom>
        </p:spPr>
        <p:txBody>
          <a:bodyPr vert="horz" wrap="square" lIns="0" tIns="12065" rIns="0" bIns="0" rtlCol="0">
            <a:spAutoFit/>
          </a:bodyPr>
          <a:lstStyle/>
          <a:p>
            <a:pPr marL="12700" algn="just">
              <a:lnSpc>
                <a:spcPct val="100000"/>
              </a:lnSpc>
              <a:spcBef>
                <a:spcPts val="95"/>
              </a:spcBef>
            </a:pPr>
            <a:r>
              <a:rPr lang="es-PE" sz="8250" noProof="0" dirty="0">
                <a:latin typeface="Aptos" panose="020B0004020202020204" pitchFamily="34" charset="0"/>
              </a:rPr>
              <a:t>¿CUÁNDO USARLO?</a:t>
            </a:r>
          </a:p>
        </p:txBody>
      </p:sp>
      <p:pic>
        <p:nvPicPr>
          <p:cNvPr id="4" name="Picture 2" descr="Manual de Indentidad Visual Corporativa Marca UNCP - UNCP">
            <a:extLst>
              <a:ext uri="{FF2B5EF4-FFF2-40B4-BE49-F238E27FC236}">
                <a16:creationId xmlns:a16="http://schemas.microsoft.com/office/drawing/2014/main" id="{EBA4F795-CC71-F4A0-12A8-6B10A2AEDD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1535" y="3124835"/>
            <a:ext cx="16322040" cy="3596640"/>
          </a:xfrm>
          <a:prstGeom prst="rect">
            <a:avLst/>
          </a:prstGeom>
        </p:spPr>
        <p:txBody>
          <a:bodyPr vert="horz" wrap="square" lIns="0" tIns="12065" rIns="0" bIns="0" rtlCol="0">
            <a:spAutoFit/>
          </a:bodyPr>
          <a:lstStyle/>
          <a:p>
            <a:pPr marL="12700" marR="5080" algn="just">
              <a:lnSpc>
                <a:spcPct val="100000"/>
              </a:lnSpc>
              <a:spcBef>
                <a:spcPts val="95"/>
              </a:spcBef>
            </a:pPr>
            <a:r>
              <a:rPr lang="es-PE" sz="3300" noProof="0" dirty="0">
                <a:latin typeface="Aptos" panose="020B0004020202020204" pitchFamily="34" charset="0"/>
                <a:cs typeface="Tahoma"/>
              </a:rPr>
              <a:t>La mayoría de los algoritmos de Aprendizaje Automático </a:t>
            </a:r>
            <a:r>
              <a:rPr lang="es-PE" sz="3300" b="1" noProof="0" dirty="0">
                <a:solidFill>
                  <a:srgbClr val="C00000"/>
                </a:solidFill>
                <a:latin typeface="Aptos" panose="020B0004020202020204" pitchFamily="34" charset="0"/>
                <a:cs typeface="Calibri"/>
              </a:rPr>
              <a:t>no </a:t>
            </a:r>
            <a:r>
              <a:rPr lang="es-PE" sz="3300" b="1" noProof="0" dirty="0">
                <a:latin typeface="Aptos" panose="020B0004020202020204" pitchFamily="34" charset="0"/>
                <a:cs typeface="Calibri"/>
              </a:rPr>
              <a:t>deberían usarse bajo ninguna de las  siguientes condiciones</a:t>
            </a:r>
            <a:r>
              <a:rPr lang="es-PE" sz="3300" noProof="0" dirty="0">
                <a:latin typeface="Aptos" panose="020B0004020202020204" pitchFamily="34" charset="0"/>
                <a:cs typeface="Tahoma"/>
              </a:rPr>
              <a:t>:</a:t>
            </a:r>
          </a:p>
          <a:p>
            <a:pPr marL="483870" indent="-471805" algn="just">
              <a:lnSpc>
                <a:spcPct val="100000"/>
              </a:lnSpc>
              <a:spcBef>
                <a:spcPts val="2885"/>
              </a:spcBef>
              <a:buFont typeface="Arial MT"/>
              <a:buChar char="•"/>
              <a:tabLst>
                <a:tab pos="483234" algn="l"/>
                <a:tab pos="484505" algn="l"/>
              </a:tabLst>
            </a:pPr>
            <a:r>
              <a:rPr lang="es-PE" sz="3300" noProof="0" dirty="0">
                <a:latin typeface="Aptos" panose="020B0004020202020204" pitchFamily="34" charset="0"/>
                <a:cs typeface="Tahoma"/>
              </a:rPr>
              <a:t>No es ético</a:t>
            </a:r>
          </a:p>
          <a:p>
            <a:pPr marL="483870" indent="-471805" algn="just">
              <a:lnSpc>
                <a:spcPct val="100000"/>
              </a:lnSpc>
              <a:spcBef>
                <a:spcPts val="2730"/>
              </a:spcBef>
              <a:buFont typeface="Arial MT"/>
              <a:buChar char="•"/>
              <a:tabLst>
                <a:tab pos="483234" algn="l"/>
                <a:tab pos="484505" algn="l"/>
              </a:tabLst>
            </a:pPr>
            <a:r>
              <a:rPr lang="es-PE" sz="3300" noProof="0" dirty="0">
                <a:latin typeface="Aptos" panose="020B0004020202020204" pitchFamily="34" charset="0"/>
                <a:cs typeface="Tahoma"/>
              </a:rPr>
              <a:t>Soluciones más simples funcionan bien</a:t>
            </a:r>
          </a:p>
          <a:p>
            <a:pPr marL="483870" indent="-471805" algn="just">
              <a:lnSpc>
                <a:spcPct val="100000"/>
              </a:lnSpc>
              <a:spcBef>
                <a:spcPts val="2705"/>
              </a:spcBef>
              <a:buFont typeface="Arial MT"/>
              <a:buChar char="•"/>
              <a:tabLst>
                <a:tab pos="483234" algn="l"/>
                <a:tab pos="484505" algn="l"/>
              </a:tabLst>
            </a:pPr>
            <a:r>
              <a:rPr lang="es-PE" sz="3300" noProof="0" dirty="0">
                <a:latin typeface="Aptos" panose="020B0004020202020204" pitchFamily="34" charset="0"/>
                <a:cs typeface="Tahoma"/>
              </a:rPr>
              <a:t>No es rentable</a:t>
            </a:r>
          </a:p>
        </p:txBody>
      </p:sp>
      <p:sp>
        <p:nvSpPr>
          <p:cNvPr id="3" name="object 3"/>
          <p:cNvSpPr txBox="1">
            <a:spLocks noGrp="1"/>
          </p:cNvSpPr>
          <p:nvPr>
            <p:ph type="title"/>
          </p:nvPr>
        </p:nvSpPr>
        <p:spPr>
          <a:xfrm>
            <a:off x="1097213" y="1126532"/>
            <a:ext cx="10072370" cy="1282065"/>
          </a:xfrm>
          <a:prstGeom prst="rect">
            <a:avLst/>
          </a:prstGeom>
        </p:spPr>
        <p:txBody>
          <a:bodyPr vert="horz" wrap="square" lIns="0" tIns="12065" rIns="0" bIns="0" rtlCol="0">
            <a:spAutoFit/>
          </a:bodyPr>
          <a:lstStyle/>
          <a:p>
            <a:pPr marL="12700" algn="just">
              <a:lnSpc>
                <a:spcPct val="100000"/>
              </a:lnSpc>
              <a:spcBef>
                <a:spcPts val="95"/>
              </a:spcBef>
            </a:pPr>
            <a:r>
              <a:rPr lang="es-PE" sz="8250" noProof="0" dirty="0">
                <a:latin typeface="Aptos" panose="020B0004020202020204" pitchFamily="34" charset="0"/>
              </a:rPr>
              <a:t>¿CUÁNDO USARLO?</a:t>
            </a:r>
          </a:p>
        </p:txBody>
      </p:sp>
      <p:pic>
        <p:nvPicPr>
          <p:cNvPr id="4" name="Picture 2" descr="Manual de Indentidad Visual Corporativa Marca UNCP - UNCP">
            <a:extLst>
              <a:ext uri="{FF2B5EF4-FFF2-40B4-BE49-F238E27FC236}">
                <a16:creationId xmlns:a16="http://schemas.microsoft.com/office/drawing/2014/main" id="{6CFC613C-D789-C0B5-C0DA-0118D085BE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6361" y="6400089"/>
            <a:ext cx="9704705" cy="1696720"/>
          </a:xfrm>
          <a:prstGeom prst="rect">
            <a:avLst/>
          </a:prstGeom>
        </p:spPr>
        <p:txBody>
          <a:bodyPr vert="horz" wrap="square" lIns="0" tIns="14604" rIns="0" bIns="0" rtlCol="0">
            <a:spAutoFit/>
          </a:bodyPr>
          <a:lstStyle/>
          <a:p>
            <a:pPr marL="12700">
              <a:lnSpc>
                <a:spcPct val="100000"/>
              </a:lnSpc>
              <a:spcBef>
                <a:spcPts val="114"/>
              </a:spcBef>
            </a:pPr>
            <a:r>
              <a:rPr lang="es-PE" sz="10950" i="1" noProof="0" dirty="0">
                <a:latin typeface="Aptos" panose="020B0004020202020204" pitchFamily="34" charset="0"/>
              </a:rPr>
              <a:t>DEFINICIONES</a:t>
            </a:r>
            <a:endParaRPr lang="es-PE" sz="10950" noProof="0" dirty="0">
              <a:latin typeface="Aptos" panose="020B00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1535" y="3546563"/>
            <a:ext cx="17860645" cy="4628831"/>
          </a:xfrm>
          <a:prstGeom prst="rect">
            <a:avLst/>
          </a:prstGeom>
        </p:spPr>
        <p:txBody>
          <a:bodyPr vert="horz" wrap="square" lIns="0" tIns="12065" rIns="0" bIns="0" rtlCol="0">
            <a:spAutoFit/>
          </a:bodyPr>
          <a:lstStyle/>
          <a:p>
            <a:pPr marL="546100" marR="5080" algn="just">
              <a:lnSpc>
                <a:spcPts val="3879"/>
              </a:lnSpc>
              <a:spcBef>
                <a:spcPts val="2885"/>
              </a:spcBef>
              <a:buSzPct val="100000"/>
              <a:tabLst>
                <a:tab pos="1080770" algn="l"/>
              </a:tabLst>
            </a:pPr>
            <a:r>
              <a:rPr lang="es-PE" sz="3300" dirty="0">
                <a:latin typeface="Aptos" panose="020B0004020202020204" pitchFamily="34" charset="0"/>
                <a:cs typeface="Tahoma"/>
              </a:rPr>
              <a:t>En Machine </a:t>
            </a:r>
            <a:r>
              <a:rPr lang="es-PE" sz="3300" dirty="0" err="1">
                <a:latin typeface="Aptos" panose="020B0004020202020204" pitchFamily="34" charset="0"/>
                <a:cs typeface="Tahoma"/>
              </a:rPr>
              <a:t>Learning</a:t>
            </a:r>
            <a:r>
              <a:rPr lang="es-PE" sz="3300" dirty="0">
                <a:latin typeface="Aptos" panose="020B0004020202020204" pitchFamily="34" charset="0"/>
                <a:cs typeface="Tahoma"/>
              </a:rPr>
              <a:t> generalmente se utilizan </a:t>
            </a:r>
            <a:r>
              <a:rPr lang="es-PE" sz="3300" dirty="0" err="1">
                <a:latin typeface="Aptos" panose="020B0004020202020204" pitchFamily="34" charset="0"/>
                <a:cs typeface="Tahoma"/>
              </a:rPr>
              <a:t>arrays</a:t>
            </a:r>
            <a:r>
              <a:rPr lang="es-PE" sz="3300" dirty="0">
                <a:latin typeface="Aptos" panose="020B0004020202020204" pitchFamily="34" charset="0"/>
                <a:cs typeface="Tahoma"/>
              </a:rPr>
              <a:t> 2D y notaciones vectoriales para referirnos a los  datos, de la siguiente forma:</a:t>
            </a:r>
          </a:p>
          <a:p>
            <a:pPr marL="1080135" marR="5080" indent="-534035" algn="just">
              <a:lnSpc>
                <a:spcPts val="3879"/>
              </a:lnSpc>
              <a:spcBef>
                <a:spcPts val="2885"/>
              </a:spcBef>
              <a:buSzPct val="100000"/>
              <a:buFont typeface="Verdana"/>
              <a:buChar char="•"/>
              <a:tabLst>
                <a:tab pos="1080770" algn="l"/>
              </a:tabLst>
            </a:pPr>
            <a:r>
              <a:rPr lang="es-PE" sz="3300" dirty="0">
                <a:latin typeface="Aptos" panose="020B0004020202020204" pitchFamily="34" charset="0"/>
                <a:cs typeface="Tahoma"/>
              </a:rPr>
              <a:t>Cada </a:t>
            </a:r>
            <a:r>
              <a:rPr lang="es-PE" sz="3300" dirty="0" err="1">
                <a:latin typeface="Aptos" panose="020B0004020202020204" pitchFamily="34" charset="0"/>
                <a:cs typeface="Tahoma"/>
              </a:rPr>
              <a:t>ﬁla</a:t>
            </a:r>
            <a:r>
              <a:rPr lang="es-PE" sz="3300" dirty="0">
                <a:latin typeface="Aptos" panose="020B0004020202020204" pitchFamily="34" charset="0"/>
                <a:cs typeface="Tahoma"/>
              </a:rPr>
              <a:t> del array es una muestra, observación o dato puntual</a:t>
            </a:r>
          </a:p>
          <a:p>
            <a:pPr marL="1080135" marR="5080" indent="-534035" algn="just">
              <a:lnSpc>
                <a:spcPts val="3879"/>
              </a:lnSpc>
              <a:spcBef>
                <a:spcPts val="2885"/>
              </a:spcBef>
              <a:buSzPct val="100000"/>
              <a:buFont typeface="Verdana"/>
              <a:buChar char="•"/>
              <a:tabLst>
                <a:tab pos="1080770" algn="l"/>
              </a:tabLst>
            </a:pPr>
            <a:r>
              <a:rPr lang="es-PE" sz="3300" dirty="0">
                <a:latin typeface="Aptos" panose="020B0004020202020204" pitchFamily="34" charset="0"/>
                <a:cs typeface="Tahoma"/>
              </a:rPr>
              <a:t>Cada columna es una característica (</a:t>
            </a:r>
            <a:r>
              <a:rPr lang="es-PE" sz="3300" dirty="0" err="1">
                <a:latin typeface="Aptos" panose="020B0004020202020204" pitchFamily="34" charset="0"/>
                <a:cs typeface="Tahoma"/>
              </a:rPr>
              <a:t>feature</a:t>
            </a:r>
            <a:r>
              <a:rPr lang="es-PE" sz="3300" dirty="0">
                <a:latin typeface="Aptos" panose="020B0004020202020204" pitchFamily="34" charset="0"/>
                <a:cs typeface="Tahoma"/>
              </a:rPr>
              <a:t> o atributo), de la observación mencionada en el  punto anterior.</a:t>
            </a:r>
          </a:p>
          <a:p>
            <a:pPr marL="1080135" marR="5080" indent="-534035" algn="just">
              <a:lnSpc>
                <a:spcPts val="3879"/>
              </a:lnSpc>
              <a:spcBef>
                <a:spcPts val="2885"/>
              </a:spcBef>
              <a:buSzPct val="100000"/>
              <a:buFont typeface="Verdana"/>
              <a:buChar char="•"/>
              <a:tabLst>
                <a:tab pos="1080770" algn="l"/>
              </a:tabLst>
            </a:pPr>
            <a:r>
              <a:rPr lang="es-PE" sz="3300" noProof="0" dirty="0">
                <a:latin typeface="Aptos" panose="020B0004020202020204" pitchFamily="34" charset="0"/>
                <a:cs typeface="Tahoma"/>
              </a:rPr>
              <a:t>En el caso más general habrá una columna, que llamaremos </a:t>
            </a:r>
            <a:r>
              <a:rPr lang="es-PE" sz="3300" b="1" noProof="0" dirty="0">
                <a:latin typeface="Aptos" panose="020B0004020202020204" pitchFamily="34" charset="0"/>
                <a:cs typeface="Arial"/>
              </a:rPr>
              <a:t>objetivo</a:t>
            </a:r>
            <a:r>
              <a:rPr lang="es-PE" sz="3300" noProof="0" dirty="0">
                <a:latin typeface="Aptos" panose="020B0004020202020204" pitchFamily="34" charset="0"/>
                <a:cs typeface="Tahoma"/>
              </a:rPr>
              <a:t>, </a:t>
            </a:r>
            <a:r>
              <a:rPr lang="es-PE" sz="3300" b="1" noProof="0" dirty="0" err="1">
                <a:latin typeface="Aptos" panose="020B0004020202020204" pitchFamily="34" charset="0"/>
                <a:cs typeface="Arial"/>
              </a:rPr>
              <a:t>label</a:t>
            </a:r>
            <a:r>
              <a:rPr lang="es-PE" sz="3300" noProof="0" dirty="0">
                <a:latin typeface="Aptos" panose="020B0004020202020204" pitchFamily="34" charset="0"/>
                <a:cs typeface="Tahoma"/>
              </a:rPr>
              <a:t>, </a:t>
            </a:r>
            <a:r>
              <a:rPr lang="es-PE" sz="3300" b="1" noProof="0" dirty="0">
                <a:latin typeface="Aptos" panose="020B0004020202020204" pitchFamily="34" charset="0"/>
                <a:cs typeface="Arial"/>
              </a:rPr>
              <a:t>etiqueta </a:t>
            </a:r>
            <a:r>
              <a:rPr lang="es-PE" sz="3300" noProof="0" dirty="0">
                <a:latin typeface="Aptos" panose="020B0004020202020204" pitchFamily="34" charset="0"/>
                <a:cs typeface="Tahoma"/>
              </a:rPr>
              <a:t>o </a:t>
            </a:r>
            <a:r>
              <a:rPr lang="es-PE" sz="3300" b="1" noProof="0" dirty="0">
                <a:latin typeface="Aptos" panose="020B0004020202020204" pitchFamily="34" charset="0"/>
                <a:cs typeface="Arial"/>
              </a:rPr>
              <a:t>respuesta</a:t>
            </a:r>
            <a:r>
              <a:rPr lang="es-PE" sz="3300" noProof="0" dirty="0">
                <a:latin typeface="Aptos" panose="020B0004020202020204" pitchFamily="34" charset="0"/>
                <a:cs typeface="Tahoma"/>
              </a:rPr>
              <a:t>, y  que será el valor que se pretende predecir.</a:t>
            </a:r>
          </a:p>
        </p:txBody>
      </p:sp>
      <p:sp>
        <p:nvSpPr>
          <p:cNvPr id="3" name="object 3"/>
          <p:cNvSpPr txBox="1">
            <a:spLocks noGrp="1"/>
          </p:cNvSpPr>
          <p:nvPr>
            <p:ph type="title"/>
          </p:nvPr>
        </p:nvSpPr>
        <p:spPr>
          <a:xfrm>
            <a:off x="1097213" y="1126532"/>
            <a:ext cx="12063730" cy="1282065"/>
          </a:xfrm>
          <a:prstGeom prst="rect">
            <a:avLst/>
          </a:prstGeom>
        </p:spPr>
        <p:txBody>
          <a:bodyPr vert="horz" wrap="square" lIns="0" tIns="12065" rIns="0" bIns="0" rtlCol="0">
            <a:spAutoFit/>
          </a:bodyPr>
          <a:lstStyle/>
          <a:p>
            <a:pPr marL="12700">
              <a:lnSpc>
                <a:spcPct val="100000"/>
              </a:lnSpc>
              <a:spcBef>
                <a:spcPts val="95"/>
              </a:spcBef>
            </a:pPr>
            <a:r>
              <a:rPr lang="es-PE" sz="8250" noProof="0" dirty="0">
                <a:latin typeface="Aptos" panose="020B0004020202020204" pitchFamily="34" charset="0"/>
              </a:rPr>
              <a:t>TERMINOLOGIA BÁSICA</a:t>
            </a:r>
          </a:p>
        </p:txBody>
      </p:sp>
      <p:pic>
        <p:nvPicPr>
          <p:cNvPr id="4" name="Picture 2" descr="Manual de Indentidad Visual Corporativa Marca UNCP - UNCP">
            <a:extLst>
              <a:ext uri="{FF2B5EF4-FFF2-40B4-BE49-F238E27FC236}">
                <a16:creationId xmlns:a16="http://schemas.microsoft.com/office/drawing/2014/main" id="{863F80F1-67AD-62CD-A6BF-7A300A37CC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26532"/>
            <a:ext cx="12063730" cy="1282065"/>
          </a:xfrm>
          <a:prstGeom prst="rect">
            <a:avLst/>
          </a:prstGeom>
        </p:spPr>
        <p:txBody>
          <a:bodyPr vert="horz" wrap="square" lIns="0" tIns="12065" rIns="0" bIns="0" rtlCol="0">
            <a:spAutoFit/>
          </a:bodyPr>
          <a:lstStyle/>
          <a:p>
            <a:pPr marL="12700">
              <a:lnSpc>
                <a:spcPct val="100000"/>
              </a:lnSpc>
              <a:spcBef>
                <a:spcPts val="95"/>
              </a:spcBef>
            </a:pPr>
            <a:r>
              <a:rPr lang="es-PE" sz="8250" noProof="0" dirty="0">
                <a:latin typeface="Aptos" panose="020B0004020202020204" pitchFamily="34" charset="0"/>
              </a:rPr>
              <a:t>TERMINOLOGIA BÁSICA</a:t>
            </a:r>
          </a:p>
        </p:txBody>
      </p:sp>
      <p:graphicFrame>
        <p:nvGraphicFramePr>
          <p:cNvPr id="3" name="object 3"/>
          <p:cNvGraphicFramePr>
            <a:graphicFrameLocks noGrp="1"/>
          </p:cNvGraphicFramePr>
          <p:nvPr>
            <p:extLst>
              <p:ext uri="{D42A27DB-BD31-4B8C-83A1-F6EECF244321}">
                <p14:modId xmlns:p14="http://schemas.microsoft.com/office/powerpoint/2010/main" val="4081115626"/>
              </p:ext>
            </p:extLst>
          </p:nvPr>
        </p:nvGraphicFramePr>
        <p:xfrm>
          <a:off x="3810656" y="3828067"/>
          <a:ext cx="14466568" cy="5874156"/>
        </p:xfrm>
        <a:graphic>
          <a:graphicData uri="http://schemas.openxmlformats.org/drawingml/2006/table">
            <a:tbl>
              <a:tblPr firstRow="1" bandRow="1">
                <a:tableStyleId>{2D5ABB26-0587-4C30-8999-92F81FD0307C}</a:tableStyleId>
              </a:tblPr>
              <a:tblGrid>
                <a:gridCol w="2411095">
                  <a:extLst>
                    <a:ext uri="{9D8B030D-6E8A-4147-A177-3AD203B41FA5}">
                      <a16:colId xmlns:a16="http://schemas.microsoft.com/office/drawing/2014/main" val="20000"/>
                    </a:ext>
                  </a:extLst>
                </a:gridCol>
                <a:gridCol w="2411095">
                  <a:extLst>
                    <a:ext uri="{9D8B030D-6E8A-4147-A177-3AD203B41FA5}">
                      <a16:colId xmlns:a16="http://schemas.microsoft.com/office/drawing/2014/main" val="20001"/>
                    </a:ext>
                  </a:extLst>
                </a:gridCol>
                <a:gridCol w="2411094">
                  <a:extLst>
                    <a:ext uri="{9D8B030D-6E8A-4147-A177-3AD203B41FA5}">
                      <a16:colId xmlns:a16="http://schemas.microsoft.com/office/drawing/2014/main" val="20002"/>
                    </a:ext>
                  </a:extLst>
                </a:gridCol>
                <a:gridCol w="2411095">
                  <a:extLst>
                    <a:ext uri="{9D8B030D-6E8A-4147-A177-3AD203B41FA5}">
                      <a16:colId xmlns:a16="http://schemas.microsoft.com/office/drawing/2014/main" val="20003"/>
                    </a:ext>
                  </a:extLst>
                </a:gridCol>
                <a:gridCol w="2411095">
                  <a:extLst>
                    <a:ext uri="{9D8B030D-6E8A-4147-A177-3AD203B41FA5}">
                      <a16:colId xmlns:a16="http://schemas.microsoft.com/office/drawing/2014/main" val="20004"/>
                    </a:ext>
                  </a:extLst>
                </a:gridCol>
                <a:gridCol w="2411094">
                  <a:extLst>
                    <a:ext uri="{9D8B030D-6E8A-4147-A177-3AD203B41FA5}">
                      <a16:colId xmlns:a16="http://schemas.microsoft.com/office/drawing/2014/main" val="20005"/>
                    </a:ext>
                  </a:extLst>
                </a:gridCol>
              </a:tblGrid>
              <a:tr h="652684">
                <a:tc>
                  <a:txBody>
                    <a:bodyPr/>
                    <a:lstStyle/>
                    <a:p>
                      <a:pPr algn="ctr">
                        <a:lnSpc>
                          <a:spcPct val="100000"/>
                        </a:lnSpc>
                        <a:spcBef>
                          <a:spcPts val="1019"/>
                        </a:spcBef>
                      </a:pPr>
                      <a:r>
                        <a:rPr lang="es-PE" sz="2600" b="1" spc="0" baseline="0" noProof="0" dirty="0">
                          <a:latin typeface="Aptos" panose="020B0004020202020204" pitchFamily="34" charset="0"/>
                          <a:cs typeface="Arial"/>
                        </a:rPr>
                        <a:t>Position</a:t>
                      </a:r>
                      <a:endParaRPr lang="es-PE" sz="2600" spc="0" baseline="0" noProof="0" dirty="0">
                        <a:latin typeface="Aptos" panose="020B0004020202020204" pitchFamily="34" charset="0"/>
                        <a:cs typeface="Arial"/>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lang="es-PE" sz="2600" b="1" spc="0" baseline="0" noProof="0" dirty="0" err="1">
                          <a:latin typeface="Aptos" panose="020B0004020202020204" pitchFamily="34" charset="0"/>
                          <a:cs typeface="Arial"/>
                        </a:rPr>
                        <a:t>Experience</a:t>
                      </a:r>
                      <a:endParaRPr lang="es-PE" sz="2600" spc="0" baseline="0" noProof="0" dirty="0">
                        <a:latin typeface="Aptos" panose="020B0004020202020204" pitchFamily="34" charset="0"/>
                        <a:cs typeface="Arial"/>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lang="es-PE" sz="2600" b="1" spc="0" baseline="0" noProof="0" dirty="0" err="1">
                          <a:latin typeface="Aptos" panose="020B0004020202020204" pitchFamily="34" charset="0"/>
                          <a:cs typeface="Arial"/>
                        </a:rPr>
                        <a:t>Skill</a:t>
                      </a:r>
                      <a:endParaRPr lang="es-PE" sz="2600" spc="0" baseline="0" noProof="0" dirty="0">
                        <a:latin typeface="Aptos" panose="020B0004020202020204" pitchFamily="34" charset="0"/>
                        <a:cs typeface="Arial"/>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lang="es-PE" sz="2600" b="1" spc="0" baseline="0" noProof="0" dirty="0">
                          <a:latin typeface="Aptos" panose="020B0004020202020204" pitchFamily="34" charset="0"/>
                          <a:cs typeface="Arial"/>
                        </a:rPr>
                        <a:t>Country</a:t>
                      </a:r>
                      <a:endParaRPr lang="es-PE" sz="2600" spc="0" baseline="0" noProof="0" dirty="0">
                        <a:latin typeface="Aptos" panose="020B0004020202020204" pitchFamily="34" charset="0"/>
                        <a:cs typeface="Arial"/>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lang="es-PE" sz="2600" b="1" spc="0" baseline="0" noProof="0" dirty="0">
                          <a:latin typeface="Aptos" panose="020B0004020202020204" pitchFamily="34" charset="0"/>
                          <a:cs typeface="Arial"/>
                        </a:rPr>
                        <a:t>City</a:t>
                      </a:r>
                      <a:endParaRPr lang="es-PE" sz="2600" spc="0" baseline="0" noProof="0" dirty="0">
                        <a:latin typeface="Aptos" panose="020B0004020202020204" pitchFamily="34" charset="0"/>
                        <a:cs typeface="Arial"/>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lang="es-PE" sz="2600" b="1" spc="25" noProof="0" dirty="0" err="1">
                          <a:latin typeface="Aptos" panose="020B0004020202020204" pitchFamily="34" charset="0"/>
                          <a:cs typeface="Arial"/>
                        </a:rPr>
                        <a:t>Salary</a:t>
                      </a:r>
                      <a:r>
                        <a:rPr lang="es-PE" sz="2600" b="1" spc="-175" noProof="0" dirty="0">
                          <a:latin typeface="Aptos" panose="020B0004020202020204" pitchFamily="34" charset="0"/>
                          <a:cs typeface="Arial"/>
                        </a:rPr>
                        <a:t> </a:t>
                      </a:r>
                      <a:r>
                        <a:rPr lang="es-PE" sz="2600" b="1" spc="105" noProof="0" dirty="0">
                          <a:latin typeface="Aptos" panose="020B0004020202020204" pitchFamily="34" charset="0"/>
                          <a:cs typeface="Arial"/>
                        </a:rPr>
                        <a:t>($)</a:t>
                      </a:r>
                      <a:endParaRPr lang="es-PE" sz="2600" noProof="0" dirty="0">
                        <a:latin typeface="Aptos" panose="020B0004020202020204" pitchFamily="34" charset="0"/>
                        <a:cs typeface="Arial"/>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extLst>
                  <a:ext uri="{0D108BD9-81ED-4DB2-BD59-A6C34878D82A}">
                    <a16:rowId xmlns:a16="http://schemas.microsoft.com/office/drawing/2014/main" val="10000"/>
                  </a:ext>
                </a:extLst>
              </a:tr>
              <a:tr h="652684">
                <a:tc>
                  <a:txBody>
                    <a:bodyPr/>
                    <a:lstStyle/>
                    <a:p>
                      <a:pPr algn="ctr">
                        <a:lnSpc>
                          <a:spcPct val="100000"/>
                        </a:lnSpc>
                        <a:spcBef>
                          <a:spcPts val="1025"/>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30175" marB="0">
                    <a:lnL w="12700">
                      <a:solidFill>
                        <a:srgbClr val="4D4D4D"/>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0</a:t>
                      </a: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1</a:t>
                      </a: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USA</a:t>
                      </a: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New York</a:t>
                      </a: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103100</a:t>
                      </a:r>
                    </a:p>
                  </a:txBody>
                  <a:tcPr marL="0" marR="0" marT="130175" marB="0">
                    <a:lnL w="12700">
                      <a:solidFill>
                        <a:srgbClr val="838383"/>
                      </a:solidFill>
                      <a:prstDash val="solid"/>
                    </a:lnL>
                    <a:lnR w="12700">
                      <a:solidFill>
                        <a:srgbClr val="4D4D4D"/>
                      </a:solidFill>
                      <a:prstDash val="solid"/>
                    </a:lnR>
                    <a:lnT w="28575">
                      <a:solidFill>
                        <a:srgbClr val="4D4D4D"/>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1"/>
                  </a:ext>
                </a:extLst>
              </a:tr>
              <a:tr h="652684">
                <a:tc>
                  <a:txBody>
                    <a:bodyPr/>
                    <a:lstStyle/>
                    <a:p>
                      <a:pPr algn="ctr">
                        <a:lnSpc>
                          <a:spcPct val="100000"/>
                        </a:lnSpc>
                        <a:spcBef>
                          <a:spcPts val="1030"/>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30810"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1</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1</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USA</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New York</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104900</a:t>
                      </a:r>
                    </a:p>
                  </a:txBody>
                  <a:tcPr marL="0" marR="0" marT="130810"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2"/>
                  </a:ext>
                </a:extLst>
              </a:tr>
              <a:tr h="652684">
                <a:tc>
                  <a:txBody>
                    <a:bodyPr/>
                    <a:lstStyle/>
                    <a:p>
                      <a:pPr algn="ctr">
                        <a:lnSpc>
                          <a:spcPct val="100000"/>
                        </a:lnSpc>
                        <a:spcBef>
                          <a:spcPts val="1015"/>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28905"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2</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1</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USA</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New York</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106800</a:t>
                      </a:r>
                    </a:p>
                  </a:txBody>
                  <a:tcPr marL="0" marR="0" marT="128905"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3"/>
                  </a:ext>
                </a:extLst>
              </a:tr>
              <a:tr h="652684">
                <a:tc>
                  <a:txBody>
                    <a:bodyPr/>
                    <a:lstStyle/>
                    <a:p>
                      <a:pPr algn="ctr">
                        <a:lnSpc>
                          <a:spcPct val="100000"/>
                        </a:lnSpc>
                        <a:spcBef>
                          <a:spcPts val="1025"/>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30175"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3</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1</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USA</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New York</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108700</a:t>
                      </a:r>
                    </a:p>
                  </a:txBody>
                  <a:tcPr marL="0" marR="0" marT="130175"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4"/>
                  </a:ext>
                </a:extLst>
              </a:tr>
              <a:tr h="652684">
                <a:tc>
                  <a:txBody>
                    <a:bodyPr/>
                    <a:lstStyle/>
                    <a:p>
                      <a:pPr algn="ctr">
                        <a:lnSpc>
                          <a:spcPct val="100000"/>
                        </a:lnSpc>
                        <a:spcBef>
                          <a:spcPts val="1030"/>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30810"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4</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1</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USA</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New York</a:t>
                      </a: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30"/>
                        </a:spcBef>
                      </a:pPr>
                      <a:r>
                        <a:rPr lang="es-PE" sz="2600" spc="0" baseline="0" noProof="0" dirty="0">
                          <a:latin typeface="Aptos" panose="020B0004020202020204" pitchFamily="34" charset="0"/>
                          <a:cs typeface="Lucida Sans Unicode"/>
                        </a:rPr>
                        <a:t>110400</a:t>
                      </a:r>
                    </a:p>
                  </a:txBody>
                  <a:tcPr marL="0" marR="0" marT="130810"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5"/>
                  </a:ext>
                </a:extLst>
              </a:tr>
              <a:tr h="652684">
                <a:tc>
                  <a:txBody>
                    <a:bodyPr/>
                    <a:lstStyle/>
                    <a:p>
                      <a:pPr algn="ctr">
                        <a:lnSpc>
                          <a:spcPct val="100000"/>
                        </a:lnSpc>
                        <a:spcBef>
                          <a:spcPts val="1015"/>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28905"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5</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1</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USA</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New York</a:t>
                      </a: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5"/>
                        </a:spcBef>
                      </a:pPr>
                      <a:r>
                        <a:rPr lang="es-PE" sz="2600" spc="0" baseline="0" noProof="0" dirty="0">
                          <a:latin typeface="Aptos" panose="020B0004020202020204" pitchFamily="34" charset="0"/>
                          <a:cs typeface="Lucida Sans Unicode"/>
                        </a:rPr>
                        <a:t>112300</a:t>
                      </a:r>
                    </a:p>
                  </a:txBody>
                  <a:tcPr marL="0" marR="0" marT="128905"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6"/>
                  </a:ext>
                </a:extLst>
              </a:tr>
              <a:tr h="652684">
                <a:tc>
                  <a:txBody>
                    <a:bodyPr/>
                    <a:lstStyle/>
                    <a:p>
                      <a:pPr algn="ctr">
                        <a:lnSpc>
                          <a:spcPct val="100000"/>
                        </a:lnSpc>
                        <a:spcBef>
                          <a:spcPts val="1019"/>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29539"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9"/>
                        </a:spcBef>
                      </a:pPr>
                      <a:r>
                        <a:rPr lang="es-PE" sz="2600" spc="0" baseline="0" noProof="0" dirty="0">
                          <a:latin typeface="Aptos" panose="020B0004020202020204" pitchFamily="34" charset="0"/>
                          <a:cs typeface="Lucida Sans Unicode"/>
                        </a:rPr>
                        <a:t>6</a:t>
                      </a: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9"/>
                        </a:spcBef>
                      </a:pPr>
                      <a:r>
                        <a:rPr lang="es-PE" sz="2600" spc="0" baseline="0" noProof="0" dirty="0">
                          <a:latin typeface="Aptos" panose="020B0004020202020204" pitchFamily="34" charset="0"/>
                          <a:cs typeface="Lucida Sans Unicode"/>
                        </a:rPr>
                        <a:t>1</a:t>
                      </a: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9"/>
                        </a:spcBef>
                      </a:pPr>
                      <a:r>
                        <a:rPr lang="es-PE" sz="2600" spc="0" baseline="0" noProof="0" dirty="0">
                          <a:latin typeface="Aptos" panose="020B0004020202020204" pitchFamily="34" charset="0"/>
                          <a:cs typeface="Lucida Sans Unicode"/>
                        </a:rPr>
                        <a:t>USA</a:t>
                      </a: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9"/>
                        </a:spcBef>
                      </a:pPr>
                      <a:r>
                        <a:rPr lang="es-PE" sz="2600" spc="0" baseline="0" noProof="0" dirty="0">
                          <a:latin typeface="Aptos" panose="020B0004020202020204" pitchFamily="34" charset="0"/>
                          <a:cs typeface="Lucida Sans Unicode"/>
                        </a:rPr>
                        <a:t>New York</a:t>
                      </a: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EFEFE"/>
                    </a:solidFill>
                  </a:tcPr>
                </a:tc>
                <a:tc>
                  <a:txBody>
                    <a:bodyPr/>
                    <a:lstStyle/>
                    <a:p>
                      <a:pPr algn="ctr">
                        <a:lnSpc>
                          <a:spcPct val="100000"/>
                        </a:lnSpc>
                        <a:spcBef>
                          <a:spcPts val="1019"/>
                        </a:spcBef>
                      </a:pPr>
                      <a:r>
                        <a:rPr lang="es-PE" sz="2600" spc="0" baseline="0" noProof="0" dirty="0">
                          <a:latin typeface="Aptos" panose="020B0004020202020204" pitchFamily="34" charset="0"/>
                          <a:cs typeface="Lucida Sans Unicode"/>
                        </a:rPr>
                        <a:t>116100</a:t>
                      </a:r>
                    </a:p>
                  </a:txBody>
                  <a:tcPr marL="0" marR="0" marT="129539"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EFEFE"/>
                    </a:solidFill>
                  </a:tcPr>
                </a:tc>
                <a:extLst>
                  <a:ext uri="{0D108BD9-81ED-4DB2-BD59-A6C34878D82A}">
                    <a16:rowId xmlns:a16="http://schemas.microsoft.com/office/drawing/2014/main" val="10007"/>
                  </a:ext>
                </a:extLst>
              </a:tr>
              <a:tr h="652684">
                <a:tc>
                  <a:txBody>
                    <a:bodyPr/>
                    <a:lstStyle/>
                    <a:p>
                      <a:pPr algn="ctr">
                        <a:lnSpc>
                          <a:spcPct val="100000"/>
                        </a:lnSpc>
                        <a:spcBef>
                          <a:spcPts val="1025"/>
                        </a:spcBef>
                      </a:pPr>
                      <a:r>
                        <a:rPr lang="es-PE" sz="2600" spc="0" baseline="0" noProof="0" dirty="0" err="1">
                          <a:latin typeface="Aptos" panose="020B0004020202020204" pitchFamily="34" charset="0"/>
                          <a:cs typeface="Lucida Sans Unicode"/>
                        </a:rPr>
                        <a:t>Developer</a:t>
                      </a:r>
                      <a:endParaRPr lang="es-PE" sz="2600" spc="0" baseline="0" noProof="0" dirty="0">
                        <a:latin typeface="Aptos" panose="020B0004020202020204" pitchFamily="34" charset="0"/>
                        <a:cs typeface="Lucida Sans Unicode"/>
                      </a:endParaRPr>
                    </a:p>
                  </a:txBody>
                  <a:tcPr marL="0" marR="0" marT="130175" marB="0">
                    <a:lnL w="12700">
                      <a:solidFill>
                        <a:srgbClr val="4D4D4D"/>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7</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1</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USA</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New York</a:t>
                      </a: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EFEFE"/>
                    </a:solidFill>
                  </a:tcPr>
                </a:tc>
                <a:tc>
                  <a:txBody>
                    <a:bodyPr/>
                    <a:lstStyle/>
                    <a:p>
                      <a:pPr algn="ctr">
                        <a:lnSpc>
                          <a:spcPct val="100000"/>
                        </a:lnSpc>
                        <a:spcBef>
                          <a:spcPts val="1025"/>
                        </a:spcBef>
                      </a:pPr>
                      <a:r>
                        <a:rPr lang="es-PE" sz="2600" spc="0" baseline="0" noProof="0" dirty="0">
                          <a:latin typeface="Aptos" panose="020B0004020202020204" pitchFamily="34" charset="0"/>
                          <a:cs typeface="Lucida Sans Unicode"/>
                        </a:rPr>
                        <a:t>117800</a:t>
                      </a:r>
                    </a:p>
                  </a:txBody>
                  <a:tcPr marL="0" marR="0" marT="130175" marB="0">
                    <a:lnL w="12700">
                      <a:solidFill>
                        <a:srgbClr val="838383"/>
                      </a:solidFill>
                      <a:prstDash val="solid"/>
                    </a:lnL>
                    <a:lnR w="12700">
                      <a:solidFill>
                        <a:srgbClr val="4D4D4D"/>
                      </a:solidFill>
                      <a:prstDash val="solid"/>
                    </a:lnR>
                    <a:lnT w="12700">
                      <a:solidFill>
                        <a:srgbClr val="838383"/>
                      </a:solidFill>
                      <a:prstDash val="solid"/>
                    </a:lnT>
                    <a:lnB w="12700">
                      <a:solidFill>
                        <a:srgbClr val="4D4D4D"/>
                      </a:solidFill>
                      <a:prstDash val="solid"/>
                    </a:lnB>
                    <a:solidFill>
                      <a:srgbClr val="FEFEFE"/>
                    </a:solidFill>
                  </a:tcPr>
                </a:tc>
                <a:extLst>
                  <a:ext uri="{0D108BD9-81ED-4DB2-BD59-A6C34878D82A}">
                    <a16:rowId xmlns:a16="http://schemas.microsoft.com/office/drawing/2014/main" val="10008"/>
                  </a:ext>
                </a:extLst>
              </a:tr>
            </a:tbl>
          </a:graphicData>
        </a:graphic>
      </p:graphicFrame>
      <p:sp>
        <p:nvSpPr>
          <p:cNvPr id="4" name="object 4"/>
          <p:cNvSpPr txBox="1"/>
          <p:nvPr/>
        </p:nvSpPr>
        <p:spPr>
          <a:xfrm>
            <a:off x="3802254" y="3080639"/>
            <a:ext cx="12051665" cy="424475"/>
          </a:xfrm>
          <a:prstGeom prst="rect">
            <a:avLst/>
          </a:prstGeom>
          <a:solidFill>
            <a:srgbClr val="599DFF"/>
          </a:solidFill>
        </p:spPr>
        <p:txBody>
          <a:bodyPr vert="horz" wrap="square" lIns="0" tIns="46990" rIns="0" bIns="0" rtlCol="0">
            <a:spAutoFit/>
          </a:bodyPr>
          <a:lstStyle/>
          <a:p>
            <a:pPr marL="5715" algn="ctr">
              <a:lnSpc>
                <a:spcPct val="100000"/>
              </a:lnSpc>
              <a:spcBef>
                <a:spcPts val="370"/>
              </a:spcBef>
            </a:pPr>
            <a:r>
              <a:rPr lang="es-PE" sz="2450" b="1" i="1" noProof="0" dirty="0" err="1">
                <a:solidFill>
                  <a:srgbClr val="404040"/>
                </a:solidFill>
                <a:latin typeface="Aptos" panose="020B0004020202020204" pitchFamily="34" charset="0"/>
                <a:cs typeface="Arial"/>
              </a:rPr>
              <a:t>Features</a:t>
            </a:r>
            <a:endParaRPr lang="es-PE" sz="2450" noProof="0" dirty="0">
              <a:latin typeface="Aptos" panose="020B0004020202020204" pitchFamily="34" charset="0"/>
              <a:cs typeface="Arial"/>
            </a:endParaRPr>
          </a:p>
        </p:txBody>
      </p:sp>
      <p:sp>
        <p:nvSpPr>
          <p:cNvPr id="5" name="object 5"/>
          <p:cNvSpPr txBox="1"/>
          <p:nvPr/>
        </p:nvSpPr>
        <p:spPr>
          <a:xfrm>
            <a:off x="15859529" y="3080639"/>
            <a:ext cx="2430780" cy="424475"/>
          </a:xfrm>
          <a:prstGeom prst="rect">
            <a:avLst/>
          </a:prstGeom>
          <a:solidFill>
            <a:srgbClr val="FFFC66"/>
          </a:solidFill>
        </p:spPr>
        <p:txBody>
          <a:bodyPr vert="horz" wrap="square" lIns="0" tIns="46990" rIns="0" bIns="0" rtlCol="0">
            <a:spAutoFit/>
          </a:bodyPr>
          <a:lstStyle/>
          <a:p>
            <a:pPr marL="6350" algn="ctr">
              <a:lnSpc>
                <a:spcPct val="100000"/>
              </a:lnSpc>
              <a:spcBef>
                <a:spcPts val="370"/>
              </a:spcBef>
            </a:pPr>
            <a:r>
              <a:rPr lang="es-PE" sz="2450" b="1" i="1" noProof="0" dirty="0" err="1">
                <a:solidFill>
                  <a:srgbClr val="404040"/>
                </a:solidFill>
                <a:latin typeface="Aptos" panose="020B0004020202020204" pitchFamily="34" charset="0"/>
                <a:cs typeface="Arial"/>
              </a:rPr>
              <a:t>Label</a:t>
            </a:r>
            <a:endParaRPr lang="es-PE" sz="2450" noProof="0" dirty="0">
              <a:latin typeface="Aptos" panose="020B0004020202020204" pitchFamily="34" charset="0"/>
              <a:cs typeface="Arial"/>
            </a:endParaRPr>
          </a:p>
        </p:txBody>
      </p:sp>
      <p:sp>
        <p:nvSpPr>
          <p:cNvPr id="6" name="object 6"/>
          <p:cNvSpPr/>
          <p:nvPr/>
        </p:nvSpPr>
        <p:spPr>
          <a:xfrm>
            <a:off x="2673912" y="4665170"/>
            <a:ext cx="1014094" cy="314325"/>
          </a:xfrm>
          <a:custGeom>
            <a:avLst/>
            <a:gdLst/>
            <a:ahLst/>
            <a:cxnLst/>
            <a:rect l="l" t="t" r="r" b="b"/>
            <a:pathLst>
              <a:path w="1014095" h="314325">
                <a:moveTo>
                  <a:pt x="699859" y="0"/>
                </a:moveTo>
                <a:lnTo>
                  <a:pt x="699858" y="314126"/>
                </a:lnTo>
                <a:lnTo>
                  <a:pt x="909278" y="209417"/>
                </a:lnTo>
                <a:lnTo>
                  <a:pt x="752212" y="209417"/>
                </a:lnTo>
                <a:lnTo>
                  <a:pt x="752212" y="104708"/>
                </a:lnTo>
                <a:lnTo>
                  <a:pt x="909275" y="104708"/>
                </a:lnTo>
                <a:lnTo>
                  <a:pt x="699859" y="0"/>
                </a:lnTo>
                <a:close/>
              </a:path>
              <a:path w="1014095" h="314325">
                <a:moveTo>
                  <a:pt x="699858" y="104708"/>
                </a:moveTo>
                <a:lnTo>
                  <a:pt x="1" y="104708"/>
                </a:lnTo>
                <a:lnTo>
                  <a:pt x="0" y="209417"/>
                </a:lnTo>
                <a:lnTo>
                  <a:pt x="699858" y="209417"/>
                </a:lnTo>
                <a:lnTo>
                  <a:pt x="699858" y="104708"/>
                </a:lnTo>
                <a:close/>
              </a:path>
              <a:path w="1014095" h="314325">
                <a:moveTo>
                  <a:pt x="909275" y="104708"/>
                </a:moveTo>
                <a:lnTo>
                  <a:pt x="752212" y="104708"/>
                </a:lnTo>
                <a:lnTo>
                  <a:pt x="752212" y="209417"/>
                </a:lnTo>
                <a:lnTo>
                  <a:pt x="909278" y="209417"/>
                </a:lnTo>
                <a:lnTo>
                  <a:pt x="1013985" y="157064"/>
                </a:lnTo>
                <a:lnTo>
                  <a:pt x="909275" y="104708"/>
                </a:lnTo>
                <a:close/>
              </a:path>
            </a:pathLst>
          </a:custGeom>
          <a:solidFill>
            <a:srgbClr val="000000"/>
          </a:solidFill>
        </p:spPr>
        <p:txBody>
          <a:bodyPr wrap="square" lIns="0" tIns="0" rIns="0" bIns="0" rtlCol="0"/>
          <a:lstStyle/>
          <a:p>
            <a:endParaRPr lang="es-PE" noProof="0" dirty="0">
              <a:latin typeface="Aptos" panose="020B0004020202020204" pitchFamily="34" charset="0"/>
            </a:endParaRPr>
          </a:p>
        </p:txBody>
      </p:sp>
      <p:sp>
        <p:nvSpPr>
          <p:cNvPr id="7" name="object 7"/>
          <p:cNvSpPr txBox="1"/>
          <p:nvPr/>
        </p:nvSpPr>
        <p:spPr>
          <a:xfrm>
            <a:off x="755650" y="4584698"/>
            <a:ext cx="1761803" cy="392415"/>
          </a:xfrm>
          <a:prstGeom prst="rect">
            <a:avLst/>
          </a:prstGeom>
        </p:spPr>
        <p:txBody>
          <a:bodyPr vert="horz" wrap="square" lIns="0" tIns="15240" rIns="0" bIns="0" rtlCol="0">
            <a:spAutoFit/>
          </a:bodyPr>
          <a:lstStyle/>
          <a:p>
            <a:pPr marL="12700">
              <a:lnSpc>
                <a:spcPct val="100000"/>
              </a:lnSpc>
              <a:spcBef>
                <a:spcPts val="120"/>
              </a:spcBef>
            </a:pPr>
            <a:r>
              <a:rPr lang="es-PE" sz="2450" b="1" noProof="0" dirty="0" err="1">
                <a:latin typeface="Aptos" panose="020B0004020202020204" pitchFamily="34" charset="0"/>
                <a:cs typeface="Trebuchet MS"/>
              </a:rPr>
              <a:t>Observation</a:t>
            </a:r>
            <a:endParaRPr lang="es-PE" sz="2450" noProof="0" dirty="0">
              <a:latin typeface="Aptos" panose="020B0004020202020204" pitchFamily="34" charset="0"/>
              <a:cs typeface="Trebuchet MS"/>
            </a:endParaRPr>
          </a:p>
        </p:txBody>
      </p:sp>
      <p:pic>
        <p:nvPicPr>
          <p:cNvPr id="8" name="Picture 2" descr="Manual de Indentidad Visual Corporativa Marca UNCP - UNCP">
            <a:extLst>
              <a:ext uri="{FF2B5EF4-FFF2-40B4-BE49-F238E27FC236}">
                <a16:creationId xmlns:a16="http://schemas.microsoft.com/office/drawing/2014/main" id="{8B858697-4159-25C8-2DB6-2B15DE42E0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1535" y="3546563"/>
            <a:ext cx="17733515" cy="1533525"/>
          </a:xfrm>
          <a:prstGeom prst="rect">
            <a:avLst/>
          </a:prstGeom>
        </p:spPr>
        <p:txBody>
          <a:bodyPr vert="horz" wrap="square" lIns="0" tIns="12065" rIns="0" bIns="0" rtlCol="0">
            <a:spAutoFit/>
          </a:bodyPr>
          <a:lstStyle/>
          <a:p>
            <a:pPr marL="12700" marR="5080" algn="just">
              <a:lnSpc>
                <a:spcPct val="100000"/>
              </a:lnSpc>
              <a:spcBef>
                <a:spcPts val="95"/>
              </a:spcBef>
            </a:pPr>
            <a:r>
              <a:rPr lang="es-PE" sz="3300" noProof="0" dirty="0">
                <a:latin typeface="Aptos" panose="020B0004020202020204" pitchFamily="34" charset="0"/>
                <a:cs typeface="Tahoma"/>
              </a:rPr>
              <a:t>Los algoritmos de Machine </a:t>
            </a:r>
            <a:r>
              <a:rPr lang="es-PE" sz="3300" noProof="0" dirty="0" err="1">
                <a:latin typeface="Aptos" panose="020B0004020202020204" pitchFamily="34" charset="0"/>
                <a:cs typeface="Tahoma"/>
              </a:rPr>
              <a:t>Learning</a:t>
            </a:r>
            <a:r>
              <a:rPr lang="es-PE" sz="3300" noProof="0" dirty="0">
                <a:latin typeface="Aptos" panose="020B0004020202020204" pitchFamily="34" charset="0"/>
                <a:cs typeface="Tahoma"/>
              </a:rPr>
              <a:t> tienen parámetros “internos” que no dependen de los datos. Estos  parámetros se llaman </a:t>
            </a:r>
            <a:r>
              <a:rPr lang="es-PE" sz="3300" b="1" noProof="0" dirty="0" err="1">
                <a:latin typeface="Aptos" panose="020B0004020202020204" pitchFamily="34" charset="0"/>
                <a:cs typeface="Arial"/>
              </a:rPr>
              <a:t>hiperparámetros</a:t>
            </a:r>
            <a:r>
              <a:rPr lang="es-PE" sz="3300" noProof="0" dirty="0">
                <a:latin typeface="Aptos" panose="020B0004020202020204" pitchFamily="34" charset="0"/>
                <a:cs typeface="Tahoma"/>
              </a:rPr>
              <a:t>. Por ejemplo, una red neuronal tiene como </a:t>
            </a:r>
            <a:r>
              <a:rPr lang="es-PE" sz="3300" noProof="0" dirty="0" err="1">
                <a:latin typeface="Aptos" panose="020B0004020202020204" pitchFamily="34" charset="0"/>
                <a:cs typeface="Tahoma"/>
              </a:rPr>
              <a:t>hiperparámetros</a:t>
            </a:r>
            <a:r>
              <a:rPr lang="es-PE" sz="3300" noProof="0" dirty="0">
                <a:latin typeface="Aptos" panose="020B0004020202020204" pitchFamily="34" charset="0"/>
                <a:cs typeface="Tahoma"/>
              </a:rPr>
              <a:t> la  función de activación o la constante de entrenamiento.</a:t>
            </a:r>
          </a:p>
        </p:txBody>
      </p:sp>
      <p:sp>
        <p:nvSpPr>
          <p:cNvPr id="3" name="object 3"/>
          <p:cNvSpPr txBox="1"/>
          <p:nvPr/>
        </p:nvSpPr>
        <p:spPr>
          <a:xfrm>
            <a:off x="1081534" y="8489314"/>
            <a:ext cx="17733515" cy="1027845"/>
          </a:xfrm>
          <a:prstGeom prst="rect">
            <a:avLst/>
          </a:prstGeom>
        </p:spPr>
        <p:txBody>
          <a:bodyPr vert="horz" wrap="square" lIns="0" tIns="12065" rIns="0" bIns="0" rtlCol="0">
            <a:spAutoFit/>
          </a:bodyPr>
          <a:lstStyle/>
          <a:p>
            <a:pPr marL="12700" marR="5080" algn="just">
              <a:lnSpc>
                <a:spcPct val="100000"/>
              </a:lnSpc>
              <a:spcBef>
                <a:spcPts val="95"/>
              </a:spcBef>
            </a:pPr>
            <a:r>
              <a:rPr lang="es-PE" sz="3300" noProof="0" dirty="0">
                <a:latin typeface="Aptos" panose="020B0004020202020204" pitchFamily="34" charset="0"/>
                <a:cs typeface="Tahoma"/>
              </a:rPr>
              <a:t>Llamamos </a:t>
            </a:r>
            <a:r>
              <a:rPr lang="es-PE" sz="3300" b="1" noProof="0" dirty="0">
                <a:latin typeface="Aptos" panose="020B0004020202020204" pitchFamily="34" charset="0"/>
                <a:cs typeface="Arial"/>
              </a:rPr>
              <a:t>generalización </a:t>
            </a:r>
            <a:r>
              <a:rPr lang="es-PE" sz="3300" noProof="0" dirty="0">
                <a:latin typeface="Aptos" panose="020B0004020202020204" pitchFamily="34" charset="0"/>
                <a:cs typeface="Tahoma"/>
              </a:rPr>
              <a:t>a la capacidad del modelo de hacer predicciones nuevas utilizando datos  nuevos.</a:t>
            </a:r>
          </a:p>
        </p:txBody>
      </p:sp>
      <p:sp>
        <p:nvSpPr>
          <p:cNvPr id="4" name="object 4"/>
          <p:cNvSpPr txBox="1">
            <a:spLocks noGrp="1"/>
          </p:cNvSpPr>
          <p:nvPr>
            <p:ph type="title"/>
          </p:nvPr>
        </p:nvSpPr>
        <p:spPr>
          <a:xfrm>
            <a:off x="1097213" y="1126532"/>
            <a:ext cx="12393824" cy="1282065"/>
          </a:xfrm>
          <a:prstGeom prst="rect">
            <a:avLst/>
          </a:prstGeom>
        </p:spPr>
        <p:txBody>
          <a:bodyPr vert="horz" wrap="square" lIns="0" tIns="12065" rIns="0" bIns="0" rtlCol="0">
            <a:spAutoFit/>
          </a:bodyPr>
          <a:lstStyle/>
          <a:p>
            <a:pPr marL="12700">
              <a:lnSpc>
                <a:spcPct val="100000"/>
              </a:lnSpc>
              <a:spcBef>
                <a:spcPts val="95"/>
              </a:spcBef>
            </a:pPr>
            <a:r>
              <a:rPr lang="es-PE" sz="8250" noProof="0" dirty="0">
                <a:latin typeface="Aptos" panose="020B0004020202020204" pitchFamily="34" charset="0"/>
              </a:rPr>
              <a:t>TERMINOLOGIA BÁSICA</a:t>
            </a:r>
          </a:p>
        </p:txBody>
      </p:sp>
      <p:pic>
        <p:nvPicPr>
          <p:cNvPr id="5" name="object 5"/>
          <p:cNvPicPr/>
          <p:nvPr/>
        </p:nvPicPr>
        <p:blipFill>
          <a:blip r:embed="rId2" cstate="print"/>
          <a:stretch>
            <a:fillRect/>
          </a:stretch>
        </p:blipFill>
        <p:spPr>
          <a:xfrm>
            <a:off x="8553732" y="5281476"/>
            <a:ext cx="2996636" cy="2996636"/>
          </a:xfrm>
          <a:prstGeom prst="rect">
            <a:avLst/>
          </a:prstGeom>
        </p:spPr>
      </p:pic>
      <p:pic>
        <p:nvPicPr>
          <p:cNvPr id="6" name="Picture 2" descr="Manual de Indentidad Visual Corporativa Marca UNCP - UNCP">
            <a:extLst>
              <a:ext uri="{FF2B5EF4-FFF2-40B4-BE49-F238E27FC236}">
                <a16:creationId xmlns:a16="http://schemas.microsoft.com/office/drawing/2014/main" id="{819AFBAD-8228-FC58-32D9-B924F47745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15551" y="3140075"/>
            <a:ext cx="17447260" cy="6463949"/>
          </a:xfrm>
          <a:prstGeom prst="rect">
            <a:avLst/>
          </a:prstGeom>
        </p:spPr>
        <p:txBody>
          <a:bodyPr vert="horz" wrap="square" lIns="0" tIns="13335" rIns="0" bIns="0" rtlCol="0">
            <a:spAutoFit/>
          </a:bodyPr>
          <a:lstStyle/>
          <a:p>
            <a:pPr marL="12700" marR="14604" algn="just">
              <a:lnSpc>
                <a:spcPct val="100000"/>
              </a:lnSpc>
              <a:spcBef>
                <a:spcPts val="105"/>
              </a:spcBef>
            </a:pPr>
            <a:r>
              <a:rPr lang="es-PE" sz="3950" b="1" noProof="0" dirty="0">
                <a:latin typeface="Aptos" panose="020B0004020202020204" pitchFamily="34" charset="0"/>
                <a:cs typeface="Trebuchet MS"/>
              </a:rPr>
              <a:t>Aprendizaje supervisado: </a:t>
            </a:r>
            <a:r>
              <a:rPr lang="es-PE" sz="3950" noProof="0" dirty="0">
                <a:latin typeface="Aptos" panose="020B0004020202020204" pitchFamily="34" charset="0"/>
                <a:cs typeface="Tahoma"/>
              </a:rPr>
              <a:t>Se </a:t>
            </a:r>
            <a:r>
              <a:rPr lang="es-PE" sz="3950" noProof="0" dirty="0" err="1">
                <a:latin typeface="Aptos" panose="020B0004020202020204" pitchFamily="34" charset="0"/>
                <a:cs typeface="Tahoma"/>
              </a:rPr>
              <a:t>re</a:t>
            </a:r>
            <a:r>
              <a:rPr lang="es-PE" sz="3950" noProof="0" dirty="0" err="1">
                <a:latin typeface="Aptos" panose="020B0004020202020204" pitchFamily="34" charset="0"/>
                <a:cs typeface="Verdana"/>
              </a:rPr>
              <a:t>ﬁ</a:t>
            </a:r>
            <a:r>
              <a:rPr lang="es-PE" sz="3950" noProof="0" dirty="0" err="1">
                <a:latin typeface="Aptos" panose="020B0004020202020204" pitchFamily="34" charset="0"/>
                <a:cs typeface="Tahoma"/>
              </a:rPr>
              <a:t>ere</a:t>
            </a:r>
            <a:r>
              <a:rPr lang="es-PE" sz="3950" noProof="0" dirty="0">
                <a:latin typeface="Aptos" panose="020B0004020202020204" pitchFamily="34" charset="0"/>
                <a:cs typeface="Tahoma"/>
              </a:rPr>
              <a:t> a un tipo de modelos de Machine </a:t>
            </a:r>
            <a:r>
              <a:rPr lang="es-PE" sz="3950" noProof="0" dirty="0" err="1">
                <a:latin typeface="Aptos" panose="020B0004020202020204" pitchFamily="34" charset="0"/>
                <a:cs typeface="Tahoma"/>
              </a:rPr>
              <a:t>Learning</a:t>
            </a:r>
            <a:r>
              <a:rPr lang="es-PE" sz="3950" noProof="0" dirty="0">
                <a:latin typeface="Aptos" panose="020B0004020202020204" pitchFamily="34" charset="0"/>
                <a:cs typeface="Tahoma"/>
              </a:rPr>
              <a:t> que se  entrenan con un conjunto de ejemplos en los que los resultados de salida son  conocidos.</a:t>
            </a:r>
          </a:p>
          <a:p>
            <a:pPr marL="12700" marR="14604" algn="just">
              <a:spcBef>
                <a:spcPts val="105"/>
              </a:spcBef>
            </a:pPr>
            <a:r>
              <a:rPr lang="es-PE" sz="3950" b="1" noProof="0" dirty="0">
                <a:latin typeface="Aptos" panose="020B0004020202020204" pitchFamily="34" charset="0"/>
                <a:cs typeface="Trebuchet MS"/>
              </a:rPr>
              <a:t>Aprendizaje no supervisado: </a:t>
            </a:r>
            <a:r>
              <a:rPr lang="es-PE" sz="3950" dirty="0">
                <a:latin typeface="Aptos" panose="020B0004020202020204" pitchFamily="34" charset="0"/>
                <a:cs typeface="Tahoma"/>
              </a:rPr>
              <a:t>El objetivo será la extracción de información  significativa, sin la referencia de variables de salida conocidas, y mediante la  exploración de la estructura de dichos datos sin etiquetar.</a:t>
            </a:r>
          </a:p>
          <a:p>
            <a:pPr marL="12700" marR="5080" algn="just">
              <a:lnSpc>
                <a:spcPct val="100000"/>
              </a:lnSpc>
              <a:spcBef>
                <a:spcPts val="2760"/>
              </a:spcBef>
            </a:pPr>
            <a:r>
              <a:rPr lang="es-PE" sz="3950" b="1" noProof="0" dirty="0">
                <a:latin typeface="Aptos" panose="020B0004020202020204" pitchFamily="34" charset="0"/>
                <a:cs typeface="Trebuchet MS"/>
              </a:rPr>
              <a:t>Aprendizaje profundo: </a:t>
            </a:r>
            <a:r>
              <a:rPr lang="es-PE" sz="3950" noProof="0" dirty="0">
                <a:latin typeface="Aptos" panose="020B0004020202020204" pitchFamily="34" charset="0"/>
                <a:cs typeface="Tahoma"/>
              </a:rPr>
              <a:t>Es un subcampo de Machine </a:t>
            </a:r>
            <a:r>
              <a:rPr lang="es-PE" sz="3950" noProof="0" dirty="0" err="1">
                <a:latin typeface="Aptos" panose="020B0004020202020204" pitchFamily="34" charset="0"/>
                <a:cs typeface="Tahoma"/>
              </a:rPr>
              <a:t>Learning</a:t>
            </a:r>
            <a:r>
              <a:rPr lang="es-PE" sz="3950" noProof="0" dirty="0">
                <a:latin typeface="Aptos" panose="020B0004020202020204" pitchFamily="34" charset="0"/>
                <a:cs typeface="Tahoma"/>
              </a:rPr>
              <a:t>, que usa una estructura  jerárquica de redes neuronales artificiales, que se construyen de una forma similar a la  estructura neuronal del cerebro humano, con los nodos de neuronas conectadas.</a:t>
            </a:r>
          </a:p>
        </p:txBody>
      </p:sp>
      <p:sp>
        <p:nvSpPr>
          <p:cNvPr id="3" name="object 3"/>
          <p:cNvSpPr txBox="1">
            <a:spLocks noGrp="1"/>
          </p:cNvSpPr>
          <p:nvPr>
            <p:ph type="title"/>
          </p:nvPr>
        </p:nvSpPr>
        <p:spPr>
          <a:xfrm>
            <a:off x="1097213" y="1126532"/>
            <a:ext cx="11662410" cy="1282065"/>
          </a:xfrm>
          <a:prstGeom prst="rect">
            <a:avLst/>
          </a:prstGeom>
        </p:spPr>
        <p:txBody>
          <a:bodyPr vert="horz" wrap="square" lIns="0" tIns="12065" rIns="0" bIns="0" rtlCol="0">
            <a:spAutoFit/>
          </a:bodyPr>
          <a:lstStyle/>
          <a:p>
            <a:pPr marL="12700" algn="just">
              <a:lnSpc>
                <a:spcPct val="100000"/>
              </a:lnSpc>
              <a:spcBef>
                <a:spcPts val="95"/>
              </a:spcBef>
            </a:pPr>
            <a:r>
              <a:rPr lang="es-PE" sz="8250" noProof="0" dirty="0">
                <a:latin typeface="Aptos" panose="020B0004020202020204" pitchFamily="34" charset="0"/>
              </a:rPr>
              <a:t>TIPOS DE APRENDIZAJE</a:t>
            </a:r>
          </a:p>
        </p:txBody>
      </p:sp>
      <p:pic>
        <p:nvPicPr>
          <p:cNvPr id="4" name="Picture 2" descr="Manual de Indentidad Visual Corporativa Marca UNCP - UNCP">
            <a:extLst>
              <a:ext uri="{FF2B5EF4-FFF2-40B4-BE49-F238E27FC236}">
                <a16:creationId xmlns:a16="http://schemas.microsoft.com/office/drawing/2014/main" id="{2E2F2737-7999-6DD9-641C-A3CDB43F8F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31228" y="3199767"/>
            <a:ext cx="16879022" cy="2882900"/>
          </a:xfrm>
          <a:prstGeom prst="rect">
            <a:avLst/>
          </a:prstGeom>
        </p:spPr>
        <p:txBody>
          <a:bodyPr vert="horz" wrap="square" lIns="0" tIns="12065" rIns="0" bIns="0" rtlCol="0">
            <a:spAutoFit/>
          </a:bodyPr>
          <a:lstStyle/>
          <a:p>
            <a:pPr marL="546100" marR="5080" indent="-534035" algn="just">
              <a:spcBef>
                <a:spcPts val="2705"/>
              </a:spcBef>
              <a:buSzPct val="100000"/>
              <a:buFont typeface="Verdana"/>
              <a:buChar char="•"/>
              <a:tabLst>
                <a:tab pos="546735" algn="l"/>
              </a:tabLst>
            </a:pPr>
            <a:r>
              <a:rPr lang="es-PE" sz="3300" dirty="0">
                <a:latin typeface="Aptos" panose="020B0004020202020204" pitchFamily="34" charset="0"/>
                <a:cs typeface="Tahoma"/>
              </a:rPr>
              <a:t>Los modelos aprenden de los resultados conocidos y realizan ajustes en sus parámetros interiores para adaptarse a los datos de entrada.</a:t>
            </a:r>
          </a:p>
          <a:p>
            <a:pPr marL="546100" marR="5080" indent="-534035" algn="just">
              <a:lnSpc>
                <a:spcPct val="100000"/>
              </a:lnSpc>
              <a:spcBef>
                <a:spcPts val="2705"/>
              </a:spcBef>
              <a:buSzPct val="100000"/>
              <a:buFont typeface="Verdana"/>
              <a:buChar char="•"/>
              <a:tabLst>
                <a:tab pos="546735" algn="l"/>
              </a:tabLst>
            </a:pPr>
            <a:r>
              <a:rPr lang="es-PE" sz="3300" noProof="0" dirty="0">
                <a:latin typeface="Aptos" panose="020B0004020202020204" pitchFamily="34" charset="0"/>
                <a:cs typeface="Tahoma"/>
              </a:rPr>
              <a:t>Una vez que el modelo es entrenado adecuadamente, y los parámetros internos son coherentes  con los datos de entrada y los resultados de los datos de entrenamiento, </a:t>
            </a:r>
            <a:r>
              <a:rPr lang="es-PE" sz="3300" b="1" noProof="0" dirty="0">
                <a:latin typeface="Aptos" panose="020B0004020202020204" pitchFamily="34" charset="0"/>
                <a:cs typeface="Arial"/>
              </a:rPr>
              <a:t>el modelo podrá  realizar predicciones adecuadas ante nuevos datos</a:t>
            </a:r>
            <a:endParaRPr lang="es-PE" sz="3300" noProof="0" dirty="0">
              <a:latin typeface="Aptos" panose="020B0004020202020204" pitchFamily="34" charset="0"/>
              <a:cs typeface="Arial"/>
            </a:endParaRPr>
          </a:p>
        </p:txBody>
      </p:sp>
      <p:sp>
        <p:nvSpPr>
          <p:cNvPr id="3" name="object 3"/>
          <p:cNvSpPr txBox="1">
            <a:spLocks noGrp="1"/>
          </p:cNvSpPr>
          <p:nvPr>
            <p:ph type="title"/>
          </p:nvPr>
        </p:nvSpPr>
        <p:spPr>
          <a:xfrm>
            <a:off x="1097213" y="1134071"/>
            <a:ext cx="14449425"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SUPERVISADO</a:t>
            </a:r>
          </a:p>
        </p:txBody>
      </p:sp>
      <p:pic>
        <p:nvPicPr>
          <p:cNvPr id="5" name="object 5"/>
          <p:cNvPicPr/>
          <p:nvPr/>
        </p:nvPicPr>
        <p:blipFill>
          <a:blip r:embed="rId2" cstate="print"/>
          <a:stretch>
            <a:fillRect/>
          </a:stretch>
        </p:blipFill>
        <p:spPr>
          <a:xfrm>
            <a:off x="9823451" y="6866297"/>
            <a:ext cx="6934200" cy="3749347"/>
          </a:xfrm>
          <a:prstGeom prst="rect">
            <a:avLst/>
          </a:prstGeom>
        </p:spPr>
      </p:pic>
      <p:pic>
        <p:nvPicPr>
          <p:cNvPr id="4" name="Picture 2" descr="Manual de Indentidad Visual Corporativa Marca UNCP - UNCP">
            <a:extLst>
              <a:ext uri="{FF2B5EF4-FFF2-40B4-BE49-F238E27FC236}">
                <a16:creationId xmlns:a16="http://schemas.microsoft.com/office/drawing/2014/main" id="{FBA31B1D-D27A-2C3E-6B31-BDD9F96C42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4071"/>
            <a:ext cx="14449425"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SUPERVISADO</a:t>
            </a:r>
          </a:p>
        </p:txBody>
      </p:sp>
      <p:sp>
        <p:nvSpPr>
          <p:cNvPr id="3" name="object 3"/>
          <p:cNvSpPr/>
          <p:nvPr/>
        </p:nvSpPr>
        <p:spPr>
          <a:xfrm>
            <a:off x="7289775" y="3486206"/>
            <a:ext cx="2887980" cy="846455"/>
          </a:xfrm>
          <a:custGeom>
            <a:avLst/>
            <a:gdLst/>
            <a:ahLst/>
            <a:cxnLst/>
            <a:rect l="l" t="t" r="r" b="b"/>
            <a:pathLst>
              <a:path w="2887979" h="846454">
                <a:moveTo>
                  <a:pt x="2887954" y="0"/>
                </a:moveTo>
                <a:lnTo>
                  <a:pt x="0" y="0"/>
                </a:lnTo>
                <a:lnTo>
                  <a:pt x="0" y="609155"/>
                </a:lnTo>
                <a:lnTo>
                  <a:pt x="0" y="845858"/>
                </a:lnTo>
                <a:lnTo>
                  <a:pt x="2887954" y="845858"/>
                </a:lnTo>
                <a:lnTo>
                  <a:pt x="2887954" y="609155"/>
                </a:lnTo>
                <a:lnTo>
                  <a:pt x="2887954" y="0"/>
                </a:lnTo>
                <a:close/>
              </a:path>
            </a:pathLst>
          </a:custGeom>
          <a:solidFill>
            <a:srgbClr val="599DFF"/>
          </a:solidFill>
        </p:spPr>
        <p:txBody>
          <a:bodyPr wrap="square" lIns="0" tIns="0" rIns="0" bIns="0" rtlCol="0"/>
          <a:lstStyle/>
          <a:p>
            <a:endParaRPr lang="es-PE" noProof="0" dirty="0">
              <a:latin typeface="Aptos" panose="020B0004020202020204" pitchFamily="34" charset="0"/>
            </a:endParaRPr>
          </a:p>
        </p:txBody>
      </p:sp>
      <p:sp>
        <p:nvSpPr>
          <p:cNvPr id="4" name="object 4"/>
          <p:cNvSpPr txBox="1"/>
          <p:nvPr/>
        </p:nvSpPr>
        <p:spPr>
          <a:xfrm>
            <a:off x="7766050" y="3520595"/>
            <a:ext cx="2255428" cy="765659"/>
          </a:xfrm>
          <a:prstGeom prst="rect">
            <a:avLst/>
          </a:prstGeom>
        </p:spPr>
        <p:txBody>
          <a:bodyPr vert="horz" wrap="square" lIns="0" tIns="12065" rIns="0" bIns="0" rtlCol="0">
            <a:spAutoFit/>
          </a:bodyPr>
          <a:lstStyle/>
          <a:p>
            <a:pPr marL="12700" marR="5080" indent="386080">
              <a:lnSpc>
                <a:spcPct val="101000"/>
              </a:lnSpc>
              <a:spcBef>
                <a:spcPts val="95"/>
              </a:spcBef>
            </a:pPr>
            <a:r>
              <a:rPr lang="es-PE" sz="2450" b="1" noProof="0" dirty="0">
                <a:solidFill>
                  <a:srgbClr val="404040"/>
                </a:solidFill>
                <a:latin typeface="Aptos" panose="020B0004020202020204" pitchFamily="34" charset="0"/>
                <a:cs typeface="Trebuchet MS"/>
              </a:rPr>
              <a:t>Datos de  entrenamiento</a:t>
            </a:r>
            <a:endParaRPr lang="es-PE" sz="2450" noProof="0" dirty="0">
              <a:latin typeface="Aptos" panose="020B0004020202020204" pitchFamily="34" charset="0"/>
              <a:cs typeface="Trebuchet MS"/>
            </a:endParaRPr>
          </a:p>
        </p:txBody>
      </p:sp>
      <p:sp>
        <p:nvSpPr>
          <p:cNvPr id="5" name="object 5"/>
          <p:cNvSpPr/>
          <p:nvPr/>
        </p:nvSpPr>
        <p:spPr>
          <a:xfrm>
            <a:off x="10021478" y="4095357"/>
            <a:ext cx="3114040" cy="465455"/>
          </a:xfrm>
          <a:custGeom>
            <a:avLst/>
            <a:gdLst/>
            <a:ahLst/>
            <a:cxnLst/>
            <a:rect l="l" t="t" r="r" b="b"/>
            <a:pathLst>
              <a:path w="3114040" h="465454">
                <a:moveTo>
                  <a:pt x="3113953" y="0"/>
                </a:moveTo>
                <a:lnTo>
                  <a:pt x="0" y="0"/>
                </a:lnTo>
                <a:lnTo>
                  <a:pt x="0" y="465218"/>
                </a:lnTo>
                <a:lnTo>
                  <a:pt x="3113953" y="465218"/>
                </a:lnTo>
                <a:lnTo>
                  <a:pt x="3113953" y="0"/>
                </a:lnTo>
                <a:close/>
              </a:path>
            </a:pathLst>
          </a:custGeom>
          <a:solidFill>
            <a:srgbClr val="FFFC66"/>
          </a:solidFill>
        </p:spPr>
        <p:txBody>
          <a:bodyPr wrap="square" lIns="0" tIns="0" rIns="0" bIns="0" rtlCol="0"/>
          <a:lstStyle/>
          <a:p>
            <a:endParaRPr lang="es-PE" noProof="0" dirty="0">
              <a:latin typeface="Aptos" panose="020B0004020202020204" pitchFamily="34" charset="0"/>
            </a:endParaRPr>
          </a:p>
        </p:txBody>
      </p:sp>
      <p:sp>
        <p:nvSpPr>
          <p:cNvPr id="6" name="object 6"/>
          <p:cNvSpPr txBox="1"/>
          <p:nvPr/>
        </p:nvSpPr>
        <p:spPr>
          <a:xfrm>
            <a:off x="10890251" y="4126231"/>
            <a:ext cx="1052346" cy="392415"/>
          </a:xfrm>
          <a:prstGeom prst="rect">
            <a:avLst/>
          </a:prstGeom>
        </p:spPr>
        <p:txBody>
          <a:bodyPr vert="horz" wrap="square" lIns="0" tIns="15240" rIns="0" bIns="0" rtlCol="0">
            <a:spAutoFit/>
          </a:bodyPr>
          <a:lstStyle/>
          <a:p>
            <a:pPr marL="12700">
              <a:lnSpc>
                <a:spcPct val="100000"/>
              </a:lnSpc>
              <a:spcBef>
                <a:spcPts val="120"/>
              </a:spcBef>
            </a:pPr>
            <a:r>
              <a:rPr lang="es-PE" sz="2450" b="1" noProof="0" dirty="0" err="1">
                <a:solidFill>
                  <a:srgbClr val="404040"/>
                </a:solidFill>
                <a:latin typeface="Aptos" panose="020B0004020202020204" pitchFamily="34" charset="0"/>
                <a:cs typeface="Trebuchet MS"/>
              </a:rPr>
              <a:t>Label</a:t>
            </a:r>
            <a:endParaRPr lang="es-PE" sz="2450" noProof="0" dirty="0">
              <a:latin typeface="Aptos" panose="020B0004020202020204" pitchFamily="34" charset="0"/>
              <a:cs typeface="Trebuchet MS"/>
            </a:endParaRPr>
          </a:p>
        </p:txBody>
      </p:sp>
      <p:grpSp>
        <p:nvGrpSpPr>
          <p:cNvPr id="7" name="object 7"/>
          <p:cNvGrpSpPr/>
          <p:nvPr/>
        </p:nvGrpSpPr>
        <p:grpSpPr>
          <a:xfrm>
            <a:off x="6851884" y="4668292"/>
            <a:ext cx="6400800" cy="4790440"/>
            <a:chOff x="6851884" y="4668292"/>
            <a:chExt cx="6400800" cy="4790440"/>
          </a:xfrm>
        </p:grpSpPr>
        <p:sp>
          <p:nvSpPr>
            <p:cNvPr id="8" name="object 8"/>
            <p:cNvSpPr/>
            <p:nvPr/>
          </p:nvSpPr>
          <p:spPr>
            <a:xfrm>
              <a:off x="9926397" y="4668297"/>
              <a:ext cx="314325" cy="4288155"/>
            </a:xfrm>
            <a:custGeom>
              <a:avLst/>
              <a:gdLst/>
              <a:ahLst/>
              <a:cxnLst/>
              <a:rect l="l" t="t" r="r" b="b"/>
              <a:pathLst>
                <a:path w="314325" h="4288155">
                  <a:moveTo>
                    <a:pt x="314121" y="3973436"/>
                  </a:moveTo>
                  <a:lnTo>
                    <a:pt x="209410" y="3973436"/>
                  </a:lnTo>
                  <a:lnTo>
                    <a:pt x="209410" y="2235936"/>
                  </a:lnTo>
                  <a:lnTo>
                    <a:pt x="104711" y="2235936"/>
                  </a:lnTo>
                  <a:lnTo>
                    <a:pt x="104711" y="3973436"/>
                  </a:lnTo>
                  <a:lnTo>
                    <a:pt x="0" y="3973436"/>
                  </a:lnTo>
                  <a:lnTo>
                    <a:pt x="157060" y="4287571"/>
                  </a:lnTo>
                  <a:lnTo>
                    <a:pt x="287947" y="4025798"/>
                  </a:lnTo>
                  <a:lnTo>
                    <a:pt x="314121" y="3973436"/>
                  </a:lnTo>
                  <a:close/>
                </a:path>
                <a:path w="314325" h="4288155">
                  <a:moveTo>
                    <a:pt x="314121" y="1133132"/>
                  </a:moveTo>
                  <a:lnTo>
                    <a:pt x="209410" y="1133144"/>
                  </a:lnTo>
                  <a:lnTo>
                    <a:pt x="209410" y="0"/>
                  </a:lnTo>
                  <a:lnTo>
                    <a:pt x="104711" y="0"/>
                  </a:lnTo>
                  <a:lnTo>
                    <a:pt x="104711" y="1133144"/>
                  </a:lnTo>
                  <a:lnTo>
                    <a:pt x="0" y="1133144"/>
                  </a:lnTo>
                  <a:lnTo>
                    <a:pt x="157060" y="1447266"/>
                  </a:lnTo>
                  <a:lnTo>
                    <a:pt x="287947" y="1185494"/>
                  </a:lnTo>
                  <a:lnTo>
                    <a:pt x="314121" y="1133132"/>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9" name="object 9"/>
            <p:cNvSpPr/>
            <p:nvPr/>
          </p:nvSpPr>
          <p:spPr>
            <a:xfrm>
              <a:off x="6851879" y="9144577"/>
              <a:ext cx="6400800" cy="314325"/>
            </a:xfrm>
            <a:custGeom>
              <a:avLst/>
              <a:gdLst/>
              <a:ahLst/>
              <a:cxnLst/>
              <a:rect l="l" t="t" r="r" b="b"/>
              <a:pathLst>
                <a:path w="6400800" h="314325">
                  <a:moveTo>
                    <a:pt x="1270038" y="157060"/>
                  </a:moveTo>
                  <a:lnTo>
                    <a:pt x="1165326" y="104711"/>
                  </a:lnTo>
                  <a:lnTo>
                    <a:pt x="955903" y="0"/>
                  </a:lnTo>
                  <a:lnTo>
                    <a:pt x="955903" y="104711"/>
                  </a:lnTo>
                  <a:lnTo>
                    <a:pt x="0" y="104711"/>
                  </a:lnTo>
                  <a:lnTo>
                    <a:pt x="0" y="209423"/>
                  </a:lnTo>
                  <a:lnTo>
                    <a:pt x="955903" y="209423"/>
                  </a:lnTo>
                  <a:lnTo>
                    <a:pt x="955903" y="314121"/>
                  </a:lnTo>
                  <a:lnTo>
                    <a:pt x="1165326" y="209423"/>
                  </a:lnTo>
                  <a:lnTo>
                    <a:pt x="1270038" y="157060"/>
                  </a:lnTo>
                  <a:close/>
                </a:path>
                <a:path w="6400800" h="314325">
                  <a:moveTo>
                    <a:pt x="6400330" y="157060"/>
                  </a:moveTo>
                  <a:lnTo>
                    <a:pt x="6295618" y="104711"/>
                  </a:lnTo>
                  <a:lnTo>
                    <a:pt x="6086208" y="0"/>
                  </a:lnTo>
                  <a:lnTo>
                    <a:pt x="6086208" y="104711"/>
                  </a:lnTo>
                  <a:lnTo>
                    <a:pt x="5130292" y="104711"/>
                  </a:lnTo>
                  <a:lnTo>
                    <a:pt x="5130292" y="209423"/>
                  </a:lnTo>
                  <a:lnTo>
                    <a:pt x="6086208" y="209423"/>
                  </a:lnTo>
                  <a:lnTo>
                    <a:pt x="6086208" y="314121"/>
                  </a:lnTo>
                  <a:lnTo>
                    <a:pt x="6295618" y="209423"/>
                  </a:lnTo>
                  <a:lnTo>
                    <a:pt x="6400330" y="157060"/>
                  </a:lnTo>
                  <a:close/>
                </a:path>
              </a:pathLst>
            </a:custGeom>
            <a:solidFill>
              <a:srgbClr val="009002"/>
            </a:solidFill>
          </p:spPr>
          <p:txBody>
            <a:bodyPr wrap="square" lIns="0" tIns="0" rIns="0" bIns="0" rtlCol="0"/>
            <a:lstStyle/>
            <a:p>
              <a:endParaRPr lang="es-PE" noProof="0" dirty="0">
                <a:latin typeface="Aptos" panose="020B0004020202020204" pitchFamily="34" charset="0"/>
              </a:endParaRPr>
            </a:p>
          </p:txBody>
        </p:sp>
      </p:grpSp>
      <p:sp>
        <p:nvSpPr>
          <p:cNvPr id="10" name="object 10"/>
          <p:cNvSpPr txBox="1"/>
          <p:nvPr/>
        </p:nvSpPr>
        <p:spPr>
          <a:xfrm>
            <a:off x="8478332" y="6277282"/>
            <a:ext cx="3210560" cy="423193"/>
          </a:xfrm>
          <a:prstGeom prst="rect">
            <a:avLst/>
          </a:prstGeom>
          <a:solidFill>
            <a:srgbClr val="88EF89"/>
          </a:solidFill>
        </p:spPr>
        <p:txBody>
          <a:bodyPr vert="horz" wrap="square" lIns="0" tIns="45720" rIns="0" bIns="0" rtlCol="0">
            <a:spAutoFit/>
          </a:bodyPr>
          <a:lstStyle/>
          <a:p>
            <a:pPr marL="571500">
              <a:lnSpc>
                <a:spcPct val="100000"/>
              </a:lnSpc>
              <a:spcBef>
                <a:spcPts val="360"/>
              </a:spcBef>
            </a:pPr>
            <a:r>
              <a:rPr lang="es-PE" sz="2450" b="1" noProof="0" dirty="0">
                <a:solidFill>
                  <a:srgbClr val="404040"/>
                </a:solidFill>
                <a:latin typeface="Aptos" panose="020B0004020202020204" pitchFamily="34" charset="0"/>
                <a:cs typeface="Trebuchet MS"/>
              </a:rPr>
              <a:t>Algoritmo de ML</a:t>
            </a:r>
            <a:endParaRPr lang="es-PE" sz="2450" noProof="0" dirty="0">
              <a:latin typeface="Aptos" panose="020B0004020202020204" pitchFamily="34" charset="0"/>
              <a:cs typeface="Trebuchet MS"/>
            </a:endParaRPr>
          </a:p>
        </p:txBody>
      </p:sp>
      <p:sp>
        <p:nvSpPr>
          <p:cNvPr id="11" name="object 11"/>
          <p:cNvSpPr txBox="1"/>
          <p:nvPr/>
        </p:nvSpPr>
        <p:spPr>
          <a:xfrm>
            <a:off x="8446920" y="9069027"/>
            <a:ext cx="3210560" cy="423193"/>
          </a:xfrm>
          <a:prstGeom prst="rect">
            <a:avLst/>
          </a:prstGeom>
          <a:solidFill>
            <a:srgbClr val="FF80E9"/>
          </a:solidFill>
        </p:spPr>
        <p:txBody>
          <a:bodyPr vert="horz" wrap="square" lIns="0" tIns="45720" rIns="0" bIns="0" rtlCol="0">
            <a:spAutoFit/>
          </a:bodyPr>
          <a:lstStyle/>
          <a:p>
            <a:pPr marL="456565">
              <a:lnSpc>
                <a:spcPct val="100000"/>
              </a:lnSpc>
              <a:spcBef>
                <a:spcPts val="360"/>
              </a:spcBef>
            </a:pPr>
            <a:r>
              <a:rPr lang="es-PE" sz="2450" b="1" noProof="0" dirty="0">
                <a:solidFill>
                  <a:srgbClr val="404040"/>
                </a:solidFill>
                <a:latin typeface="Aptos" panose="020B0004020202020204" pitchFamily="34" charset="0"/>
                <a:cs typeface="Trebuchet MS"/>
              </a:rPr>
              <a:t>Modelo predictivo</a:t>
            </a:r>
            <a:endParaRPr lang="es-PE" sz="2450" noProof="0" dirty="0">
              <a:latin typeface="Aptos" panose="020B0004020202020204" pitchFamily="34" charset="0"/>
              <a:cs typeface="Trebuchet MS"/>
            </a:endParaRPr>
          </a:p>
        </p:txBody>
      </p:sp>
      <p:sp>
        <p:nvSpPr>
          <p:cNvPr id="12" name="object 12"/>
          <p:cNvSpPr txBox="1"/>
          <p:nvPr/>
        </p:nvSpPr>
        <p:spPr>
          <a:xfrm>
            <a:off x="3638929" y="9069027"/>
            <a:ext cx="2887980" cy="423193"/>
          </a:xfrm>
          <a:prstGeom prst="rect">
            <a:avLst/>
          </a:prstGeom>
          <a:solidFill>
            <a:srgbClr val="599DFF"/>
          </a:solidFill>
        </p:spPr>
        <p:txBody>
          <a:bodyPr vert="horz" wrap="square" lIns="0" tIns="45720" rIns="0" bIns="0" rtlCol="0">
            <a:spAutoFit/>
          </a:bodyPr>
          <a:lstStyle/>
          <a:p>
            <a:pPr marL="720725">
              <a:lnSpc>
                <a:spcPct val="100000"/>
              </a:lnSpc>
              <a:spcBef>
                <a:spcPts val="360"/>
              </a:spcBef>
            </a:pPr>
            <a:r>
              <a:rPr lang="es-PE" sz="2450" b="1" noProof="0" dirty="0">
                <a:solidFill>
                  <a:srgbClr val="404040"/>
                </a:solidFill>
                <a:latin typeface="Aptos" panose="020B0004020202020204" pitchFamily="34" charset="0"/>
                <a:cs typeface="Trebuchet MS"/>
              </a:rPr>
              <a:t>Nuevo dato</a:t>
            </a:r>
            <a:endParaRPr lang="es-PE" sz="2450" noProof="0" dirty="0">
              <a:latin typeface="Aptos" panose="020B0004020202020204" pitchFamily="34" charset="0"/>
              <a:cs typeface="Trebuchet MS"/>
            </a:endParaRPr>
          </a:p>
        </p:txBody>
      </p:sp>
      <p:sp>
        <p:nvSpPr>
          <p:cNvPr id="13" name="object 13"/>
          <p:cNvSpPr txBox="1"/>
          <p:nvPr/>
        </p:nvSpPr>
        <p:spPr>
          <a:xfrm>
            <a:off x="13577220" y="9069027"/>
            <a:ext cx="3114040" cy="423193"/>
          </a:xfrm>
          <a:prstGeom prst="rect">
            <a:avLst/>
          </a:prstGeom>
          <a:solidFill>
            <a:srgbClr val="FFC000"/>
          </a:solidFill>
        </p:spPr>
        <p:txBody>
          <a:bodyPr vert="horz" wrap="square" lIns="0" tIns="45720" rIns="0" bIns="0" rtlCol="0">
            <a:spAutoFit/>
          </a:bodyPr>
          <a:lstStyle/>
          <a:p>
            <a:pPr marL="875030">
              <a:lnSpc>
                <a:spcPct val="100000"/>
              </a:lnSpc>
              <a:spcBef>
                <a:spcPts val="360"/>
              </a:spcBef>
            </a:pPr>
            <a:r>
              <a:rPr lang="es-PE" sz="2450" b="1" noProof="0" dirty="0">
                <a:solidFill>
                  <a:srgbClr val="404040"/>
                </a:solidFill>
                <a:latin typeface="Aptos" panose="020B0004020202020204" pitchFamily="34" charset="0"/>
                <a:cs typeface="Trebuchet MS"/>
              </a:rPr>
              <a:t>Predicción</a:t>
            </a:r>
            <a:endParaRPr lang="es-PE" sz="2450" noProof="0" dirty="0">
              <a:latin typeface="Aptos" panose="020B0004020202020204" pitchFamily="34" charset="0"/>
              <a:cs typeface="Trebuchet MS"/>
            </a:endParaRPr>
          </a:p>
        </p:txBody>
      </p:sp>
      <p:pic>
        <p:nvPicPr>
          <p:cNvPr id="14" name="Picture 2" descr="Manual de Indentidad Visual Corporativa Marca UNCP - UNCP">
            <a:extLst>
              <a:ext uri="{FF2B5EF4-FFF2-40B4-BE49-F238E27FC236}">
                <a16:creationId xmlns:a16="http://schemas.microsoft.com/office/drawing/2014/main" id="{959FDD08-8A27-5EBC-DB3E-5F25824B4B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4071"/>
            <a:ext cx="14449425"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SUPERVISADO</a:t>
            </a:r>
          </a:p>
        </p:txBody>
      </p:sp>
      <p:sp>
        <p:nvSpPr>
          <p:cNvPr id="3" name="object 3"/>
          <p:cNvSpPr txBox="1"/>
          <p:nvPr/>
        </p:nvSpPr>
        <p:spPr>
          <a:xfrm>
            <a:off x="1097213" y="2960612"/>
            <a:ext cx="11545637" cy="6180538"/>
          </a:xfrm>
          <a:prstGeom prst="rect">
            <a:avLst/>
          </a:prstGeom>
        </p:spPr>
        <p:txBody>
          <a:bodyPr vert="horz" wrap="square" lIns="0" tIns="17145" rIns="0" bIns="0" rtlCol="0">
            <a:spAutoFit/>
          </a:bodyPr>
          <a:lstStyle/>
          <a:p>
            <a:pPr marL="12700" algn="just">
              <a:lnSpc>
                <a:spcPct val="100000"/>
              </a:lnSpc>
              <a:spcBef>
                <a:spcPts val="135"/>
              </a:spcBef>
            </a:pPr>
            <a:r>
              <a:rPr lang="es-PE" sz="3600" b="1" i="1" noProof="0" dirty="0">
                <a:latin typeface="Aptos" panose="020B0004020202020204" pitchFamily="34" charset="0"/>
                <a:cs typeface="Arial"/>
              </a:rPr>
              <a:t>CLASIFICACIÓN</a:t>
            </a:r>
            <a:endParaRPr lang="es-PE" sz="3600" noProof="0" dirty="0">
              <a:latin typeface="Aptos" panose="020B0004020202020204" pitchFamily="34" charset="0"/>
              <a:cs typeface="Arial"/>
            </a:endParaRPr>
          </a:p>
          <a:p>
            <a:pPr marL="546100" marR="5080" algn="just">
              <a:spcBef>
                <a:spcPts val="2710"/>
              </a:spcBef>
              <a:buSzPct val="100000"/>
              <a:tabLst>
                <a:tab pos="1080770" algn="l"/>
              </a:tabLst>
            </a:pPr>
            <a:r>
              <a:rPr lang="es-PE" sz="3300" dirty="0">
                <a:latin typeface="Aptos" panose="020B0004020202020204" pitchFamily="34" charset="0"/>
                <a:cs typeface="Tahoma"/>
              </a:rPr>
              <a:t>Clasificación es una subcategoría de aprendizaje supervisado en la que el  objetivo es predecir clases categóricas (valores discretos, no ordenados,  pertenencia a grupos).</a:t>
            </a:r>
          </a:p>
          <a:p>
            <a:pPr marL="1080135" indent="-534670" algn="just">
              <a:lnSpc>
                <a:spcPct val="100000"/>
              </a:lnSpc>
              <a:spcBef>
                <a:spcPts val="2725"/>
              </a:spcBef>
              <a:buSzPct val="100000"/>
              <a:buFont typeface="Verdana"/>
              <a:buChar char="•"/>
              <a:tabLst>
                <a:tab pos="1080770" algn="l"/>
              </a:tabLst>
            </a:pPr>
            <a:r>
              <a:rPr lang="es-PE" sz="3300" noProof="0" dirty="0">
                <a:latin typeface="Aptos" panose="020B0004020202020204" pitchFamily="34" charset="0"/>
                <a:cs typeface="Tahoma"/>
              </a:rPr>
              <a:t>Detección de SPAM… clasificación binaria (es spam o no es spam).</a:t>
            </a:r>
          </a:p>
          <a:p>
            <a:pPr marL="1080135" marR="5080" indent="-534035" algn="just">
              <a:lnSpc>
                <a:spcPct val="100000"/>
              </a:lnSpc>
              <a:spcBef>
                <a:spcPts val="2710"/>
              </a:spcBef>
              <a:buSzPct val="100000"/>
              <a:buFont typeface="Verdana"/>
              <a:buChar char="•"/>
              <a:tabLst>
                <a:tab pos="1080770" algn="l"/>
              </a:tabLst>
            </a:pPr>
            <a:r>
              <a:rPr lang="es-PE" sz="3300" noProof="0" dirty="0">
                <a:latin typeface="Aptos" panose="020B0004020202020204" pitchFamily="34" charset="0"/>
                <a:cs typeface="Tahoma"/>
              </a:rPr>
              <a:t>Clasificación </a:t>
            </a:r>
            <a:r>
              <a:rPr lang="es-PE" sz="3300" noProof="0" dirty="0" err="1">
                <a:latin typeface="Aptos" panose="020B0004020202020204" pitchFamily="34" charset="0"/>
                <a:cs typeface="Tahoma"/>
              </a:rPr>
              <a:t>multi-clase</a:t>
            </a:r>
            <a:r>
              <a:rPr lang="es-PE" sz="3300" noProof="0" dirty="0">
                <a:latin typeface="Aptos" panose="020B0004020202020204" pitchFamily="34" charset="0"/>
                <a:cs typeface="Tahoma"/>
              </a:rPr>
              <a:t>: Múltiple clases, como por ejemplo  clasificación del nivel socioeconómico de una persona (alta, media y  baja).</a:t>
            </a:r>
          </a:p>
        </p:txBody>
      </p:sp>
      <p:pic>
        <p:nvPicPr>
          <p:cNvPr id="4" name="object 4"/>
          <p:cNvPicPr/>
          <p:nvPr/>
        </p:nvPicPr>
        <p:blipFill>
          <a:blip r:embed="rId2" cstate="print"/>
          <a:stretch>
            <a:fillRect/>
          </a:stretch>
        </p:blipFill>
        <p:spPr>
          <a:xfrm>
            <a:off x="13823730" y="3978275"/>
            <a:ext cx="5164351" cy="4973078"/>
          </a:xfrm>
          <a:prstGeom prst="rect">
            <a:avLst/>
          </a:prstGeom>
        </p:spPr>
      </p:pic>
      <p:pic>
        <p:nvPicPr>
          <p:cNvPr id="5" name="Picture 2" descr="Manual de Indentidad Visual Corporativa Marca UNCP - UNCP">
            <a:extLst>
              <a:ext uri="{FF2B5EF4-FFF2-40B4-BE49-F238E27FC236}">
                <a16:creationId xmlns:a16="http://schemas.microsoft.com/office/drawing/2014/main" id="{AD245275-C09C-4437-BB0B-50AD7C7802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4071"/>
            <a:ext cx="14449425"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SUPERVISADO</a:t>
            </a:r>
          </a:p>
        </p:txBody>
      </p:sp>
      <p:sp>
        <p:nvSpPr>
          <p:cNvPr id="3" name="object 3"/>
          <p:cNvSpPr txBox="1"/>
          <p:nvPr/>
        </p:nvSpPr>
        <p:spPr>
          <a:xfrm>
            <a:off x="1097213" y="2960612"/>
            <a:ext cx="11698037" cy="6111288"/>
          </a:xfrm>
          <a:prstGeom prst="rect">
            <a:avLst/>
          </a:prstGeom>
        </p:spPr>
        <p:txBody>
          <a:bodyPr vert="horz" wrap="square" lIns="0" tIns="17145" rIns="0" bIns="0" rtlCol="0">
            <a:spAutoFit/>
          </a:bodyPr>
          <a:lstStyle/>
          <a:p>
            <a:pPr marL="12700" algn="just">
              <a:lnSpc>
                <a:spcPct val="100000"/>
              </a:lnSpc>
              <a:spcBef>
                <a:spcPts val="135"/>
              </a:spcBef>
            </a:pPr>
            <a:r>
              <a:rPr lang="es-PE" sz="3600" b="1" i="1" noProof="0" dirty="0">
                <a:latin typeface="Aptos" panose="020B0004020202020204" pitchFamily="34" charset="0"/>
                <a:cs typeface="Arial"/>
              </a:rPr>
              <a:t>CLASIFICACIÓN</a:t>
            </a:r>
            <a:endParaRPr lang="es-PE" sz="3600" noProof="0" dirty="0">
              <a:latin typeface="Aptos" panose="020B0004020202020204" pitchFamily="34" charset="0"/>
              <a:cs typeface="Arial"/>
            </a:endParaRPr>
          </a:p>
          <a:p>
            <a:pPr algn="just">
              <a:lnSpc>
                <a:spcPct val="100000"/>
              </a:lnSpc>
            </a:pPr>
            <a:endParaRPr lang="es-PE" sz="5100" noProof="0" dirty="0">
              <a:latin typeface="Aptos" panose="020B0004020202020204" pitchFamily="34" charset="0"/>
              <a:cs typeface="Arial"/>
            </a:endParaRPr>
          </a:p>
          <a:p>
            <a:pPr marL="12700" marR="5080" algn="just">
              <a:lnSpc>
                <a:spcPct val="100000"/>
              </a:lnSpc>
            </a:pPr>
            <a:r>
              <a:rPr lang="es-PE" sz="3300" noProof="0" dirty="0">
                <a:latin typeface="Aptos" panose="020B0004020202020204" pitchFamily="34" charset="0"/>
                <a:cs typeface="Tahoma"/>
              </a:rPr>
              <a:t>Un ejemplo de clasificación binaria: hay </a:t>
            </a:r>
            <a:r>
              <a:rPr lang="es-PE" sz="3300" b="1" noProof="0" dirty="0">
                <a:latin typeface="Aptos" panose="020B0004020202020204" pitchFamily="34" charset="0"/>
                <a:cs typeface="Arial"/>
              </a:rPr>
              <a:t>dos clases </a:t>
            </a:r>
            <a:r>
              <a:rPr lang="es-PE" sz="3300" noProof="0" dirty="0">
                <a:latin typeface="Aptos" panose="020B0004020202020204" pitchFamily="34" charset="0"/>
                <a:cs typeface="Tahoma"/>
              </a:rPr>
              <a:t>de objetos, círculos y  cruces, y dos </a:t>
            </a:r>
            <a:r>
              <a:rPr lang="es-PE" sz="3300" b="1" noProof="0" dirty="0">
                <a:latin typeface="Aptos" panose="020B0004020202020204" pitchFamily="34" charset="0"/>
                <a:cs typeface="Arial"/>
              </a:rPr>
              <a:t>características </a:t>
            </a:r>
            <a:r>
              <a:rPr lang="es-PE" sz="3300" noProof="0" dirty="0">
                <a:latin typeface="Aptos" panose="020B0004020202020204" pitchFamily="34" charset="0"/>
                <a:cs typeface="Tahoma"/>
              </a:rPr>
              <a:t>de los objetos, X</a:t>
            </a:r>
            <a:r>
              <a:rPr lang="es-PE" sz="2300" noProof="0" dirty="0">
                <a:latin typeface="Aptos" panose="020B0004020202020204" pitchFamily="34" charset="0"/>
                <a:cs typeface="Tahoma"/>
              </a:rPr>
              <a:t>1 </a:t>
            </a:r>
            <a:r>
              <a:rPr lang="es-PE" sz="3300" noProof="0" dirty="0">
                <a:latin typeface="Aptos" panose="020B0004020202020204" pitchFamily="34" charset="0"/>
                <a:cs typeface="Tahoma"/>
              </a:rPr>
              <a:t>y X</a:t>
            </a:r>
            <a:r>
              <a:rPr lang="es-PE" sz="2300" noProof="0" dirty="0">
                <a:latin typeface="Aptos" panose="020B0004020202020204" pitchFamily="34" charset="0"/>
                <a:cs typeface="Tahoma"/>
              </a:rPr>
              <a:t>2</a:t>
            </a:r>
          </a:p>
          <a:p>
            <a:pPr marL="1080135" marR="93345" indent="-534035" algn="just">
              <a:spcBef>
                <a:spcPts val="2705"/>
              </a:spcBef>
              <a:buSzPct val="100000"/>
              <a:buFont typeface="Verdana"/>
              <a:buChar char="•"/>
              <a:tabLst>
                <a:tab pos="1080770" algn="l"/>
              </a:tabLst>
            </a:pPr>
            <a:r>
              <a:rPr lang="es-PE" sz="3300" dirty="0">
                <a:latin typeface="Aptos" panose="020B0004020202020204" pitchFamily="34" charset="0"/>
                <a:cs typeface="Tahoma"/>
              </a:rPr>
              <a:t>Se entrena un modelo que dado las dos características puede  predecir la clase (circulo o cruz).</a:t>
            </a:r>
          </a:p>
          <a:p>
            <a:pPr marL="1080135" marR="93345" indent="-534035" algn="just">
              <a:lnSpc>
                <a:spcPct val="100000"/>
              </a:lnSpc>
              <a:spcBef>
                <a:spcPts val="2705"/>
              </a:spcBef>
              <a:buSzPct val="100000"/>
              <a:buFont typeface="Verdana"/>
              <a:buChar char="•"/>
              <a:tabLst>
                <a:tab pos="1080770" algn="l"/>
              </a:tabLst>
            </a:pPr>
            <a:r>
              <a:rPr lang="es-PE" sz="3300" noProof="0" dirty="0">
                <a:latin typeface="Aptos" panose="020B0004020202020204" pitchFamily="34" charset="0"/>
                <a:cs typeface="Tahoma"/>
              </a:rPr>
              <a:t>Lo que hace el modelo es crear una frontera que le permite  separar a las dos clases. Si tenemos un nuevo dato, en función de  qué lado de la frontera queda, se clasificará de una forma u otra.</a:t>
            </a:r>
          </a:p>
        </p:txBody>
      </p:sp>
      <p:pic>
        <p:nvPicPr>
          <p:cNvPr id="4" name="object 4"/>
          <p:cNvPicPr/>
          <p:nvPr/>
        </p:nvPicPr>
        <p:blipFill>
          <a:blip r:embed="rId2" cstate="print"/>
          <a:stretch>
            <a:fillRect/>
          </a:stretch>
        </p:blipFill>
        <p:spPr>
          <a:xfrm>
            <a:off x="13633450" y="3978275"/>
            <a:ext cx="5164351" cy="4973078"/>
          </a:xfrm>
          <a:prstGeom prst="rect">
            <a:avLst/>
          </a:prstGeom>
        </p:spPr>
      </p:pic>
      <p:pic>
        <p:nvPicPr>
          <p:cNvPr id="5" name="Picture 2" descr="Manual de Indentidad Visual Corporativa Marca UNCP - UNCP">
            <a:extLst>
              <a:ext uri="{FF2B5EF4-FFF2-40B4-BE49-F238E27FC236}">
                <a16:creationId xmlns:a16="http://schemas.microsoft.com/office/drawing/2014/main" id="{EB31AA6C-2425-B9DA-56B7-69A4EBB5B6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4071"/>
            <a:ext cx="14449425"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SUPERVISADO</a:t>
            </a:r>
          </a:p>
        </p:txBody>
      </p:sp>
      <p:sp>
        <p:nvSpPr>
          <p:cNvPr id="3" name="object 3"/>
          <p:cNvSpPr txBox="1"/>
          <p:nvPr/>
        </p:nvSpPr>
        <p:spPr>
          <a:xfrm>
            <a:off x="1097213" y="2736905"/>
            <a:ext cx="11469437" cy="7794570"/>
          </a:xfrm>
          <a:prstGeom prst="rect">
            <a:avLst/>
          </a:prstGeom>
        </p:spPr>
        <p:txBody>
          <a:bodyPr vert="horz" wrap="square" lIns="0" tIns="17145" rIns="0" bIns="0" rtlCol="0">
            <a:spAutoFit/>
          </a:bodyPr>
          <a:lstStyle/>
          <a:p>
            <a:pPr marL="12700" algn="just">
              <a:lnSpc>
                <a:spcPct val="100000"/>
              </a:lnSpc>
              <a:spcBef>
                <a:spcPts val="135"/>
              </a:spcBef>
            </a:pPr>
            <a:r>
              <a:rPr lang="es-PE" sz="3200" b="1" i="1" noProof="0" dirty="0">
                <a:latin typeface="Aptos" panose="020B0004020202020204" pitchFamily="34" charset="0"/>
                <a:cs typeface="Arial"/>
              </a:rPr>
              <a:t>REGRESIÓN</a:t>
            </a:r>
            <a:endParaRPr lang="es-PE" sz="3200" noProof="0" dirty="0">
              <a:latin typeface="Aptos" panose="020B0004020202020204" pitchFamily="34" charset="0"/>
              <a:cs typeface="Arial"/>
            </a:endParaRPr>
          </a:p>
          <a:p>
            <a:pPr algn="just">
              <a:lnSpc>
                <a:spcPct val="100000"/>
              </a:lnSpc>
              <a:spcBef>
                <a:spcPts val="50"/>
              </a:spcBef>
            </a:pPr>
            <a:endParaRPr lang="es-PE" sz="4400" noProof="0" dirty="0">
              <a:latin typeface="Aptos" panose="020B0004020202020204" pitchFamily="34" charset="0"/>
              <a:cs typeface="Arial"/>
            </a:endParaRPr>
          </a:p>
          <a:p>
            <a:pPr marL="12700" marR="176530" algn="just">
              <a:lnSpc>
                <a:spcPct val="99300"/>
              </a:lnSpc>
            </a:pPr>
            <a:r>
              <a:rPr lang="es-PE" sz="3200" noProof="0" dirty="0">
                <a:latin typeface="Aptos" panose="020B0004020202020204" pitchFamily="34" charset="0"/>
                <a:cs typeface="Tahoma"/>
              </a:rPr>
              <a:t>En este tipo de aprendizaje tenemos un número de </a:t>
            </a:r>
            <a:r>
              <a:rPr lang="es-PE" sz="3200" b="1" noProof="0" dirty="0">
                <a:latin typeface="Aptos" panose="020B0004020202020204" pitchFamily="34" charset="0"/>
                <a:cs typeface="Arial"/>
              </a:rPr>
              <a:t>variables  predictoras </a:t>
            </a:r>
            <a:r>
              <a:rPr lang="es-PE" sz="3200" noProof="0" dirty="0">
                <a:latin typeface="Aptos" panose="020B0004020202020204" pitchFamily="34" charset="0"/>
                <a:cs typeface="Tahoma"/>
              </a:rPr>
              <a:t>(explicativas) y una variable de </a:t>
            </a:r>
            <a:r>
              <a:rPr lang="es-PE" sz="3200" b="1" noProof="0" dirty="0">
                <a:latin typeface="Aptos" panose="020B0004020202020204" pitchFamily="34" charset="0"/>
                <a:cs typeface="Arial"/>
              </a:rPr>
              <a:t>respuesta continua  </a:t>
            </a:r>
            <a:r>
              <a:rPr lang="es-PE" sz="3200" noProof="0" dirty="0">
                <a:latin typeface="Aptos" panose="020B0004020202020204" pitchFamily="34" charset="0"/>
                <a:cs typeface="Tahoma"/>
              </a:rPr>
              <a:t>(resultado), y se tratará de encontrar una relación entre dichas variables  que nos proporciones un resultado continuo.</a:t>
            </a:r>
          </a:p>
          <a:p>
            <a:pPr marL="1017905" marR="5080" indent="-471805" algn="just">
              <a:lnSpc>
                <a:spcPct val="100000"/>
              </a:lnSpc>
              <a:spcBef>
                <a:spcPts val="2805"/>
              </a:spcBef>
              <a:buSzPct val="200000"/>
              <a:buFont typeface="Arial MT"/>
              <a:buChar char="•"/>
              <a:tabLst>
                <a:tab pos="1017905" algn="l"/>
              </a:tabLst>
            </a:pPr>
            <a:r>
              <a:rPr lang="es-PE" sz="3200" noProof="0" dirty="0">
                <a:latin typeface="Aptos" panose="020B0004020202020204" pitchFamily="34" charset="0"/>
                <a:cs typeface="Tahoma"/>
              </a:rPr>
              <a:t>La regresión lineal: dados X e Y, establecemos una línea recta que  minimice la distancia entre los puntos de muestra y la línea  ajustada. Después, utilizaremos la fórmula obtenida de la regresión  para predecir nuevos datos de salida.</a:t>
            </a:r>
          </a:p>
          <a:p>
            <a:pPr marL="1017905" marR="234950" indent="-471805" algn="just">
              <a:lnSpc>
                <a:spcPct val="100000"/>
              </a:lnSpc>
              <a:spcBef>
                <a:spcPts val="2700"/>
              </a:spcBef>
              <a:buSzPct val="200000"/>
              <a:buFont typeface="Arial MT"/>
              <a:buChar char="•"/>
              <a:tabLst>
                <a:tab pos="1017905" algn="l"/>
              </a:tabLst>
            </a:pPr>
            <a:r>
              <a:rPr lang="es-PE" sz="3200" noProof="0" dirty="0">
                <a:latin typeface="Aptos" panose="020B0004020202020204" pitchFamily="34" charset="0"/>
                <a:cs typeface="Tahoma"/>
              </a:rPr>
              <a:t>Un ejemplo típico es la regresión del precio de casas en ventas en  una ciudad dado barrio, cantidad de habitaciones, etc.</a:t>
            </a:r>
          </a:p>
        </p:txBody>
      </p:sp>
      <p:pic>
        <p:nvPicPr>
          <p:cNvPr id="4" name="object 4"/>
          <p:cNvPicPr/>
          <p:nvPr/>
        </p:nvPicPr>
        <p:blipFill>
          <a:blip r:embed="rId2" cstate="print"/>
          <a:stretch>
            <a:fillRect/>
          </a:stretch>
        </p:blipFill>
        <p:spPr>
          <a:xfrm>
            <a:off x="13375013" y="3902075"/>
            <a:ext cx="5631874" cy="5366499"/>
          </a:xfrm>
          <a:prstGeom prst="rect">
            <a:avLst/>
          </a:prstGeom>
        </p:spPr>
      </p:pic>
      <p:pic>
        <p:nvPicPr>
          <p:cNvPr id="5" name="Picture 2" descr="Manual de Indentidad Visual Corporativa Marca UNCP - UNCP">
            <a:extLst>
              <a:ext uri="{FF2B5EF4-FFF2-40B4-BE49-F238E27FC236}">
                <a16:creationId xmlns:a16="http://schemas.microsoft.com/office/drawing/2014/main" id="{D10785B1-2B01-6208-C4C9-7652DBF007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4" y="4074295"/>
            <a:ext cx="11342013" cy="6627648"/>
          </a:xfrm>
          <a:prstGeom prst="rect">
            <a:avLst/>
          </a:prstGeom>
        </p:spPr>
        <p:txBody>
          <a:bodyPr vert="horz" wrap="square" lIns="0" tIns="17780" rIns="0" bIns="0" rtlCol="0">
            <a:spAutoFit/>
          </a:bodyPr>
          <a:lstStyle/>
          <a:p>
            <a:pPr marL="12700" marR="220979" algn="just">
              <a:lnSpc>
                <a:spcPct val="98900"/>
              </a:lnSpc>
              <a:spcBef>
                <a:spcPts val="140"/>
              </a:spcBef>
            </a:pPr>
            <a:r>
              <a:rPr lang="es-PE" sz="3300" noProof="0" dirty="0">
                <a:latin typeface="Aptos" panose="020B0004020202020204" pitchFamily="34" charset="0"/>
                <a:cs typeface="Tahoma"/>
              </a:rPr>
              <a:t>El agrupamiento es una técnica exploratoria de análisis de datos, que  se usa para organizar información en grupos con significado sin tener  conocimiento previo de su estructura.</a:t>
            </a:r>
          </a:p>
          <a:p>
            <a:pPr marL="1080135" marR="5080" indent="-534035" algn="just">
              <a:spcBef>
                <a:spcPts val="2725"/>
              </a:spcBef>
              <a:buSzPct val="100000"/>
              <a:buFont typeface="Verdana"/>
              <a:buChar char="•"/>
              <a:tabLst>
                <a:tab pos="1080770" algn="l"/>
              </a:tabLst>
            </a:pPr>
            <a:r>
              <a:rPr lang="es-PE" sz="3300" dirty="0">
                <a:latin typeface="Aptos" panose="020B0004020202020204" pitchFamily="34" charset="0"/>
                <a:cs typeface="Tahoma"/>
              </a:rPr>
              <a:t>Cada grupo es un conjunto de objetos similares que se  diferencia de los objetos de otros grupos.</a:t>
            </a:r>
          </a:p>
          <a:p>
            <a:pPr marL="1080135" marR="5080" indent="-534035" algn="just">
              <a:spcBef>
                <a:spcPts val="2725"/>
              </a:spcBef>
              <a:buSzPct val="100000"/>
              <a:buFont typeface="Verdana"/>
              <a:buChar char="•"/>
              <a:tabLst>
                <a:tab pos="1080770" algn="l"/>
              </a:tabLst>
            </a:pPr>
            <a:r>
              <a:rPr lang="es-PE" sz="3300" dirty="0">
                <a:latin typeface="Aptos" panose="020B0004020202020204" pitchFamily="34" charset="0"/>
                <a:cs typeface="Tahoma"/>
              </a:rPr>
              <a:t>El objetivo es obtener un número de grupos de características  similares.</a:t>
            </a:r>
          </a:p>
          <a:p>
            <a:pPr marL="1080135" marR="5080" indent="-534035" algn="just">
              <a:lnSpc>
                <a:spcPct val="100000"/>
              </a:lnSpc>
              <a:spcBef>
                <a:spcPts val="2725"/>
              </a:spcBef>
              <a:buSzPct val="100000"/>
              <a:buFont typeface="Verdana"/>
              <a:buChar char="•"/>
              <a:tabLst>
                <a:tab pos="1080770" algn="l"/>
              </a:tabLst>
            </a:pPr>
            <a:r>
              <a:rPr lang="es-PE" sz="3300" noProof="0" dirty="0">
                <a:latin typeface="Aptos" panose="020B0004020202020204" pitchFamily="34" charset="0"/>
                <a:cs typeface="Tahoma"/>
              </a:rPr>
              <a:t>Un ejemplo de aplicación es establecer dado el comportamiento  de muchas cadenas de comida, como se agrupan en el mercado  en diferentes grupos para evaluar verdaderos competidores.</a:t>
            </a:r>
          </a:p>
        </p:txBody>
      </p:sp>
      <p:sp>
        <p:nvSpPr>
          <p:cNvPr id="3" name="object 3"/>
          <p:cNvSpPr txBox="1">
            <a:spLocks noGrp="1"/>
          </p:cNvSpPr>
          <p:nvPr>
            <p:ph type="title"/>
          </p:nvPr>
        </p:nvSpPr>
        <p:spPr>
          <a:xfrm>
            <a:off x="1097213" y="1134071"/>
            <a:ext cx="16201390"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NO SUPERVISADO</a:t>
            </a:r>
          </a:p>
        </p:txBody>
      </p:sp>
      <p:sp>
        <p:nvSpPr>
          <p:cNvPr id="4" name="object 4"/>
          <p:cNvSpPr txBox="1"/>
          <p:nvPr/>
        </p:nvSpPr>
        <p:spPr>
          <a:xfrm>
            <a:off x="1097212" y="2960612"/>
            <a:ext cx="7659437" cy="571310"/>
          </a:xfrm>
          <a:prstGeom prst="rect">
            <a:avLst/>
          </a:prstGeom>
        </p:spPr>
        <p:txBody>
          <a:bodyPr vert="horz" wrap="square" lIns="0" tIns="17145" rIns="0" bIns="0" rtlCol="0">
            <a:spAutoFit/>
          </a:bodyPr>
          <a:lstStyle/>
          <a:p>
            <a:pPr marL="12700">
              <a:lnSpc>
                <a:spcPct val="100000"/>
              </a:lnSpc>
              <a:spcBef>
                <a:spcPts val="135"/>
              </a:spcBef>
            </a:pPr>
            <a:r>
              <a:rPr lang="es-PE" sz="3600" b="1" i="1" noProof="0" dirty="0">
                <a:latin typeface="Aptos" panose="020B0004020202020204" pitchFamily="34" charset="0"/>
                <a:cs typeface="Arial"/>
              </a:rPr>
              <a:t>AGRUPAMIENTO O CLUSTERING</a:t>
            </a:r>
            <a:endParaRPr lang="es-PE" sz="3600" noProof="0" dirty="0">
              <a:latin typeface="Aptos" panose="020B0004020202020204" pitchFamily="34" charset="0"/>
              <a:cs typeface="Arial"/>
            </a:endParaRPr>
          </a:p>
        </p:txBody>
      </p:sp>
      <p:grpSp>
        <p:nvGrpSpPr>
          <p:cNvPr id="5" name="object 5"/>
          <p:cNvGrpSpPr/>
          <p:nvPr/>
        </p:nvGrpSpPr>
        <p:grpSpPr>
          <a:xfrm>
            <a:off x="13974511" y="3531922"/>
            <a:ext cx="5032375" cy="4973955"/>
            <a:chOff x="14038671" y="4837677"/>
            <a:chExt cx="5032375" cy="4973955"/>
          </a:xfrm>
        </p:grpSpPr>
        <p:sp>
          <p:nvSpPr>
            <p:cNvPr id="6" name="object 6"/>
            <p:cNvSpPr/>
            <p:nvPr/>
          </p:nvSpPr>
          <p:spPr>
            <a:xfrm>
              <a:off x="14038669" y="4837690"/>
              <a:ext cx="5032375" cy="4973955"/>
            </a:xfrm>
            <a:custGeom>
              <a:avLst/>
              <a:gdLst/>
              <a:ahLst/>
              <a:cxnLst/>
              <a:rect l="l" t="t" r="r" b="b"/>
              <a:pathLst>
                <a:path w="5032375" h="4973955">
                  <a:moveTo>
                    <a:pt x="5032375" y="4863719"/>
                  </a:moveTo>
                  <a:lnTo>
                    <a:pt x="4812487" y="4753775"/>
                  </a:lnTo>
                  <a:lnTo>
                    <a:pt x="4812487" y="4827079"/>
                  </a:lnTo>
                  <a:lnTo>
                    <a:pt x="146583" y="4827079"/>
                  </a:lnTo>
                  <a:lnTo>
                    <a:pt x="146583" y="219887"/>
                  </a:lnTo>
                  <a:lnTo>
                    <a:pt x="219887" y="219887"/>
                  </a:lnTo>
                  <a:lnTo>
                    <a:pt x="201561" y="183222"/>
                  </a:lnTo>
                  <a:lnTo>
                    <a:pt x="109943" y="0"/>
                  </a:lnTo>
                  <a:lnTo>
                    <a:pt x="0" y="219887"/>
                  </a:lnTo>
                  <a:lnTo>
                    <a:pt x="73291" y="219887"/>
                  </a:lnTo>
                  <a:lnTo>
                    <a:pt x="73291" y="4890490"/>
                  </a:lnTo>
                  <a:lnTo>
                    <a:pt x="95135" y="4890490"/>
                  </a:lnTo>
                  <a:lnTo>
                    <a:pt x="95135" y="4900371"/>
                  </a:lnTo>
                  <a:lnTo>
                    <a:pt x="4812487" y="4900371"/>
                  </a:lnTo>
                  <a:lnTo>
                    <a:pt x="4812487" y="4973675"/>
                  </a:lnTo>
                  <a:lnTo>
                    <a:pt x="4959083" y="4900371"/>
                  </a:lnTo>
                  <a:lnTo>
                    <a:pt x="5032375" y="4863719"/>
                  </a:lnTo>
                  <a:close/>
                </a:path>
              </a:pathLst>
            </a:custGeom>
            <a:solidFill>
              <a:srgbClr val="000000"/>
            </a:solidFill>
          </p:spPr>
          <p:txBody>
            <a:bodyPr wrap="square" lIns="0" tIns="0" rIns="0" bIns="0" rtlCol="0"/>
            <a:lstStyle/>
            <a:p>
              <a:endParaRPr lang="es-PE" noProof="0" dirty="0"/>
            </a:p>
          </p:txBody>
        </p:sp>
        <p:sp>
          <p:nvSpPr>
            <p:cNvPr id="7" name="object 7"/>
            <p:cNvSpPr/>
            <p:nvPr/>
          </p:nvSpPr>
          <p:spPr>
            <a:xfrm>
              <a:off x="14612531" y="7955184"/>
              <a:ext cx="648335" cy="783590"/>
            </a:xfrm>
            <a:custGeom>
              <a:avLst/>
              <a:gdLst/>
              <a:ahLst/>
              <a:cxnLst/>
              <a:rect l="l" t="t" r="r" b="b"/>
              <a:pathLst>
                <a:path w="648334" h="783590">
                  <a:moveTo>
                    <a:pt x="267970" y="549402"/>
                  </a:moveTo>
                  <a:lnTo>
                    <a:pt x="177025" y="450786"/>
                  </a:lnTo>
                  <a:lnTo>
                    <a:pt x="177025" y="450113"/>
                  </a:lnTo>
                  <a:lnTo>
                    <a:pt x="267957" y="351510"/>
                  </a:lnTo>
                  <a:lnTo>
                    <a:pt x="267957" y="350507"/>
                  </a:lnTo>
                  <a:lnTo>
                    <a:pt x="226136" y="305155"/>
                  </a:lnTo>
                  <a:lnTo>
                    <a:pt x="225234" y="305155"/>
                  </a:lnTo>
                  <a:lnTo>
                    <a:pt x="134302" y="403783"/>
                  </a:lnTo>
                  <a:lnTo>
                    <a:pt x="133692" y="403783"/>
                  </a:lnTo>
                  <a:lnTo>
                    <a:pt x="43027" y="305460"/>
                  </a:lnTo>
                  <a:lnTo>
                    <a:pt x="42291" y="305320"/>
                  </a:lnTo>
                  <a:lnTo>
                    <a:pt x="41554" y="305460"/>
                  </a:lnTo>
                  <a:lnTo>
                    <a:pt x="0" y="350520"/>
                  </a:lnTo>
                  <a:lnTo>
                    <a:pt x="0" y="351510"/>
                  </a:lnTo>
                  <a:lnTo>
                    <a:pt x="90957" y="450113"/>
                  </a:lnTo>
                  <a:lnTo>
                    <a:pt x="90957" y="450773"/>
                  </a:lnTo>
                  <a:lnTo>
                    <a:pt x="0" y="549402"/>
                  </a:lnTo>
                  <a:lnTo>
                    <a:pt x="0" y="550392"/>
                  </a:lnTo>
                  <a:lnTo>
                    <a:pt x="41846" y="595757"/>
                  </a:lnTo>
                  <a:lnTo>
                    <a:pt x="42748" y="595757"/>
                  </a:lnTo>
                  <a:lnTo>
                    <a:pt x="133680" y="497128"/>
                  </a:lnTo>
                  <a:lnTo>
                    <a:pt x="134302" y="497128"/>
                  </a:lnTo>
                  <a:lnTo>
                    <a:pt x="225234" y="595757"/>
                  </a:lnTo>
                  <a:lnTo>
                    <a:pt x="226136" y="595757"/>
                  </a:lnTo>
                  <a:lnTo>
                    <a:pt x="267970" y="550392"/>
                  </a:lnTo>
                  <a:lnTo>
                    <a:pt x="267970" y="549402"/>
                  </a:lnTo>
                  <a:close/>
                </a:path>
                <a:path w="648334" h="783590">
                  <a:moveTo>
                    <a:pt x="648106" y="736790"/>
                  </a:moveTo>
                  <a:lnTo>
                    <a:pt x="557161" y="638175"/>
                  </a:lnTo>
                  <a:lnTo>
                    <a:pt x="557161" y="637501"/>
                  </a:lnTo>
                  <a:lnTo>
                    <a:pt x="648093" y="538886"/>
                  </a:lnTo>
                  <a:lnTo>
                    <a:pt x="648093" y="537895"/>
                  </a:lnTo>
                  <a:lnTo>
                    <a:pt x="606272" y="492544"/>
                  </a:lnTo>
                  <a:lnTo>
                    <a:pt x="605370" y="492544"/>
                  </a:lnTo>
                  <a:lnTo>
                    <a:pt x="514438" y="591159"/>
                  </a:lnTo>
                  <a:lnTo>
                    <a:pt x="513829" y="591159"/>
                  </a:lnTo>
                  <a:lnTo>
                    <a:pt x="423164" y="492848"/>
                  </a:lnTo>
                  <a:lnTo>
                    <a:pt x="422427" y="492696"/>
                  </a:lnTo>
                  <a:lnTo>
                    <a:pt x="421690" y="492848"/>
                  </a:lnTo>
                  <a:lnTo>
                    <a:pt x="380136" y="537908"/>
                  </a:lnTo>
                  <a:lnTo>
                    <a:pt x="380136" y="538886"/>
                  </a:lnTo>
                  <a:lnTo>
                    <a:pt x="471093" y="637501"/>
                  </a:lnTo>
                  <a:lnTo>
                    <a:pt x="471093" y="638162"/>
                  </a:lnTo>
                  <a:lnTo>
                    <a:pt x="380136" y="736790"/>
                  </a:lnTo>
                  <a:lnTo>
                    <a:pt x="380136" y="737768"/>
                  </a:lnTo>
                  <a:lnTo>
                    <a:pt x="421970" y="783132"/>
                  </a:lnTo>
                  <a:lnTo>
                    <a:pt x="422884" y="783132"/>
                  </a:lnTo>
                  <a:lnTo>
                    <a:pt x="513803" y="684504"/>
                  </a:lnTo>
                  <a:lnTo>
                    <a:pt x="514438" y="684504"/>
                  </a:lnTo>
                  <a:lnTo>
                    <a:pt x="605370" y="783132"/>
                  </a:lnTo>
                  <a:lnTo>
                    <a:pt x="606272" y="783132"/>
                  </a:lnTo>
                  <a:lnTo>
                    <a:pt x="648106" y="737768"/>
                  </a:lnTo>
                  <a:lnTo>
                    <a:pt x="648106" y="736790"/>
                  </a:lnTo>
                  <a:close/>
                </a:path>
                <a:path w="648334" h="783590">
                  <a:moveTo>
                    <a:pt x="648106" y="244246"/>
                  </a:moveTo>
                  <a:lnTo>
                    <a:pt x="557161" y="145630"/>
                  </a:lnTo>
                  <a:lnTo>
                    <a:pt x="557161" y="144957"/>
                  </a:lnTo>
                  <a:lnTo>
                    <a:pt x="648093" y="46342"/>
                  </a:lnTo>
                  <a:lnTo>
                    <a:pt x="648093" y="45351"/>
                  </a:lnTo>
                  <a:lnTo>
                    <a:pt x="606272" y="0"/>
                  </a:lnTo>
                  <a:lnTo>
                    <a:pt x="605370" y="0"/>
                  </a:lnTo>
                  <a:lnTo>
                    <a:pt x="514438" y="98628"/>
                  </a:lnTo>
                  <a:lnTo>
                    <a:pt x="513829" y="98628"/>
                  </a:lnTo>
                  <a:lnTo>
                    <a:pt x="423164" y="304"/>
                  </a:lnTo>
                  <a:lnTo>
                    <a:pt x="422427" y="152"/>
                  </a:lnTo>
                  <a:lnTo>
                    <a:pt x="421690" y="304"/>
                  </a:lnTo>
                  <a:lnTo>
                    <a:pt x="380136" y="45364"/>
                  </a:lnTo>
                  <a:lnTo>
                    <a:pt x="380136" y="46342"/>
                  </a:lnTo>
                  <a:lnTo>
                    <a:pt x="471093" y="144957"/>
                  </a:lnTo>
                  <a:lnTo>
                    <a:pt x="471093" y="145618"/>
                  </a:lnTo>
                  <a:lnTo>
                    <a:pt x="380136" y="244246"/>
                  </a:lnTo>
                  <a:lnTo>
                    <a:pt x="380136" y="245224"/>
                  </a:lnTo>
                  <a:lnTo>
                    <a:pt x="421970" y="290588"/>
                  </a:lnTo>
                  <a:lnTo>
                    <a:pt x="422884" y="290588"/>
                  </a:lnTo>
                  <a:lnTo>
                    <a:pt x="513803" y="191960"/>
                  </a:lnTo>
                  <a:lnTo>
                    <a:pt x="514438" y="191960"/>
                  </a:lnTo>
                  <a:lnTo>
                    <a:pt x="605370" y="290588"/>
                  </a:lnTo>
                  <a:lnTo>
                    <a:pt x="606272" y="290588"/>
                  </a:lnTo>
                  <a:lnTo>
                    <a:pt x="648106" y="245224"/>
                  </a:lnTo>
                  <a:lnTo>
                    <a:pt x="648106" y="244246"/>
                  </a:lnTo>
                  <a:close/>
                </a:path>
              </a:pathLst>
            </a:custGeom>
            <a:solidFill>
              <a:srgbClr val="226DFF"/>
            </a:solidFill>
          </p:spPr>
          <p:txBody>
            <a:bodyPr wrap="square" lIns="0" tIns="0" rIns="0" bIns="0" rtlCol="0"/>
            <a:lstStyle/>
            <a:p>
              <a:endParaRPr lang="es-PE" noProof="0" dirty="0"/>
            </a:p>
          </p:txBody>
        </p:sp>
        <p:sp>
          <p:nvSpPr>
            <p:cNvPr id="8" name="object 8"/>
            <p:cNvSpPr/>
            <p:nvPr/>
          </p:nvSpPr>
          <p:spPr>
            <a:xfrm>
              <a:off x="17564763" y="8260336"/>
              <a:ext cx="267970" cy="290830"/>
            </a:xfrm>
            <a:custGeom>
              <a:avLst/>
              <a:gdLst/>
              <a:ahLst/>
              <a:cxnLst/>
              <a:rect l="l" t="t" r="r" b="b"/>
              <a:pathLst>
                <a:path w="267969" h="290829">
                  <a:moveTo>
                    <a:pt x="226129" y="0"/>
                  </a:moveTo>
                  <a:lnTo>
                    <a:pt x="225228" y="0"/>
                  </a:lnTo>
                  <a:lnTo>
                    <a:pt x="134289" y="98627"/>
                  </a:lnTo>
                  <a:lnTo>
                    <a:pt x="133681" y="98627"/>
                  </a:lnTo>
                  <a:lnTo>
                    <a:pt x="43024" y="308"/>
                  </a:lnTo>
                  <a:lnTo>
                    <a:pt x="42291" y="161"/>
                  </a:lnTo>
                  <a:lnTo>
                    <a:pt x="41548" y="308"/>
                  </a:lnTo>
                  <a:lnTo>
                    <a:pt x="0" y="45365"/>
                  </a:lnTo>
                  <a:lnTo>
                    <a:pt x="0" y="46347"/>
                  </a:lnTo>
                  <a:lnTo>
                    <a:pt x="90939" y="144961"/>
                  </a:lnTo>
                  <a:lnTo>
                    <a:pt x="90939" y="145620"/>
                  </a:lnTo>
                  <a:lnTo>
                    <a:pt x="0" y="244248"/>
                  </a:lnTo>
                  <a:lnTo>
                    <a:pt x="0" y="245230"/>
                  </a:lnTo>
                  <a:lnTo>
                    <a:pt x="41831" y="290595"/>
                  </a:lnTo>
                  <a:lnTo>
                    <a:pt x="42731" y="290595"/>
                  </a:lnTo>
                  <a:lnTo>
                    <a:pt x="133671" y="191966"/>
                  </a:lnTo>
                  <a:lnTo>
                    <a:pt x="134289" y="191966"/>
                  </a:lnTo>
                  <a:lnTo>
                    <a:pt x="225228" y="290595"/>
                  </a:lnTo>
                  <a:lnTo>
                    <a:pt x="226129" y="290595"/>
                  </a:lnTo>
                  <a:lnTo>
                    <a:pt x="267960" y="245230"/>
                  </a:lnTo>
                  <a:lnTo>
                    <a:pt x="267960" y="244248"/>
                  </a:lnTo>
                  <a:lnTo>
                    <a:pt x="177010" y="145633"/>
                  </a:lnTo>
                  <a:lnTo>
                    <a:pt x="177010" y="144961"/>
                  </a:lnTo>
                  <a:lnTo>
                    <a:pt x="267949" y="46347"/>
                  </a:lnTo>
                  <a:lnTo>
                    <a:pt x="267949" y="45351"/>
                  </a:lnTo>
                  <a:lnTo>
                    <a:pt x="226129" y="0"/>
                  </a:lnTo>
                  <a:close/>
                </a:path>
              </a:pathLst>
            </a:custGeom>
            <a:solidFill>
              <a:srgbClr val="FF1A00"/>
            </a:solidFill>
          </p:spPr>
          <p:txBody>
            <a:bodyPr wrap="square" lIns="0" tIns="0" rIns="0" bIns="0" rtlCol="0"/>
            <a:lstStyle/>
            <a:p>
              <a:endParaRPr lang="es-PE" noProof="0" dirty="0"/>
            </a:p>
          </p:txBody>
        </p:sp>
        <p:sp>
          <p:nvSpPr>
            <p:cNvPr id="9" name="object 9"/>
            <p:cNvSpPr/>
            <p:nvPr/>
          </p:nvSpPr>
          <p:spPr>
            <a:xfrm>
              <a:off x="15520365" y="5773172"/>
              <a:ext cx="1641475" cy="1275715"/>
            </a:xfrm>
            <a:custGeom>
              <a:avLst/>
              <a:gdLst/>
              <a:ahLst/>
              <a:cxnLst/>
              <a:rect l="l" t="t" r="r" b="b"/>
              <a:pathLst>
                <a:path w="1641475" h="1275715">
                  <a:moveTo>
                    <a:pt x="267970" y="907376"/>
                  </a:moveTo>
                  <a:lnTo>
                    <a:pt x="177025" y="808761"/>
                  </a:lnTo>
                  <a:lnTo>
                    <a:pt x="177025" y="808088"/>
                  </a:lnTo>
                  <a:lnTo>
                    <a:pt x="267957" y="709472"/>
                  </a:lnTo>
                  <a:lnTo>
                    <a:pt x="267957" y="708482"/>
                  </a:lnTo>
                  <a:lnTo>
                    <a:pt x="226136" y="663130"/>
                  </a:lnTo>
                  <a:lnTo>
                    <a:pt x="225234" y="663130"/>
                  </a:lnTo>
                  <a:lnTo>
                    <a:pt x="134289" y="761758"/>
                  </a:lnTo>
                  <a:lnTo>
                    <a:pt x="133680" y="761758"/>
                  </a:lnTo>
                  <a:lnTo>
                    <a:pt x="43027" y="663435"/>
                  </a:lnTo>
                  <a:lnTo>
                    <a:pt x="42291" y="663295"/>
                  </a:lnTo>
                  <a:lnTo>
                    <a:pt x="41554" y="663435"/>
                  </a:lnTo>
                  <a:lnTo>
                    <a:pt x="0" y="708494"/>
                  </a:lnTo>
                  <a:lnTo>
                    <a:pt x="0" y="709472"/>
                  </a:lnTo>
                  <a:lnTo>
                    <a:pt x="90944" y="808088"/>
                  </a:lnTo>
                  <a:lnTo>
                    <a:pt x="90944" y="808748"/>
                  </a:lnTo>
                  <a:lnTo>
                    <a:pt x="0" y="907376"/>
                  </a:lnTo>
                  <a:lnTo>
                    <a:pt x="0" y="908367"/>
                  </a:lnTo>
                  <a:lnTo>
                    <a:pt x="41833" y="953731"/>
                  </a:lnTo>
                  <a:lnTo>
                    <a:pt x="42735" y="953731"/>
                  </a:lnTo>
                  <a:lnTo>
                    <a:pt x="133680" y="855103"/>
                  </a:lnTo>
                  <a:lnTo>
                    <a:pt x="134289" y="855103"/>
                  </a:lnTo>
                  <a:lnTo>
                    <a:pt x="225234" y="953731"/>
                  </a:lnTo>
                  <a:lnTo>
                    <a:pt x="226136" y="953731"/>
                  </a:lnTo>
                  <a:lnTo>
                    <a:pt x="267970" y="908367"/>
                  </a:lnTo>
                  <a:lnTo>
                    <a:pt x="267970" y="907376"/>
                  </a:lnTo>
                  <a:close/>
                </a:path>
                <a:path w="1641475" h="1275715">
                  <a:moveTo>
                    <a:pt x="380961" y="233832"/>
                  </a:moveTo>
                  <a:lnTo>
                    <a:pt x="339140" y="188480"/>
                  </a:lnTo>
                  <a:lnTo>
                    <a:pt x="338226" y="188480"/>
                  </a:lnTo>
                  <a:lnTo>
                    <a:pt x="247294" y="287108"/>
                  </a:lnTo>
                  <a:lnTo>
                    <a:pt x="246684" y="287108"/>
                  </a:lnTo>
                  <a:lnTo>
                    <a:pt x="156019" y="188798"/>
                  </a:lnTo>
                  <a:lnTo>
                    <a:pt x="155295" y="188645"/>
                  </a:lnTo>
                  <a:lnTo>
                    <a:pt x="154546" y="188798"/>
                  </a:lnTo>
                  <a:lnTo>
                    <a:pt x="113004" y="233857"/>
                  </a:lnTo>
                  <a:lnTo>
                    <a:pt x="113004" y="234835"/>
                  </a:lnTo>
                  <a:lnTo>
                    <a:pt x="203949" y="333451"/>
                  </a:lnTo>
                  <a:lnTo>
                    <a:pt x="203949" y="334111"/>
                  </a:lnTo>
                  <a:lnTo>
                    <a:pt x="113004" y="432739"/>
                  </a:lnTo>
                  <a:lnTo>
                    <a:pt x="113004" y="433717"/>
                  </a:lnTo>
                  <a:lnTo>
                    <a:pt x="154838" y="479082"/>
                  </a:lnTo>
                  <a:lnTo>
                    <a:pt x="155740" y="479082"/>
                  </a:lnTo>
                  <a:lnTo>
                    <a:pt x="246672" y="380453"/>
                  </a:lnTo>
                  <a:lnTo>
                    <a:pt x="247294" y="380453"/>
                  </a:lnTo>
                  <a:lnTo>
                    <a:pt x="338226" y="479082"/>
                  </a:lnTo>
                  <a:lnTo>
                    <a:pt x="339140" y="479082"/>
                  </a:lnTo>
                  <a:lnTo>
                    <a:pt x="380961" y="433717"/>
                  </a:lnTo>
                  <a:lnTo>
                    <a:pt x="380961" y="432739"/>
                  </a:lnTo>
                  <a:lnTo>
                    <a:pt x="290017" y="334124"/>
                  </a:lnTo>
                  <a:lnTo>
                    <a:pt x="290017" y="333451"/>
                  </a:lnTo>
                  <a:lnTo>
                    <a:pt x="380961" y="234835"/>
                  </a:lnTo>
                  <a:lnTo>
                    <a:pt x="380961" y="233832"/>
                  </a:lnTo>
                  <a:close/>
                </a:path>
                <a:path w="1641475" h="1275715">
                  <a:moveTo>
                    <a:pt x="700595" y="1228953"/>
                  </a:moveTo>
                  <a:lnTo>
                    <a:pt x="609638" y="1130338"/>
                  </a:lnTo>
                  <a:lnTo>
                    <a:pt x="609638" y="1129665"/>
                  </a:lnTo>
                  <a:lnTo>
                    <a:pt x="700582" y="1031049"/>
                  </a:lnTo>
                  <a:lnTo>
                    <a:pt x="700582" y="1030058"/>
                  </a:lnTo>
                  <a:lnTo>
                    <a:pt x="658761" y="984707"/>
                  </a:lnTo>
                  <a:lnTo>
                    <a:pt x="657847" y="984707"/>
                  </a:lnTo>
                  <a:lnTo>
                    <a:pt x="566915" y="1083335"/>
                  </a:lnTo>
                  <a:lnTo>
                    <a:pt x="566305" y="1083335"/>
                  </a:lnTo>
                  <a:lnTo>
                    <a:pt x="475640" y="985012"/>
                  </a:lnTo>
                  <a:lnTo>
                    <a:pt x="474916" y="984859"/>
                  </a:lnTo>
                  <a:lnTo>
                    <a:pt x="474167" y="985012"/>
                  </a:lnTo>
                  <a:lnTo>
                    <a:pt x="432625" y="1030071"/>
                  </a:lnTo>
                  <a:lnTo>
                    <a:pt x="432625" y="1031049"/>
                  </a:lnTo>
                  <a:lnTo>
                    <a:pt x="523570" y="1129665"/>
                  </a:lnTo>
                  <a:lnTo>
                    <a:pt x="523570" y="1130325"/>
                  </a:lnTo>
                  <a:lnTo>
                    <a:pt x="432625" y="1228953"/>
                  </a:lnTo>
                  <a:lnTo>
                    <a:pt x="432625" y="1229931"/>
                  </a:lnTo>
                  <a:lnTo>
                    <a:pt x="474446" y="1275295"/>
                  </a:lnTo>
                  <a:lnTo>
                    <a:pt x="475361" y="1275295"/>
                  </a:lnTo>
                  <a:lnTo>
                    <a:pt x="566293" y="1176667"/>
                  </a:lnTo>
                  <a:lnTo>
                    <a:pt x="566915" y="1176667"/>
                  </a:lnTo>
                  <a:lnTo>
                    <a:pt x="657847" y="1275295"/>
                  </a:lnTo>
                  <a:lnTo>
                    <a:pt x="658761" y="1275295"/>
                  </a:lnTo>
                  <a:lnTo>
                    <a:pt x="700595" y="1229931"/>
                  </a:lnTo>
                  <a:lnTo>
                    <a:pt x="700595" y="1228953"/>
                  </a:lnTo>
                  <a:close/>
                </a:path>
                <a:path w="1641475" h="1275715">
                  <a:moveTo>
                    <a:pt x="797902" y="728954"/>
                  </a:moveTo>
                  <a:lnTo>
                    <a:pt x="706958" y="630339"/>
                  </a:lnTo>
                  <a:lnTo>
                    <a:pt x="706958" y="629666"/>
                  </a:lnTo>
                  <a:lnTo>
                    <a:pt x="797890" y="531050"/>
                  </a:lnTo>
                  <a:lnTo>
                    <a:pt x="797890" y="530059"/>
                  </a:lnTo>
                  <a:lnTo>
                    <a:pt x="756081" y="484708"/>
                  </a:lnTo>
                  <a:lnTo>
                    <a:pt x="755167" y="484708"/>
                  </a:lnTo>
                  <a:lnTo>
                    <a:pt x="664235" y="583336"/>
                  </a:lnTo>
                  <a:lnTo>
                    <a:pt x="663625" y="583336"/>
                  </a:lnTo>
                  <a:lnTo>
                    <a:pt x="572960" y="485013"/>
                  </a:lnTo>
                  <a:lnTo>
                    <a:pt x="572236" y="484860"/>
                  </a:lnTo>
                  <a:lnTo>
                    <a:pt x="571487" y="485013"/>
                  </a:lnTo>
                  <a:lnTo>
                    <a:pt x="529945" y="530072"/>
                  </a:lnTo>
                  <a:lnTo>
                    <a:pt x="529945" y="531050"/>
                  </a:lnTo>
                  <a:lnTo>
                    <a:pt x="620890" y="629666"/>
                  </a:lnTo>
                  <a:lnTo>
                    <a:pt x="620890" y="630326"/>
                  </a:lnTo>
                  <a:lnTo>
                    <a:pt x="529945" y="728954"/>
                  </a:lnTo>
                  <a:lnTo>
                    <a:pt x="529945" y="729932"/>
                  </a:lnTo>
                  <a:lnTo>
                    <a:pt x="571779" y="775296"/>
                  </a:lnTo>
                  <a:lnTo>
                    <a:pt x="572681" y="775296"/>
                  </a:lnTo>
                  <a:lnTo>
                    <a:pt x="663613" y="676668"/>
                  </a:lnTo>
                  <a:lnTo>
                    <a:pt x="664235" y="676668"/>
                  </a:lnTo>
                  <a:lnTo>
                    <a:pt x="755167" y="775296"/>
                  </a:lnTo>
                  <a:lnTo>
                    <a:pt x="756081" y="775296"/>
                  </a:lnTo>
                  <a:lnTo>
                    <a:pt x="797902" y="729932"/>
                  </a:lnTo>
                  <a:lnTo>
                    <a:pt x="797902" y="728954"/>
                  </a:lnTo>
                  <a:close/>
                </a:path>
                <a:path w="1641475" h="1275715">
                  <a:moveTo>
                    <a:pt x="797902" y="244259"/>
                  </a:moveTo>
                  <a:lnTo>
                    <a:pt x="706958" y="145643"/>
                  </a:lnTo>
                  <a:lnTo>
                    <a:pt x="706958" y="144970"/>
                  </a:lnTo>
                  <a:lnTo>
                    <a:pt x="797890" y="46355"/>
                  </a:lnTo>
                  <a:lnTo>
                    <a:pt x="797890" y="45351"/>
                  </a:lnTo>
                  <a:lnTo>
                    <a:pt x="756081" y="0"/>
                  </a:lnTo>
                  <a:lnTo>
                    <a:pt x="755167" y="0"/>
                  </a:lnTo>
                  <a:lnTo>
                    <a:pt x="664235" y="98628"/>
                  </a:lnTo>
                  <a:lnTo>
                    <a:pt x="663625" y="98628"/>
                  </a:lnTo>
                  <a:lnTo>
                    <a:pt x="572960" y="317"/>
                  </a:lnTo>
                  <a:lnTo>
                    <a:pt x="572236" y="165"/>
                  </a:lnTo>
                  <a:lnTo>
                    <a:pt x="571487" y="317"/>
                  </a:lnTo>
                  <a:lnTo>
                    <a:pt x="529945" y="45377"/>
                  </a:lnTo>
                  <a:lnTo>
                    <a:pt x="529945" y="46355"/>
                  </a:lnTo>
                  <a:lnTo>
                    <a:pt x="620890" y="144970"/>
                  </a:lnTo>
                  <a:lnTo>
                    <a:pt x="620890" y="145630"/>
                  </a:lnTo>
                  <a:lnTo>
                    <a:pt x="529945" y="244259"/>
                  </a:lnTo>
                  <a:lnTo>
                    <a:pt x="529945" y="245237"/>
                  </a:lnTo>
                  <a:lnTo>
                    <a:pt x="571779" y="290601"/>
                  </a:lnTo>
                  <a:lnTo>
                    <a:pt x="572681" y="290601"/>
                  </a:lnTo>
                  <a:lnTo>
                    <a:pt x="663613" y="191973"/>
                  </a:lnTo>
                  <a:lnTo>
                    <a:pt x="664235" y="191973"/>
                  </a:lnTo>
                  <a:lnTo>
                    <a:pt x="755167" y="290601"/>
                  </a:lnTo>
                  <a:lnTo>
                    <a:pt x="756081" y="290601"/>
                  </a:lnTo>
                  <a:lnTo>
                    <a:pt x="797902" y="245237"/>
                  </a:lnTo>
                  <a:lnTo>
                    <a:pt x="797902" y="244259"/>
                  </a:lnTo>
                  <a:close/>
                </a:path>
                <a:path w="1641475" h="1275715">
                  <a:moveTo>
                    <a:pt x="1216050" y="1130477"/>
                  </a:moveTo>
                  <a:lnTo>
                    <a:pt x="1125105" y="1031862"/>
                  </a:lnTo>
                  <a:lnTo>
                    <a:pt x="1125105" y="1031189"/>
                  </a:lnTo>
                  <a:lnTo>
                    <a:pt x="1216025" y="932586"/>
                  </a:lnTo>
                  <a:lnTo>
                    <a:pt x="1216025" y="931583"/>
                  </a:lnTo>
                  <a:lnTo>
                    <a:pt x="1174203" y="886231"/>
                  </a:lnTo>
                  <a:lnTo>
                    <a:pt x="1173314" y="886231"/>
                  </a:lnTo>
                  <a:lnTo>
                    <a:pt x="1082370" y="984859"/>
                  </a:lnTo>
                  <a:lnTo>
                    <a:pt x="1081760" y="984859"/>
                  </a:lnTo>
                  <a:lnTo>
                    <a:pt x="991108" y="886548"/>
                  </a:lnTo>
                  <a:lnTo>
                    <a:pt x="990371" y="886396"/>
                  </a:lnTo>
                  <a:lnTo>
                    <a:pt x="989634" y="886548"/>
                  </a:lnTo>
                  <a:lnTo>
                    <a:pt x="948080" y="931595"/>
                  </a:lnTo>
                  <a:lnTo>
                    <a:pt x="948080" y="932586"/>
                  </a:lnTo>
                  <a:lnTo>
                    <a:pt x="1039025" y="1031189"/>
                  </a:lnTo>
                  <a:lnTo>
                    <a:pt x="1039025" y="1031849"/>
                  </a:lnTo>
                  <a:lnTo>
                    <a:pt x="948080" y="1130477"/>
                  </a:lnTo>
                  <a:lnTo>
                    <a:pt x="948080" y="1131468"/>
                  </a:lnTo>
                  <a:lnTo>
                    <a:pt x="989914" y="1176832"/>
                  </a:lnTo>
                  <a:lnTo>
                    <a:pt x="990828" y="1176832"/>
                  </a:lnTo>
                  <a:lnTo>
                    <a:pt x="1081747" y="1078204"/>
                  </a:lnTo>
                  <a:lnTo>
                    <a:pt x="1082370" y="1078204"/>
                  </a:lnTo>
                  <a:lnTo>
                    <a:pt x="1173314" y="1176832"/>
                  </a:lnTo>
                  <a:lnTo>
                    <a:pt x="1174203" y="1176832"/>
                  </a:lnTo>
                  <a:lnTo>
                    <a:pt x="1216050" y="1131468"/>
                  </a:lnTo>
                  <a:lnTo>
                    <a:pt x="1216050" y="1130477"/>
                  </a:lnTo>
                  <a:close/>
                </a:path>
                <a:path w="1641475" h="1275715">
                  <a:moveTo>
                    <a:pt x="1216050" y="432739"/>
                  </a:moveTo>
                  <a:lnTo>
                    <a:pt x="1125105" y="334124"/>
                  </a:lnTo>
                  <a:lnTo>
                    <a:pt x="1125105" y="333451"/>
                  </a:lnTo>
                  <a:lnTo>
                    <a:pt x="1216025" y="234835"/>
                  </a:lnTo>
                  <a:lnTo>
                    <a:pt x="1216025" y="233832"/>
                  </a:lnTo>
                  <a:lnTo>
                    <a:pt x="1174203" y="188480"/>
                  </a:lnTo>
                  <a:lnTo>
                    <a:pt x="1173314" y="188480"/>
                  </a:lnTo>
                  <a:lnTo>
                    <a:pt x="1082370" y="287108"/>
                  </a:lnTo>
                  <a:lnTo>
                    <a:pt x="1081760" y="287108"/>
                  </a:lnTo>
                  <a:lnTo>
                    <a:pt x="991108" y="188798"/>
                  </a:lnTo>
                  <a:lnTo>
                    <a:pt x="990371" y="188645"/>
                  </a:lnTo>
                  <a:lnTo>
                    <a:pt x="989634" y="188798"/>
                  </a:lnTo>
                  <a:lnTo>
                    <a:pt x="948080" y="233857"/>
                  </a:lnTo>
                  <a:lnTo>
                    <a:pt x="948080" y="234835"/>
                  </a:lnTo>
                  <a:lnTo>
                    <a:pt x="1039025" y="333451"/>
                  </a:lnTo>
                  <a:lnTo>
                    <a:pt x="1039025" y="334111"/>
                  </a:lnTo>
                  <a:lnTo>
                    <a:pt x="948080" y="432739"/>
                  </a:lnTo>
                  <a:lnTo>
                    <a:pt x="948080" y="433717"/>
                  </a:lnTo>
                  <a:lnTo>
                    <a:pt x="989914" y="479082"/>
                  </a:lnTo>
                  <a:lnTo>
                    <a:pt x="990828" y="479082"/>
                  </a:lnTo>
                  <a:lnTo>
                    <a:pt x="1081747" y="380453"/>
                  </a:lnTo>
                  <a:lnTo>
                    <a:pt x="1082370" y="380453"/>
                  </a:lnTo>
                  <a:lnTo>
                    <a:pt x="1173314" y="479082"/>
                  </a:lnTo>
                  <a:lnTo>
                    <a:pt x="1174203" y="479082"/>
                  </a:lnTo>
                  <a:lnTo>
                    <a:pt x="1216050" y="433717"/>
                  </a:lnTo>
                  <a:lnTo>
                    <a:pt x="1216050" y="432739"/>
                  </a:lnTo>
                  <a:close/>
                </a:path>
                <a:path w="1641475" h="1275715">
                  <a:moveTo>
                    <a:pt x="1640954" y="728954"/>
                  </a:moveTo>
                  <a:lnTo>
                    <a:pt x="1549996" y="630339"/>
                  </a:lnTo>
                  <a:lnTo>
                    <a:pt x="1549996" y="629666"/>
                  </a:lnTo>
                  <a:lnTo>
                    <a:pt x="1640941" y="531050"/>
                  </a:lnTo>
                  <a:lnTo>
                    <a:pt x="1640941" y="530059"/>
                  </a:lnTo>
                  <a:lnTo>
                    <a:pt x="1599120" y="484708"/>
                  </a:lnTo>
                  <a:lnTo>
                    <a:pt x="1598206" y="484708"/>
                  </a:lnTo>
                  <a:lnTo>
                    <a:pt x="1507274" y="583336"/>
                  </a:lnTo>
                  <a:lnTo>
                    <a:pt x="1506664" y="583336"/>
                  </a:lnTo>
                  <a:lnTo>
                    <a:pt x="1415999" y="485013"/>
                  </a:lnTo>
                  <a:lnTo>
                    <a:pt x="1415275" y="484860"/>
                  </a:lnTo>
                  <a:lnTo>
                    <a:pt x="1414526" y="485013"/>
                  </a:lnTo>
                  <a:lnTo>
                    <a:pt x="1372984" y="530072"/>
                  </a:lnTo>
                  <a:lnTo>
                    <a:pt x="1372984" y="531050"/>
                  </a:lnTo>
                  <a:lnTo>
                    <a:pt x="1463929" y="629666"/>
                  </a:lnTo>
                  <a:lnTo>
                    <a:pt x="1463929" y="630326"/>
                  </a:lnTo>
                  <a:lnTo>
                    <a:pt x="1372984" y="728954"/>
                  </a:lnTo>
                  <a:lnTo>
                    <a:pt x="1372984" y="729932"/>
                  </a:lnTo>
                  <a:lnTo>
                    <a:pt x="1414805" y="775296"/>
                  </a:lnTo>
                  <a:lnTo>
                    <a:pt x="1415719" y="775296"/>
                  </a:lnTo>
                  <a:lnTo>
                    <a:pt x="1506651" y="676668"/>
                  </a:lnTo>
                  <a:lnTo>
                    <a:pt x="1507274" y="676668"/>
                  </a:lnTo>
                  <a:lnTo>
                    <a:pt x="1598206" y="775296"/>
                  </a:lnTo>
                  <a:lnTo>
                    <a:pt x="1599120" y="775296"/>
                  </a:lnTo>
                  <a:lnTo>
                    <a:pt x="1640954" y="729932"/>
                  </a:lnTo>
                  <a:lnTo>
                    <a:pt x="1640954" y="728954"/>
                  </a:lnTo>
                  <a:close/>
                </a:path>
              </a:pathLst>
            </a:custGeom>
            <a:solidFill>
              <a:srgbClr val="009002"/>
            </a:solidFill>
          </p:spPr>
          <p:txBody>
            <a:bodyPr wrap="square" lIns="0" tIns="0" rIns="0" bIns="0" rtlCol="0"/>
            <a:lstStyle/>
            <a:p>
              <a:endParaRPr lang="es-PE" noProof="0" dirty="0"/>
            </a:p>
          </p:txBody>
        </p:sp>
        <p:sp>
          <p:nvSpPr>
            <p:cNvPr id="10" name="object 10"/>
            <p:cNvSpPr/>
            <p:nvPr/>
          </p:nvSpPr>
          <p:spPr>
            <a:xfrm>
              <a:off x="14706333" y="8196090"/>
              <a:ext cx="984250" cy="708660"/>
            </a:xfrm>
            <a:custGeom>
              <a:avLst/>
              <a:gdLst/>
              <a:ahLst/>
              <a:cxnLst/>
              <a:rect l="l" t="t" r="r" b="b"/>
              <a:pathLst>
                <a:path w="984250" h="708659">
                  <a:moveTo>
                    <a:pt x="267970" y="661847"/>
                  </a:moveTo>
                  <a:lnTo>
                    <a:pt x="177025" y="563232"/>
                  </a:lnTo>
                  <a:lnTo>
                    <a:pt x="177025" y="562559"/>
                  </a:lnTo>
                  <a:lnTo>
                    <a:pt x="267957" y="463943"/>
                  </a:lnTo>
                  <a:lnTo>
                    <a:pt x="267957" y="462953"/>
                  </a:lnTo>
                  <a:lnTo>
                    <a:pt x="226136" y="417601"/>
                  </a:lnTo>
                  <a:lnTo>
                    <a:pt x="225221" y="417601"/>
                  </a:lnTo>
                  <a:lnTo>
                    <a:pt x="134302" y="516229"/>
                  </a:lnTo>
                  <a:lnTo>
                    <a:pt x="133692" y="516229"/>
                  </a:lnTo>
                  <a:lnTo>
                    <a:pt x="43027" y="417906"/>
                  </a:lnTo>
                  <a:lnTo>
                    <a:pt x="42291" y="417753"/>
                  </a:lnTo>
                  <a:lnTo>
                    <a:pt x="41541" y="417906"/>
                  </a:lnTo>
                  <a:lnTo>
                    <a:pt x="0" y="462965"/>
                  </a:lnTo>
                  <a:lnTo>
                    <a:pt x="0" y="463943"/>
                  </a:lnTo>
                  <a:lnTo>
                    <a:pt x="90944" y="562559"/>
                  </a:lnTo>
                  <a:lnTo>
                    <a:pt x="90944" y="563219"/>
                  </a:lnTo>
                  <a:lnTo>
                    <a:pt x="0" y="661847"/>
                  </a:lnTo>
                  <a:lnTo>
                    <a:pt x="0" y="662825"/>
                  </a:lnTo>
                  <a:lnTo>
                    <a:pt x="41833" y="708190"/>
                  </a:lnTo>
                  <a:lnTo>
                    <a:pt x="42735" y="708190"/>
                  </a:lnTo>
                  <a:lnTo>
                    <a:pt x="133680" y="609561"/>
                  </a:lnTo>
                  <a:lnTo>
                    <a:pt x="134302" y="609561"/>
                  </a:lnTo>
                  <a:lnTo>
                    <a:pt x="225221" y="708190"/>
                  </a:lnTo>
                  <a:lnTo>
                    <a:pt x="226136" y="708190"/>
                  </a:lnTo>
                  <a:lnTo>
                    <a:pt x="267970" y="662825"/>
                  </a:lnTo>
                  <a:lnTo>
                    <a:pt x="267970" y="661847"/>
                  </a:lnTo>
                  <a:close/>
                </a:path>
                <a:path w="984250" h="708659">
                  <a:moveTo>
                    <a:pt x="983805" y="244259"/>
                  </a:moveTo>
                  <a:lnTo>
                    <a:pt x="892860" y="145643"/>
                  </a:lnTo>
                  <a:lnTo>
                    <a:pt x="892860" y="144970"/>
                  </a:lnTo>
                  <a:lnTo>
                    <a:pt x="983792" y="46355"/>
                  </a:lnTo>
                  <a:lnTo>
                    <a:pt x="983792" y="45351"/>
                  </a:lnTo>
                  <a:lnTo>
                    <a:pt x="941984" y="0"/>
                  </a:lnTo>
                  <a:lnTo>
                    <a:pt x="941070" y="0"/>
                  </a:lnTo>
                  <a:lnTo>
                    <a:pt x="850138" y="98628"/>
                  </a:lnTo>
                  <a:lnTo>
                    <a:pt x="849528" y="98628"/>
                  </a:lnTo>
                  <a:lnTo>
                    <a:pt x="758863" y="317"/>
                  </a:lnTo>
                  <a:lnTo>
                    <a:pt x="758126" y="165"/>
                  </a:lnTo>
                  <a:lnTo>
                    <a:pt x="757389" y="317"/>
                  </a:lnTo>
                  <a:lnTo>
                    <a:pt x="715835" y="45377"/>
                  </a:lnTo>
                  <a:lnTo>
                    <a:pt x="715835" y="46355"/>
                  </a:lnTo>
                  <a:lnTo>
                    <a:pt x="806792" y="144970"/>
                  </a:lnTo>
                  <a:lnTo>
                    <a:pt x="806792" y="145630"/>
                  </a:lnTo>
                  <a:lnTo>
                    <a:pt x="715835" y="244259"/>
                  </a:lnTo>
                  <a:lnTo>
                    <a:pt x="715835" y="245237"/>
                  </a:lnTo>
                  <a:lnTo>
                    <a:pt x="757669" y="290601"/>
                  </a:lnTo>
                  <a:lnTo>
                    <a:pt x="758583" y="290601"/>
                  </a:lnTo>
                  <a:lnTo>
                    <a:pt x="849515" y="191973"/>
                  </a:lnTo>
                  <a:lnTo>
                    <a:pt x="850138" y="191973"/>
                  </a:lnTo>
                  <a:lnTo>
                    <a:pt x="941070" y="290601"/>
                  </a:lnTo>
                  <a:lnTo>
                    <a:pt x="941984" y="290601"/>
                  </a:lnTo>
                  <a:lnTo>
                    <a:pt x="983805" y="245237"/>
                  </a:lnTo>
                  <a:lnTo>
                    <a:pt x="983805" y="244259"/>
                  </a:lnTo>
                  <a:close/>
                </a:path>
              </a:pathLst>
            </a:custGeom>
            <a:solidFill>
              <a:srgbClr val="226DFF"/>
            </a:solidFill>
          </p:spPr>
          <p:txBody>
            <a:bodyPr wrap="square" lIns="0" tIns="0" rIns="0" bIns="0" rtlCol="0"/>
            <a:lstStyle/>
            <a:p>
              <a:endParaRPr lang="es-PE" noProof="0" dirty="0"/>
            </a:p>
          </p:txBody>
        </p:sp>
        <p:sp>
          <p:nvSpPr>
            <p:cNvPr id="11" name="object 11"/>
            <p:cNvSpPr/>
            <p:nvPr/>
          </p:nvSpPr>
          <p:spPr>
            <a:xfrm>
              <a:off x="17757291" y="7821329"/>
              <a:ext cx="267970" cy="290830"/>
            </a:xfrm>
            <a:custGeom>
              <a:avLst/>
              <a:gdLst/>
              <a:ahLst/>
              <a:cxnLst/>
              <a:rect l="l" t="t" r="r" b="b"/>
              <a:pathLst>
                <a:path w="267969" h="290829">
                  <a:moveTo>
                    <a:pt x="226139" y="0"/>
                  </a:moveTo>
                  <a:lnTo>
                    <a:pt x="225228" y="0"/>
                  </a:lnTo>
                  <a:lnTo>
                    <a:pt x="134299" y="98627"/>
                  </a:lnTo>
                  <a:lnTo>
                    <a:pt x="133692" y="98627"/>
                  </a:lnTo>
                  <a:lnTo>
                    <a:pt x="43024" y="309"/>
                  </a:lnTo>
                  <a:lnTo>
                    <a:pt x="42291" y="161"/>
                  </a:lnTo>
                  <a:lnTo>
                    <a:pt x="41548" y="309"/>
                  </a:lnTo>
                  <a:lnTo>
                    <a:pt x="0" y="45365"/>
                  </a:lnTo>
                  <a:lnTo>
                    <a:pt x="0" y="46347"/>
                  </a:lnTo>
                  <a:lnTo>
                    <a:pt x="90950" y="144961"/>
                  </a:lnTo>
                  <a:lnTo>
                    <a:pt x="90950" y="145620"/>
                  </a:lnTo>
                  <a:lnTo>
                    <a:pt x="0" y="244248"/>
                  </a:lnTo>
                  <a:lnTo>
                    <a:pt x="0" y="245230"/>
                  </a:lnTo>
                  <a:lnTo>
                    <a:pt x="41831" y="290595"/>
                  </a:lnTo>
                  <a:lnTo>
                    <a:pt x="42742" y="290595"/>
                  </a:lnTo>
                  <a:lnTo>
                    <a:pt x="133671" y="191967"/>
                  </a:lnTo>
                  <a:lnTo>
                    <a:pt x="134299" y="191967"/>
                  </a:lnTo>
                  <a:lnTo>
                    <a:pt x="225228" y="290595"/>
                  </a:lnTo>
                  <a:lnTo>
                    <a:pt x="226139" y="290595"/>
                  </a:lnTo>
                  <a:lnTo>
                    <a:pt x="267970" y="245230"/>
                  </a:lnTo>
                  <a:lnTo>
                    <a:pt x="267970" y="244248"/>
                  </a:lnTo>
                  <a:lnTo>
                    <a:pt x="177020" y="145634"/>
                  </a:lnTo>
                  <a:lnTo>
                    <a:pt x="177020" y="144961"/>
                  </a:lnTo>
                  <a:lnTo>
                    <a:pt x="267960" y="46347"/>
                  </a:lnTo>
                  <a:lnTo>
                    <a:pt x="267960" y="45351"/>
                  </a:lnTo>
                  <a:lnTo>
                    <a:pt x="226139" y="0"/>
                  </a:lnTo>
                  <a:close/>
                </a:path>
              </a:pathLst>
            </a:custGeom>
            <a:solidFill>
              <a:srgbClr val="FF1A00"/>
            </a:solidFill>
          </p:spPr>
          <p:txBody>
            <a:bodyPr wrap="square" lIns="0" tIns="0" rIns="0" bIns="0" rtlCol="0"/>
            <a:lstStyle/>
            <a:p>
              <a:endParaRPr lang="es-PE" noProof="0" dirty="0"/>
            </a:p>
          </p:txBody>
        </p:sp>
        <p:sp>
          <p:nvSpPr>
            <p:cNvPr id="12" name="object 12"/>
            <p:cNvSpPr/>
            <p:nvPr/>
          </p:nvSpPr>
          <p:spPr>
            <a:xfrm>
              <a:off x="15429686" y="8699342"/>
              <a:ext cx="267970" cy="290830"/>
            </a:xfrm>
            <a:custGeom>
              <a:avLst/>
              <a:gdLst/>
              <a:ahLst/>
              <a:cxnLst/>
              <a:rect l="l" t="t" r="r" b="b"/>
              <a:pathLst>
                <a:path w="267969" h="290829">
                  <a:moveTo>
                    <a:pt x="226139" y="0"/>
                  </a:moveTo>
                  <a:lnTo>
                    <a:pt x="225228" y="0"/>
                  </a:lnTo>
                  <a:lnTo>
                    <a:pt x="134299" y="98627"/>
                  </a:lnTo>
                  <a:lnTo>
                    <a:pt x="133692" y="98627"/>
                  </a:lnTo>
                  <a:lnTo>
                    <a:pt x="43024" y="308"/>
                  </a:lnTo>
                  <a:lnTo>
                    <a:pt x="42291" y="161"/>
                  </a:lnTo>
                  <a:lnTo>
                    <a:pt x="41548" y="308"/>
                  </a:lnTo>
                  <a:lnTo>
                    <a:pt x="0" y="45365"/>
                  </a:lnTo>
                  <a:lnTo>
                    <a:pt x="0" y="46347"/>
                  </a:lnTo>
                  <a:lnTo>
                    <a:pt x="90950" y="144961"/>
                  </a:lnTo>
                  <a:lnTo>
                    <a:pt x="90950" y="145620"/>
                  </a:lnTo>
                  <a:lnTo>
                    <a:pt x="0" y="244248"/>
                  </a:lnTo>
                  <a:lnTo>
                    <a:pt x="0" y="245230"/>
                  </a:lnTo>
                  <a:lnTo>
                    <a:pt x="41831" y="290595"/>
                  </a:lnTo>
                  <a:lnTo>
                    <a:pt x="42742" y="290595"/>
                  </a:lnTo>
                  <a:lnTo>
                    <a:pt x="133671" y="191967"/>
                  </a:lnTo>
                  <a:lnTo>
                    <a:pt x="134299" y="191967"/>
                  </a:lnTo>
                  <a:lnTo>
                    <a:pt x="225228" y="290595"/>
                  </a:lnTo>
                  <a:lnTo>
                    <a:pt x="226139" y="290595"/>
                  </a:lnTo>
                  <a:lnTo>
                    <a:pt x="267970" y="245230"/>
                  </a:lnTo>
                  <a:lnTo>
                    <a:pt x="267970" y="244248"/>
                  </a:lnTo>
                  <a:lnTo>
                    <a:pt x="177020" y="145633"/>
                  </a:lnTo>
                  <a:lnTo>
                    <a:pt x="177020" y="144961"/>
                  </a:lnTo>
                  <a:lnTo>
                    <a:pt x="267960" y="46347"/>
                  </a:lnTo>
                  <a:lnTo>
                    <a:pt x="267960" y="45351"/>
                  </a:lnTo>
                  <a:lnTo>
                    <a:pt x="226139" y="0"/>
                  </a:lnTo>
                  <a:close/>
                </a:path>
              </a:pathLst>
            </a:custGeom>
            <a:solidFill>
              <a:srgbClr val="226DFF"/>
            </a:solidFill>
          </p:spPr>
          <p:txBody>
            <a:bodyPr wrap="square" lIns="0" tIns="0" rIns="0" bIns="0" rtlCol="0"/>
            <a:lstStyle/>
            <a:p>
              <a:endParaRPr lang="es-PE" noProof="0" dirty="0"/>
            </a:p>
          </p:txBody>
        </p:sp>
        <p:sp>
          <p:nvSpPr>
            <p:cNvPr id="13" name="object 13"/>
            <p:cNvSpPr/>
            <p:nvPr/>
          </p:nvSpPr>
          <p:spPr>
            <a:xfrm>
              <a:off x="17870830" y="7821339"/>
              <a:ext cx="589280" cy="1083310"/>
            </a:xfrm>
            <a:custGeom>
              <a:avLst/>
              <a:gdLst/>
              <a:ahLst/>
              <a:cxnLst/>
              <a:rect l="l" t="t" r="r" b="b"/>
              <a:pathLst>
                <a:path w="589280" h="1083309">
                  <a:moveTo>
                    <a:pt x="267970" y="1036599"/>
                  </a:moveTo>
                  <a:lnTo>
                    <a:pt x="177025" y="937983"/>
                  </a:lnTo>
                  <a:lnTo>
                    <a:pt x="177025" y="937310"/>
                  </a:lnTo>
                  <a:lnTo>
                    <a:pt x="267957" y="838695"/>
                  </a:lnTo>
                  <a:lnTo>
                    <a:pt x="267957" y="837704"/>
                  </a:lnTo>
                  <a:lnTo>
                    <a:pt x="226136" y="792353"/>
                  </a:lnTo>
                  <a:lnTo>
                    <a:pt x="225234" y="792353"/>
                  </a:lnTo>
                  <a:lnTo>
                    <a:pt x="134302" y="890981"/>
                  </a:lnTo>
                  <a:lnTo>
                    <a:pt x="133692" y="890981"/>
                  </a:lnTo>
                  <a:lnTo>
                    <a:pt x="43027" y="792657"/>
                  </a:lnTo>
                  <a:lnTo>
                    <a:pt x="42291" y="792505"/>
                  </a:lnTo>
                  <a:lnTo>
                    <a:pt x="41554" y="792657"/>
                  </a:lnTo>
                  <a:lnTo>
                    <a:pt x="0" y="837717"/>
                  </a:lnTo>
                  <a:lnTo>
                    <a:pt x="0" y="838695"/>
                  </a:lnTo>
                  <a:lnTo>
                    <a:pt x="90957" y="937310"/>
                  </a:lnTo>
                  <a:lnTo>
                    <a:pt x="90957" y="937971"/>
                  </a:lnTo>
                  <a:lnTo>
                    <a:pt x="0" y="1036599"/>
                  </a:lnTo>
                  <a:lnTo>
                    <a:pt x="0" y="1037577"/>
                  </a:lnTo>
                  <a:lnTo>
                    <a:pt x="41833" y="1082941"/>
                  </a:lnTo>
                  <a:lnTo>
                    <a:pt x="42748" y="1082941"/>
                  </a:lnTo>
                  <a:lnTo>
                    <a:pt x="133667" y="984313"/>
                  </a:lnTo>
                  <a:lnTo>
                    <a:pt x="134302" y="984313"/>
                  </a:lnTo>
                  <a:lnTo>
                    <a:pt x="225234" y="1082941"/>
                  </a:lnTo>
                  <a:lnTo>
                    <a:pt x="226136" y="1082941"/>
                  </a:lnTo>
                  <a:lnTo>
                    <a:pt x="267970" y="1037577"/>
                  </a:lnTo>
                  <a:lnTo>
                    <a:pt x="267970" y="1036599"/>
                  </a:lnTo>
                  <a:close/>
                </a:path>
                <a:path w="589280" h="1083309">
                  <a:moveTo>
                    <a:pt x="588860" y="699312"/>
                  </a:moveTo>
                  <a:lnTo>
                    <a:pt x="497916" y="600697"/>
                  </a:lnTo>
                  <a:lnTo>
                    <a:pt x="497916" y="600024"/>
                  </a:lnTo>
                  <a:lnTo>
                    <a:pt x="588848" y="501408"/>
                  </a:lnTo>
                  <a:lnTo>
                    <a:pt x="588848" y="500418"/>
                  </a:lnTo>
                  <a:lnTo>
                    <a:pt x="547027" y="455066"/>
                  </a:lnTo>
                  <a:lnTo>
                    <a:pt x="546125" y="455066"/>
                  </a:lnTo>
                  <a:lnTo>
                    <a:pt x="455193" y="553694"/>
                  </a:lnTo>
                  <a:lnTo>
                    <a:pt x="454583" y="553694"/>
                  </a:lnTo>
                  <a:lnTo>
                    <a:pt x="363918" y="455371"/>
                  </a:lnTo>
                  <a:lnTo>
                    <a:pt x="363194" y="455218"/>
                  </a:lnTo>
                  <a:lnTo>
                    <a:pt x="362445" y="455371"/>
                  </a:lnTo>
                  <a:lnTo>
                    <a:pt x="320903" y="500430"/>
                  </a:lnTo>
                  <a:lnTo>
                    <a:pt x="320903" y="501408"/>
                  </a:lnTo>
                  <a:lnTo>
                    <a:pt x="411848" y="600024"/>
                  </a:lnTo>
                  <a:lnTo>
                    <a:pt x="411848" y="600684"/>
                  </a:lnTo>
                  <a:lnTo>
                    <a:pt x="320903" y="699312"/>
                  </a:lnTo>
                  <a:lnTo>
                    <a:pt x="320903" y="700290"/>
                  </a:lnTo>
                  <a:lnTo>
                    <a:pt x="362737" y="745655"/>
                  </a:lnTo>
                  <a:lnTo>
                    <a:pt x="363639" y="745655"/>
                  </a:lnTo>
                  <a:lnTo>
                    <a:pt x="454571" y="647026"/>
                  </a:lnTo>
                  <a:lnTo>
                    <a:pt x="455193" y="647026"/>
                  </a:lnTo>
                  <a:lnTo>
                    <a:pt x="546125" y="745655"/>
                  </a:lnTo>
                  <a:lnTo>
                    <a:pt x="547027" y="745655"/>
                  </a:lnTo>
                  <a:lnTo>
                    <a:pt x="588860" y="700290"/>
                  </a:lnTo>
                  <a:lnTo>
                    <a:pt x="588860" y="699312"/>
                  </a:lnTo>
                  <a:close/>
                </a:path>
                <a:path w="589280" h="1083309">
                  <a:moveTo>
                    <a:pt x="588860" y="244246"/>
                  </a:moveTo>
                  <a:lnTo>
                    <a:pt x="497916" y="145630"/>
                  </a:lnTo>
                  <a:lnTo>
                    <a:pt x="497916" y="144957"/>
                  </a:lnTo>
                  <a:lnTo>
                    <a:pt x="588848" y="46342"/>
                  </a:lnTo>
                  <a:lnTo>
                    <a:pt x="588848" y="45351"/>
                  </a:lnTo>
                  <a:lnTo>
                    <a:pt x="547027" y="0"/>
                  </a:lnTo>
                  <a:lnTo>
                    <a:pt x="546125" y="0"/>
                  </a:lnTo>
                  <a:lnTo>
                    <a:pt x="455193" y="98628"/>
                  </a:lnTo>
                  <a:lnTo>
                    <a:pt x="454583" y="98628"/>
                  </a:lnTo>
                  <a:lnTo>
                    <a:pt x="363918" y="304"/>
                  </a:lnTo>
                  <a:lnTo>
                    <a:pt x="363194" y="152"/>
                  </a:lnTo>
                  <a:lnTo>
                    <a:pt x="362445" y="304"/>
                  </a:lnTo>
                  <a:lnTo>
                    <a:pt x="320903" y="45364"/>
                  </a:lnTo>
                  <a:lnTo>
                    <a:pt x="320903" y="46342"/>
                  </a:lnTo>
                  <a:lnTo>
                    <a:pt x="411848" y="144957"/>
                  </a:lnTo>
                  <a:lnTo>
                    <a:pt x="411848" y="145618"/>
                  </a:lnTo>
                  <a:lnTo>
                    <a:pt x="320903" y="244246"/>
                  </a:lnTo>
                  <a:lnTo>
                    <a:pt x="320903" y="245224"/>
                  </a:lnTo>
                  <a:lnTo>
                    <a:pt x="362737" y="290588"/>
                  </a:lnTo>
                  <a:lnTo>
                    <a:pt x="363639" y="290588"/>
                  </a:lnTo>
                  <a:lnTo>
                    <a:pt x="454571" y="191960"/>
                  </a:lnTo>
                  <a:lnTo>
                    <a:pt x="455193" y="191960"/>
                  </a:lnTo>
                  <a:lnTo>
                    <a:pt x="546125" y="290588"/>
                  </a:lnTo>
                  <a:lnTo>
                    <a:pt x="547027" y="290588"/>
                  </a:lnTo>
                  <a:lnTo>
                    <a:pt x="588860" y="245224"/>
                  </a:lnTo>
                  <a:lnTo>
                    <a:pt x="588860" y="244246"/>
                  </a:lnTo>
                  <a:close/>
                </a:path>
              </a:pathLst>
            </a:custGeom>
            <a:solidFill>
              <a:srgbClr val="FF1A00"/>
            </a:solidFill>
          </p:spPr>
          <p:txBody>
            <a:bodyPr wrap="square" lIns="0" tIns="0" rIns="0" bIns="0" rtlCol="0"/>
            <a:lstStyle/>
            <a:p>
              <a:endParaRPr lang="es-PE" noProof="0" dirty="0"/>
            </a:p>
          </p:txBody>
        </p:sp>
        <p:sp>
          <p:nvSpPr>
            <p:cNvPr id="14" name="object 14"/>
            <p:cNvSpPr/>
            <p:nvPr/>
          </p:nvSpPr>
          <p:spPr>
            <a:xfrm>
              <a:off x="15271105" y="5433300"/>
              <a:ext cx="1986914" cy="1939925"/>
            </a:xfrm>
            <a:custGeom>
              <a:avLst/>
              <a:gdLst/>
              <a:ahLst/>
              <a:cxnLst/>
              <a:rect l="l" t="t" r="r" b="b"/>
              <a:pathLst>
                <a:path w="1986915" h="1939925">
                  <a:moveTo>
                    <a:pt x="0" y="969860"/>
                  </a:moveTo>
                  <a:lnTo>
                    <a:pt x="1145" y="922869"/>
                  </a:lnTo>
                  <a:lnTo>
                    <a:pt x="4546" y="876456"/>
                  </a:lnTo>
                  <a:lnTo>
                    <a:pt x="10151" y="830670"/>
                  </a:lnTo>
                  <a:lnTo>
                    <a:pt x="17907" y="785564"/>
                  </a:lnTo>
                  <a:lnTo>
                    <a:pt x="27764" y="741187"/>
                  </a:lnTo>
                  <a:lnTo>
                    <a:pt x="39668" y="697590"/>
                  </a:lnTo>
                  <a:lnTo>
                    <a:pt x="53568" y="654825"/>
                  </a:lnTo>
                  <a:lnTo>
                    <a:pt x="69412" y="612942"/>
                  </a:lnTo>
                  <a:lnTo>
                    <a:pt x="87147" y="571991"/>
                  </a:lnTo>
                  <a:lnTo>
                    <a:pt x="106722" y="532024"/>
                  </a:lnTo>
                  <a:lnTo>
                    <a:pt x="128084" y="493092"/>
                  </a:lnTo>
                  <a:lnTo>
                    <a:pt x="151182" y="455244"/>
                  </a:lnTo>
                  <a:lnTo>
                    <a:pt x="175964" y="418533"/>
                  </a:lnTo>
                  <a:lnTo>
                    <a:pt x="202377" y="383009"/>
                  </a:lnTo>
                  <a:lnTo>
                    <a:pt x="230370" y="348722"/>
                  </a:lnTo>
                  <a:lnTo>
                    <a:pt x="259890" y="315724"/>
                  </a:lnTo>
                  <a:lnTo>
                    <a:pt x="290886" y="284065"/>
                  </a:lnTo>
                  <a:lnTo>
                    <a:pt x="323305" y="253796"/>
                  </a:lnTo>
                  <a:lnTo>
                    <a:pt x="357096" y="224968"/>
                  </a:lnTo>
                  <a:lnTo>
                    <a:pt x="392206" y="197632"/>
                  </a:lnTo>
                  <a:lnTo>
                    <a:pt x="428583" y="171838"/>
                  </a:lnTo>
                  <a:lnTo>
                    <a:pt x="466176" y="147637"/>
                  </a:lnTo>
                  <a:lnTo>
                    <a:pt x="504932" y="125081"/>
                  </a:lnTo>
                  <a:lnTo>
                    <a:pt x="544799" y="104219"/>
                  </a:lnTo>
                  <a:lnTo>
                    <a:pt x="585726" y="85103"/>
                  </a:lnTo>
                  <a:lnTo>
                    <a:pt x="627660" y="67784"/>
                  </a:lnTo>
                  <a:lnTo>
                    <a:pt x="670549" y="52312"/>
                  </a:lnTo>
                  <a:lnTo>
                    <a:pt x="714341" y="38738"/>
                  </a:lnTo>
                  <a:lnTo>
                    <a:pt x="758984" y="27113"/>
                  </a:lnTo>
                  <a:lnTo>
                    <a:pt x="804427" y="17488"/>
                  </a:lnTo>
                  <a:lnTo>
                    <a:pt x="850617" y="9913"/>
                  </a:lnTo>
                  <a:lnTo>
                    <a:pt x="897501" y="4439"/>
                  </a:lnTo>
                  <a:lnTo>
                    <a:pt x="945029" y="1118"/>
                  </a:lnTo>
                  <a:lnTo>
                    <a:pt x="993148" y="0"/>
                  </a:lnTo>
                  <a:lnTo>
                    <a:pt x="1041267" y="1118"/>
                  </a:lnTo>
                  <a:lnTo>
                    <a:pt x="1088795" y="4439"/>
                  </a:lnTo>
                  <a:lnTo>
                    <a:pt x="1135680" y="9913"/>
                  </a:lnTo>
                  <a:lnTo>
                    <a:pt x="1181870" y="17488"/>
                  </a:lnTo>
                  <a:lnTo>
                    <a:pt x="1227312" y="27113"/>
                  </a:lnTo>
                  <a:lnTo>
                    <a:pt x="1271956" y="38738"/>
                  </a:lnTo>
                  <a:lnTo>
                    <a:pt x="1315748" y="52312"/>
                  </a:lnTo>
                  <a:lnTo>
                    <a:pt x="1358637" y="67784"/>
                  </a:lnTo>
                  <a:lnTo>
                    <a:pt x="1400571" y="85103"/>
                  </a:lnTo>
                  <a:lnTo>
                    <a:pt x="1441498" y="104219"/>
                  </a:lnTo>
                  <a:lnTo>
                    <a:pt x="1481365" y="125081"/>
                  </a:lnTo>
                  <a:lnTo>
                    <a:pt x="1520121" y="147637"/>
                  </a:lnTo>
                  <a:lnTo>
                    <a:pt x="1557714" y="171838"/>
                  </a:lnTo>
                  <a:lnTo>
                    <a:pt x="1594091" y="197632"/>
                  </a:lnTo>
                  <a:lnTo>
                    <a:pt x="1629201" y="224968"/>
                  </a:lnTo>
                  <a:lnTo>
                    <a:pt x="1662992" y="253796"/>
                  </a:lnTo>
                  <a:lnTo>
                    <a:pt x="1695411" y="284065"/>
                  </a:lnTo>
                  <a:lnTo>
                    <a:pt x="1726407" y="315724"/>
                  </a:lnTo>
                  <a:lnTo>
                    <a:pt x="1755927" y="348722"/>
                  </a:lnTo>
                  <a:lnTo>
                    <a:pt x="1783920" y="383009"/>
                  </a:lnTo>
                  <a:lnTo>
                    <a:pt x="1810333" y="418533"/>
                  </a:lnTo>
                  <a:lnTo>
                    <a:pt x="1835115" y="455244"/>
                  </a:lnTo>
                  <a:lnTo>
                    <a:pt x="1858213" y="493092"/>
                  </a:lnTo>
                  <a:lnTo>
                    <a:pt x="1879575" y="532024"/>
                  </a:lnTo>
                  <a:lnTo>
                    <a:pt x="1899150" y="571991"/>
                  </a:lnTo>
                  <a:lnTo>
                    <a:pt x="1916886" y="612942"/>
                  </a:lnTo>
                  <a:lnTo>
                    <a:pt x="1932729" y="654825"/>
                  </a:lnTo>
                  <a:lnTo>
                    <a:pt x="1946629" y="697590"/>
                  </a:lnTo>
                  <a:lnTo>
                    <a:pt x="1958533" y="741187"/>
                  </a:lnTo>
                  <a:lnTo>
                    <a:pt x="1968390" y="785564"/>
                  </a:lnTo>
                  <a:lnTo>
                    <a:pt x="1976146" y="830670"/>
                  </a:lnTo>
                  <a:lnTo>
                    <a:pt x="1981751" y="876456"/>
                  </a:lnTo>
                  <a:lnTo>
                    <a:pt x="1985152" y="922869"/>
                  </a:lnTo>
                  <a:lnTo>
                    <a:pt x="1986298" y="969860"/>
                  </a:lnTo>
                  <a:lnTo>
                    <a:pt x="1985152" y="1016851"/>
                  </a:lnTo>
                  <a:lnTo>
                    <a:pt x="1981751" y="1063264"/>
                  </a:lnTo>
                  <a:lnTo>
                    <a:pt x="1976146" y="1109049"/>
                  </a:lnTo>
                  <a:lnTo>
                    <a:pt x="1968390" y="1154156"/>
                  </a:lnTo>
                  <a:lnTo>
                    <a:pt x="1958533" y="1198533"/>
                  </a:lnTo>
                  <a:lnTo>
                    <a:pt x="1946629" y="1242130"/>
                  </a:lnTo>
                  <a:lnTo>
                    <a:pt x="1932729" y="1284895"/>
                  </a:lnTo>
                  <a:lnTo>
                    <a:pt x="1916886" y="1326778"/>
                  </a:lnTo>
                  <a:lnTo>
                    <a:pt x="1899150" y="1367729"/>
                  </a:lnTo>
                  <a:lnTo>
                    <a:pt x="1879575" y="1407696"/>
                  </a:lnTo>
                  <a:lnTo>
                    <a:pt x="1858213" y="1446628"/>
                  </a:lnTo>
                  <a:lnTo>
                    <a:pt x="1835115" y="1484476"/>
                  </a:lnTo>
                  <a:lnTo>
                    <a:pt x="1810333" y="1521187"/>
                  </a:lnTo>
                  <a:lnTo>
                    <a:pt x="1783920" y="1556711"/>
                  </a:lnTo>
                  <a:lnTo>
                    <a:pt x="1755927" y="1590998"/>
                  </a:lnTo>
                  <a:lnTo>
                    <a:pt x="1726407" y="1623996"/>
                  </a:lnTo>
                  <a:lnTo>
                    <a:pt x="1695411" y="1655655"/>
                  </a:lnTo>
                  <a:lnTo>
                    <a:pt x="1662992" y="1685924"/>
                  </a:lnTo>
                  <a:lnTo>
                    <a:pt x="1629201" y="1714752"/>
                  </a:lnTo>
                  <a:lnTo>
                    <a:pt x="1594091" y="1742088"/>
                  </a:lnTo>
                  <a:lnTo>
                    <a:pt x="1557714" y="1767882"/>
                  </a:lnTo>
                  <a:lnTo>
                    <a:pt x="1520121" y="1792083"/>
                  </a:lnTo>
                  <a:lnTo>
                    <a:pt x="1481365" y="1814639"/>
                  </a:lnTo>
                  <a:lnTo>
                    <a:pt x="1441498" y="1835501"/>
                  </a:lnTo>
                  <a:lnTo>
                    <a:pt x="1400571" y="1854617"/>
                  </a:lnTo>
                  <a:lnTo>
                    <a:pt x="1358637" y="1871936"/>
                  </a:lnTo>
                  <a:lnTo>
                    <a:pt x="1315748" y="1887408"/>
                  </a:lnTo>
                  <a:lnTo>
                    <a:pt x="1271956" y="1900982"/>
                  </a:lnTo>
                  <a:lnTo>
                    <a:pt x="1227312" y="1912607"/>
                  </a:lnTo>
                  <a:lnTo>
                    <a:pt x="1181870" y="1922232"/>
                  </a:lnTo>
                  <a:lnTo>
                    <a:pt x="1135680" y="1929807"/>
                  </a:lnTo>
                  <a:lnTo>
                    <a:pt x="1088795" y="1935281"/>
                  </a:lnTo>
                  <a:lnTo>
                    <a:pt x="1041267" y="1938602"/>
                  </a:lnTo>
                  <a:lnTo>
                    <a:pt x="993148" y="1939720"/>
                  </a:lnTo>
                  <a:lnTo>
                    <a:pt x="945029" y="1938602"/>
                  </a:lnTo>
                  <a:lnTo>
                    <a:pt x="897501" y="1935281"/>
                  </a:lnTo>
                  <a:lnTo>
                    <a:pt x="850617" y="1929807"/>
                  </a:lnTo>
                  <a:lnTo>
                    <a:pt x="804427" y="1922232"/>
                  </a:lnTo>
                  <a:lnTo>
                    <a:pt x="758984" y="1912607"/>
                  </a:lnTo>
                  <a:lnTo>
                    <a:pt x="714341" y="1900982"/>
                  </a:lnTo>
                  <a:lnTo>
                    <a:pt x="670549" y="1887408"/>
                  </a:lnTo>
                  <a:lnTo>
                    <a:pt x="627660" y="1871936"/>
                  </a:lnTo>
                  <a:lnTo>
                    <a:pt x="585726" y="1854617"/>
                  </a:lnTo>
                  <a:lnTo>
                    <a:pt x="544799" y="1835501"/>
                  </a:lnTo>
                  <a:lnTo>
                    <a:pt x="504932" y="1814639"/>
                  </a:lnTo>
                  <a:lnTo>
                    <a:pt x="466176" y="1792083"/>
                  </a:lnTo>
                  <a:lnTo>
                    <a:pt x="428583" y="1767882"/>
                  </a:lnTo>
                  <a:lnTo>
                    <a:pt x="392206" y="1742088"/>
                  </a:lnTo>
                  <a:lnTo>
                    <a:pt x="357096" y="1714752"/>
                  </a:lnTo>
                  <a:lnTo>
                    <a:pt x="323305" y="1685924"/>
                  </a:lnTo>
                  <a:lnTo>
                    <a:pt x="290886" y="1655655"/>
                  </a:lnTo>
                  <a:lnTo>
                    <a:pt x="259890" y="1623996"/>
                  </a:lnTo>
                  <a:lnTo>
                    <a:pt x="230370" y="1590998"/>
                  </a:lnTo>
                  <a:lnTo>
                    <a:pt x="202377" y="1556711"/>
                  </a:lnTo>
                  <a:lnTo>
                    <a:pt x="175964" y="1521187"/>
                  </a:lnTo>
                  <a:lnTo>
                    <a:pt x="151182" y="1484476"/>
                  </a:lnTo>
                  <a:lnTo>
                    <a:pt x="128084" y="1446628"/>
                  </a:lnTo>
                  <a:lnTo>
                    <a:pt x="106722" y="1407696"/>
                  </a:lnTo>
                  <a:lnTo>
                    <a:pt x="87147" y="1367729"/>
                  </a:lnTo>
                  <a:lnTo>
                    <a:pt x="69412" y="1326778"/>
                  </a:lnTo>
                  <a:lnTo>
                    <a:pt x="53568" y="1284895"/>
                  </a:lnTo>
                  <a:lnTo>
                    <a:pt x="39668" y="1242130"/>
                  </a:lnTo>
                  <a:lnTo>
                    <a:pt x="27764" y="1198533"/>
                  </a:lnTo>
                  <a:lnTo>
                    <a:pt x="17907" y="1154156"/>
                  </a:lnTo>
                  <a:lnTo>
                    <a:pt x="10151" y="1109049"/>
                  </a:lnTo>
                  <a:lnTo>
                    <a:pt x="4546" y="1063264"/>
                  </a:lnTo>
                  <a:lnTo>
                    <a:pt x="1145" y="1016851"/>
                  </a:lnTo>
                  <a:lnTo>
                    <a:pt x="0" y="969860"/>
                  </a:lnTo>
                  <a:close/>
                </a:path>
              </a:pathLst>
            </a:custGeom>
            <a:ln w="83767">
              <a:solidFill>
                <a:srgbClr val="009002"/>
              </a:solidFill>
            </a:ln>
          </p:spPr>
          <p:txBody>
            <a:bodyPr wrap="square" lIns="0" tIns="0" rIns="0" bIns="0" rtlCol="0"/>
            <a:lstStyle/>
            <a:p>
              <a:endParaRPr lang="es-PE" noProof="0" dirty="0"/>
            </a:p>
          </p:txBody>
        </p:sp>
        <p:sp>
          <p:nvSpPr>
            <p:cNvPr id="15" name="object 15"/>
            <p:cNvSpPr/>
            <p:nvPr/>
          </p:nvSpPr>
          <p:spPr>
            <a:xfrm>
              <a:off x="14316412" y="7626683"/>
              <a:ext cx="1677035" cy="1674495"/>
            </a:xfrm>
            <a:custGeom>
              <a:avLst/>
              <a:gdLst/>
              <a:ahLst/>
              <a:cxnLst/>
              <a:rect l="l" t="t" r="r" b="b"/>
              <a:pathLst>
                <a:path w="1677034" h="1674495">
                  <a:moveTo>
                    <a:pt x="0" y="837167"/>
                  </a:moveTo>
                  <a:lnTo>
                    <a:pt x="1327" y="789662"/>
                  </a:lnTo>
                  <a:lnTo>
                    <a:pt x="5262" y="742851"/>
                  </a:lnTo>
                  <a:lnTo>
                    <a:pt x="11733" y="696806"/>
                  </a:lnTo>
                  <a:lnTo>
                    <a:pt x="20671" y="651598"/>
                  </a:lnTo>
                  <a:lnTo>
                    <a:pt x="32003" y="607298"/>
                  </a:lnTo>
                  <a:lnTo>
                    <a:pt x="45660" y="563975"/>
                  </a:lnTo>
                  <a:lnTo>
                    <a:pt x="61571" y="521700"/>
                  </a:lnTo>
                  <a:lnTo>
                    <a:pt x="79664" y="480545"/>
                  </a:lnTo>
                  <a:lnTo>
                    <a:pt x="99869" y="440580"/>
                  </a:lnTo>
                  <a:lnTo>
                    <a:pt x="122116" y="401876"/>
                  </a:lnTo>
                  <a:lnTo>
                    <a:pt x="146332" y="364502"/>
                  </a:lnTo>
                  <a:lnTo>
                    <a:pt x="172449" y="328531"/>
                  </a:lnTo>
                  <a:lnTo>
                    <a:pt x="200394" y="294032"/>
                  </a:lnTo>
                  <a:lnTo>
                    <a:pt x="230098" y="261077"/>
                  </a:lnTo>
                  <a:lnTo>
                    <a:pt x="261489" y="229736"/>
                  </a:lnTo>
                  <a:lnTo>
                    <a:pt x="294496" y="200079"/>
                  </a:lnTo>
                  <a:lnTo>
                    <a:pt x="329049" y="172178"/>
                  </a:lnTo>
                  <a:lnTo>
                    <a:pt x="365077" y="146102"/>
                  </a:lnTo>
                  <a:lnTo>
                    <a:pt x="402509" y="121923"/>
                  </a:lnTo>
                  <a:lnTo>
                    <a:pt x="441274" y="99712"/>
                  </a:lnTo>
                  <a:lnTo>
                    <a:pt x="481303" y="79538"/>
                  </a:lnTo>
                  <a:lnTo>
                    <a:pt x="522522" y="61474"/>
                  </a:lnTo>
                  <a:lnTo>
                    <a:pt x="564863" y="45588"/>
                  </a:lnTo>
                  <a:lnTo>
                    <a:pt x="608255" y="31953"/>
                  </a:lnTo>
                  <a:lnTo>
                    <a:pt x="652625" y="20638"/>
                  </a:lnTo>
                  <a:lnTo>
                    <a:pt x="697904" y="11715"/>
                  </a:lnTo>
                  <a:lnTo>
                    <a:pt x="744022" y="5253"/>
                  </a:lnTo>
                  <a:lnTo>
                    <a:pt x="790906" y="1325"/>
                  </a:lnTo>
                  <a:lnTo>
                    <a:pt x="838487" y="0"/>
                  </a:lnTo>
                  <a:lnTo>
                    <a:pt x="886067" y="1325"/>
                  </a:lnTo>
                  <a:lnTo>
                    <a:pt x="932952" y="5253"/>
                  </a:lnTo>
                  <a:lnTo>
                    <a:pt x="979069" y="11715"/>
                  </a:lnTo>
                  <a:lnTo>
                    <a:pt x="1024348" y="20638"/>
                  </a:lnTo>
                  <a:lnTo>
                    <a:pt x="1068719" y="31953"/>
                  </a:lnTo>
                  <a:lnTo>
                    <a:pt x="1112110" y="45588"/>
                  </a:lnTo>
                  <a:lnTo>
                    <a:pt x="1154451" y="61474"/>
                  </a:lnTo>
                  <a:lnTo>
                    <a:pt x="1195671" y="79538"/>
                  </a:lnTo>
                  <a:lnTo>
                    <a:pt x="1235699" y="99712"/>
                  </a:lnTo>
                  <a:lnTo>
                    <a:pt x="1274465" y="121923"/>
                  </a:lnTo>
                  <a:lnTo>
                    <a:pt x="1311897" y="146102"/>
                  </a:lnTo>
                  <a:lnTo>
                    <a:pt x="1347925" y="172178"/>
                  </a:lnTo>
                  <a:lnTo>
                    <a:pt x="1382478" y="200079"/>
                  </a:lnTo>
                  <a:lnTo>
                    <a:pt x="1415485" y="229736"/>
                  </a:lnTo>
                  <a:lnTo>
                    <a:pt x="1446876" y="261077"/>
                  </a:lnTo>
                  <a:lnTo>
                    <a:pt x="1476580" y="294032"/>
                  </a:lnTo>
                  <a:lnTo>
                    <a:pt x="1504525" y="328531"/>
                  </a:lnTo>
                  <a:lnTo>
                    <a:pt x="1530642" y="364502"/>
                  </a:lnTo>
                  <a:lnTo>
                    <a:pt x="1554859" y="401876"/>
                  </a:lnTo>
                  <a:lnTo>
                    <a:pt x="1577105" y="440580"/>
                  </a:lnTo>
                  <a:lnTo>
                    <a:pt x="1597310" y="480545"/>
                  </a:lnTo>
                  <a:lnTo>
                    <a:pt x="1615403" y="521700"/>
                  </a:lnTo>
                  <a:lnTo>
                    <a:pt x="1631314" y="563975"/>
                  </a:lnTo>
                  <a:lnTo>
                    <a:pt x="1644971" y="607298"/>
                  </a:lnTo>
                  <a:lnTo>
                    <a:pt x="1656303" y="651598"/>
                  </a:lnTo>
                  <a:lnTo>
                    <a:pt x="1665241" y="696806"/>
                  </a:lnTo>
                  <a:lnTo>
                    <a:pt x="1671712" y="742851"/>
                  </a:lnTo>
                  <a:lnTo>
                    <a:pt x="1675647" y="789662"/>
                  </a:lnTo>
                  <a:lnTo>
                    <a:pt x="1676975" y="837167"/>
                  </a:lnTo>
                  <a:lnTo>
                    <a:pt x="1675647" y="884673"/>
                  </a:lnTo>
                  <a:lnTo>
                    <a:pt x="1671712" y="931484"/>
                  </a:lnTo>
                  <a:lnTo>
                    <a:pt x="1665241" y="977528"/>
                  </a:lnTo>
                  <a:lnTo>
                    <a:pt x="1656303" y="1022736"/>
                  </a:lnTo>
                  <a:lnTo>
                    <a:pt x="1644971" y="1067037"/>
                  </a:lnTo>
                  <a:lnTo>
                    <a:pt x="1631314" y="1110360"/>
                  </a:lnTo>
                  <a:lnTo>
                    <a:pt x="1615403" y="1152634"/>
                  </a:lnTo>
                  <a:lnTo>
                    <a:pt x="1597310" y="1193789"/>
                  </a:lnTo>
                  <a:lnTo>
                    <a:pt x="1577105" y="1233754"/>
                  </a:lnTo>
                  <a:lnTo>
                    <a:pt x="1554859" y="1272459"/>
                  </a:lnTo>
                  <a:lnTo>
                    <a:pt x="1530642" y="1309832"/>
                  </a:lnTo>
                  <a:lnTo>
                    <a:pt x="1504525" y="1345803"/>
                  </a:lnTo>
                  <a:lnTo>
                    <a:pt x="1476580" y="1380302"/>
                  </a:lnTo>
                  <a:lnTo>
                    <a:pt x="1446876" y="1413257"/>
                  </a:lnTo>
                  <a:lnTo>
                    <a:pt x="1415485" y="1444599"/>
                  </a:lnTo>
                  <a:lnTo>
                    <a:pt x="1382478" y="1474255"/>
                  </a:lnTo>
                  <a:lnTo>
                    <a:pt x="1347925" y="1502157"/>
                  </a:lnTo>
                  <a:lnTo>
                    <a:pt x="1311897" y="1528232"/>
                  </a:lnTo>
                  <a:lnTo>
                    <a:pt x="1274465" y="1552411"/>
                  </a:lnTo>
                  <a:lnTo>
                    <a:pt x="1235699" y="1574622"/>
                  </a:lnTo>
                  <a:lnTo>
                    <a:pt x="1195671" y="1594796"/>
                  </a:lnTo>
                  <a:lnTo>
                    <a:pt x="1154451" y="1612860"/>
                  </a:lnTo>
                  <a:lnTo>
                    <a:pt x="1112110" y="1628746"/>
                  </a:lnTo>
                  <a:lnTo>
                    <a:pt x="1068719" y="1642381"/>
                  </a:lnTo>
                  <a:lnTo>
                    <a:pt x="1024348" y="1653696"/>
                  </a:lnTo>
                  <a:lnTo>
                    <a:pt x="979069" y="1662619"/>
                  </a:lnTo>
                  <a:lnTo>
                    <a:pt x="932952" y="1669081"/>
                  </a:lnTo>
                  <a:lnTo>
                    <a:pt x="886067" y="1673009"/>
                  </a:lnTo>
                  <a:lnTo>
                    <a:pt x="838487" y="1674335"/>
                  </a:lnTo>
                  <a:lnTo>
                    <a:pt x="790906" y="1673009"/>
                  </a:lnTo>
                  <a:lnTo>
                    <a:pt x="744022" y="1669081"/>
                  </a:lnTo>
                  <a:lnTo>
                    <a:pt x="697904" y="1662619"/>
                  </a:lnTo>
                  <a:lnTo>
                    <a:pt x="652625" y="1653696"/>
                  </a:lnTo>
                  <a:lnTo>
                    <a:pt x="608255" y="1642381"/>
                  </a:lnTo>
                  <a:lnTo>
                    <a:pt x="564863" y="1628746"/>
                  </a:lnTo>
                  <a:lnTo>
                    <a:pt x="522522" y="1612860"/>
                  </a:lnTo>
                  <a:lnTo>
                    <a:pt x="481303" y="1594796"/>
                  </a:lnTo>
                  <a:lnTo>
                    <a:pt x="441274" y="1574622"/>
                  </a:lnTo>
                  <a:lnTo>
                    <a:pt x="402509" y="1552411"/>
                  </a:lnTo>
                  <a:lnTo>
                    <a:pt x="365077" y="1528232"/>
                  </a:lnTo>
                  <a:lnTo>
                    <a:pt x="329049" y="1502157"/>
                  </a:lnTo>
                  <a:lnTo>
                    <a:pt x="294496" y="1474255"/>
                  </a:lnTo>
                  <a:lnTo>
                    <a:pt x="261489" y="1444599"/>
                  </a:lnTo>
                  <a:lnTo>
                    <a:pt x="230098" y="1413257"/>
                  </a:lnTo>
                  <a:lnTo>
                    <a:pt x="200394" y="1380302"/>
                  </a:lnTo>
                  <a:lnTo>
                    <a:pt x="172449" y="1345803"/>
                  </a:lnTo>
                  <a:lnTo>
                    <a:pt x="146332" y="1309832"/>
                  </a:lnTo>
                  <a:lnTo>
                    <a:pt x="122116" y="1272459"/>
                  </a:lnTo>
                  <a:lnTo>
                    <a:pt x="99869" y="1233754"/>
                  </a:lnTo>
                  <a:lnTo>
                    <a:pt x="79664" y="1193789"/>
                  </a:lnTo>
                  <a:lnTo>
                    <a:pt x="61571" y="1152634"/>
                  </a:lnTo>
                  <a:lnTo>
                    <a:pt x="45660" y="1110360"/>
                  </a:lnTo>
                  <a:lnTo>
                    <a:pt x="32003" y="1067037"/>
                  </a:lnTo>
                  <a:lnTo>
                    <a:pt x="20671" y="1022736"/>
                  </a:lnTo>
                  <a:lnTo>
                    <a:pt x="11733" y="977528"/>
                  </a:lnTo>
                  <a:lnTo>
                    <a:pt x="5262" y="931484"/>
                  </a:lnTo>
                  <a:lnTo>
                    <a:pt x="1327" y="884673"/>
                  </a:lnTo>
                  <a:lnTo>
                    <a:pt x="0" y="837167"/>
                  </a:lnTo>
                  <a:close/>
                </a:path>
              </a:pathLst>
            </a:custGeom>
            <a:ln w="83767">
              <a:solidFill>
                <a:srgbClr val="226DFF"/>
              </a:solidFill>
            </a:ln>
          </p:spPr>
          <p:txBody>
            <a:bodyPr wrap="square" lIns="0" tIns="0" rIns="0" bIns="0" rtlCol="0"/>
            <a:lstStyle/>
            <a:p>
              <a:endParaRPr lang="es-PE" noProof="0" dirty="0"/>
            </a:p>
          </p:txBody>
        </p:sp>
        <p:sp>
          <p:nvSpPr>
            <p:cNvPr id="16" name="object 16"/>
            <p:cNvSpPr/>
            <p:nvPr/>
          </p:nvSpPr>
          <p:spPr>
            <a:xfrm>
              <a:off x="17166335" y="7504214"/>
              <a:ext cx="1677035" cy="1674495"/>
            </a:xfrm>
            <a:custGeom>
              <a:avLst/>
              <a:gdLst/>
              <a:ahLst/>
              <a:cxnLst/>
              <a:rect l="l" t="t" r="r" b="b"/>
              <a:pathLst>
                <a:path w="1677034" h="1674495">
                  <a:moveTo>
                    <a:pt x="0" y="837167"/>
                  </a:moveTo>
                  <a:lnTo>
                    <a:pt x="1327" y="789661"/>
                  </a:lnTo>
                  <a:lnTo>
                    <a:pt x="5262" y="742850"/>
                  </a:lnTo>
                  <a:lnTo>
                    <a:pt x="11733" y="696806"/>
                  </a:lnTo>
                  <a:lnTo>
                    <a:pt x="20671" y="651598"/>
                  </a:lnTo>
                  <a:lnTo>
                    <a:pt x="32003" y="607297"/>
                  </a:lnTo>
                  <a:lnTo>
                    <a:pt x="45660" y="563974"/>
                  </a:lnTo>
                  <a:lnTo>
                    <a:pt x="61571" y="521700"/>
                  </a:lnTo>
                  <a:lnTo>
                    <a:pt x="79664" y="480545"/>
                  </a:lnTo>
                  <a:lnTo>
                    <a:pt x="99869" y="440580"/>
                  </a:lnTo>
                  <a:lnTo>
                    <a:pt x="122116" y="401875"/>
                  </a:lnTo>
                  <a:lnTo>
                    <a:pt x="146333" y="364502"/>
                  </a:lnTo>
                  <a:lnTo>
                    <a:pt x="172449" y="328531"/>
                  </a:lnTo>
                  <a:lnTo>
                    <a:pt x="200395" y="294032"/>
                  </a:lnTo>
                  <a:lnTo>
                    <a:pt x="230098" y="261077"/>
                  </a:lnTo>
                  <a:lnTo>
                    <a:pt x="261489" y="229736"/>
                  </a:lnTo>
                  <a:lnTo>
                    <a:pt x="294496" y="200079"/>
                  </a:lnTo>
                  <a:lnTo>
                    <a:pt x="329049" y="172177"/>
                  </a:lnTo>
                  <a:lnTo>
                    <a:pt x="365077" y="146102"/>
                  </a:lnTo>
                  <a:lnTo>
                    <a:pt x="402509" y="121923"/>
                  </a:lnTo>
                  <a:lnTo>
                    <a:pt x="441275" y="99712"/>
                  </a:lnTo>
                  <a:lnTo>
                    <a:pt x="481303" y="79538"/>
                  </a:lnTo>
                  <a:lnTo>
                    <a:pt x="522523" y="61474"/>
                  </a:lnTo>
                  <a:lnTo>
                    <a:pt x="564864" y="45588"/>
                  </a:lnTo>
                  <a:lnTo>
                    <a:pt x="608255" y="31953"/>
                  </a:lnTo>
                  <a:lnTo>
                    <a:pt x="652626" y="20638"/>
                  </a:lnTo>
                  <a:lnTo>
                    <a:pt x="697905" y="11715"/>
                  </a:lnTo>
                  <a:lnTo>
                    <a:pt x="744022" y="5253"/>
                  </a:lnTo>
                  <a:lnTo>
                    <a:pt x="790907" y="1325"/>
                  </a:lnTo>
                  <a:lnTo>
                    <a:pt x="838487" y="0"/>
                  </a:lnTo>
                  <a:lnTo>
                    <a:pt x="886068" y="1325"/>
                  </a:lnTo>
                  <a:lnTo>
                    <a:pt x="932953" y="5253"/>
                  </a:lnTo>
                  <a:lnTo>
                    <a:pt x="979070" y="11715"/>
                  </a:lnTo>
                  <a:lnTo>
                    <a:pt x="1024349" y="20638"/>
                  </a:lnTo>
                  <a:lnTo>
                    <a:pt x="1068720" y="31953"/>
                  </a:lnTo>
                  <a:lnTo>
                    <a:pt x="1112111" y="45588"/>
                  </a:lnTo>
                  <a:lnTo>
                    <a:pt x="1154452" y="61474"/>
                  </a:lnTo>
                  <a:lnTo>
                    <a:pt x="1195672" y="79538"/>
                  </a:lnTo>
                  <a:lnTo>
                    <a:pt x="1235700" y="99712"/>
                  </a:lnTo>
                  <a:lnTo>
                    <a:pt x="1274466" y="121923"/>
                  </a:lnTo>
                  <a:lnTo>
                    <a:pt x="1311898" y="146102"/>
                  </a:lnTo>
                  <a:lnTo>
                    <a:pt x="1347926" y="172177"/>
                  </a:lnTo>
                  <a:lnTo>
                    <a:pt x="1382479" y="200079"/>
                  </a:lnTo>
                  <a:lnTo>
                    <a:pt x="1415486" y="229736"/>
                  </a:lnTo>
                  <a:lnTo>
                    <a:pt x="1446877" y="261077"/>
                  </a:lnTo>
                  <a:lnTo>
                    <a:pt x="1476580" y="294032"/>
                  </a:lnTo>
                  <a:lnTo>
                    <a:pt x="1504526" y="328531"/>
                  </a:lnTo>
                  <a:lnTo>
                    <a:pt x="1530642" y="364502"/>
                  </a:lnTo>
                  <a:lnTo>
                    <a:pt x="1554859" y="401875"/>
                  </a:lnTo>
                  <a:lnTo>
                    <a:pt x="1577106" y="440580"/>
                  </a:lnTo>
                  <a:lnTo>
                    <a:pt x="1597311" y="480545"/>
                  </a:lnTo>
                  <a:lnTo>
                    <a:pt x="1615404" y="521700"/>
                  </a:lnTo>
                  <a:lnTo>
                    <a:pt x="1631315" y="563974"/>
                  </a:lnTo>
                  <a:lnTo>
                    <a:pt x="1644972" y="607297"/>
                  </a:lnTo>
                  <a:lnTo>
                    <a:pt x="1656304" y="651598"/>
                  </a:lnTo>
                  <a:lnTo>
                    <a:pt x="1665242" y="696806"/>
                  </a:lnTo>
                  <a:lnTo>
                    <a:pt x="1671713" y="742850"/>
                  </a:lnTo>
                  <a:lnTo>
                    <a:pt x="1675648" y="789661"/>
                  </a:lnTo>
                  <a:lnTo>
                    <a:pt x="1676975" y="837167"/>
                  </a:lnTo>
                  <a:lnTo>
                    <a:pt x="1675648" y="884672"/>
                  </a:lnTo>
                  <a:lnTo>
                    <a:pt x="1671713" y="931483"/>
                  </a:lnTo>
                  <a:lnTo>
                    <a:pt x="1665242" y="977527"/>
                  </a:lnTo>
                  <a:lnTo>
                    <a:pt x="1656304" y="1022736"/>
                  </a:lnTo>
                  <a:lnTo>
                    <a:pt x="1644972" y="1067036"/>
                  </a:lnTo>
                  <a:lnTo>
                    <a:pt x="1631315" y="1110359"/>
                  </a:lnTo>
                  <a:lnTo>
                    <a:pt x="1615404" y="1152633"/>
                  </a:lnTo>
                  <a:lnTo>
                    <a:pt x="1597311" y="1193788"/>
                  </a:lnTo>
                  <a:lnTo>
                    <a:pt x="1577106" y="1233754"/>
                  </a:lnTo>
                  <a:lnTo>
                    <a:pt x="1554859" y="1272458"/>
                  </a:lnTo>
                  <a:lnTo>
                    <a:pt x="1530642" y="1309831"/>
                  </a:lnTo>
                  <a:lnTo>
                    <a:pt x="1504526" y="1345802"/>
                  </a:lnTo>
                  <a:lnTo>
                    <a:pt x="1476580" y="1380301"/>
                  </a:lnTo>
                  <a:lnTo>
                    <a:pt x="1446877" y="1413256"/>
                  </a:lnTo>
                  <a:lnTo>
                    <a:pt x="1415486" y="1444598"/>
                  </a:lnTo>
                  <a:lnTo>
                    <a:pt x="1382479" y="1474254"/>
                  </a:lnTo>
                  <a:lnTo>
                    <a:pt x="1347926" y="1502156"/>
                  </a:lnTo>
                  <a:lnTo>
                    <a:pt x="1311898" y="1528231"/>
                  </a:lnTo>
                  <a:lnTo>
                    <a:pt x="1274466" y="1552410"/>
                  </a:lnTo>
                  <a:lnTo>
                    <a:pt x="1235700" y="1574621"/>
                  </a:lnTo>
                  <a:lnTo>
                    <a:pt x="1195672" y="1594795"/>
                  </a:lnTo>
                  <a:lnTo>
                    <a:pt x="1154452" y="1612860"/>
                  </a:lnTo>
                  <a:lnTo>
                    <a:pt x="1112111" y="1628745"/>
                  </a:lnTo>
                  <a:lnTo>
                    <a:pt x="1068720" y="1642380"/>
                  </a:lnTo>
                  <a:lnTo>
                    <a:pt x="1024349" y="1653695"/>
                  </a:lnTo>
                  <a:lnTo>
                    <a:pt x="979070" y="1662619"/>
                  </a:lnTo>
                  <a:lnTo>
                    <a:pt x="932953" y="1669080"/>
                  </a:lnTo>
                  <a:lnTo>
                    <a:pt x="886068" y="1673008"/>
                  </a:lnTo>
                  <a:lnTo>
                    <a:pt x="838487" y="1674334"/>
                  </a:lnTo>
                  <a:lnTo>
                    <a:pt x="790907" y="1673008"/>
                  </a:lnTo>
                  <a:lnTo>
                    <a:pt x="744022" y="1669080"/>
                  </a:lnTo>
                  <a:lnTo>
                    <a:pt x="697905" y="1662619"/>
                  </a:lnTo>
                  <a:lnTo>
                    <a:pt x="652626" y="1653695"/>
                  </a:lnTo>
                  <a:lnTo>
                    <a:pt x="608255" y="1642380"/>
                  </a:lnTo>
                  <a:lnTo>
                    <a:pt x="564864" y="1628745"/>
                  </a:lnTo>
                  <a:lnTo>
                    <a:pt x="522523" y="1612860"/>
                  </a:lnTo>
                  <a:lnTo>
                    <a:pt x="481303" y="1594795"/>
                  </a:lnTo>
                  <a:lnTo>
                    <a:pt x="441275" y="1574621"/>
                  </a:lnTo>
                  <a:lnTo>
                    <a:pt x="402509" y="1552410"/>
                  </a:lnTo>
                  <a:lnTo>
                    <a:pt x="365077" y="1528231"/>
                  </a:lnTo>
                  <a:lnTo>
                    <a:pt x="329049" y="1502156"/>
                  </a:lnTo>
                  <a:lnTo>
                    <a:pt x="294496" y="1474254"/>
                  </a:lnTo>
                  <a:lnTo>
                    <a:pt x="261489" y="1444598"/>
                  </a:lnTo>
                  <a:lnTo>
                    <a:pt x="230098" y="1413256"/>
                  </a:lnTo>
                  <a:lnTo>
                    <a:pt x="200395" y="1380301"/>
                  </a:lnTo>
                  <a:lnTo>
                    <a:pt x="172449" y="1345802"/>
                  </a:lnTo>
                  <a:lnTo>
                    <a:pt x="146333" y="1309831"/>
                  </a:lnTo>
                  <a:lnTo>
                    <a:pt x="122116" y="1272458"/>
                  </a:lnTo>
                  <a:lnTo>
                    <a:pt x="99869" y="1233754"/>
                  </a:lnTo>
                  <a:lnTo>
                    <a:pt x="79664" y="1193788"/>
                  </a:lnTo>
                  <a:lnTo>
                    <a:pt x="61571" y="1152633"/>
                  </a:lnTo>
                  <a:lnTo>
                    <a:pt x="45660" y="1110359"/>
                  </a:lnTo>
                  <a:lnTo>
                    <a:pt x="32003" y="1067036"/>
                  </a:lnTo>
                  <a:lnTo>
                    <a:pt x="20671" y="1022736"/>
                  </a:lnTo>
                  <a:lnTo>
                    <a:pt x="11733" y="977527"/>
                  </a:lnTo>
                  <a:lnTo>
                    <a:pt x="5262" y="931483"/>
                  </a:lnTo>
                  <a:lnTo>
                    <a:pt x="1327" y="884672"/>
                  </a:lnTo>
                  <a:lnTo>
                    <a:pt x="0" y="837167"/>
                  </a:lnTo>
                  <a:close/>
                </a:path>
              </a:pathLst>
            </a:custGeom>
            <a:ln w="83767">
              <a:solidFill>
                <a:srgbClr val="FF1A00"/>
              </a:solidFill>
            </a:ln>
          </p:spPr>
          <p:txBody>
            <a:bodyPr wrap="square" lIns="0" tIns="0" rIns="0" bIns="0" rtlCol="0"/>
            <a:lstStyle/>
            <a:p>
              <a:endParaRPr lang="es-PE" noProof="0" dirty="0"/>
            </a:p>
          </p:txBody>
        </p:sp>
      </p:grpSp>
      <p:sp>
        <p:nvSpPr>
          <p:cNvPr id="17" name="object 17"/>
          <p:cNvSpPr txBox="1"/>
          <p:nvPr/>
        </p:nvSpPr>
        <p:spPr>
          <a:xfrm>
            <a:off x="13432571" y="3531922"/>
            <a:ext cx="556370" cy="520014"/>
          </a:xfrm>
          <a:prstGeom prst="rect">
            <a:avLst/>
          </a:prstGeom>
        </p:spPr>
        <p:txBody>
          <a:bodyPr vert="horz" wrap="square" lIns="0" tIns="12065" rIns="0" bIns="0" rtlCol="0">
            <a:spAutoFit/>
          </a:bodyPr>
          <a:lstStyle/>
          <a:p>
            <a:pPr marL="12700">
              <a:lnSpc>
                <a:spcPct val="100000"/>
              </a:lnSpc>
              <a:spcBef>
                <a:spcPts val="95"/>
              </a:spcBef>
            </a:pPr>
            <a:r>
              <a:rPr lang="es-PE" sz="3300" noProof="0" dirty="0">
                <a:latin typeface="Tahoma"/>
                <a:cs typeface="Tahoma"/>
              </a:rPr>
              <a:t>X</a:t>
            </a:r>
            <a:r>
              <a:rPr lang="es-PE" sz="2300" noProof="0" dirty="0">
                <a:latin typeface="Tahoma"/>
                <a:cs typeface="Tahoma"/>
              </a:rPr>
              <a:t>2</a:t>
            </a:r>
          </a:p>
        </p:txBody>
      </p:sp>
      <p:sp>
        <p:nvSpPr>
          <p:cNvPr id="18" name="object 18"/>
          <p:cNvSpPr txBox="1"/>
          <p:nvPr/>
        </p:nvSpPr>
        <p:spPr>
          <a:xfrm>
            <a:off x="18738507" y="8505890"/>
            <a:ext cx="499148" cy="520014"/>
          </a:xfrm>
          <a:prstGeom prst="rect">
            <a:avLst/>
          </a:prstGeom>
        </p:spPr>
        <p:txBody>
          <a:bodyPr vert="horz" wrap="square" lIns="0" tIns="12065" rIns="0" bIns="0" rtlCol="0">
            <a:spAutoFit/>
          </a:bodyPr>
          <a:lstStyle/>
          <a:p>
            <a:pPr marL="12700">
              <a:lnSpc>
                <a:spcPct val="100000"/>
              </a:lnSpc>
              <a:spcBef>
                <a:spcPts val="95"/>
              </a:spcBef>
            </a:pPr>
            <a:r>
              <a:rPr lang="es-PE" sz="3300" noProof="0" dirty="0">
                <a:latin typeface="Tahoma"/>
                <a:cs typeface="Tahoma"/>
              </a:rPr>
              <a:t>X</a:t>
            </a:r>
            <a:r>
              <a:rPr lang="es-PE" sz="2300" noProof="0" dirty="0">
                <a:latin typeface="Tahoma"/>
                <a:cs typeface="Tahoma"/>
              </a:rPr>
              <a:t>1</a:t>
            </a:r>
          </a:p>
        </p:txBody>
      </p:sp>
      <p:pic>
        <p:nvPicPr>
          <p:cNvPr id="20" name="Picture 2" descr="Manual de Indentidad Visual Corporativa Marca UNCP - UNCP">
            <a:extLst>
              <a:ext uri="{FF2B5EF4-FFF2-40B4-BE49-F238E27FC236}">
                <a16:creationId xmlns:a16="http://schemas.microsoft.com/office/drawing/2014/main" id="{53267C88-FDAE-E97E-6DC5-DE0D962C2D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4071"/>
            <a:ext cx="16201390"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NO SUPERVISADO</a:t>
            </a:r>
          </a:p>
        </p:txBody>
      </p:sp>
      <p:sp>
        <p:nvSpPr>
          <p:cNvPr id="3" name="object 3"/>
          <p:cNvSpPr txBox="1"/>
          <p:nvPr/>
        </p:nvSpPr>
        <p:spPr>
          <a:xfrm>
            <a:off x="1097213" y="2960612"/>
            <a:ext cx="17804765" cy="4465068"/>
          </a:xfrm>
          <a:prstGeom prst="rect">
            <a:avLst/>
          </a:prstGeom>
        </p:spPr>
        <p:txBody>
          <a:bodyPr vert="horz" wrap="square" lIns="0" tIns="17145" rIns="0" bIns="0" rtlCol="0">
            <a:spAutoFit/>
          </a:bodyPr>
          <a:lstStyle/>
          <a:p>
            <a:pPr marL="12700" algn="just">
              <a:lnSpc>
                <a:spcPct val="100000"/>
              </a:lnSpc>
              <a:spcBef>
                <a:spcPts val="135"/>
              </a:spcBef>
            </a:pPr>
            <a:r>
              <a:rPr lang="es-PE" sz="3200" b="1" i="1" noProof="0" dirty="0">
                <a:latin typeface="Aptos" panose="020B0004020202020204" pitchFamily="34" charset="0"/>
                <a:cs typeface="Arial"/>
              </a:rPr>
              <a:t>REDUCCIÓN DIMENSIONAL</a:t>
            </a:r>
            <a:endParaRPr lang="es-PE" sz="3200" b="1" noProof="0" dirty="0">
              <a:latin typeface="Aptos" panose="020B0004020202020204" pitchFamily="34" charset="0"/>
              <a:cs typeface="Arial"/>
            </a:endParaRPr>
          </a:p>
          <a:p>
            <a:pPr algn="just">
              <a:lnSpc>
                <a:spcPct val="100000"/>
              </a:lnSpc>
              <a:spcBef>
                <a:spcPts val="5"/>
              </a:spcBef>
            </a:pPr>
            <a:endParaRPr lang="es-PE" sz="4400" noProof="0" dirty="0">
              <a:latin typeface="Aptos" panose="020B0004020202020204" pitchFamily="34" charset="0"/>
              <a:cs typeface="Arial"/>
            </a:endParaRPr>
          </a:p>
          <a:p>
            <a:pPr marL="12700" marR="5080" algn="just">
              <a:lnSpc>
                <a:spcPct val="98900"/>
              </a:lnSpc>
            </a:pPr>
            <a:r>
              <a:rPr lang="es-PE" sz="3200" noProof="0" dirty="0">
                <a:latin typeface="Aptos" panose="020B0004020202020204" pitchFamily="34" charset="0"/>
                <a:cs typeface="Tahoma"/>
              </a:rPr>
              <a:t>La </a:t>
            </a:r>
            <a:r>
              <a:rPr lang="es-PE" sz="3200" b="1" noProof="0" dirty="0">
                <a:latin typeface="Aptos" panose="020B0004020202020204" pitchFamily="34" charset="0"/>
                <a:cs typeface="Arial"/>
              </a:rPr>
              <a:t>reducción dimensional </a:t>
            </a:r>
            <a:r>
              <a:rPr lang="es-PE" sz="3200" noProof="0" dirty="0">
                <a:latin typeface="Aptos" panose="020B0004020202020204" pitchFamily="34" charset="0"/>
                <a:cs typeface="Tahoma"/>
              </a:rPr>
              <a:t>funciona encontrando correlaciones entre las características, lo que implica  que existe información redundante, ya que alguna característica puede explicarse parcialmente con otras  (por ejemplo, puede existir dependencia lineal).</a:t>
            </a:r>
          </a:p>
          <a:p>
            <a:pPr marL="12700" marR="133985" algn="just">
              <a:lnSpc>
                <a:spcPct val="102200"/>
              </a:lnSpc>
              <a:spcBef>
                <a:spcPts val="2545"/>
              </a:spcBef>
            </a:pPr>
            <a:r>
              <a:rPr lang="es-PE" sz="3200" noProof="0" dirty="0">
                <a:latin typeface="Aptos" panose="020B0004020202020204" pitchFamily="34" charset="0"/>
                <a:cs typeface="Tahoma"/>
              </a:rPr>
              <a:t>Estas técnicas eliminan </a:t>
            </a:r>
            <a:r>
              <a:rPr lang="es-PE" sz="3200" i="1" noProof="0" dirty="0">
                <a:latin typeface="Aptos" panose="020B0004020202020204" pitchFamily="34" charset="0"/>
                <a:cs typeface="Calibri"/>
              </a:rPr>
              <a:t>ruido </a:t>
            </a:r>
            <a:r>
              <a:rPr lang="es-PE" sz="3200" noProof="0" dirty="0">
                <a:latin typeface="Aptos" panose="020B0004020202020204" pitchFamily="34" charset="0"/>
                <a:cs typeface="Tahoma"/>
              </a:rPr>
              <a:t>de los datos (que puede también empeorar el comportamiento del modelo),  y comprimen los datos en un </a:t>
            </a:r>
            <a:r>
              <a:rPr lang="es-PE" sz="3200" noProof="0" dirty="0" err="1">
                <a:latin typeface="Aptos" panose="020B0004020202020204" pitchFamily="34" charset="0"/>
                <a:cs typeface="Tahoma"/>
              </a:rPr>
              <a:t>sub-espacio</a:t>
            </a:r>
            <a:r>
              <a:rPr lang="es-PE" sz="3200" noProof="0" dirty="0">
                <a:latin typeface="Aptos" panose="020B0004020202020204" pitchFamily="34" charset="0"/>
                <a:cs typeface="Tahoma"/>
              </a:rPr>
              <a:t> más reducido, al tiempo que retienen la mayoría de la  información relevante</a:t>
            </a:r>
          </a:p>
        </p:txBody>
      </p:sp>
      <p:pic>
        <p:nvPicPr>
          <p:cNvPr id="4" name="object 4"/>
          <p:cNvPicPr/>
          <p:nvPr/>
        </p:nvPicPr>
        <p:blipFill>
          <a:blip r:embed="rId2" cstate="print"/>
          <a:stretch>
            <a:fillRect/>
          </a:stretch>
        </p:blipFill>
        <p:spPr>
          <a:xfrm>
            <a:off x="6546850" y="7331075"/>
            <a:ext cx="7449117" cy="3470845"/>
          </a:xfrm>
          <a:prstGeom prst="rect">
            <a:avLst/>
          </a:prstGeom>
        </p:spPr>
      </p:pic>
      <p:pic>
        <p:nvPicPr>
          <p:cNvPr id="5" name="Picture 2" descr="Manual de Indentidad Visual Corporativa Marca UNCP - UNCP">
            <a:extLst>
              <a:ext uri="{FF2B5EF4-FFF2-40B4-BE49-F238E27FC236}">
                <a16:creationId xmlns:a16="http://schemas.microsoft.com/office/drawing/2014/main" id="{A154D39A-DA2D-3D12-10AF-3BCCCE1D22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164585"/>
            <a:ext cx="17485360" cy="6496009"/>
          </a:xfrm>
          <a:prstGeom prst="rect">
            <a:avLst/>
          </a:prstGeom>
        </p:spPr>
        <p:txBody>
          <a:bodyPr vert="horz" wrap="square" lIns="0" tIns="12065" rIns="0" bIns="0" rtlCol="0">
            <a:spAutoFit/>
          </a:bodyPr>
          <a:lstStyle/>
          <a:p>
            <a:pPr marL="12700" algn="just">
              <a:lnSpc>
                <a:spcPct val="100000"/>
              </a:lnSpc>
              <a:spcBef>
                <a:spcPts val="95"/>
              </a:spcBef>
            </a:pPr>
            <a:r>
              <a:rPr lang="es-PE" sz="3300" noProof="0" dirty="0">
                <a:latin typeface="Aptos" panose="020B0004020202020204" pitchFamily="34" charset="0"/>
                <a:cs typeface="Tahoma"/>
              </a:rPr>
              <a:t>Esta arquitectura permite abordar el análisis de datos de forma no lineal.</a:t>
            </a:r>
          </a:p>
          <a:p>
            <a:pPr marL="12700" marR="5080" algn="just">
              <a:lnSpc>
                <a:spcPct val="100000"/>
              </a:lnSpc>
              <a:spcBef>
                <a:spcPts val="2810"/>
              </a:spcBef>
            </a:pPr>
            <a:r>
              <a:rPr lang="es-PE" sz="3300" noProof="0" dirty="0">
                <a:latin typeface="Aptos" panose="020B0004020202020204" pitchFamily="34" charset="0"/>
                <a:cs typeface="Tahoma"/>
              </a:rPr>
              <a:t>La primera capa de la red neuronal toma datos en bruto como entrada, los procesa, extrae información y  la trans</a:t>
            </a:r>
            <a:r>
              <a:rPr lang="es-PE" sz="3300" noProof="0" dirty="0">
                <a:latin typeface="Aptos" panose="020B0004020202020204" pitchFamily="34" charset="0"/>
                <a:cs typeface="Verdana"/>
              </a:rPr>
              <a:t>ﬁ</a:t>
            </a:r>
            <a:r>
              <a:rPr lang="es-PE" sz="3300" noProof="0" dirty="0">
                <a:latin typeface="Aptos" panose="020B0004020202020204" pitchFamily="34" charset="0"/>
                <a:cs typeface="Tahoma"/>
              </a:rPr>
              <a:t>ere a la siguiente capa como salida.</a:t>
            </a:r>
          </a:p>
          <a:p>
            <a:pPr marL="12700" marR="141605" algn="just">
              <a:lnSpc>
                <a:spcPct val="100000"/>
              </a:lnSpc>
              <a:spcBef>
                <a:spcPts val="2705"/>
              </a:spcBef>
            </a:pPr>
            <a:r>
              <a:rPr lang="es-PE" sz="3300" noProof="0" dirty="0">
                <a:latin typeface="Aptos" panose="020B0004020202020204" pitchFamily="34" charset="0"/>
                <a:cs typeface="Tahoma"/>
              </a:rPr>
              <a:t>Este proceso se repite en las siguientes capas, cada capa procesa la información proporcionada por la  capa anterior, y así sucesivamente hasta que los datos llegan a la capa final, que es donde se obtiene la  predicción.</a:t>
            </a:r>
          </a:p>
          <a:p>
            <a:pPr marL="12700" marR="5080" algn="just">
              <a:spcBef>
                <a:spcPts val="2810"/>
              </a:spcBef>
            </a:pPr>
            <a:r>
              <a:rPr lang="es-PE" sz="3300" dirty="0">
                <a:latin typeface="Aptos" panose="020B0004020202020204" pitchFamily="34" charset="0"/>
                <a:cs typeface="Tahoma"/>
              </a:rPr>
              <a:t>Esta predicción se compara con el resultado conocido, y así por análisis inverso el modelo es capaz  de aprender los factores que conducen a salidas adecuadas.</a:t>
            </a:r>
          </a:p>
          <a:p>
            <a:pPr marL="12700" marR="5080" algn="just">
              <a:spcBef>
                <a:spcPts val="2810"/>
              </a:spcBef>
            </a:pPr>
            <a:r>
              <a:rPr lang="es-PE" sz="3300" dirty="0">
                <a:latin typeface="Aptos" panose="020B0004020202020204" pitchFamily="34" charset="0"/>
                <a:cs typeface="Tahoma"/>
              </a:rPr>
              <a:t>Es uno de los principales algoritmos utilizados en la creación de aplicaciones y programas para  reconocimiento de imágenes.</a:t>
            </a:r>
          </a:p>
        </p:txBody>
      </p:sp>
      <p:sp>
        <p:nvSpPr>
          <p:cNvPr id="3" name="object 3"/>
          <p:cNvSpPr txBox="1">
            <a:spLocks noGrp="1"/>
          </p:cNvSpPr>
          <p:nvPr>
            <p:ph type="title"/>
          </p:nvPr>
        </p:nvSpPr>
        <p:spPr>
          <a:xfrm>
            <a:off x="1097213" y="1126532"/>
            <a:ext cx="12941300" cy="1282065"/>
          </a:xfrm>
          <a:prstGeom prst="rect">
            <a:avLst/>
          </a:prstGeom>
        </p:spPr>
        <p:txBody>
          <a:bodyPr vert="horz" wrap="square" lIns="0" tIns="12065" rIns="0" bIns="0" rtlCol="0">
            <a:spAutoFit/>
          </a:bodyPr>
          <a:lstStyle/>
          <a:p>
            <a:pPr marL="12700" algn="just">
              <a:spcBef>
                <a:spcPts val="95"/>
              </a:spcBef>
            </a:pPr>
            <a:r>
              <a:rPr lang="es-PE" sz="8250" dirty="0">
                <a:latin typeface="Aptos" panose="020B0004020202020204" pitchFamily="34" charset="0"/>
              </a:rPr>
              <a:t>APRENDIZAJE PROFUNDO</a:t>
            </a:r>
          </a:p>
        </p:txBody>
      </p:sp>
      <p:pic>
        <p:nvPicPr>
          <p:cNvPr id="4" name="Picture 2" descr="Manual de Indentidad Visual Corporativa Marca UNCP - UNCP">
            <a:extLst>
              <a:ext uri="{FF2B5EF4-FFF2-40B4-BE49-F238E27FC236}">
                <a16:creationId xmlns:a16="http://schemas.microsoft.com/office/drawing/2014/main" id="{8E46BD93-7535-B390-8D55-94A430B282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174637"/>
            <a:ext cx="15955644" cy="1027845"/>
          </a:xfrm>
          <a:prstGeom prst="rect">
            <a:avLst/>
          </a:prstGeom>
        </p:spPr>
        <p:txBody>
          <a:bodyPr vert="horz" wrap="square" lIns="0" tIns="12065" rIns="0" bIns="0" rtlCol="0">
            <a:spAutoFit/>
          </a:bodyPr>
          <a:lstStyle/>
          <a:p>
            <a:pPr marL="12700">
              <a:lnSpc>
                <a:spcPct val="100000"/>
              </a:lnSpc>
              <a:spcBef>
                <a:spcPts val="95"/>
              </a:spcBef>
            </a:pPr>
            <a:r>
              <a:rPr lang="es-PE" sz="3300" noProof="0" dirty="0">
                <a:latin typeface="Aptos" panose="020B0004020202020204" pitchFamily="34" charset="0"/>
                <a:cs typeface="Tahoma"/>
              </a:rPr>
              <a:t>Para tener buenos resultados, necesitamos muchos datos y en general son “caras" de entrenar.</a:t>
            </a:r>
          </a:p>
        </p:txBody>
      </p:sp>
      <p:sp>
        <p:nvSpPr>
          <p:cNvPr id="3" name="object 3"/>
          <p:cNvSpPr txBox="1"/>
          <p:nvPr/>
        </p:nvSpPr>
        <p:spPr>
          <a:xfrm>
            <a:off x="1097213" y="1126532"/>
            <a:ext cx="12941300" cy="1282065"/>
          </a:xfrm>
          <a:prstGeom prst="rect">
            <a:avLst/>
          </a:prstGeom>
        </p:spPr>
        <p:txBody>
          <a:bodyPr vert="horz" wrap="square" lIns="0" tIns="12065" rIns="0" bIns="0" rtlCol="0">
            <a:spAutoFit/>
          </a:bodyPr>
          <a:lstStyle>
            <a:lvl1pPr marL="12700" algn="just">
              <a:spcBef>
                <a:spcPts val="95"/>
              </a:spcBef>
              <a:defRPr sz="8250" b="1" i="0">
                <a:latin typeface="Aptos" panose="020B0004020202020204" pitchFamily="34" charset="0"/>
                <a:ea typeface="+mj-ea"/>
                <a:cs typeface="Arial"/>
              </a:defRPr>
            </a:lvl1pPr>
          </a:lstStyle>
          <a:p>
            <a:r>
              <a:rPr lang="es-PE" dirty="0"/>
              <a:t>APRENDIZAJE PROFUNDO</a:t>
            </a:r>
          </a:p>
        </p:txBody>
      </p:sp>
      <p:pic>
        <p:nvPicPr>
          <p:cNvPr id="4" name="object 4"/>
          <p:cNvPicPr/>
          <p:nvPr/>
        </p:nvPicPr>
        <p:blipFill>
          <a:blip r:embed="rId2" cstate="print"/>
          <a:stretch>
            <a:fillRect/>
          </a:stretch>
        </p:blipFill>
        <p:spPr>
          <a:xfrm>
            <a:off x="4722369" y="4284391"/>
            <a:ext cx="10722186" cy="6031230"/>
          </a:xfrm>
          <a:prstGeom prst="rect">
            <a:avLst/>
          </a:prstGeom>
        </p:spPr>
      </p:pic>
      <p:pic>
        <p:nvPicPr>
          <p:cNvPr id="7" name="Picture 2" descr="Manual de Indentidad Visual Corporativa Marca UNCP - UNCP">
            <a:extLst>
              <a:ext uri="{FF2B5EF4-FFF2-40B4-BE49-F238E27FC236}">
                <a16:creationId xmlns:a16="http://schemas.microsoft.com/office/drawing/2014/main" id="{C1FFFF84-6438-0124-D6ED-E94D5446BD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6361" y="6400089"/>
            <a:ext cx="9907905" cy="1696720"/>
          </a:xfrm>
          <a:prstGeom prst="rect">
            <a:avLst/>
          </a:prstGeom>
        </p:spPr>
        <p:txBody>
          <a:bodyPr vert="horz" wrap="square" lIns="0" tIns="14604" rIns="0" bIns="0" rtlCol="0">
            <a:spAutoFit/>
          </a:bodyPr>
          <a:lstStyle/>
          <a:p>
            <a:pPr marL="12700">
              <a:lnSpc>
                <a:spcPct val="100000"/>
              </a:lnSpc>
              <a:spcBef>
                <a:spcPts val="114"/>
              </a:spcBef>
            </a:pPr>
            <a:r>
              <a:rPr lang="es-PE" sz="10950" i="1" noProof="0" dirty="0">
                <a:latin typeface="Aptos" panose="020B0004020202020204" pitchFamily="34" charset="0"/>
              </a:rPr>
              <a:t>CICLO DE VIDA</a:t>
            </a:r>
            <a:endParaRPr lang="es-PE" sz="10950" noProof="0" dirty="0">
              <a:latin typeface="Aptos" panose="020B00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98571"/>
            <a:ext cx="17484090" cy="2043508"/>
          </a:xfrm>
          <a:prstGeom prst="rect">
            <a:avLst/>
          </a:prstGeom>
        </p:spPr>
        <p:txBody>
          <a:bodyPr vert="horz" wrap="square" lIns="0" tIns="12065" rIns="0" bIns="0" rtlCol="0">
            <a:spAutoFit/>
          </a:bodyPr>
          <a:lstStyle/>
          <a:p>
            <a:pPr marL="12700" algn="ctr" rtl="0">
              <a:spcBef>
                <a:spcPts val="95"/>
              </a:spcBef>
            </a:pPr>
            <a:r>
              <a:rPr lang="es-PE" sz="6600" kern="1200" dirty="0">
                <a:latin typeface="Aptos" panose="020B0004020202020204" pitchFamily="34" charset="0"/>
              </a:rPr>
              <a:t>CICLO DE VIDA DE UN PROYECTO DE APRENDIZAJE AUTOMÁTICO</a:t>
            </a:r>
          </a:p>
        </p:txBody>
      </p:sp>
      <p:grpSp>
        <p:nvGrpSpPr>
          <p:cNvPr id="4" name="object 4"/>
          <p:cNvGrpSpPr/>
          <p:nvPr/>
        </p:nvGrpSpPr>
        <p:grpSpPr>
          <a:xfrm>
            <a:off x="3346450" y="3278736"/>
            <a:ext cx="14593569" cy="7491730"/>
            <a:chOff x="4046250" y="2918531"/>
            <a:chExt cx="14593569" cy="7491730"/>
          </a:xfrm>
        </p:grpSpPr>
        <p:sp>
          <p:nvSpPr>
            <p:cNvPr id="5" name="object 5"/>
            <p:cNvSpPr/>
            <p:nvPr/>
          </p:nvSpPr>
          <p:spPr>
            <a:xfrm>
              <a:off x="6642151" y="2918531"/>
              <a:ext cx="11997690" cy="7491730"/>
            </a:xfrm>
            <a:custGeom>
              <a:avLst/>
              <a:gdLst/>
              <a:ahLst/>
              <a:cxnLst/>
              <a:rect l="l" t="t" r="r" b="b"/>
              <a:pathLst>
                <a:path w="11997690" h="7491730">
                  <a:moveTo>
                    <a:pt x="11997469" y="0"/>
                  </a:moveTo>
                  <a:lnTo>
                    <a:pt x="0" y="0"/>
                  </a:lnTo>
                  <a:lnTo>
                    <a:pt x="0" y="7491638"/>
                  </a:lnTo>
                  <a:lnTo>
                    <a:pt x="11997469" y="7491638"/>
                  </a:lnTo>
                  <a:lnTo>
                    <a:pt x="11997469" y="0"/>
                  </a:lnTo>
                  <a:close/>
                </a:path>
              </a:pathLst>
            </a:custGeom>
            <a:solidFill>
              <a:srgbClr val="BDD8FF"/>
            </a:solidFill>
          </p:spPr>
          <p:txBody>
            <a:bodyPr wrap="square" lIns="0" tIns="0" rIns="0" bIns="0" rtlCol="0"/>
            <a:lstStyle/>
            <a:p>
              <a:endParaRPr lang="es-PE" noProof="0" dirty="0"/>
            </a:p>
          </p:txBody>
        </p:sp>
        <p:sp>
          <p:nvSpPr>
            <p:cNvPr id="6" name="object 6"/>
            <p:cNvSpPr/>
            <p:nvPr/>
          </p:nvSpPr>
          <p:spPr>
            <a:xfrm>
              <a:off x="4046250" y="3651680"/>
              <a:ext cx="2092325" cy="1918970"/>
            </a:xfrm>
            <a:custGeom>
              <a:avLst/>
              <a:gdLst/>
              <a:ahLst/>
              <a:cxnLst/>
              <a:rect l="l" t="t" r="r" b="b"/>
              <a:pathLst>
                <a:path w="2092325" h="1918970">
                  <a:moveTo>
                    <a:pt x="1772539" y="0"/>
                  </a:moveTo>
                  <a:lnTo>
                    <a:pt x="319744" y="0"/>
                  </a:lnTo>
                  <a:lnTo>
                    <a:pt x="272494" y="3466"/>
                  </a:lnTo>
                  <a:lnTo>
                    <a:pt x="227398" y="13537"/>
                  </a:lnTo>
                  <a:lnTo>
                    <a:pt x="184948" y="29717"/>
                  </a:lnTo>
                  <a:lnTo>
                    <a:pt x="145640" y="51512"/>
                  </a:lnTo>
                  <a:lnTo>
                    <a:pt x="109968" y="78427"/>
                  </a:lnTo>
                  <a:lnTo>
                    <a:pt x="78428"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8" y="1808454"/>
                  </a:lnTo>
                  <a:lnTo>
                    <a:pt x="109968" y="1839994"/>
                  </a:lnTo>
                  <a:lnTo>
                    <a:pt x="145640" y="1866909"/>
                  </a:lnTo>
                  <a:lnTo>
                    <a:pt x="184948" y="1888704"/>
                  </a:lnTo>
                  <a:lnTo>
                    <a:pt x="227398" y="1904884"/>
                  </a:lnTo>
                  <a:lnTo>
                    <a:pt x="272494" y="1914955"/>
                  </a:lnTo>
                  <a:lnTo>
                    <a:pt x="319744" y="1918422"/>
                  </a:lnTo>
                  <a:lnTo>
                    <a:pt x="1772539" y="1918422"/>
                  </a:lnTo>
                  <a:lnTo>
                    <a:pt x="1819789" y="1914955"/>
                  </a:lnTo>
                  <a:lnTo>
                    <a:pt x="1864885" y="1904884"/>
                  </a:lnTo>
                  <a:lnTo>
                    <a:pt x="1907335" y="1888704"/>
                  </a:lnTo>
                  <a:lnTo>
                    <a:pt x="1946643" y="1866909"/>
                  </a:lnTo>
                  <a:lnTo>
                    <a:pt x="1982315" y="1839994"/>
                  </a:lnTo>
                  <a:lnTo>
                    <a:pt x="2013855" y="1808454"/>
                  </a:lnTo>
                  <a:lnTo>
                    <a:pt x="2040771" y="1772782"/>
                  </a:lnTo>
                  <a:lnTo>
                    <a:pt x="2062566" y="1733474"/>
                  </a:lnTo>
                  <a:lnTo>
                    <a:pt x="2078746" y="1691025"/>
                  </a:lnTo>
                  <a:lnTo>
                    <a:pt x="2088817" y="1645928"/>
                  </a:lnTo>
                  <a:lnTo>
                    <a:pt x="2092283" y="1598679"/>
                  </a:lnTo>
                  <a:lnTo>
                    <a:pt x="2092283" y="319743"/>
                  </a:lnTo>
                  <a:lnTo>
                    <a:pt x="2088817" y="272493"/>
                  </a:lnTo>
                  <a:lnTo>
                    <a:pt x="2078746" y="227397"/>
                  </a:lnTo>
                  <a:lnTo>
                    <a:pt x="2062566" y="184947"/>
                  </a:lnTo>
                  <a:lnTo>
                    <a:pt x="2040771" y="145639"/>
                  </a:lnTo>
                  <a:lnTo>
                    <a:pt x="2013855" y="109968"/>
                  </a:lnTo>
                  <a:lnTo>
                    <a:pt x="1982315" y="78427"/>
                  </a:lnTo>
                  <a:lnTo>
                    <a:pt x="1946643" y="51512"/>
                  </a:lnTo>
                  <a:lnTo>
                    <a:pt x="1907335" y="29717"/>
                  </a:lnTo>
                  <a:lnTo>
                    <a:pt x="1864885" y="13537"/>
                  </a:lnTo>
                  <a:lnTo>
                    <a:pt x="1819789" y="3466"/>
                  </a:lnTo>
                  <a:lnTo>
                    <a:pt x="1772539" y="0"/>
                  </a:lnTo>
                  <a:close/>
                </a:path>
              </a:pathLst>
            </a:custGeom>
            <a:solidFill>
              <a:srgbClr val="FF7D74"/>
            </a:solidFill>
          </p:spPr>
          <p:txBody>
            <a:bodyPr wrap="square" lIns="0" tIns="0" rIns="0" bIns="0" rtlCol="0"/>
            <a:lstStyle/>
            <a:p>
              <a:endParaRPr lang="es-PE" noProof="0" dirty="0"/>
            </a:p>
          </p:txBody>
        </p:sp>
      </p:grpSp>
      <p:sp>
        <p:nvSpPr>
          <p:cNvPr id="7" name="object 7"/>
          <p:cNvSpPr txBox="1"/>
          <p:nvPr/>
        </p:nvSpPr>
        <p:spPr>
          <a:xfrm>
            <a:off x="425814" y="4548424"/>
            <a:ext cx="2092325" cy="763029"/>
          </a:xfrm>
          <a:prstGeom prst="rect">
            <a:avLst/>
          </a:prstGeom>
        </p:spPr>
        <p:txBody>
          <a:bodyPr vert="horz" wrap="square" lIns="0" tIns="86360" rIns="0" bIns="0" rtlCol="0">
            <a:spAutoFit/>
          </a:bodyPr>
          <a:lstStyle/>
          <a:p>
            <a:pPr marL="309245" marR="5080" indent="-297180">
              <a:lnSpc>
                <a:spcPts val="2570"/>
              </a:lnSpc>
              <a:spcBef>
                <a:spcPts val="680"/>
              </a:spcBef>
            </a:pPr>
            <a:r>
              <a:rPr lang="es-PE" sz="2600" noProof="0" dirty="0">
                <a:latin typeface="Aptos" panose="020B0004020202020204" pitchFamily="34" charset="0"/>
                <a:cs typeface="Tahoma"/>
              </a:rPr>
              <a:t>Problema de negocio</a:t>
            </a:r>
          </a:p>
        </p:txBody>
      </p:sp>
      <p:sp>
        <p:nvSpPr>
          <p:cNvPr id="8" name="object 8"/>
          <p:cNvSpPr txBox="1"/>
          <p:nvPr/>
        </p:nvSpPr>
        <p:spPr>
          <a:xfrm>
            <a:off x="3534996" y="4553450"/>
            <a:ext cx="1715770" cy="757836"/>
          </a:xfrm>
          <a:prstGeom prst="rect">
            <a:avLst/>
          </a:prstGeom>
        </p:spPr>
        <p:txBody>
          <a:bodyPr vert="horz" wrap="square" lIns="0" tIns="88265" rIns="0" bIns="0" rtlCol="0">
            <a:spAutoFit/>
          </a:bodyPr>
          <a:lstStyle/>
          <a:p>
            <a:pPr marL="12700" marR="5080" indent="133985">
              <a:lnSpc>
                <a:spcPts val="2550"/>
              </a:lnSpc>
              <a:spcBef>
                <a:spcPts val="695"/>
              </a:spcBef>
            </a:pPr>
            <a:r>
              <a:rPr lang="es-PE" sz="2400" b="1" noProof="0" dirty="0">
                <a:solidFill>
                  <a:srgbClr val="404040"/>
                </a:solidFill>
                <a:latin typeface="Aptos" panose="020B0004020202020204" pitchFamily="34" charset="0"/>
                <a:cs typeface="Trebuchet MS"/>
              </a:rPr>
              <a:t>Definición  de objetivos</a:t>
            </a:r>
            <a:endParaRPr lang="es-PE" sz="2400" noProof="0" dirty="0">
              <a:latin typeface="Aptos" panose="020B0004020202020204" pitchFamily="34" charset="0"/>
              <a:cs typeface="Trebuchet MS"/>
            </a:endParaRPr>
          </a:p>
        </p:txBody>
      </p:sp>
      <p:sp>
        <p:nvSpPr>
          <p:cNvPr id="9" name="object 9"/>
          <p:cNvSpPr/>
          <p:nvPr/>
        </p:nvSpPr>
        <p:spPr>
          <a:xfrm>
            <a:off x="6487769" y="4012442"/>
            <a:ext cx="2092325" cy="1918970"/>
          </a:xfrm>
          <a:custGeom>
            <a:avLst/>
            <a:gdLst/>
            <a:ahLst/>
            <a:cxnLst/>
            <a:rect l="l" t="t" r="r" b="b"/>
            <a:pathLst>
              <a:path w="2092325" h="1918970">
                <a:moveTo>
                  <a:pt x="1772539" y="0"/>
                </a:moveTo>
                <a:lnTo>
                  <a:pt x="319743" y="0"/>
                </a:lnTo>
                <a:lnTo>
                  <a:pt x="272493" y="3466"/>
                </a:lnTo>
                <a:lnTo>
                  <a:pt x="227397" y="13537"/>
                </a:lnTo>
                <a:lnTo>
                  <a:pt x="184947" y="29717"/>
                </a:lnTo>
                <a:lnTo>
                  <a:pt x="145639" y="51512"/>
                </a:lnTo>
                <a:lnTo>
                  <a:pt x="109968" y="78427"/>
                </a:lnTo>
                <a:lnTo>
                  <a:pt x="78427"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7" y="1808454"/>
                </a:lnTo>
                <a:lnTo>
                  <a:pt x="109968" y="1839994"/>
                </a:lnTo>
                <a:lnTo>
                  <a:pt x="145639" y="1866909"/>
                </a:lnTo>
                <a:lnTo>
                  <a:pt x="184947" y="1888704"/>
                </a:lnTo>
                <a:lnTo>
                  <a:pt x="227397" y="1904884"/>
                </a:lnTo>
                <a:lnTo>
                  <a:pt x="272493" y="1914955"/>
                </a:lnTo>
                <a:lnTo>
                  <a:pt x="319743" y="1918422"/>
                </a:lnTo>
                <a:lnTo>
                  <a:pt x="1772539" y="1918422"/>
                </a:lnTo>
                <a:lnTo>
                  <a:pt x="1819789" y="1914955"/>
                </a:lnTo>
                <a:lnTo>
                  <a:pt x="1864885" y="1904884"/>
                </a:lnTo>
                <a:lnTo>
                  <a:pt x="1907335" y="1888704"/>
                </a:lnTo>
                <a:lnTo>
                  <a:pt x="1946643" y="1866909"/>
                </a:lnTo>
                <a:lnTo>
                  <a:pt x="1982314" y="1839994"/>
                </a:lnTo>
                <a:lnTo>
                  <a:pt x="2013855" y="1808454"/>
                </a:lnTo>
                <a:lnTo>
                  <a:pt x="2040770" y="1772782"/>
                </a:lnTo>
                <a:lnTo>
                  <a:pt x="2062565" y="1733474"/>
                </a:lnTo>
                <a:lnTo>
                  <a:pt x="2078745" y="1691025"/>
                </a:lnTo>
                <a:lnTo>
                  <a:pt x="2088816" y="1645928"/>
                </a:lnTo>
                <a:lnTo>
                  <a:pt x="2092282" y="1598679"/>
                </a:lnTo>
                <a:lnTo>
                  <a:pt x="2092282" y="319743"/>
                </a:lnTo>
                <a:lnTo>
                  <a:pt x="2088816" y="272493"/>
                </a:lnTo>
                <a:lnTo>
                  <a:pt x="2078745" y="227397"/>
                </a:lnTo>
                <a:lnTo>
                  <a:pt x="2062565" y="184947"/>
                </a:lnTo>
                <a:lnTo>
                  <a:pt x="2040770" y="145639"/>
                </a:lnTo>
                <a:lnTo>
                  <a:pt x="2013855" y="109968"/>
                </a:lnTo>
                <a:lnTo>
                  <a:pt x="1982314" y="78427"/>
                </a:lnTo>
                <a:lnTo>
                  <a:pt x="1946643" y="51512"/>
                </a:lnTo>
                <a:lnTo>
                  <a:pt x="1907335" y="29717"/>
                </a:lnTo>
                <a:lnTo>
                  <a:pt x="1864885" y="13537"/>
                </a:lnTo>
                <a:lnTo>
                  <a:pt x="1819789" y="3466"/>
                </a:lnTo>
                <a:lnTo>
                  <a:pt x="1772539"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10" name="object 10"/>
          <p:cNvSpPr txBox="1"/>
          <p:nvPr/>
        </p:nvSpPr>
        <p:spPr>
          <a:xfrm>
            <a:off x="6609552" y="4392617"/>
            <a:ext cx="1918498" cy="1091261"/>
          </a:xfrm>
          <a:prstGeom prst="rect">
            <a:avLst/>
          </a:prstGeom>
        </p:spPr>
        <p:txBody>
          <a:bodyPr vert="horz" wrap="square" lIns="0" tIns="88265" rIns="0" bIns="0" rtlCol="0">
            <a:spAutoFit/>
          </a:bodyPr>
          <a:lstStyle/>
          <a:p>
            <a:pPr marL="12700" marR="5080" algn="ctr">
              <a:lnSpc>
                <a:spcPts val="2550"/>
              </a:lnSpc>
              <a:spcBef>
                <a:spcPts val="695"/>
              </a:spcBef>
            </a:pPr>
            <a:r>
              <a:rPr lang="es-PE" sz="2400" b="1" noProof="0" dirty="0">
                <a:solidFill>
                  <a:srgbClr val="404040"/>
                </a:solidFill>
                <a:latin typeface="Aptos" panose="020B0004020202020204" pitchFamily="34" charset="0"/>
                <a:cs typeface="Trebuchet MS"/>
              </a:rPr>
              <a:t>Recolección  de datos y  preparación</a:t>
            </a:r>
            <a:endParaRPr lang="es-PE" sz="2400" noProof="0" dirty="0">
              <a:latin typeface="Aptos" panose="020B0004020202020204" pitchFamily="34" charset="0"/>
              <a:cs typeface="Trebuchet MS"/>
            </a:endParaRPr>
          </a:p>
        </p:txBody>
      </p:sp>
      <p:sp>
        <p:nvSpPr>
          <p:cNvPr id="11" name="object 11"/>
          <p:cNvSpPr/>
          <p:nvPr/>
        </p:nvSpPr>
        <p:spPr>
          <a:xfrm>
            <a:off x="9209303" y="4022123"/>
            <a:ext cx="2092325" cy="1918970"/>
          </a:xfrm>
          <a:custGeom>
            <a:avLst/>
            <a:gdLst/>
            <a:ahLst/>
            <a:cxnLst/>
            <a:rect l="l" t="t" r="r" b="b"/>
            <a:pathLst>
              <a:path w="2092325" h="1918970">
                <a:moveTo>
                  <a:pt x="1772540" y="0"/>
                </a:moveTo>
                <a:lnTo>
                  <a:pt x="319743" y="0"/>
                </a:lnTo>
                <a:lnTo>
                  <a:pt x="272493" y="3466"/>
                </a:lnTo>
                <a:lnTo>
                  <a:pt x="227397" y="13537"/>
                </a:lnTo>
                <a:lnTo>
                  <a:pt x="184947" y="29717"/>
                </a:lnTo>
                <a:lnTo>
                  <a:pt x="145639" y="51512"/>
                </a:lnTo>
                <a:lnTo>
                  <a:pt x="109968" y="78428"/>
                </a:lnTo>
                <a:lnTo>
                  <a:pt x="78427" y="109968"/>
                </a:lnTo>
                <a:lnTo>
                  <a:pt x="51512" y="145640"/>
                </a:lnTo>
                <a:lnTo>
                  <a:pt x="29717" y="184948"/>
                </a:lnTo>
                <a:lnTo>
                  <a:pt x="13537" y="227398"/>
                </a:lnTo>
                <a:lnTo>
                  <a:pt x="3466" y="272494"/>
                </a:lnTo>
                <a:lnTo>
                  <a:pt x="0" y="319744"/>
                </a:lnTo>
                <a:lnTo>
                  <a:pt x="0" y="1598679"/>
                </a:lnTo>
                <a:lnTo>
                  <a:pt x="3466" y="1645928"/>
                </a:lnTo>
                <a:lnTo>
                  <a:pt x="13537" y="1691025"/>
                </a:lnTo>
                <a:lnTo>
                  <a:pt x="29717" y="1733474"/>
                </a:lnTo>
                <a:lnTo>
                  <a:pt x="51512" y="1772782"/>
                </a:lnTo>
                <a:lnTo>
                  <a:pt x="78427" y="1808454"/>
                </a:lnTo>
                <a:lnTo>
                  <a:pt x="109968" y="1839995"/>
                </a:lnTo>
                <a:lnTo>
                  <a:pt x="145639" y="1866910"/>
                </a:lnTo>
                <a:lnTo>
                  <a:pt x="184947" y="1888705"/>
                </a:lnTo>
                <a:lnTo>
                  <a:pt x="227397" y="1904885"/>
                </a:lnTo>
                <a:lnTo>
                  <a:pt x="272493" y="1914956"/>
                </a:lnTo>
                <a:lnTo>
                  <a:pt x="319743" y="1918423"/>
                </a:lnTo>
                <a:lnTo>
                  <a:pt x="1772540" y="1918423"/>
                </a:lnTo>
                <a:lnTo>
                  <a:pt x="1819790" y="1914956"/>
                </a:lnTo>
                <a:lnTo>
                  <a:pt x="1864887" y="1904885"/>
                </a:lnTo>
                <a:lnTo>
                  <a:pt x="1907336" y="1888705"/>
                </a:lnTo>
                <a:lnTo>
                  <a:pt x="1946644" y="1866910"/>
                </a:lnTo>
                <a:lnTo>
                  <a:pt x="1982314" y="1839995"/>
                </a:lnTo>
                <a:lnTo>
                  <a:pt x="2013854" y="1808454"/>
                </a:lnTo>
                <a:lnTo>
                  <a:pt x="2040768" y="1772782"/>
                </a:lnTo>
                <a:lnTo>
                  <a:pt x="2062563" y="1733474"/>
                </a:lnTo>
                <a:lnTo>
                  <a:pt x="2078742" y="1691025"/>
                </a:lnTo>
                <a:lnTo>
                  <a:pt x="2088813" y="1645928"/>
                </a:lnTo>
                <a:lnTo>
                  <a:pt x="2092279" y="1598679"/>
                </a:lnTo>
                <a:lnTo>
                  <a:pt x="2092279" y="319744"/>
                </a:lnTo>
                <a:lnTo>
                  <a:pt x="2088813" y="272494"/>
                </a:lnTo>
                <a:lnTo>
                  <a:pt x="2078742" y="227398"/>
                </a:lnTo>
                <a:lnTo>
                  <a:pt x="2062563" y="184948"/>
                </a:lnTo>
                <a:lnTo>
                  <a:pt x="2040768" y="145640"/>
                </a:lnTo>
                <a:lnTo>
                  <a:pt x="2013854" y="109968"/>
                </a:lnTo>
                <a:lnTo>
                  <a:pt x="1982314" y="78428"/>
                </a:lnTo>
                <a:lnTo>
                  <a:pt x="1946644" y="51512"/>
                </a:lnTo>
                <a:lnTo>
                  <a:pt x="1907336" y="29717"/>
                </a:lnTo>
                <a:lnTo>
                  <a:pt x="1864887" y="13537"/>
                </a:lnTo>
                <a:lnTo>
                  <a:pt x="1819790" y="3466"/>
                </a:lnTo>
                <a:lnTo>
                  <a:pt x="1772540"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12" name="object 12"/>
          <p:cNvSpPr txBox="1"/>
          <p:nvPr/>
        </p:nvSpPr>
        <p:spPr>
          <a:xfrm>
            <a:off x="9405649" y="4563502"/>
            <a:ext cx="1703070" cy="757836"/>
          </a:xfrm>
          <a:prstGeom prst="rect">
            <a:avLst/>
          </a:prstGeom>
        </p:spPr>
        <p:txBody>
          <a:bodyPr vert="horz" wrap="square" lIns="0" tIns="88265" rIns="0" bIns="0" rtlCol="0">
            <a:spAutoFit/>
          </a:bodyPr>
          <a:lstStyle/>
          <a:p>
            <a:pPr marL="12700" marR="5080" indent="301625">
              <a:lnSpc>
                <a:spcPts val="2550"/>
              </a:lnSpc>
              <a:spcBef>
                <a:spcPts val="695"/>
              </a:spcBef>
            </a:pPr>
            <a:r>
              <a:rPr lang="es-PE" sz="2400" b="1" noProof="0" dirty="0" err="1">
                <a:solidFill>
                  <a:srgbClr val="404040"/>
                </a:solidFill>
                <a:latin typeface="Aptos" panose="020B0004020202020204" pitchFamily="34" charset="0"/>
                <a:cs typeface="Trebuchet MS"/>
              </a:rPr>
              <a:t>Feature</a:t>
            </a:r>
            <a:r>
              <a:rPr lang="es-PE" sz="2400" b="1" noProof="0" dirty="0">
                <a:solidFill>
                  <a:srgbClr val="404040"/>
                </a:solidFill>
                <a:latin typeface="Aptos" panose="020B0004020202020204" pitchFamily="34" charset="0"/>
                <a:cs typeface="Trebuchet MS"/>
              </a:rPr>
              <a:t>  </a:t>
            </a:r>
            <a:r>
              <a:rPr lang="es-PE" sz="2400" b="1" noProof="0" dirty="0" err="1">
                <a:solidFill>
                  <a:srgbClr val="404040"/>
                </a:solidFill>
                <a:latin typeface="Aptos" panose="020B0004020202020204" pitchFamily="34" charset="0"/>
                <a:cs typeface="Trebuchet MS"/>
              </a:rPr>
              <a:t>engineering</a:t>
            </a:r>
            <a:endParaRPr lang="es-PE" sz="2400" noProof="0" dirty="0">
              <a:latin typeface="Aptos" panose="020B0004020202020204" pitchFamily="34" charset="0"/>
              <a:cs typeface="Trebuchet MS"/>
            </a:endParaRPr>
          </a:p>
        </p:txBody>
      </p:sp>
      <p:sp>
        <p:nvSpPr>
          <p:cNvPr id="13" name="object 13"/>
          <p:cNvSpPr/>
          <p:nvPr/>
        </p:nvSpPr>
        <p:spPr>
          <a:xfrm>
            <a:off x="14674726" y="4035157"/>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14" name="object 14"/>
          <p:cNvSpPr txBox="1"/>
          <p:nvPr/>
        </p:nvSpPr>
        <p:spPr>
          <a:xfrm>
            <a:off x="14944320" y="4576067"/>
            <a:ext cx="1646929" cy="757836"/>
          </a:xfrm>
          <a:prstGeom prst="rect">
            <a:avLst/>
          </a:prstGeom>
        </p:spPr>
        <p:txBody>
          <a:bodyPr vert="horz" wrap="square" lIns="0" tIns="88265" rIns="0" bIns="0" rtlCol="0">
            <a:spAutoFit/>
          </a:bodyPr>
          <a:lstStyle/>
          <a:p>
            <a:pPr marL="12700" marR="5080" indent="4445">
              <a:lnSpc>
                <a:spcPts val="2550"/>
              </a:lnSpc>
              <a:spcBef>
                <a:spcPts val="695"/>
              </a:spcBef>
            </a:pPr>
            <a:r>
              <a:rPr lang="es-PE" sz="2400" b="1" noProof="0" dirty="0">
                <a:solidFill>
                  <a:srgbClr val="404040"/>
                </a:solidFill>
                <a:latin typeface="Aptos" panose="020B0004020202020204" pitchFamily="34" charset="0"/>
                <a:cs typeface="Trebuchet MS"/>
              </a:rPr>
              <a:t>Evaluación  del modelo</a:t>
            </a:r>
            <a:endParaRPr lang="es-PE" sz="2400" noProof="0" dirty="0">
              <a:latin typeface="Aptos" panose="020B0004020202020204" pitchFamily="34" charset="0"/>
              <a:cs typeface="Trebuchet MS"/>
            </a:endParaRPr>
          </a:p>
        </p:txBody>
      </p:sp>
      <p:sp>
        <p:nvSpPr>
          <p:cNvPr id="15" name="object 15"/>
          <p:cNvSpPr/>
          <p:nvPr/>
        </p:nvSpPr>
        <p:spPr>
          <a:xfrm>
            <a:off x="14674726" y="8223231"/>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16" name="object 16"/>
          <p:cNvSpPr txBox="1"/>
          <p:nvPr/>
        </p:nvSpPr>
        <p:spPr>
          <a:xfrm>
            <a:off x="14926646" y="8765259"/>
            <a:ext cx="1664604" cy="755976"/>
          </a:xfrm>
          <a:prstGeom prst="rect">
            <a:avLst/>
          </a:prstGeom>
        </p:spPr>
        <p:txBody>
          <a:bodyPr vert="horz" wrap="square" lIns="0" tIns="88265" rIns="0" bIns="0" rtlCol="0">
            <a:spAutoFit/>
          </a:bodyPr>
          <a:lstStyle/>
          <a:p>
            <a:pPr marL="29845" marR="5080" indent="-17780">
              <a:lnSpc>
                <a:spcPts val="2550"/>
              </a:lnSpc>
              <a:spcBef>
                <a:spcPts val="695"/>
              </a:spcBef>
            </a:pPr>
            <a:r>
              <a:rPr lang="es-PE" sz="2200" b="1" noProof="0" dirty="0">
                <a:solidFill>
                  <a:srgbClr val="404040"/>
                </a:solidFill>
                <a:latin typeface="Aptos" panose="020B0004020202020204" pitchFamily="34" charset="0"/>
                <a:cs typeface="Trebuchet MS"/>
              </a:rPr>
              <a:t>Despliegue  del modelo</a:t>
            </a:r>
            <a:endParaRPr lang="es-PE" sz="2200" noProof="0" dirty="0">
              <a:latin typeface="Aptos" panose="020B0004020202020204" pitchFamily="34" charset="0"/>
              <a:cs typeface="Trebuchet MS"/>
            </a:endParaRPr>
          </a:p>
        </p:txBody>
      </p:sp>
      <p:sp>
        <p:nvSpPr>
          <p:cNvPr id="17" name="object 17"/>
          <p:cNvSpPr/>
          <p:nvPr/>
        </p:nvSpPr>
        <p:spPr>
          <a:xfrm>
            <a:off x="11942014" y="8223231"/>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18" name="object 18"/>
          <p:cNvSpPr txBox="1"/>
          <p:nvPr/>
        </p:nvSpPr>
        <p:spPr>
          <a:xfrm>
            <a:off x="12162626" y="8765259"/>
            <a:ext cx="1653539" cy="755976"/>
          </a:xfrm>
          <a:prstGeom prst="rect">
            <a:avLst/>
          </a:prstGeom>
        </p:spPr>
        <p:txBody>
          <a:bodyPr vert="horz" wrap="square" lIns="0" tIns="88265" rIns="0" bIns="0" rtlCol="0">
            <a:spAutoFit/>
          </a:bodyPr>
          <a:lstStyle/>
          <a:p>
            <a:pPr marL="303530" marR="5080" indent="-291465">
              <a:lnSpc>
                <a:spcPts val="2550"/>
              </a:lnSpc>
              <a:spcBef>
                <a:spcPts val="695"/>
              </a:spcBef>
            </a:pPr>
            <a:r>
              <a:rPr lang="es-PE" sz="2200" b="1" noProof="0" dirty="0">
                <a:solidFill>
                  <a:srgbClr val="404040"/>
                </a:solidFill>
                <a:latin typeface="Aptos" panose="020B0004020202020204" pitchFamily="34" charset="0"/>
                <a:cs typeface="Trebuchet MS"/>
              </a:rPr>
              <a:t>Servicio del  modelo</a:t>
            </a:r>
            <a:endParaRPr lang="es-PE" sz="2200" noProof="0" dirty="0">
              <a:latin typeface="Aptos" panose="020B0004020202020204" pitchFamily="34" charset="0"/>
              <a:cs typeface="Trebuchet MS"/>
            </a:endParaRPr>
          </a:p>
        </p:txBody>
      </p:sp>
      <p:sp>
        <p:nvSpPr>
          <p:cNvPr id="19" name="object 19"/>
          <p:cNvSpPr/>
          <p:nvPr/>
        </p:nvSpPr>
        <p:spPr>
          <a:xfrm>
            <a:off x="9209303" y="8223231"/>
            <a:ext cx="2092325" cy="1918970"/>
          </a:xfrm>
          <a:custGeom>
            <a:avLst/>
            <a:gdLst/>
            <a:ahLst/>
            <a:cxnLst/>
            <a:rect l="l" t="t" r="r" b="b"/>
            <a:pathLst>
              <a:path w="2092325" h="1918970">
                <a:moveTo>
                  <a:pt x="1772540" y="0"/>
                </a:moveTo>
                <a:lnTo>
                  <a:pt x="319743" y="0"/>
                </a:lnTo>
                <a:lnTo>
                  <a:pt x="272493" y="3466"/>
                </a:lnTo>
                <a:lnTo>
                  <a:pt x="227397" y="13537"/>
                </a:lnTo>
                <a:lnTo>
                  <a:pt x="184947" y="29717"/>
                </a:lnTo>
                <a:lnTo>
                  <a:pt x="145639" y="51512"/>
                </a:lnTo>
                <a:lnTo>
                  <a:pt x="109968" y="78427"/>
                </a:lnTo>
                <a:lnTo>
                  <a:pt x="78427"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7" y="1808454"/>
                </a:lnTo>
                <a:lnTo>
                  <a:pt x="109968" y="1839994"/>
                </a:lnTo>
                <a:lnTo>
                  <a:pt x="145639" y="1866909"/>
                </a:lnTo>
                <a:lnTo>
                  <a:pt x="184947" y="1888704"/>
                </a:lnTo>
                <a:lnTo>
                  <a:pt x="227397" y="1904884"/>
                </a:lnTo>
                <a:lnTo>
                  <a:pt x="272493" y="1914955"/>
                </a:lnTo>
                <a:lnTo>
                  <a:pt x="319743" y="1918422"/>
                </a:lnTo>
                <a:lnTo>
                  <a:pt x="1772540" y="1918422"/>
                </a:lnTo>
                <a:lnTo>
                  <a:pt x="1819790" y="1914955"/>
                </a:lnTo>
                <a:lnTo>
                  <a:pt x="1864887" y="1904884"/>
                </a:lnTo>
                <a:lnTo>
                  <a:pt x="1907336" y="1888704"/>
                </a:lnTo>
                <a:lnTo>
                  <a:pt x="1946644" y="1866909"/>
                </a:lnTo>
                <a:lnTo>
                  <a:pt x="1982314" y="1839994"/>
                </a:lnTo>
                <a:lnTo>
                  <a:pt x="2013854" y="1808454"/>
                </a:lnTo>
                <a:lnTo>
                  <a:pt x="2040768" y="1772782"/>
                </a:lnTo>
                <a:lnTo>
                  <a:pt x="2062563" y="1733474"/>
                </a:lnTo>
                <a:lnTo>
                  <a:pt x="2078742" y="1691025"/>
                </a:lnTo>
                <a:lnTo>
                  <a:pt x="2088813" y="1645928"/>
                </a:lnTo>
                <a:lnTo>
                  <a:pt x="2092279" y="1598679"/>
                </a:lnTo>
                <a:lnTo>
                  <a:pt x="2092279" y="319743"/>
                </a:lnTo>
                <a:lnTo>
                  <a:pt x="2088813" y="272493"/>
                </a:lnTo>
                <a:lnTo>
                  <a:pt x="2078742" y="227397"/>
                </a:lnTo>
                <a:lnTo>
                  <a:pt x="2062563" y="184947"/>
                </a:lnTo>
                <a:lnTo>
                  <a:pt x="2040768" y="145639"/>
                </a:lnTo>
                <a:lnTo>
                  <a:pt x="2013854" y="109968"/>
                </a:lnTo>
                <a:lnTo>
                  <a:pt x="1982314" y="78427"/>
                </a:lnTo>
                <a:lnTo>
                  <a:pt x="1946644" y="51512"/>
                </a:lnTo>
                <a:lnTo>
                  <a:pt x="1907336" y="29717"/>
                </a:lnTo>
                <a:lnTo>
                  <a:pt x="1864887" y="13537"/>
                </a:lnTo>
                <a:lnTo>
                  <a:pt x="1819790" y="3466"/>
                </a:lnTo>
                <a:lnTo>
                  <a:pt x="1772540" y="0"/>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20" name="object 20"/>
          <p:cNvSpPr txBox="1"/>
          <p:nvPr/>
        </p:nvSpPr>
        <p:spPr>
          <a:xfrm>
            <a:off x="9478893" y="8765259"/>
            <a:ext cx="1553210" cy="755976"/>
          </a:xfrm>
          <a:prstGeom prst="rect">
            <a:avLst/>
          </a:prstGeom>
        </p:spPr>
        <p:txBody>
          <a:bodyPr vert="horz" wrap="square" lIns="0" tIns="88265" rIns="0" bIns="0" rtlCol="0">
            <a:spAutoFit/>
          </a:bodyPr>
          <a:lstStyle/>
          <a:p>
            <a:pPr marL="12700" marR="5080" indent="43180">
              <a:lnSpc>
                <a:spcPts val="2550"/>
              </a:lnSpc>
              <a:spcBef>
                <a:spcPts val="695"/>
              </a:spcBef>
            </a:pPr>
            <a:r>
              <a:rPr lang="es-PE" sz="2200" b="1" noProof="0" dirty="0">
                <a:solidFill>
                  <a:srgbClr val="404040"/>
                </a:solidFill>
                <a:latin typeface="Aptos" panose="020B0004020202020204" pitchFamily="34" charset="0"/>
                <a:cs typeface="Trebuchet MS"/>
              </a:rPr>
              <a:t>Monitoreo  del modelo</a:t>
            </a:r>
            <a:endParaRPr lang="es-PE" sz="2200" noProof="0" dirty="0">
              <a:latin typeface="Aptos" panose="020B0004020202020204" pitchFamily="34" charset="0"/>
              <a:cs typeface="Trebuchet MS"/>
            </a:endParaRPr>
          </a:p>
        </p:txBody>
      </p:sp>
      <p:sp>
        <p:nvSpPr>
          <p:cNvPr id="21" name="object 21"/>
          <p:cNvSpPr/>
          <p:nvPr/>
        </p:nvSpPr>
        <p:spPr>
          <a:xfrm>
            <a:off x="6487769" y="8223231"/>
            <a:ext cx="2092325" cy="1918970"/>
          </a:xfrm>
          <a:custGeom>
            <a:avLst/>
            <a:gdLst/>
            <a:ahLst/>
            <a:cxnLst/>
            <a:rect l="l" t="t" r="r" b="b"/>
            <a:pathLst>
              <a:path w="2092325" h="1918970">
                <a:moveTo>
                  <a:pt x="1772539" y="0"/>
                </a:moveTo>
                <a:lnTo>
                  <a:pt x="319743" y="0"/>
                </a:lnTo>
                <a:lnTo>
                  <a:pt x="272493" y="3466"/>
                </a:lnTo>
                <a:lnTo>
                  <a:pt x="227397" y="13537"/>
                </a:lnTo>
                <a:lnTo>
                  <a:pt x="184947" y="29717"/>
                </a:lnTo>
                <a:lnTo>
                  <a:pt x="145639" y="51512"/>
                </a:lnTo>
                <a:lnTo>
                  <a:pt x="109968" y="78427"/>
                </a:lnTo>
                <a:lnTo>
                  <a:pt x="78427"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7" y="1808454"/>
                </a:lnTo>
                <a:lnTo>
                  <a:pt x="109968" y="1839994"/>
                </a:lnTo>
                <a:lnTo>
                  <a:pt x="145639" y="1866909"/>
                </a:lnTo>
                <a:lnTo>
                  <a:pt x="184947" y="1888704"/>
                </a:lnTo>
                <a:lnTo>
                  <a:pt x="227397" y="1904884"/>
                </a:lnTo>
                <a:lnTo>
                  <a:pt x="272493" y="1914955"/>
                </a:lnTo>
                <a:lnTo>
                  <a:pt x="319743" y="1918422"/>
                </a:lnTo>
                <a:lnTo>
                  <a:pt x="1772539" y="1918422"/>
                </a:lnTo>
                <a:lnTo>
                  <a:pt x="1819789" y="1914955"/>
                </a:lnTo>
                <a:lnTo>
                  <a:pt x="1864885" y="1904884"/>
                </a:lnTo>
                <a:lnTo>
                  <a:pt x="1907335" y="1888704"/>
                </a:lnTo>
                <a:lnTo>
                  <a:pt x="1946643" y="1866909"/>
                </a:lnTo>
                <a:lnTo>
                  <a:pt x="1982314" y="1839994"/>
                </a:lnTo>
                <a:lnTo>
                  <a:pt x="2013855" y="1808454"/>
                </a:lnTo>
                <a:lnTo>
                  <a:pt x="2040770" y="1772782"/>
                </a:lnTo>
                <a:lnTo>
                  <a:pt x="2062565" y="1733474"/>
                </a:lnTo>
                <a:lnTo>
                  <a:pt x="2078745" y="1691025"/>
                </a:lnTo>
                <a:lnTo>
                  <a:pt x="2088816" y="1645928"/>
                </a:lnTo>
                <a:lnTo>
                  <a:pt x="2092282" y="1598679"/>
                </a:lnTo>
                <a:lnTo>
                  <a:pt x="2092282" y="319743"/>
                </a:lnTo>
                <a:lnTo>
                  <a:pt x="2088816" y="272493"/>
                </a:lnTo>
                <a:lnTo>
                  <a:pt x="2078745" y="227397"/>
                </a:lnTo>
                <a:lnTo>
                  <a:pt x="2062565" y="184947"/>
                </a:lnTo>
                <a:lnTo>
                  <a:pt x="2040770" y="145639"/>
                </a:lnTo>
                <a:lnTo>
                  <a:pt x="2013855" y="109968"/>
                </a:lnTo>
                <a:lnTo>
                  <a:pt x="1982314" y="78427"/>
                </a:lnTo>
                <a:lnTo>
                  <a:pt x="1946643" y="51512"/>
                </a:lnTo>
                <a:lnTo>
                  <a:pt x="1907335" y="29717"/>
                </a:lnTo>
                <a:lnTo>
                  <a:pt x="1864885" y="13537"/>
                </a:lnTo>
                <a:lnTo>
                  <a:pt x="1819789" y="3466"/>
                </a:lnTo>
                <a:lnTo>
                  <a:pt x="1772539" y="0"/>
                </a:lnTo>
                <a:close/>
              </a:path>
            </a:pathLst>
          </a:custGeom>
          <a:solidFill>
            <a:srgbClr val="FF80E9"/>
          </a:solidFill>
        </p:spPr>
        <p:txBody>
          <a:bodyPr wrap="square" lIns="0" tIns="0" rIns="0" bIns="0" rtlCol="0"/>
          <a:lstStyle/>
          <a:p>
            <a:endParaRPr lang="es-PE" noProof="0" dirty="0">
              <a:latin typeface="Aptos" panose="020B0004020202020204" pitchFamily="34" charset="0"/>
            </a:endParaRPr>
          </a:p>
        </p:txBody>
      </p:sp>
      <p:sp>
        <p:nvSpPr>
          <p:cNvPr id="22" name="object 22"/>
          <p:cNvSpPr txBox="1"/>
          <p:nvPr/>
        </p:nvSpPr>
        <p:spPr>
          <a:xfrm>
            <a:off x="6564102" y="8865775"/>
            <a:ext cx="2023497" cy="578300"/>
          </a:xfrm>
          <a:prstGeom prst="rect">
            <a:avLst/>
          </a:prstGeom>
        </p:spPr>
        <p:txBody>
          <a:bodyPr vert="horz" wrap="square" lIns="0" tIns="73025" rIns="0" bIns="0" rtlCol="0">
            <a:spAutoFit/>
          </a:bodyPr>
          <a:lstStyle/>
          <a:p>
            <a:pPr marL="229235" marR="5080" indent="-217170">
              <a:lnSpc>
                <a:spcPts val="1880"/>
              </a:lnSpc>
              <a:spcBef>
                <a:spcPts val="575"/>
              </a:spcBef>
            </a:pPr>
            <a:r>
              <a:rPr lang="es-PE" sz="2200" b="1" noProof="0" dirty="0">
                <a:solidFill>
                  <a:srgbClr val="404040"/>
                </a:solidFill>
                <a:latin typeface="Aptos" panose="020B0004020202020204" pitchFamily="34" charset="0"/>
                <a:cs typeface="Trebuchet MS"/>
              </a:rPr>
              <a:t>Mantenimiento  del modelo</a:t>
            </a:r>
            <a:endParaRPr lang="es-PE" sz="2200" noProof="0" dirty="0">
              <a:latin typeface="Aptos" panose="020B0004020202020204" pitchFamily="34" charset="0"/>
              <a:cs typeface="Trebuchet MS"/>
            </a:endParaRPr>
          </a:p>
        </p:txBody>
      </p:sp>
      <p:sp>
        <p:nvSpPr>
          <p:cNvPr id="23" name="object 23"/>
          <p:cNvSpPr/>
          <p:nvPr/>
        </p:nvSpPr>
        <p:spPr>
          <a:xfrm>
            <a:off x="11942014" y="4035157"/>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24" name="object 24"/>
          <p:cNvSpPr txBox="1"/>
          <p:nvPr/>
        </p:nvSpPr>
        <p:spPr>
          <a:xfrm>
            <a:off x="12109450" y="4677425"/>
            <a:ext cx="1765041" cy="566822"/>
          </a:xfrm>
          <a:prstGeom prst="rect">
            <a:avLst/>
          </a:prstGeom>
        </p:spPr>
        <p:txBody>
          <a:bodyPr vert="horz" wrap="square" lIns="0" tIns="70485" rIns="0" bIns="0" rtlCol="0">
            <a:spAutoFit/>
          </a:bodyPr>
          <a:lstStyle/>
          <a:p>
            <a:pPr marL="210820" marR="5080" indent="-198755">
              <a:lnSpc>
                <a:spcPts val="1900"/>
              </a:lnSpc>
              <a:spcBef>
                <a:spcPts val="555"/>
              </a:spcBef>
            </a:pPr>
            <a:r>
              <a:rPr lang="es-PE" sz="1950" b="1" noProof="0" dirty="0">
                <a:solidFill>
                  <a:srgbClr val="404040"/>
                </a:solidFill>
                <a:latin typeface="Aptos" panose="020B0004020202020204" pitchFamily="34" charset="0"/>
                <a:cs typeface="Trebuchet MS"/>
              </a:rPr>
              <a:t>Entrenamiento  del modelo</a:t>
            </a:r>
            <a:endParaRPr lang="es-PE" sz="1950" noProof="0" dirty="0">
              <a:latin typeface="Aptos" panose="020B0004020202020204" pitchFamily="34" charset="0"/>
              <a:cs typeface="Trebuchet MS"/>
            </a:endParaRPr>
          </a:p>
        </p:txBody>
      </p:sp>
      <p:grpSp>
        <p:nvGrpSpPr>
          <p:cNvPr id="25" name="object 25"/>
          <p:cNvGrpSpPr/>
          <p:nvPr/>
        </p:nvGrpSpPr>
        <p:grpSpPr>
          <a:xfrm>
            <a:off x="2717200" y="4900418"/>
            <a:ext cx="14751050" cy="4352925"/>
            <a:chOff x="3417000" y="4540213"/>
            <a:chExt cx="14751050" cy="4352925"/>
          </a:xfrm>
        </p:grpSpPr>
        <p:sp>
          <p:nvSpPr>
            <p:cNvPr id="26" name="object 26"/>
            <p:cNvSpPr/>
            <p:nvPr/>
          </p:nvSpPr>
          <p:spPr>
            <a:xfrm>
              <a:off x="3416998" y="4540217"/>
              <a:ext cx="14751050" cy="4352925"/>
            </a:xfrm>
            <a:custGeom>
              <a:avLst/>
              <a:gdLst/>
              <a:ahLst/>
              <a:cxnLst/>
              <a:rect l="l" t="t" r="r" b="b"/>
              <a:pathLst>
                <a:path w="14751050" h="4352925">
                  <a:moveTo>
                    <a:pt x="629246" y="70675"/>
                  </a:moveTo>
                  <a:lnTo>
                    <a:pt x="487883" y="0"/>
                  </a:lnTo>
                  <a:lnTo>
                    <a:pt x="487883" y="47117"/>
                  </a:lnTo>
                  <a:lnTo>
                    <a:pt x="0" y="47117"/>
                  </a:lnTo>
                  <a:lnTo>
                    <a:pt x="0" y="94234"/>
                  </a:lnTo>
                  <a:lnTo>
                    <a:pt x="487883" y="94234"/>
                  </a:lnTo>
                  <a:lnTo>
                    <a:pt x="487883" y="141363"/>
                  </a:lnTo>
                  <a:lnTo>
                    <a:pt x="582129" y="94234"/>
                  </a:lnTo>
                  <a:lnTo>
                    <a:pt x="629246" y="70675"/>
                  </a:lnTo>
                  <a:close/>
                </a:path>
                <a:path w="14751050" h="4352925">
                  <a:moveTo>
                    <a:pt x="3770566" y="71234"/>
                  </a:moveTo>
                  <a:lnTo>
                    <a:pt x="3629241" y="482"/>
                  </a:lnTo>
                  <a:lnTo>
                    <a:pt x="3629215" y="47599"/>
                  </a:lnTo>
                  <a:lnTo>
                    <a:pt x="2721546" y="47117"/>
                  </a:lnTo>
                  <a:lnTo>
                    <a:pt x="2721521" y="94234"/>
                  </a:lnTo>
                  <a:lnTo>
                    <a:pt x="3629190" y="94716"/>
                  </a:lnTo>
                  <a:lnTo>
                    <a:pt x="3629164" y="141846"/>
                  </a:lnTo>
                  <a:lnTo>
                    <a:pt x="3723513" y="94729"/>
                  </a:lnTo>
                  <a:lnTo>
                    <a:pt x="3770566" y="71234"/>
                  </a:lnTo>
                  <a:close/>
                </a:path>
                <a:path w="14751050" h="4352925">
                  <a:moveTo>
                    <a:pt x="6446888" y="102666"/>
                  </a:moveTo>
                  <a:lnTo>
                    <a:pt x="6373952" y="102666"/>
                  </a:lnTo>
                  <a:lnTo>
                    <a:pt x="6350394" y="102666"/>
                  </a:lnTo>
                  <a:lnTo>
                    <a:pt x="6349670" y="149415"/>
                  </a:lnTo>
                  <a:lnTo>
                    <a:pt x="6446888" y="102666"/>
                  </a:lnTo>
                  <a:close/>
                </a:path>
                <a:path w="14751050" h="4352925">
                  <a:moveTo>
                    <a:pt x="6492100" y="4258462"/>
                  </a:moveTo>
                  <a:lnTo>
                    <a:pt x="6004204" y="4258475"/>
                  </a:lnTo>
                  <a:lnTo>
                    <a:pt x="6004204" y="4211345"/>
                  </a:lnTo>
                  <a:lnTo>
                    <a:pt x="5862840" y="4282033"/>
                  </a:lnTo>
                  <a:lnTo>
                    <a:pt x="6004204" y="4352709"/>
                  </a:lnTo>
                  <a:lnTo>
                    <a:pt x="6004204" y="4305592"/>
                  </a:lnTo>
                  <a:lnTo>
                    <a:pt x="6492100" y="4305592"/>
                  </a:lnTo>
                  <a:lnTo>
                    <a:pt x="6492100" y="4258462"/>
                  </a:lnTo>
                  <a:close/>
                </a:path>
                <a:path w="14751050" h="4352925">
                  <a:moveTo>
                    <a:pt x="6492100" y="80924"/>
                  </a:moveTo>
                  <a:lnTo>
                    <a:pt x="6351841" y="8077"/>
                  </a:lnTo>
                  <a:lnTo>
                    <a:pt x="6351117" y="55194"/>
                  </a:lnTo>
                  <a:lnTo>
                    <a:pt x="5863209" y="47675"/>
                  </a:lnTo>
                  <a:lnTo>
                    <a:pt x="5862485" y="94792"/>
                  </a:lnTo>
                  <a:lnTo>
                    <a:pt x="6350394" y="102298"/>
                  </a:lnTo>
                  <a:lnTo>
                    <a:pt x="6373952" y="102298"/>
                  </a:lnTo>
                  <a:lnTo>
                    <a:pt x="6447637" y="102298"/>
                  </a:lnTo>
                  <a:lnTo>
                    <a:pt x="6492100" y="80924"/>
                  </a:lnTo>
                  <a:close/>
                </a:path>
                <a:path w="14751050" h="4352925">
                  <a:moveTo>
                    <a:pt x="9180246" y="115112"/>
                  </a:moveTo>
                  <a:lnTo>
                    <a:pt x="9106560" y="115112"/>
                  </a:lnTo>
                  <a:lnTo>
                    <a:pt x="9083002" y="115112"/>
                  </a:lnTo>
                  <a:lnTo>
                    <a:pt x="9082049" y="161734"/>
                  </a:lnTo>
                  <a:lnTo>
                    <a:pt x="9180246" y="115112"/>
                  </a:lnTo>
                  <a:close/>
                </a:path>
                <a:path w="14751050" h="4352925">
                  <a:moveTo>
                    <a:pt x="9224810" y="4258462"/>
                  </a:moveTo>
                  <a:lnTo>
                    <a:pt x="8725738" y="4258475"/>
                  </a:lnTo>
                  <a:lnTo>
                    <a:pt x="8725738" y="4211345"/>
                  </a:lnTo>
                  <a:lnTo>
                    <a:pt x="8584374" y="4282033"/>
                  </a:lnTo>
                  <a:lnTo>
                    <a:pt x="8725738" y="4352709"/>
                  </a:lnTo>
                  <a:lnTo>
                    <a:pt x="8725738" y="4305592"/>
                  </a:lnTo>
                  <a:lnTo>
                    <a:pt x="9224810" y="4305592"/>
                  </a:lnTo>
                  <a:lnTo>
                    <a:pt x="9224810" y="4258462"/>
                  </a:lnTo>
                  <a:close/>
                </a:path>
                <a:path w="14751050" h="4352925">
                  <a:moveTo>
                    <a:pt x="9224810" y="93954"/>
                  </a:moveTo>
                  <a:lnTo>
                    <a:pt x="9084920" y="20408"/>
                  </a:lnTo>
                  <a:lnTo>
                    <a:pt x="9083967" y="67525"/>
                  </a:lnTo>
                  <a:lnTo>
                    <a:pt x="8584857" y="57365"/>
                  </a:lnTo>
                  <a:lnTo>
                    <a:pt x="8583905" y="104470"/>
                  </a:lnTo>
                  <a:lnTo>
                    <a:pt x="9083002" y="114630"/>
                  </a:lnTo>
                  <a:lnTo>
                    <a:pt x="9106560" y="114630"/>
                  </a:lnTo>
                  <a:lnTo>
                    <a:pt x="9181262" y="114630"/>
                  </a:lnTo>
                  <a:lnTo>
                    <a:pt x="9224810" y="93954"/>
                  </a:lnTo>
                  <a:close/>
                </a:path>
                <a:path w="14751050" h="4352925">
                  <a:moveTo>
                    <a:pt x="11957520" y="4258462"/>
                  </a:moveTo>
                  <a:lnTo>
                    <a:pt x="11458448" y="4258475"/>
                  </a:lnTo>
                  <a:lnTo>
                    <a:pt x="11458448" y="4211345"/>
                  </a:lnTo>
                  <a:lnTo>
                    <a:pt x="11317097" y="4282033"/>
                  </a:lnTo>
                  <a:lnTo>
                    <a:pt x="11458448" y="4352709"/>
                  </a:lnTo>
                  <a:lnTo>
                    <a:pt x="11458448" y="4305592"/>
                  </a:lnTo>
                  <a:lnTo>
                    <a:pt x="11957520" y="4305592"/>
                  </a:lnTo>
                  <a:lnTo>
                    <a:pt x="11957520" y="4258462"/>
                  </a:lnTo>
                  <a:close/>
                </a:path>
                <a:path w="14751050" h="4352925">
                  <a:moveTo>
                    <a:pt x="11957520" y="93954"/>
                  </a:moveTo>
                  <a:lnTo>
                    <a:pt x="11816169" y="23279"/>
                  </a:lnTo>
                  <a:lnTo>
                    <a:pt x="11816169" y="70396"/>
                  </a:lnTo>
                  <a:lnTo>
                    <a:pt x="11317097" y="70396"/>
                  </a:lnTo>
                  <a:lnTo>
                    <a:pt x="11317097" y="117513"/>
                  </a:lnTo>
                  <a:lnTo>
                    <a:pt x="11816169" y="117513"/>
                  </a:lnTo>
                  <a:lnTo>
                    <a:pt x="11816169" y="164630"/>
                  </a:lnTo>
                  <a:lnTo>
                    <a:pt x="11910403" y="117513"/>
                  </a:lnTo>
                  <a:lnTo>
                    <a:pt x="11957520" y="93954"/>
                  </a:lnTo>
                  <a:close/>
                </a:path>
                <a:path w="14751050" h="4352925">
                  <a:moveTo>
                    <a:pt x="14750682" y="2187752"/>
                  </a:moveTo>
                  <a:lnTo>
                    <a:pt x="14749704" y="2089162"/>
                  </a:lnTo>
                  <a:lnTo>
                    <a:pt x="14746783" y="1990775"/>
                  </a:lnTo>
                  <a:lnTo>
                    <a:pt x="14741982" y="1892782"/>
                  </a:lnTo>
                  <a:lnTo>
                    <a:pt x="14735391" y="1795373"/>
                  </a:lnTo>
                  <a:lnTo>
                    <a:pt x="14727047" y="1698739"/>
                  </a:lnTo>
                  <a:lnTo>
                    <a:pt x="14717027" y="1603057"/>
                  </a:lnTo>
                  <a:lnTo>
                    <a:pt x="14705381" y="1508544"/>
                  </a:lnTo>
                  <a:lnTo>
                    <a:pt x="14692186" y="1415351"/>
                  </a:lnTo>
                  <a:lnTo>
                    <a:pt x="14677492" y="1323695"/>
                  </a:lnTo>
                  <a:lnTo>
                    <a:pt x="14661350" y="1233766"/>
                  </a:lnTo>
                  <a:lnTo>
                    <a:pt x="14643849" y="1145743"/>
                  </a:lnTo>
                  <a:lnTo>
                    <a:pt x="14625028" y="1059815"/>
                  </a:lnTo>
                  <a:lnTo>
                    <a:pt x="14604949" y="976160"/>
                  </a:lnTo>
                  <a:lnTo>
                    <a:pt x="14583690" y="894994"/>
                  </a:lnTo>
                  <a:lnTo>
                    <a:pt x="14561274" y="816483"/>
                  </a:lnTo>
                  <a:lnTo>
                    <a:pt x="14537792" y="740816"/>
                  </a:lnTo>
                  <a:lnTo>
                    <a:pt x="14513293" y="668172"/>
                  </a:lnTo>
                  <a:lnTo>
                    <a:pt x="14487817" y="598754"/>
                  </a:lnTo>
                  <a:lnTo>
                    <a:pt x="14461516" y="532904"/>
                  </a:lnTo>
                  <a:lnTo>
                    <a:pt x="14434299" y="470484"/>
                  </a:lnTo>
                  <a:lnTo>
                    <a:pt x="14406258" y="411822"/>
                  </a:lnTo>
                  <a:lnTo>
                    <a:pt x="14377454" y="357111"/>
                  </a:lnTo>
                  <a:lnTo>
                    <a:pt x="14347927" y="306501"/>
                  </a:lnTo>
                  <a:lnTo>
                    <a:pt x="14317675" y="260197"/>
                  </a:lnTo>
                  <a:lnTo>
                    <a:pt x="14286738" y="218363"/>
                  </a:lnTo>
                  <a:lnTo>
                    <a:pt x="14255102" y="181190"/>
                  </a:lnTo>
                  <a:lnTo>
                    <a:pt x="14222705" y="148856"/>
                  </a:lnTo>
                  <a:lnTo>
                    <a:pt x="14189545" y="121615"/>
                  </a:lnTo>
                  <a:lnTo>
                    <a:pt x="14155522" y="99733"/>
                  </a:lnTo>
                  <a:lnTo>
                    <a:pt x="14120609" y="83591"/>
                  </a:lnTo>
                  <a:lnTo>
                    <a:pt x="14066812" y="71183"/>
                  </a:lnTo>
                  <a:lnTo>
                    <a:pt x="14050937" y="70421"/>
                  </a:lnTo>
                  <a:lnTo>
                    <a:pt x="14048677" y="117487"/>
                  </a:lnTo>
                  <a:lnTo>
                    <a:pt x="14064552" y="118249"/>
                  </a:lnTo>
                  <a:lnTo>
                    <a:pt x="14078204" y="120307"/>
                  </a:lnTo>
                  <a:lnTo>
                    <a:pt x="14119860" y="134327"/>
                  </a:lnTo>
                  <a:lnTo>
                    <a:pt x="14162748" y="160362"/>
                  </a:lnTo>
                  <a:lnTo>
                    <a:pt x="14206423" y="198450"/>
                  </a:lnTo>
                  <a:lnTo>
                    <a:pt x="14235671" y="230365"/>
                  </a:lnTo>
                  <a:lnTo>
                    <a:pt x="14264843" y="267309"/>
                  </a:lnTo>
                  <a:lnTo>
                    <a:pt x="14293774" y="309092"/>
                  </a:lnTo>
                  <a:lnTo>
                    <a:pt x="14322362" y="355511"/>
                  </a:lnTo>
                  <a:lnTo>
                    <a:pt x="14350479" y="406336"/>
                  </a:lnTo>
                  <a:lnTo>
                    <a:pt x="14378051" y="461378"/>
                  </a:lnTo>
                  <a:lnTo>
                    <a:pt x="14404975" y="520420"/>
                  </a:lnTo>
                  <a:lnTo>
                    <a:pt x="14444066" y="616229"/>
                  </a:lnTo>
                  <a:lnTo>
                    <a:pt x="14469047" y="684403"/>
                  </a:lnTo>
                  <a:lnTo>
                    <a:pt x="14493139" y="755865"/>
                  </a:lnTo>
                  <a:lnTo>
                    <a:pt x="14516278" y="830440"/>
                  </a:lnTo>
                  <a:lnTo>
                    <a:pt x="14538363" y="907923"/>
                  </a:lnTo>
                  <a:lnTo>
                    <a:pt x="14559369" y="988110"/>
                  </a:lnTo>
                  <a:lnTo>
                    <a:pt x="14579206" y="1070800"/>
                  </a:lnTo>
                  <a:lnTo>
                    <a:pt x="14597825" y="1155814"/>
                  </a:lnTo>
                  <a:lnTo>
                    <a:pt x="14615135" y="1242961"/>
                  </a:lnTo>
                  <a:lnTo>
                    <a:pt x="14631111" y="1332014"/>
                  </a:lnTo>
                  <a:lnTo>
                    <a:pt x="14645666" y="1422819"/>
                  </a:lnTo>
                  <a:lnTo>
                    <a:pt x="14658734" y="1515148"/>
                  </a:lnTo>
                  <a:lnTo>
                    <a:pt x="14670253" y="1608823"/>
                  </a:lnTo>
                  <a:lnTo>
                    <a:pt x="14680184" y="1703641"/>
                  </a:lnTo>
                  <a:lnTo>
                    <a:pt x="14688439" y="1799424"/>
                  </a:lnTo>
                  <a:lnTo>
                    <a:pt x="14694967" y="1895970"/>
                  </a:lnTo>
                  <a:lnTo>
                    <a:pt x="14699717" y="1993074"/>
                  </a:lnTo>
                  <a:lnTo>
                    <a:pt x="14702600" y="2090559"/>
                  </a:lnTo>
                  <a:lnTo>
                    <a:pt x="14703578" y="2188222"/>
                  </a:lnTo>
                  <a:lnTo>
                    <a:pt x="14702600" y="2286343"/>
                  </a:lnTo>
                  <a:lnTo>
                    <a:pt x="14699793" y="2383371"/>
                  </a:lnTo>
                  <a:lnTo>
                    <a:pt x="14695183" y="2480487"/>
                  </a:lnTo>
                  <a:lnTo>
                    <a:pt x="14688820" y="2577033"/>
                  </a:lnTo>
                  <a:lnTo>
                    <a:pt x="14680768" y="2672816"/>
                  </a:lnTo>
                  <a:lnTo>
                    <a:pt x="14671104" y="2767647"/>
                  </a:lnTo>
                  <a:lnTo>
                    <a:pt x="14659877" y="2861335"/>
                  </a:lnTo>
                  <a:lnTo>
                    <a:pt x="14647151" y="2953677"/>
                  </a:lnTo>
                  <a:lnTo>
                    <a:pt x="14632978" y="3044482"/>
                  </a:lnTo>
                  <a:lnTo>
                    <a:pt x="14617433" y="3133572"/>
                  </a:lnTo>
                  <a:lnTo>
                    <a:pt x="14600568" y="3220720"/>
                  </a:lnTo>
                  <a:lnTo>
                    <a:pt x="14582445" y="3305759"/>
                  </a:lnTo>
                  <a:lnTo>
                    <a:pt x="14563116" y="3388487"/>
                  </a:lnTo>
                  <a:lnTo>
                    <a:pt x="14542669" y="3468700"/>
                  </a:lnTo>
                  <a:lnTo>
                    <a:pt x="14521155" y="3546221"/>
                  </a:lnTo>
                  <a:lnTo>
                    <a:pt x="14498612" y="3620833"/>
                  </a:lnTo>
                  <a:lnTo>
                    <a:pt x="14475143" y="3692347"/>
                  </a:lnTo>
                  <a:lnTo>
                    <a:pt x="14450784" y="3760571"/>
                  </a:lnTo>
                  <a:lnTo>
                    <a:pt x="14425625" y="3825290"/>
                  </a:lnTo>
                  <a:lnTo>
                    <a:pt x="14399794" y="3886149"/>
                  </a:lnTo>
                  <a:lnTo>
                    <a:pt x="14373238" y="3943273"/>
                  </a:lnTo>
                  <a:lnTo>
                    <a:pt x="14346085" y="3996283"/>
                  </a:lnTo>
                  <a:lnTo>
                    <a:pt x="14318425" y="4044988"/>
                  </a:lnTo>
                  <a:lnTo>
                    <a:pt x="14290358" y="4089171"/>
                  </a:lnTo>
                  <a:lnTo>
                    <a:pt x="14261960" y="4128630"/>
                  </a:lnTo>
                  <a:lnTo>
                    <a:pt x="14233347" y="4163174"/>
                  </a:lnTo>
                  <a:lnTo>
                    <a:pt x="14204747" y="4192536"/>
                  </a:lnTo>
                  <a:lnTo>
                    <a:pt x="14189291" y="4204957"/>
                  </a:lnTo>
                  <a:lnTo>
                    <a:pt x="14172235" y="4163174"/>
                  </a:lnTo>
                  <a:lnTo>
                    <a:pt x="14068070" y="4282021"/>
                  </a:lnTo>
                  <a:lnTo>
                    <a:pt x="14225638" y="4294060"/>
                  </a:lnTo>
                  <a:lnTo>
                    <a:pt x="14211148" y="4258538"/>
                  </a:lnTo>
                  <a:lnTo>
                    <a:pt x="14207147" y="4248734"/>
                  </a:lnTo>
                  <a:lnTo>
                    <a:pt x="14218641" y="4242917"/>
                  </a:lnTo>
                  <a:lnTo>
                    <a:pt x="14220330" y="4241762"/>
                  </a:lnTo>
                  <a:lnTo>
                    <a:pt x="14237792" y="4226128"/>
                  </a:lnTo>
                  <a:lnTo>
                    <a:pt x="14253553" y="4210608"/>
                  </a:lnTo>
                  <a:lnTo>
                    <a:pt x="14258531" y="4205249"/>
                  </a:lnTo>
                  <a:lnTo>
                    <a:pt x="14261732" y="4201807"/>
                  </a:lnTo>
                  <a:lnTo>
                    <a:pt x="14299781" y="4156735"/>
                  </a:lnTo>
                  <a:lnTo>
                    <a:pt x="14329778" y="4114965"/>
                  </a:lnTo>
                  <a:lnTo>
                    <a:pt x="14359128" y="4068724"/>
                  </a:lnTo>
                  <a:lnTo>
                    <a:pt x="14387805" y="4018191"/>
                  </a:lnTo>
                  <a:lnTo>
                    <a:pt x="14415783" y="3963517"/>
                  </a:lnTo>
                  <a:lnTo>
                    <a:pt x="14443024" y="3904907"/>
                  </a:lnTo>
                  <a:lnTo>
                    <a:pt x="14469555" y="3842359"/>
                  </a:lnTo>
                  <a:lnTo>
                    <a:pt x="14495171" y="3776408"/>
                  </a:lnTo>
                  <a:lnTo>
                    <a:pt x="14519910" y="3707041"/>
                  </a:lnTo>
                  <a:lnTo>
                    <a:pt x="14543723" y="3634448"/>
                  </a:lnTo>
                  <a:lnTo>
                    <a:pt x="14566557" y="3558819"/>
                  </a:lnTo>
                  <a:lnTo>
                    <a:pt x="14588338" y="3480346"/>
                  </a:lnTo>
                  <a:lnTo>
                    <a:pt x="14609013" y="3399205"/>
                  </a:lnTo>
                  <a:lnTo>
                    <a:pt x="14628533" y="3315576"/>
                  </a:lnTo>
                  <a:lnTo>
                    <a:pt x="14646821" y="3229673"/>
                  </a:lnTo>
                  <a:lnTo>
                    <a:pt x="14663852" y="3141662"/>
                  </a:lnTo>
                  <a:lnTo>
                    <a:pt x="14679536" y="3051746"/>
                  </a:lnTo>
                  <a:lnTo>
                    <a:pt x="14693824" y="2960103"/>
                  </a:lnTo>
                  <a:lnTo>
                    <a:pt x="14706664" y="2866936"/>
                  </a:lnTo>
                  <a:lnTo>
                    <a:pt x="14717979" y="2772422"/>
                  </a:lnTo>
                  <a:lnTo>
                    <a:pt x="14727733" y="2676753"/>
                  </a:lnTo>
                  <a:lnTo>
                    <a:pt x="14735836" y="2580119"/>
                  </a:lnTo>
                  <a:lnTo>
                    <a:pt x="14742249" y="2482723"/>
                  </a:lnTo>
                  <a:lnTo>
                    <a:pt x="14746897" y="2384729"/>
                  </a:lnTo>
                  <a:lnTo>
                    <a:pt x="14749729" y="2285885"/>
                  </a:lnTo>
                  <a:lnTo>
                    <a:pt x="14750682" y="2187752"/>
                  </a:lnTo>
                  <a:close/>
                </a:path>
              </a:pathLst>
            </a:custGeom>
            <a:solidFill>
              <a:srgbClr val="000000"/>
            </a:solidFill>
          </p:spPr>
          <p:txBody>
            <a:bodyPr wrap="square" lIns="0" tIns="0" rIns="0" bIns="0" rtlCol="0"/>
            <a:lstStyle/>
            <a:p>
              <a:endParaRPr lang="es-PE" noProof="0" dirty="0">
                <a:latin typeface="Aptos" panose="020B0004020202020204" pitchFamily="34" charset="0"/>
              </a:endParaRPr>
            </a:p>
          </p:txBody>
        </p:sp>
        <p:sp>
          <p:nvSpPr>
            <p:cNvPr id="27" name="object 27"/>
            <p:cNvSpPr/>
            <p:nvPr/>
          </p:nvSpPr>
          <p:spPr>
            <a:xfrm>
              <a:off x="8163026" y="5570670"/>
              <a:ext cx="2858770" cy="2294255"/>
            </a:xfrm>
            <a:custGeom>
              <a:avLst/>
              <a:gdLst/>
              <a:ahLst/>
              <a:cxnLst/>
              <a:rect l="l" t="t" r="r" b="b"/>
              <a:pathLst>
                <a:path w="2858770" h="2294254">
                  <a:moveTo>
                    <a:pt x="94234" y="2150999"/>
                  </a:moveTo>
                  <a:lnTo>
                    <a:pt x="47117" y="2150999"/>
                  </a:lnTo>
                  <a:lnTo>
                    <a:pt x="47117" y="2198128"/>
                  </a:lnTo>
                  <a:lnTo>
                    <a:pt x="94234" y="2198128"/>
                  </a:lnTo>
                  <a:lnTo>
                    <a:pt x="94234" y="2150999"/>
                  </a:lnTo>
                  <a:close/>
                </a:path>
                <a:path w="2858770" h="2294254">
                  <a:moveTo>
                    <a:pt x="94234" y="2056765"/>
                  </a:moveTo>
                  <a:lnTo>
                    <a:pt x="47117" y="2056765"/>
                  </a:lnTo>
                  <a:lnTo>
                    <a:pt x="47117" y="2103882"/>
                  </a:lnTo>
                  <a:lnTo>
                    <a:pt x="94234" y="2103882"/>
                  </a:lnTo>
                  <a:lnTo>
                    <a:pt x="94234" y="2056765"/>
                  </a:lnTo>
                  <a:close/>
                </a:path>
                <a:path w="2858770" h="2294254">
                  <a:moveTo>
                    <a:pt x="94234" y="1962531"/>
                  </a:moveTo>
                  <a:lnTo>
                    <a:pt x="47117" y="1962531"/>
                  </a:lnTo>
                  <a:lnTo>
                    <a:pt x="47117" y="2009648"/>
                  </a:lnTo>
                  <a:lnTo>
                    <a:pt x="94234" y="2009648"/>
                  </a:lnTo>
                  <a:lnTo>
                    <a:pt x="94234" y="1962531"/>
                  </a:lnTo>
                  <a:close/>
                </a:path>
                <a:path w="2858770" h="2294254">
                  <a:moveTo>
                    <a:pt x="94234" y="1868297"/>
                  </a:moveTo>
                  <a:lnTo>
                    <a:pt x="47117" y="1868297"/>
                  </a:lnTo>
                  <a:lnTo>
                    <a:pt x="47117" y="1915414"/>
                  </a:lnTo>
                  <a:lnTo>
                    <a:pt x="94234" y="1915414"/>
                  </a:lnTo>
                  <a:lnTo>
                    <a:pt x="94234" y="1868297"/>
                  </a:lnTo>
                  <a:close/>
                </a:path>
                <a:path w="2858770" h="2294254">
                  <a:moveTo>
                    <a:pt x="94234" y="1774050"/>
                  </a:moveTo>
                  <a:lnTo>
                    <a:pt x="47117" y="1774050"/>
                  </a:lnTo>
                  <a:lnTo>
                    <a:pt x="47117" y="1821167"/>
                  </a:lnTo>
                  <a:lnTo>
                    <a:pt x="94234" y="1821167"/>
                  </a:lnTo>
                  <a:lnTo>
                    <a:pt x="94234" y="1774050"/>
                  </a:lnTo>
                  <a:close/>
                </a:path>
                <a:path w="2858770" h="2294254">
                  <a:moveTo>
                    <a:pt x="94234" y="1679816"/>
                  </a:moveTo>
                  <a:lnTo>
                    <a:pt x="47117" y="1679816"/>
                  </a:lnTo>
                  <a:lnTo>
                    <a:pt x="47117" y="1726933"/>
                  </a:lnTo>
                  <a:lnTo>
                    <a:pt x="94234" y="1726933"/>
                  </a:lnTo>
                  <a:lnTo>
                    <a:pt x="94234" y="1679816"/>
                  </a:lnTo>
                  <a:close/>
                </a:path>
                <a:path w="2858770" h="2294254">
                  <a:moveTo>
                    <a:pt x="94234" y="1585582"/>
                  </a:moveTo>
                  <a:lnTo>
                    <a:pt x="47117" y="1585582"/>
                  </a:lnTo>
                  <a:lnTo>
                    <a:pt x="47117" y="1632699"/>
                  </a:lnTo>
                  <a:lnTo>
                    <a:pt x="94234" y="1632699"/>
                  </a:lnTo>
                  <a:lnTo>
                    <a:pt x="94234" y="1585582"/>
                  </a:lnTo>
                  <a:close/>
                </a:path>
                <a:path w="2858770" h="2294254">
                  <a:moveTo>
                    <a:pt x="94234" y="1491335"/>
                  </a:moveTo>
                  <a:lnTo>
                    <a:pt x="47117" y="1491335"/>
                  </a:lnTo>
                  <a:lnTo>
                    <a:pt x="47117" y="1538452"/>
                  </a:lnTo>
                  <a:lnTo>
                    <a:pt x="94234" y="1538452"/>
                  </a:lnTo>
                  <a:lnTo>
                    <a:pt x="94234" y="1491335"/>
                  </a:lnTo>
                  <a:close/>
                </a:path>
                <a:path w="2858770" h="2294254">
                  <a:moveTo>
                    <a:pt x="94234" y="1397101"/>
                  </a:moveTo>
                  <a:lnTo>
                    <a:pt x="47117" y="1397101"/>
                  </a:lnTo>
                  <a:lnTo>
                    <a:pt x="47117" y="1444218"/>
                  </a:lnTo>
                  <a:lnTo>
                    <a:pt x="94234" y="1444218"/>
                  </a:lnTo>
                  <a:lnTo>
                    <a:pt x="94234" y="1397101"/>
                  </a:lnTo>
                  <a:close/>
                </a:path>
                <a:path w="2858770" h="2294254">
                  <a:moveTo>
                    <a:pt x="94234" y="1302867"/>
                  </a:moveTo>
                  <a:lnTo>
                    <a:pt x="47117" y="1302867"/>
                  </a:lnTo>
                  <a:lnTo>
                    <a:pt x="47117" y="1349984"/>
                  </a:lnTo>
                  <a:lnTo>
                    <a:pt x="94234" y="1349984"/>
                  </a:lnTo>
                  <a:lnTo>
                    <a:pt x="94234" y="1302867"/>
                  </a:lnTo>
                  <a:close/>
                </a:path>
                <a:path w="2858770" h="2294254">
                  <a:moveTo>
                    <a:pt x="94234" y="1208620"/>
                  </a:moveTo>
                  <a:lnTo>
                    <a:pt x="47117" y="1208620"/>
                  </a:lnTo>
                  <a:lnTo>
                    <a:pt x="47117" y="1255750"/>
                  </a:lnTo>
                  <a:lnTo>
                    <a:pt x="94234" y="1255750"/>
                  </a:lnTo>
                  <a:lnTo>
                    <a:pt x="94234" y="1208620"/>
                  </a:lnTo>
                  <a:close/>
                </a:path>
                <a:path w="2858770" h="2294254">
                  <a:moveTo>
                    <a:pt x="94234" y="1114386"/>
                  </a:moveTo>
                  <a:lnTo>
                    <a:pt x="47117" y="1114386"/>
                  </a:lnTo>
                  <a:lnTo>
                    <a:pt x="47117" y="1161503"/>
                  </a:lnTo>
                  <a:lnTo>
                    <a:pt x="94234" y="1161503"/>
                  </a:lnTo>
                  <a:lnTo>
                    <a:pt x="94234" y="1114386"/>
                  </a:lnTo>
                  <a:close/>
                </a:path>
                <a:path w="2858770" h="2294254">
                  <a:moveTo>
                    <a:pt x="94234" y="1020152"/>
                  </a:moveTo>
                  <a:lnTo>
                    <a:pt x="47117" y="1020152"/>
                  </a:lnTo>
                  <a:lnTo>
                    <a:pt x="47117" y="1067269"/>
                  </a:lnTo>
                  <a:lnTo>
                    <a:pt x="94234" y="1067269"/>
                  </a:lnTo>
                  <a:lnTo>
                    <a:pt x="94234" y="1020152"/>
                  </a:lnTo>
                  <a:close/>
                </a:path>
                <a:path w="2858770" h="2294254">
                  <a:moveTo>
                    <a:pt x="94234" y="925906"/>
                  </a:moveTo>
                  <a:lnTo>
                    <a:pt x="47117" y="925906"/>
                  </a:lnTo>
                  <a:lnTo>
                    <a:pt x="47117" y="973035"/>
                  </a:lnTo>
                  <a:lnTo>
                    <a:pt x="94234" y="973035"/>
                  </a:lnTo>
                  <a:lnTo>
                    <a:pt x="94234" y="925906"/>
                  </a:lnTo>
                  <a:close/>
                </a:path>
                <a:path w="2858770" h="2294254">
                  <a:moveTo>
                    <a:pt x="94234" y="831672"/>
                  </a:moveTo>
                  <a:lnTo>
                    <a:pt x="47117" y="831672"/>
                  </a:lnTo>
                  <a:lnTo>
                    <a:pt x="47117" y="878789"/>
                  </a:lnTo>
                  <a:lnTo>
                    <a:pt x="94234" y="878789"/>
                  </a:lnTo>
                  <a:lnTo>
                    <a:pt x="94234" y="831672"/>
                  </a:lnTo>
                  <a:close/>
                </a:path>
                <a:path w="2858770" h="2294254">
                  <a:moveTo>
                    <a:pt x="94234" y="737438"/>
                  </a:moveTo>
                  <a:lnTo>
                    <a:pt x="47117" y="737438"/>
                  </a:lnTo>
                  <a:lnTo>
                    <a:pt x="47117" y="784555"/>
                  </a:lnTo>
                  <a:lnTo>
                    <a:pt x="94234" y="784555"/>
                  </a:lnTo>
                  <a:lnTo>
                    <a:pt x="94234" y="737438"/>
                  </a:lnTo>
                  <a:close/>
                </a:path>
                <a:path w="2858770" h="2294254">
                  <a:moveTo>
                    <a:pt x="94234" y="643191"/>
                  </a:moveTo>
                  <a:lnTo>
                    <a:pt x="47117" y="643191"/>
                  </a:lnTo>
                  <a:lnTo>
                    <a:pt x="47117" y="690321"/>
                  </a:lnTo>
                  <a:lnTo>
                    <a:pt x="94234" y="690321"/>
                  </a:lnTo>
                  <a:lnTo>
                    <a:pt x="94234" y="643191"/>
                  </a:lnTo>
                  <a:close/>
                </a:path>
                <a:path w="2858770" h="2294254">
                  <a:moveTo>
                    <a:pt x="94234" y="548957"/>
                  </a:moveTo>
                  <a:lnTo>
                    <a:pt x="47117" y="548957"/>
                  </a:lnTo>
                  <a:lnTo>
                    <a:pt x="47117" y="596074"/>
                  </a:lnTo>
                  <a:lnTo>
                    <a:pt x="94234" y="596074"/>
                  </a:lnTo>
                  <a:lnTo>
                    <a:pt x="94234" y="548957"/>
                  </a:lnTo>
                  <a:close/>
                </a:path>
                <a:path w="2858770" h="2294254">
                  <a:moveTo>
                    <a:pt x="94234" y="454723"/>
                  </a:moveTo>
                  <a:lnTo>
                    <a:pt x="47117" y="454723"/>
                  </a:lnTo>
                  <a:lnTo>
                    <a:pt x="47117" y="501840"/>
                  </a:lnTo>
                  <a:lnTo>
                    <a:pt x="94234" y="501840"/>
                  </a:lnTo>
                  <a:lnTo>
                    <a:pt x="94234" y="454723"/>
                  </a:lnTo>
                  <a:close/>
                </a:path>
                <a:path w="2858770" h="2294254">
                  <a:moveTo>
                    <a:pt x="94234" y="360489"/>
                  </a:moveTo>
                  <a:lnTo>
                    <a:pt x="47117" y="360489"/>
                  </a:lnTo>
                  <a:lnTo>
                    <a:pt x="47117" y="407606"/>
                  </a:lnTo>
                  <a:lnTo>
                    <a:pt x="94234" y="407606"/>
                  </a:lnTo>
                  <a:lnTo>
                    <a:pt x="94234" y="360489"/>
                  </a:lnTo>
                  <a:close/>
                </a:path>
                <a:path w="2858770" h="2294254">
                  <a:moveTo>
                    <a:pt x="94234" y="266242"/>
                  </a:moveTo>
                  <a:lnTo>
                    <a:pt x="47117" y="266242"/>
                  </a:lnTo>
                  <a:lnTo>
                    <a:pt x="47117" y="313359"/>
                  </a:lnTo>
                  <a:lnTo>
                    <a:pt x="94234" y="313359"/>
                  </a:lnTo>
                  <a:lnTo>
                    <a:pt x="94234" y="266242"/>
                  </a:lnTo>
                  <a:close/>
                </a:path>
                <a:path w="2858770" h="2294254">
                  <a:moveTo>
                    <a:pt x="94234" y="172008"/>
                  </a:moveTo>
                  <a:lnTo>
                    <a:pt x="47117" y="172008"/>
                  </a:lnTo>
                  <a:lnTo>
                    <a:pt x="47117" y="219125"/>
                  </a:lnTo>
                  <a:lnTo>
                    <a:pt x="94234" y="219125"/>
                  </a:lnTo>
                  <a:lnTo>
                    <a:pt x="94234" y="172008"/>
                  </a:lnTo>
                  <a:close/>
                </a:path>
                <a:path w="2858770" h="2294254">
                  <a:moveTo>
                    <a:pt x="106489" y="2267051"/>
                  </a:moveTo>
                  <a:lnTo>
                    <a:pt x="106349" y="2266912"/>
                  </a:lnTo>
                  <a:lnTo>
                    <a:pt x="94234" y="2254885"/>
                  </a:lnTo>
                  <a:lnTo>
                    <a:pt x="94234" y="2245245"/>
                  </a:lnTo>
                  <a:lnTo>
                    <a:pt x="84531" y="2245245"/>
                  </a:lnTo>
                  <a:lnTo>
                    <a:pt x="73063" y="2233841"/>
                  </a:lnTo>
                  <a:lnTo>
                    <a:pt x="70459" y="2236470"/>
                  </a:lnTo>
                  <a:lnTo>
                    <a:pt x="69646" y="2237422"/>
                  </a:lnTo>
                  <a:lnTo>
                    <a:pt x="64033" y="2245245"/>
                  </a:lnTo>
                  <a:lnTo>
                    <a:pt x="47117" y="2245245"/>
                  </a:lnTo>
                  <a:lnTo>
                    <a:pt x="47117" y="2292362"/>
                  </a:lnTo>
                  <a:lnTo>
                    <a:pt x="70751" y="2292362"/>
                  </a:lnTo>
                  <a:lnTo>
                    <a:pt x="94170" y="2294090"/>
                  </a:lnTo>
                  <a:lnTo>
                    <a:pt x="94424" y="2290711"/>
                  </a:lnTo>
                  <a:lnTo>
                    <a:pt x="94538" y="2289060"/>
                  </a:lnTo>
                  <a:lnTo>
                    <a:pt x="94919" y="2287384"/>
                  </a:lnTo>
                  <a:lnTo>
                    <a:pt x="95656" y="2283993"/>
                  </a:lnTo>
                  <a:lnTo>
                    <a:pt x="97231" y="2280285"/>
                  </a:lnTo>
                  <a:lnTo>
                    <a:pt x="97802" y="2279256"/>
                  </a:lnTo>
                  <a:lnTo>
                    <a:pt x="98361" y="2278240"/>
                  </a:lnTo>
                  <a:lnTo>
                    <a:pt x="99847" y="2276170"/>
                  </a:lnTo>
                  <a:lnTo>
                    <a:pt x="105143" y="2268778"/>
                  </a:lnTo>
                  <a:lnTo>
                    <a:pt x="106108" y="2267445"/>
                  </a:lnTo>
                  <a:lnTo>
                    <a:pt x="106489" y="2267051"/>
                  </a:lnTo>
                  <a:close/>
                </a:path>
                <a:path w="2858770" h="2294254">
                  <a:moveTo>
                    <a:pt x="107200" y="2265908"/>
                  </a:moveTo>
                  <a:lnTo>
                    <a:pt x="106349" y="2266912"/>
                  </a:lnTo>
                  <a:lnTo>
                    <a:pt x="107200" y="2265908"/>
                  </a:lnTo>
                  <a:close/>
                </a:path>
                <a:path w="2858770" h="2294254">
                  <a:moveTo>
                    <a:pt x="141363" y="141351"/>
                  </a:moveTo>
                  <a:lnTo>
                    <a:pt x="133121" y="124891"/>
                  </a:lnTo>
                  <a:lnTo>
                    <a:pt x="129578" y="117792"/>
                  </a:lnTo>
                  <a:lnTo>
                    <a:pt x="70675" y="0"/>
                  </a:lnTo>
                  <a:lnTo>
                    <a:pt x="0" y="141351"/>
                  </a:lnTo>
                  <a:lnTo>
                    <a:pt x="141363" y="141351"/>
                  </a:lnTo>
                  <a:close/>
                </a:path>
                <a:path w="2858770" h="2294254">
                  <a:moveTo>
                    <a:pt x="177038" y="2218359"/>
                  </a:moveTo>
                  <a:lnTo>
                    <a:pt x="156616" y="2175903"/>
                  </a:lnTo>
                  <a:lnTo>
                    <a:pt x="149821" y="2179205"/>
                  </a:lnTo>
                  <a:lnTo>
                    <a:pt x="125107" y="2192959"/>
                  </a:lnTo>
                  <a:lnTo>
                    <a:pt x="113118" y="2200757"/>
                  </a:lnTo>
                  <a:lnTo>
                    <a:pt x="138811" y="2240254"/>
                  </a:lnTo>
                  <a:lnTo>
                    <a:pt x="150799" y="2232456"/>
                  </a:lnTo>
                  <a:lnTo>
                    <a:pt x="172631" y="2220442"/>
                  </a:lnTo>
                  <a:lnTo>
                    <a:pt x="177038" y="2218359"/>
                  </a:lnTo>
                  <a:close/>
                </a:path>
                <a:path w="2858770" h="2294254">
                  <a:moveTo>
                    <a:pt x="261378" y="2183142"/>
                  </a:moveTo>
                  <a:lnTo>
                    <a:pt x="246100" y="2138565"/>
                  </a:lnTo>
                  <a:lnTo>
                    <a:pt x="240880" y="2140369"/>
                  </a:lnTo>
                  <a:lnTo>
                    <a:pt x="207784" y="2152967"/>
                  </a:lnTo>
                  <a:lnTo>
                    <a:pt x="200545" y="2156041"/>
                  </a:lnTo>
                  <a:lnTo>
                    <a:pt x="218973" y="2199411"/>
                  </a:lnTo>
                  <a:lnTo>
                    <a:pt x="226212" y="2196325"/>
                  </a:lnTo>
                  <a:lnTo>
                    <a:pt x="257606" y="2184425"/>
                  </a:lnTo>
                  <a:lnTo>
                    <a:pt x="261378" y="2183142"/>
                  </a:lnTo>
                  <a:close/>
                </a:path>
                <a:path w="2858770" h="2294254">
                  <a:moveTo>
                    <a:pt x="350037" y="2155190"/>
                  </a:moveTo>
                  <a:lnTo>
                    <a:pt x="337172" y="2109863"/>
                  </a:lnTo>
                  <a:lnTo>
                    <a:pt x="314833" y="2116213"/>
                  </a:lnTo>
                  <a:lnTo>
                    <a:pt x="291452" y="2123490"/>
                  </a:lnTo>
                  <a:lnTo>
                    <a:pt x="305447" y="2168487"/>
                  </a:lnTo>
                  <a:lnTo>
                    <a:pt x="328828" y="2161209"/>
                  </a:lnTo>
                  <a:lnTo>
                    <a:pt x="350037" y="2155190"/>
                  </a:lnTo>
                  <a:close/>
                </a:path>
                <a:path w="2858770" h="2294254">
                  <a:moveTo>
                    <a:pt x="440321" y="2131923"/>
                  </a:moveTo>
                  <a:lnTo>
                    <a:pt x="429374" y="2086102"/>
                  </a:lnTo>
                  <a:lnTo>
                    <a:pt x="398462" y="2093480"/>
                  </a:lnTo>
                  <a:lnTo>
                    <a:pt x="383159" y="2097468"/>
                  </a:lnTo>
                  <a:lnTo>
                    <a:pt x="395020" y="2143061"/>
                  </a:lnTo>
                  <a:lnTo>
                    <a:pt x="410324" y="2139086"/>
                  </a:lnTo>
                  <a:lnTo>
                    <a:pt x="440321" y="2131923"/>
                  </a:lnTo>
                  <a:close/>
                </a:path>
                <a:path w="2858770" h="2294254">
                  <a:moveTo>
                    <a:pt x="531609" y="2112149"/>
                  </a:moveTo>
                  <a:lnTo>
                    <a:pt x="522274" y="2065972"/>
                  </a:lnTo>
                  <a:lnTo>
                    <a:pt x="490867" y="2072322"/>
                  </a:lnTo>
                  <a:lnTo>
                    <a:pt x="475754" y="2075637"/>
                  </a:lnTo>
                  <a:lnTo>
                    <a:pt x="485863" y="2121662"/>
                  </a:lnTo>
                  <a:lnTo>
                    <a:pt x="500964" y="2118347"/>
                  </a:lnTo>
                  <a:lnTo>
                    <a:pt x="531609" y="2112149"/>
                  </a:lnTo>
                  <a:close/>
                </a:path>
                <a:path w="2858770" h="2294254">
                  <a:moveTo>
                    <a:pt x="623570" y="2095157"/>
                  </a:moveTo>
                  <a:lnTo>
                    <a:pt x="615645" y="2048700"/>
                  </a:lnTo>
                  <a:lnTo>
                    <a:pt x="591108" y="2052891"/>
                  </a:lnTo>
                  <a:lnTo>
                    <a:pt x="568909" y="2057019"/>
                  </a:lnTo>
                  <a:lnTo>
                    <a:pt x="577519" y="2103335"/>
                  </a:lnTo>
                  <a:lnTo>
                    <a:pt x="599719" y="2099221"/>
                  </a:lnTo>
                  <a:lnTo>
                    <a:pt x="623570" y="2095157"/>
                  </a:lnTo>
                  <a:close/>
                </a:path>
                <a:path w="2858770" h="2294254">
                  <a:moveTo>
                    <a:pt x="716000" y="2080450"/>
                  </a:moveTo>
                  <a:lnTo>
                    <a:pt x="709345" y="2033803"/>
                  </a:lnTo>
                  <a:lnTo>
                    <a:pt x="698258" y="2035390"/>
                  </a:lnTo>
                  <a:lnTo>
                    <a:pt x="662457" y="2040978"/>
                  </a:lnTo>
                  <a:lnTo>
                    <a:pt x="669734" y="2087537"/>
                  </a:lnTo>
                  <a:lnTo>
                    <a:pt x="705535" y="2081949"/>
                  </a:lnTo>
                  <a:lnTo>
                    <a:pt x="716000" y="2080450"/>
                  </a:lnTo>
                  <a:close/>
                </a:path>
                <a:path w="2858770" h="2294254">
                  <a:moveTo>
                    <a:pt x="809078" y="2067814"/>
                  </a:moveTo>
                  <a:lnTo>
                    <a:pt x="803021" y="2021090"/>
                  </a:lnTo>
                  <a:lnTo>
                    <a:pt x="756297" y="2027135"/>
                  </a:lnTo>
                  <a:lnTo>
                    <a:pt x="762342" y="2073871"/>
                  </a:lnTo>
                  <a:lnTo>
                    <a:pt x="809078" y="2067814"/>
                  </a:lnTo>
                  <a:close/>
                </a:path>
                <a:path w="2858770" h="2294254">
                  <a:moveTo>
                    <a:pt x="902119" y="2057184"/>
                  </a:moveTo>
                  <a:lnTo>
                    <a:pt x="897229" y="2010321"/>
                  </a:lnTo>
                  <a:lnTo>
                    <a:pt x="869772" y="2013191"/>
                  </a:lnTo>
                  <a:lnTo>
                    <a:pt x="850099" y="2015477"/>
                  </a:lnTo>
                  <a:lnTo>
                    <a:pt x="855573" y="2062289"/>
                  </a:lnTo>
                  <a:lnTo>
                    <a:pt x="875245" y="2059990"/>
                  </a:lnTo>
                  <a:lnTo>
                    <a:pt x="902119" y="2057184"/>
                  </a:lnTo>
                  <a:close/>
                </a:path>
                <a:path w="2858770" h="2294254">
                  <a:moveTo>
                    <a:pt x="995362" y="2048217"/>
                  </a:moveTo>
                  <a:lnTo>
                    <a:pt x="991590" y="2001240"/>
                  </a:lnTo>
                  <a:lnTo>
                    <a:pt x="989901" y="2001380"/>
                  </a:lnTo>
                  <a:lnTo>
                    <a:pt x="944397" y="2005584"/>
                  </a:lnTo>
                  <a:lnTo>
                    <a:pt x="948715" y="2052497"/>
                  </a:lnTo>
                  <a:lnTo>
                    <a:pt x="994232" y="2048306"/>
                  </a:lnTo>
                  <a:lnTo>
                    <a:pt x="995362" y="2048217"/>
                  </a:lnTo>
                  <a:close/>
                </a:path>
                <a:path w="2858770" h="2294254">
                  <a:moveTo>
                    <a:pt x="1088923" y="2041321"/>
                  </a:moveTo>
                  <a:lnTo>
                    <a:pt x="1086002" y="1994293"/>
                  </a:lnTo>
                  <a:lnTo>
                    <a:pt x="1051331" y="1996452"/>
                  </a:lnTo>
                  <a:lnTo>
                    <a:pt x="1038567" y="1997481"/>
                  </a:lnTo>
                  <a:lnTo>
                    <a:pt x="1042327" y="2044446"/>
                  </a:lnTo>
                  <a:lnTo>
                    <a:pt x="1055103" y="2043417"/>
                  </a:lnTo>
                  <a:lnTo>
                    <a:pt x="1088923" y="2041321"/>
                  </a:lnTo>
                  <a:close/>
                </a:path>
                <a:path w="2858770" h="2294254">
                  <a:moveTo>
                    <a:pt x="1182408" y="2035606"/>
                  </a:moveTo>
                  <a:lnTo>
                    <a:pt x="1180630" y="1988515"/>
                  </a:lnTo>
                  <a:lnTo>
                    <a:pt x="1176172" y="1988693"/>
                  </a:lnTo>
                  <a:lnTo>
                    <a:pt x="1133030" y="1991372"/>
                  </a:lnTo>
                  <a:lnTo>
                    <a:pt x="1135951" y="2038400"/>
                  </a:lnTo>
                  <a:lnTo>
                    <a:pt x="1179093" y="2035721"/>
                  </a:lnTo>
                  <a:lnTo>
                    <a:pt x="1182408" y="2035606"/>
                  </a:lnTo>
                  <a:close/>
                </a:path>
                <a:path w="2858770" h="2294254">
                  <a:moveTo>
                    <a:pt x="1276578" y="2032025"/>
                  </a:moveTo>
                  <a:lnTo>
                    <a:pt x="1274800" y="1984946"/>
                  </a:lnTo>
                  <a:lnTo>
                    <a:pt x="1227709" y="1986737"/>
                  </a:lnTo>
                  <a:lnTo>
                    <a:pt x="1229499" y="2033816"/>
                  </a:lnTo>
                  <a:lnTo>
                    <a:pt x="1276578" y="2032025"/>
                  </a:lnTo>
                  <a:close/>
                </a:path>
                <a:path w="2858770" h="2294254">
                  <a:moveTo>
                    <a:pt x="1370203" y="2030120"/>
                  </a:moveTo>
                  <a:lnTo>
                    <a:pt x="1369593" y="1983003"/>
                  </a:lnTo>
                  <a:lnTo>
                    <a:pt x="1322489" y="1983613"/>
                  </a:lnTo>
                  <a:lnTo>
                    <a:pt x="1323086" y="2030730"/>
                  </a:lnTo>
                  <a:lnTo>
                    <a:pt x="1370203" y="2030120"/>
                  </a:lnTo>
                  <a:close/>
                </a:path>
                <a:path w="2858770" h="2294254">
                  <a:moveTo>
                    <a:pt x="1465719" y="2028494"/>
                  </a:moveTo>
                  <a:lnTo>
                    <a:pt x="1462798" y="1981492"/>
                  </a:lnTo>
                  <a:lnTo>
                    <a:pt x="1416710" y="1982393"/>
                  </a:lnTo>
                  <a:lnTo>
                    <a:pt x="1417320" y="2029510"/>
                  </a:lnTo>
                  <a:lnTo>
                    <a:pt x="1463878" y="2028596"/>
                  </a:lnTo>
                  <a:lnTo>
                    <a:pt x="1465719" y="2028494"/>
                  </a:lnTo>
                  <a:close/>
                </a:path>
                <a:path w="2858770" h="2294254">
                  <a:moveTo>
                    <a:pt x="1561363" y="2017776"/>
                  </a:moveTo>
                  <a:lnTo>
                    <a:pt x="1554073" y="1971217"/>
                  </a:lnTo>
                  <a:lnTo>
                    <a:pt x="1524419" y="1975878"/>
                  </a:lnTo>
                  <a:lnTo>
                    <a:pt x="1508442" y="1977682"/>
                  </a:lnTo>
                  <a:lnTo>
                    <a:pt x="1513700" y="2024507"/>
                  </a:lnTo>
                  <a:lnTo>
                    <a:pt x="1529689" y="2022703"/>
                  </a:lnTo>
                  <a:lnTo>
                    <a:pt x="1561363" y="2017776"/>
                  </a:lnTo>
                  <a:close/>
                </a:path>
                <a:path w="2858770" h="2294254">
                  <a:moveTo>
                    <a:pt x="1655775" y="1995195"/>
                  </a:moveTo>
                  <a:lnTo>
                    <a:pt x="1642833" y="1949894"/>
                  </a:lnTo>
                  <a:lnTo>
                    <a:pt x="1616671" y="1957387"/>
                  </a:lnTo>
                  <a:lnTo>
                    <a:pt x="1598244" y="1961857"/>
                  </a:lnTo>
                  <a:lnTo>
                    <a:pt x="1609369" y="2007654"/>
                  </a:lnTo>
                  <a:lnTo>
                    <a:pt x="1627809" y="2003171"/>
                  </a:lnTo>
                  <a:lnTo>
                    <a:pt x="1655775" y="1995195"/>
                  </a:lnTo>
                  <a:close/>
                </a:path>
                <a:path w="2858770" h="2294254">
                  <a:moveTo>
                    <a:pt x="1746872" y="1962327"/>
                  </a:moveTo>
                  <a:lnTo>
                    <a:pt x="1728914" y="1918766"/>
                  </a:lnTo>
                  <a:lnTo>
                    <a:pt x="1708404" y="1927237"/>
                  </a:lnTo>
                  <a:lnTo>
                    <a:pt x="1685836" y="1935594"/>
                  </a:lnTo>
                  <a:lnTo>
                    <a:pt x="1702193" y="1979790"/>
                  </a:lnTo>
                  <a:lnTo>
                    <a:pt x="1724774" y="1971433"/>
                  </a:lnTo>
                  <a:lnTo>
                    <a:pt x="1746872" y="1962327"/>
                  </a:lnTo>
                  <a:close/>
                </a:path>
                <a:path w="2858770" h="2294254">
                  <a:moveTo>
                    <a:pt x="1834057" y="1920722"/>
                  </a:moveTo>
                  <a:lnTo>
                    <a:pt x="1811756" y="1879219"/>
                  </a:lnTo>
                  <a:lnTo>
                    <a:pt x="1799209" y="1885975"/>
                  </a:lnTo>
                  <a:lnTo>
                    <a:pt x="1770456" y="1900237"/>
                  </a:lnTo>
                  <a:lnTo>
                    <a:pt x="1791385" y="1942452"/>
                  </a:lnTo>
                  <a:lnTo>
                    <a:pt x="1820138" y="1928190"/>
                  </a:lnTo>
                  <a:lnTo>
                    <a:pt x="1834057" y="1920722"/>
                  </a:lnTo>
                  <a:close/>
                </a:path>
                <a:path w="2858770" h="2294254">
                  <a:moveTo>
                    <a:pt x="1917103" y="1871789"/>
                  </a:moveTo>
                  <a:lnTo>
                    <a:pt x="1891055" y="1832533"/>
                  </a:lnTo>
                  <a:lnTo>
                    <a:pt x="1888642" y="1834134"/>
                  </a:lnTo>
                  <a:lnTo>
                    <a:pt x="1859013" y="1852561"/>
                  </a:lnTo>
                  <a:lnTo>
                    <a:pt x="1852168" y="1856524"/>
                  </a:lnTo>
                  <a:lnTo>
                    <a:pt x="1875790" y="1897291"/>
                  </a:lnTo>
                  <a:lnTo>
                    <a:pt x="1882635" y="1893328"/>
                  </a:lnTo>
                  <a:lnTo>
                    <a:pt x="1913509" y="1874164"/>
                  </a:lnTo>
                  <a:lnTo>
                    <a:pt x="1917103" y="1871789"/>
                  </a:lnTo>
                  <a:close/>
                </a:path>
                <a:path w="2858770" h="2294254">
                  <a:moveTo>
                    <a:pt x="1995297" y="1816887"/>
                  </a:moveTo>
                  <a:lnTo>
                    <a:pt x="1967064" y="1779155"/>
                  </a:lnTo>
                  <a:lnTo>
                    <a:pt x="1947291" y="1793976"/>
                  </a:lnTo>
                  <a:lnTo>
                    <a:pt x="1929511" y="1806511"/>
                  </a:lnTo>
                  <a:lnTo>
                    <a:pt x="1956689" y="1845005"/>
                  </a:lnTo>
                  <a:lnTo>
                    <a:pt x="1974456" y="1832470"/>
                  </a:lnTo>
                  <a:lnTo>
                    <a:pt x="1995297" y="1816887"/>
                  </a:lnTo>
                  <a:close/>
                </a:path>
                <a:path w="2858770" h="2294254">
                  <a:moveTo>
                    <a:pt x="2069934" y="1756384"/>
                  </a:moveTo>
                  <a:lnTo>
                    <a:pt x="2038819" y="1721002"/>
                  </a:lnTo>
                  <a:lnTo>
                    <a:pt x="2033435" y="1725752"/>
                  </a:lnTo>
                  <a:lnTo>
                    <a:pt x="2004987" y="1749526"/>
                  </a:lnTo>
                  <a:lnTo>
                    <a:pt x="2003691" y="1750542"/>
                  </a:lnTo>
                  <a:lnTo>
                    <a:pt x="2032939" y="1787499"/>
                  </a:lnTo>
                  <a:lnTo>
                    <a:pt x="2034235" y="1786470"/>
                  </a:lnTo>
                  <a:lnTo>
                    <a:pt x="2063648" y="1761909"/>
                  </a:lnTo>
                  <a:lnTo>
                    <a:pt x="2069934" y="1756384"/>
                  </a:lnTo>
                  <a:close/>
                </a:path>
                <a:path w="2858770" h="2294254">
                  <a:moveTo>
                    <a:pt x="2140064" y="1691754"/>
                  </a:moveTo>
                  <a:lnTo>
                    <a:pt x="2107260" y="1657934"/>
                  </a:lnTo>
                  <a:lnTo>
                    <a:pt x="2089467" y="1675206"/>
                  </a:lnTo>
                  <a:lnTo>
                    <a:pt x="2073490" y="1689976"/>
                  </a:lnTo>
                  <a:lnTo>
                    <a:pt x="2105469" y="1724571"/>
                  </a:lnTo>
                  <a:lnTo>
                    <a:pt x="2121446" y="1709813"/>
                  </a:lnTo>
                  <a:lnTo>
                    <a:pt x="2140064" y="1691754"/>
                  </a:lnTo>
                  <a:close/>
                </a:path>
                <a:path w="2858770" h="2294254">
                  <a:moveTo>
                    <a:pt x="2206307" y="1622869"/>
                  </a:moveTo>
                  <a:lnTo>
                    <a:pt x="2171611" y="1590979"/>
                  </a:lnTo>
                  <a:lnTo>
                    <a:pt x="2144204" y="1620824"/>
                  </a:lnTo>
                  <a:lnTo>
                    <a:pt x="2140140" y="1624965"/>
                  </a:lnTo>
                  <a:lnTo>
                    <a:pt x="2173732" y="1658010"/>
                  </a:lnTo>
                  <a:lnTo>
                    <a:pt x="2177796" y="1653870"/>
                  </a:lnTo>
                  <a:lnTo>
                    <a:pt x="2206307" y="1622869"/>
                  </a:lnTo>
                  <a:close/>
                </a:path>
                <a:path w="2858770" h="2294254">
                  <a:moveTo>
                    <a:pt x="2268931" y="1551101"/>
                  </a:moveTo>
                  <a:lnTo>
                    <a:pt x="2232876" y="1520761"/>
                  </a:lnTo>
                  <a:lnTo>
                    <a:pt x="2202535" y="1556816"/>
                  </a:lnTo>
                  <a:lnTo>
                    <a:pt x="2238591" y="1587157"/>
                  </a:lnTo>
                  <a:lnTo>
                    <a:pt x="2268931" y="1551101"/>
                  </a:lnTo>
                  <a:close/>
                </a:path>
                <a:path w="2858770" h="2294254">
                  <a:moveTo>
                    <a:pt x="2328011" y="1476451"/>
                  </a:moveTo>
                  <a:lnTo>
                    <a:pt x="2290724" y="1447634"/>
                  </a:lnTo>
                  <a:lnTo>
                    <a:pt x="2261908" y="1484922"/>
                  </a:lnTo>
                  <a:lnTo>
                    <a:pt x="2299195" y="1513738"/>
                  </a:lnTo>
                  <a:lnTo>
                    <a:pt x="2328011" y="1476451"/>
                  </a:lnTo>
                  <a:close/>
                </a:path>
                <a:path w="2858770" h="2294254">
                  <a:moveTo>
                    <a:pt x="2383625" y="1399222"/>
                  </a:moveTo>
                  <a:lnTo>
                    <a:pt x="2345220" y="1371930"/>
                  </a:lnTo>
                  <a:lnTo>
                    <a:pt x="2317927" y="1410335"/>
                  </a:lnTo>
                  <a:lnTo>
                    <a:pt x="2356332" y="1437627"/>
                  </a:lnTo>
                  <a:lnTo>
                    <a:pt x="2383625" y="1399222"/>
                  </a:lnTo>
                  <a:close/>
                </a:path>
                <a:path w="2858770" h="2294254">
                  <a:moveTo>
                    <a:pt x="2436190" y="1318856"/>
                  </a:moveTo>
                  <a:lnTo>
                    <a:pt x="2395804" y="1294574"/>
                  </a:lnTo>
                  <a:lnTo>
                    <a:pt x="2394077" y="1297495"/>
                  </a:lnTo>
                  <a:lnTo>
                    <a:pt x="2370632" y="1333347"/>
                  </a:lnTo>
                  <a:lnTo>
                    <a:pt x="2410066" y="1359128"/>
                  </a:lnTo>
                  <a:lnTo>
                    <a:pt x="2433510" y="1323276"/>
                  </a:lnTo>
                  <a:lnTo>
                    <a:pt x="2436190" y="1318856"/>
                  </a:lnTo>
                  <a:close/>
                </a:path>
                <a:path w="2858770" h="2294254">
                  <a:moveTo>
                    <a:pt x="2484805" y="1237119"/>
                  </a:moveTo>
                  <a:lnTo>
                    <a:pt x="2443569" y="1214348"/>
                  </a:lnTo>
                  <a:lnTo>
                    <a:pt x="2438311" y="1223899"/>
                  </a:lnTo>
                  <a:lnTo>
                    <a:pt x="2420086" y="1254188"/>
                  </a:lnTo>
                  <a:lnTo>
                    <a:pt x="2460472" y="1278470"/>
                  </a:lnTo>
                  <a:lnTo>
                    <a:pt x="2478684" y="1248181"/>
                  </a:lnTo>
                  <a:lnTo>
                    <a:pt x="2484805" y="1237119"/>
                  </a:lnTo>
                  <a:close/>
                </a:path>
                <a:path w="2858770" h="2294254">
                  <a:moveTo>
                    <a:pt x="2530183" y="1153553"/>
                  </a:moveTo>
                  <a:lnTo>
                    <a:pt x="2488133" y="1132293"/>
                  </a:lnTo>
                  <a:lnTo>
                    <a:pt x="2480335" y="1147737"/>
                  </a:lnTo>
                  <a:lnTo>
                    <a:pt x="2466340" y="1173099"/>
                  </a:lnTo>
                  <a:lnTo>
                    <a:pt x="2507589" y="1195870"/>
                  </a:lnTo>
                  <a:lnTo>
                    <a:pt x="2521585" y="1170520"/>
                  </a:lnTo>
                  <a:lnTo>
                    <a:pt x="2530183" y="1153553"/>
                  </a:lnTo>
                  <a:close/>
                </a:path>
                <a:path w="2858770" h="2294254">
                  <a:moveTo>
                    <a:pt x="2572321" y="1068336"/>
                  </a:moveTo>
                  <a:lnTo>
                    <a:pt x="2529535" y="1048588"/>
                  </a:lnTo>
                  <a:lnTo>
                    <a:pt x="2520035" y="1069213"/>
                  </a:lnTo>
                  <a:lnTo>
                    <a:pt x="2509393" y="1090244"/>
                  </a:lnTo>
                  <a:lnTo>
                    <a:pt x="2551442" y="1111516"/>
                  </a:lnTo>
                  <a:lnTo>
                    <a:pt x="2562187" y="1090244"/>
                  </a:lnTo>
                  <a:lnTo>
                    <a:pt x="2572321" y="1068336"/>
                  </a:lnTo>
                  <a:close/>
                </a:path>
                <a:path w="2858770" h="2294254">
                  <a:moveTo>
                    <a:pt x="2611221" y="981608"/>
                  </a:moveTo>
                  <a:lnTo>
                    <a:pt x="2567775" y="963396"/>
                  </a:lnTo>
                  <a:lnTo>
                    <a:pt x="2557272" y="988504"/>
                  </a:lnTo>
                  <a:lnTo>
                    <a:pt x="2549283" y="1005814"/>
                  </a:lnTo>
                  <a:lnTo>
                    <a:pt x="2592070" y="1025550"/>
                  </a:lnTo>
                  <a:lnTo>
                    <a:pt x="2600058" y="1008240"/>
                  </a:lnTo>
                  <a:lnTo>
                    <a:pt x="2611221" y="981608"/>
                  </a:lnTo>
                  <a:close/>
                </a:path>
                <a:path w="2858770" h="2294254">
                  <a:moveTo>
                    <a:pt x="2646921" y="893495"/>
                  </a:moveTo>
                  <a:lnTo>
                    <a:pt x="2602839" y="876833"/>
                  </a:lnTo>
                  <a:lnTo>
                    <a:pt x="2591917" y="905789"/>
                  </a:lnTo>
                  <a:lnTo>
                    <a:pt x="2585986" y="919937"/>
                  </a:lnTo>
                  <a:lnTo>
                    <a:pt x="2629446" y="938149"/>
                  </a:lnTo>
                  <a:lnTo>
                    <a:pt x="2635377" y="923988"/>
                  </a:lnTo>
                  <a:lnTo>
                    <a:pt x="2646921" y="893495"/>
                  </a:lnTo>
                  <a:close/>
                </a:path>
                <a:path w="2858770" h="2294254">
                  <a:moveTo>
                    <a:pt x="2679344" y="804138"/>
                  </a:moveTo>
                  <a:lnTo>
                    <a:pt x="2634716" y="789051"/>
                  </a:lnTo>
                  <a:lnTo>
                    <a:pt x="2623858" y="821245"/>
                  </a:lnTo>
                  <a:lnTo>
                    <a:pt x="2619502" y="832764"/>
                  </a:lnTo>
                  <a:lnTo>
                    <a:pt x="2663583" y="849426"/>
                  </a:lnTo>
                  <a:lnTo>
                    <a:pt x="2667927" y="837907"/>
                  </a:lnTo>
                  <a:lnTo>
                    <a:pt x="2679344" y="804138"/>
                  </a:lnTo>
                  <a:close/>
                </a:path>
                <a:path w="2858770" h="2294254">
                  <a:moveTo>
                    <a:pt x="2708503" y="713651"/>
                  </a:moveTo>
                  <a:lnTo>
                    <a:pt x="2663355" y="700176"/>
                  </a:lnTo>
                  <a:lnTo>
                    <a:pt x="2652953" y="735076"/>
                  </a:lnTo>
                  <a:lnTo>
                    <a:pt x="2649804" y="744423"/>
                  </a:lnTo>
                  <a:lnTo>
                    <a:pt x="2694432" y="759498"/>
                  </a:lnTo>
                  <a:lnTo>
                    <a:pt x="2697594" y="750163"/>
                  </a:lnTo>
                  <a:lnTo>
                    <a:pt x="2708503" y="713651"/>
                  </a:lnTo>
                  <a:close/>
                </a:path>
                <a:path w="2858770" h="2294254">
                  <a:moveTo>
                    <a:pt x="2734322" y="622147"/>
                  </a:moveTo>
                  <a:lnTo>
                    <a:pt x="2688704" y="610311"/>
                  </a:lnTo>
                  <a:lnTo>
                    <a:pt x="2679090" y="647458"/>
                  </a:lnTo>
                  <a:lnTo>
                    <a:pt x="2676829" y="655027"/>
                  </a:lnTo>
                  <a:lnTo>
                    <a:pt x="2721978" y="668502"/>
                  </a:lnTo>
                  <a:lnTo>
                    <a:pt x="2724239" y="660933"/>
                  </a:lnTo>
                  <a:lnTo>
                    <a:pt x="2734322" y="622147"/>
                  </a:lnTo>
                  <a:close/>
                </a:path>
                <a:path w="2858770" h="2294254">
                  <a:moveTo>
                    <a:pt x="2756738" y="529742"/>
                  </a:moveTo>
                  <a:lnTo>
                    <a:pt x="2710726" y="519582"/>
                  </a:lnTo>
                  <a:lnTo>
                    <a:pt x="2702128" y="558584"/>
                  </a:lnTo>
                  <a:lnTo>
                    <a:pt x="2700540" y="564705"/>
                  </a:lnTo>
                  <a:lnTo>
                    <a:pt x="2746159" y="576541"/>
                  </a:lnTo>
                  <a:lnTo>
                    <a:pt x="2747746" y="570420"/>
                  </a:lnTo>
                  <a:lnTo>
                    <a:pt x="2756738" y="529742"/>
                  </a:lnTo>
                  <a:close/>
                </a:path>
                <a:path w="2858770" h="2294254">
                  <a:moveTo>
                    <a:pt x="2775686" y="436549"/>
                  </a:moveTo>
                  <a:lnTo>
                    <a:pt x="2729319" y="428117"/>
                  </a:lnTo>
                  <a:lnTo>
                    <a:pt x="2721965" y="468630"/>
                  </a:lnTo>
                  <a:lnTo>
                    <a:pt x="2720873" y="473570"/>
                  </a:lnTo>
                  <a:lnTo>
                    <a:pt x="2766885" y="483730"/>
                  </a:lnTo>
                  <a:lnTo>
                    <a:pt x="2767990" y="478777"/>
                  </a:lnTo>
                  <a:lnTo>
                    <a:pt x="2775686" y="436549"/>
                  </a:lnTo>
                  <a:close/>
                </a:path>
                <a:path w="2858770" h="2294254">
                  <a:moveTo>
                    <a:pt x="2791053" y="342684"/>
                  </a:moveTo>
                  <a:lnTo>
                    <a:pt x="2744406" y="336029"/>
                  </a:lnTo>
                  <a:lnTo>
                    <a:pt x="2738463" y="377786"/>
                  </a:lnTo>
                  <a:lnTo>
                    <a:pt x="2737751" y="381762"/>
                  </a:lnTo>
                  <a:lnTo>
                    <a:pt x="2784094" y="390182"/>
                  </a:lnTo>
                  <a:lnTo>
                    <a:pt x="2784830" y="386207"/>
                  </a:lnTo>
                  <a:lnTo>
                    <a:pt x="2791053" y="342684"/>
                  </a:lnTo>
                  <a:close/>
                </a:path>
                <a:path w="2858770" h="2294254">
                  <a:moveTo>
                    <a:pt x="2802775" y="248259"/>
                  </a:moveTo>
                  <a:lnTo>
                    <a:pt x="2755900" y="243433"/>
                  </a:lnTo>
                  <a:lnTo>
                    <a:pt x="2751518" y="286232"/>
                  </a:lnTo>
                  <a:lnTo>
                    <a:pt x="2751061" y="289382"/>
                  </a:lnTo>
                  <a:lnTo>
                    <a:pt x="2797708" y="296024"/>
                  </a:lnTo>
                  <a:lnTo>
                    <a:pt x="2798153" y="292887"/>
                  </a:lnTo>
                  <a:lnTo>
                    <a:pt x="2802775" y="248259"/>
                  </a:lnTo>
                  <a:close/>
                </a:path>
                <a:path w="2858770" h="2294254">
                  <a:moveTo>
                    <a:pt x="2810548" y="153327"/>
                  </a:moveTo>
                  <a:lnTo>
                    <a:pt x="2763520" y="150558"/>
                  </a:lnTo>
                  <a:lnTo>
                    <a:pt x="2760967" y="194157"/>
                  </a:lnTo>
                  <a:lnTo>
                    <a:pt x="2760713" y="196557"/>
                  </a:lnTo>
                  <a:lnTo>
                    <a:pt x="2807601" y="201383"/>
                  </a:lnTo>
                  <a:lnTo>
                    <a:pt x="2807843" y="198983"/>
                  </a:lnTo>
                  <a:lnTo>
                    <a:pt x="2810548" y="153327"/>
                  </a:lnTo>
                  <a:close/>
                </a:path>
                <a:path w="2858770" h="2294254">
                  <a:moveTo>
                    <a:pt x="2858376" y="153212"/>
                  </a:moveTo>
                  <a:lnTo>
                    <a:pt x="2792209" y="9677"/>
                  </a:lnTo>
                  <a:lnTo>
                    <a:pt x="2717076" y="148717"/>
                  </a:lnTo>
                  <a:lnTo>
                    <a:pt x="2858376" y="153212"/>
                  </a:lnTo>
                  <a:close/>
                </a:path>
              </a:pathLst>
            </a:custGeom>
            <a:solidFill>
              <a:srgbClr val="FD776E"/>
            </a:solidFill>
          </p:spPr>
          <p:txBody>
            <a:bodyPr wrap="square" lIns="0" tIns="0" rIns="0" bIns="0" rtlCol="0"/>
            <a:lstStyle/>
            <a:p>
              <a:endParaRPr lang="es-PE" noProof="0" dirty="0">
                <a:latin typeface="Aptos" panose="020B0004020202020204" pitchFamily="34" charset="0"/>
              </a:endParaRPr>
            </a:p>
          </p:txBody>
        </p:sp>
        <p:sp>
          <p:nvSpPr>
            <p:cNvPr id="28" name="object 28"/>
            <p:cNvSpPr/>
            <p:nvPr/>
          </p:nvSpPr>
          <p:spPr>
            <a:xfrm>
              <a:off x="5050053" y="5570111"/>
              <a:ext cx="11403330" cy="1652270"/>
            </a:xfrm>
            <a:custGeom>
              <a:avLst/>
              <a:gdLst/>
              <a:ahLst/>
              <a:cxnLst/>
              <a:rect l="l" t="t" r="r" b="b"/>
              <a:pathLst>
                <a:path w="11403330" h="1652270">
                  <a:moveTo>
                    <a:pt x="138747" y="125222"/>
                  </a:moveTo>
                  <a:lnTo>
                    <a:pt x="126631" y="109474"/>
                  </a:lnTo>
                  <a:lnTo>
                    <a:pt x="42329" y="0"/>
                  </a:lnTo>
                  <a:lnTo>
                    <a:pt x="0" y="152260"/>
                  </a:lnTo>
                  <a:lnTo>
                    <a:pt x="47853" y="142938"/>
                  </a:lnTo>
                  <a:lnTo>
                    <a:pt x="52412" y="159816"/>
                  </a:lnTo>
                  <a:lnTo>
                    <a:pt x="52832" y="160985"/>
                  </a:lnTo>
                  <a:lnTo>
                    <a:pt x="62280" y="182016"/>
                  </a:lnTo>
                  <a:lnTo>
                    <a:pt x="67043" y="191554"/>
                  </a:lnTo>
                  <a:lnTo>
                    <a:pt x="109194" y="170484"/>
                  </a:lnTo>
                  <a:lnTo>
                    <a:pt x="104432" y="160947"/>
                  </a:lnTo>
                  <a:lnTo>
                    <a:pt x="97891" y="146329"/>
                  </a:lnTo>
                  <a:lnTo>
                    <a:pt x="97091" y="144551"/>
                  </a:lnTo>
                  <a:lnTo>
                    <a:pt x="96634" y="142836"/>
                  </a:lnTo>
                  <a:lnTo>
                    <a:pt x="94221" y="133896"/>
                  </a:lnTo>
                  <a:lnTo>
                    <a:pt x="138747" y="125222"/>
                  </a:lnTo>
                  <a:close/>
                </a:path>
                <a:path w="11403330" h="1652270">
                  <a:moveTo>
                    <a:pt x="214223" y="318935"/>
                  </a:moveTo>
                  <a:lnTo>
                    <a:pt x="187261" y="288213"/>
                  </a:lnTo>
                  <a:lnTo>
                    <a:pt x="158864" y="251650"/>
                  </a:lnTo>
                  <a:lnTo>
                    <a:pt x="134175" y="215125"/>
                  </a:lnTo>
                  <a:lnTo>
                    <a:pt x="131165" y="210058"/>
                  </a:lnTo>
                  <a:lnTo>
                    <a:pt x="90792" y="234353"/>
                  </a:lnTo>
                  <a:lnTo>
                    <a:pt x="95173" y="241554"/>
                  </a:lnTo>
                  <a:lnTo>
                    <a:pt x="121666" y="280581"/>
                  </a:lnTo>
                  <a:lnTo>
                    <a:pt x="151853" y="319303"/>
                  </a:lnTo>
                  <a:lnTo>
                    <a:pt x="178816" y="350012"/>
                  </a:lnTo>
                  <a:lnTo>
                    <a:pt x="214223" y="318935"/>
                  </a:lnTo>
                  <a:close/>
                </a:path>
                <a:path w="11403330" h="1652270">
                  <a:moveTo>
                    <a:pt x="349237" y="443801"/>
                  </a:moveTo>
                  <a:lnTo>
                    <a:pt x="336905" y="434124"/>
                  </a:lnTo>
                  <a:lnTo>
                    <a:pt x="294208" y="397776"/>
                  </a:lnTo>
                  <a:lnTo>
                    <a:pt x="254990" y="361327"/>
                  </a:lnTo>
                  <a:lnTo>
                    <a:pt x="245948" y="352031"/>
                  </a:lnTo>
                  <a:lnTo>
                    <a:pt x="212255" y="384962"/>
                  </a:lnTo>
                  <a:lnTo>
                    <a:pt x="222923" y="395846"/>
                  </a:lnTo>
                  <a:lnTo>
                    <a:pt x="263677" y="433666"/>
                  </a:lnTo>
                  <a:lnTo>
                    <a:pt x="307822" y="471195"/>
                  </a:lnTo>
                  <a:lnTo>
                    <a:pt x="320154" y="480872"/>
                  </a:lnTo>
                  <a:lnTo>
                    <a:pt x="349237" y="443801"/>
                  </a:lnTo>
                  <a:close/>
                </a:path>
                <a:path w="11403330" h="1652270">
                  <a:moveTo>
                    <a:pt x="500621" y="551967"/>
                  </a:moveTo>
                  <a:lnTo>
                    <a:pt x="485216" y="542175"/>
                  </a:lnTo>
                  <a:lnTo>
                    <a:pt x="432473" y="506349"/>
                  </a:lnTo>
                  <a:lnTo>
                    <a:pt x="385699" y="472287"/>
                  </a:lnTo>
                  <a:lnTo>
                    <a:pt x="357962" y="510374"/>
                  </a:lnTo>
                  <a:lnTo>
                    <a:pt x="406019" y="545338"/>
                  </a:lnTo>
                  <a:lnTo>
                    <a:pt x="459943" y="581939"/>
                  </a:lnTo>
                  <a:lnTo>
                    <a:pt x="475335" y="591731"/>
                  </a:lnTo>
                  <a:lnTo>
                    <a:pt x="500621" y="551967"/>
                  </a:lnTo>
                  <a:close/>
                </a:path>
                <a:path w="11403330" h="1652270">
                  <a:moveTo>
                    <a:pt x="661530" y="647598"/>
                  </a:moveTo>
                  <a:lnTo>
                    <a:pt x="600290" y="613092"/>
                  </a:lnTo>
                  <a:lnTo>
                    <a:pt x="541185" y="577761"/>
                  </a:lnTo>
                  <a:lnTo>
                    <a:pt x="540385" y="577240"/>
                  </a:lnTo>
                  <a:lnTo>
                    <a:pt x="515099" y="617004"/>
                  </a:lnTo>
                  <a:lnTo>
                    <a:pt x="517017" y="618210"/>
                  </a:lnTo>
                  <a:lnTo>
                    <a:pt x="577151" y="654138"/>
                  </a:lnTo>
                  <a:lnTo>
                    <a:pt x="638390" y="688657"/>
                  </a:lnTo>
                  <a:lnTo>
                    <a:pt x="661530" y="647598"/>
                  </a:lnTo>
                  <a:close/>
                </a:path>
                <a:path w="11403330" h="1652270">
                  <a:moveTo>
                    <a:pt x="827925" y="732701"/>
                  </a:moveTo>
                  <a:lnTo>
                    <a:pt x="795807" y="717296"/>
                  </a:lnTo>
                  <a:lnTo>
                    <a:pt x="727659" y="682879"/>
                  </a:lnTo>
                  <a:lnTo>
                    <a:pt x="702602" y="669518"/>
                  </a:lnTo>
                  <a:lnTo>
                    <a:pt x="680453" y="711111"/>
                  </a:lnTo>
                  <a:lnTo>
                    <a:pt x="706424" y="724941"/>
                  </a:lnTo>
                  <a:lnTo>
                    <a:pt x="775423" y="759777"/>
                  </a:lnTo>
                  <a:lnTo>
                    <a:pt x="807554" y="775182"/>
                  </a:lnTo>
                  <a:lnTo>
                    <a:pt x="827925" y="732701"/>
                  </a:lnTo>
                  <a:close/>
                </a:path>
                <a:path w="11403330" h="1652270">
                  <a:moveTo>
                    <a:pt x="998715" y="810298"/>
                  </a:moveTo>
                  <a:lnTo>
                    <a:pt x="940638" y="785050"/>
                  </a:lnTo>
                  <a:lnTo>
                    <a:pt x="870026" y="752817"/>
                  </a:lnTo>
                  <a:lnTo>
                    <a:pt x="850468" y="795693"/>
                  </a:lnTo>
                  <a:lnTo>
                    <a:pt x="921854" y="828255"/>
                  </a:lnTo>
                  <a:lnTo>
                    <a:pt x="979919" y="853503"/>
                  </a:lnTo>
                  <a:lnTo>
                    <a:pt x="998715" y="810298"/>
                  </a:lnTo>
                  <a:close/>
                </a:path>
                <a:path w="11403330" h="1652270">
                  <a:moveTo>
                    <a:pt x="1172438" y="881341"/>
                  </a:moveTo>
                  <a:lnTo>
                    <a:pt x="1096441" y="851217"/>
                  </a:lnTo>
                  <a:lnTo>
                    <a:pt x="1041730" y="828522"/>
                  </a:lnTo>
                  <a:lnTo>
                    <a:pt x="1023670" y="872032"/>
                  </a:lnTo>
                  <a:lnTo>
                    <a:pt x="1079080" y="895032"/>
                  </a:lnTo>
                  <a:lnTo>
                    <a:pt x="1155077" y="925144"/>
                  </a:lnTo>
                  <a:lnTo>
                    <a:pt x="1172438" y="881341"/>
                  </a:lnTo>
                  <a:close/>
                </a:path>
                <a:path w="11403330" h="1652270">
                  <a:moveTo>
                    <a:pt x="1348447" y="946772"/>
                  </a:moveTo>
                  <a:lnTo>
                    <a:pt x="1262697" y="915657"/>
                  </a:lnTo>
                  <a:lnTo>
                    <a:pt x="1216126" y="898004"/>
                  </a:lnTo>
                  <a:lnTo>
                    <a:pt x="1199426" y="942073"/>
                  </a:lnTo>
                  <a:lnTo>
                    <a:pt x="1246619" y="959954"/>
                  </a:lnTo>
                  <a:lnTo>
                    <a:pt x="1332382" y="991069"/>
                  </a:lnTo>
                  <a:lnTo>
                    <a:pt x="1348447" y="946772"/>
                  </a:lnTo>
                  <a:close/>
                </a:path>
                <a:path w="11403330" h="1652270">
                  <a:moveTo>
                    <a:pt x="1526273" y="1007313"/>
                  </a:moveTo>
                  <a:lnTo>
                    <a:pt x="1438846" y="978204"/>
                  </a:lnTo>
                  <a:lnTo>
                    <a:pt x="1392643" y="962152"/>
                  </a:lnTo>
                  <a:lnTo>
                    <a:pt x="1377175" y="1006652"/>
                  </a:lnTo>
                  <a:lnTo>
                    <a:pt x="1423962" y="1022908"/>
                  </a:lnTo>
                  <a:lnTo>
                    <a:pt x="1511388" y="1052017"/>
                  </a:lnTo>
                  <a:lnTo>
                    <a:pt x="1526273" y="1007313"/>
                  </a:lnTo>
                  <a:close/>
                </a:path>
                <a:path w="11403330" h="1652270">
                  <a:moveTo>
                    <a:pt x="1705559" y="1063536"/>
                  </a:moveTo>
                  <a:lnTo>
                    <a:pt x="1624380" y="1038682"/>
                  </a:lnTo>
                  <a:lnTo>
                    <a:pt x="1570863" y="1021600"/>
                  </a:lnTo>
                  <a:lnTo>
                    <a:pt x="1556537" y="1066495"/>
                  </a:lnTo>
                  <a:lnTo>
                    <a:pt x="1610588" y="1083741"/>
                  </a:lnTo>
                  <a:lnTo>
                    <a:pt x="1691767" y="1108595"/>
                  </a:lnTo>
                  <a:lnTo>
                    <a:pt x="1705559" y="1063536"/>
                  </a:lnTo>
                  <a:close/>
                </a:path>
                <a:path w="11403330" h="1652270">
                  <a:moveTo>
                    <a:pt x="1886051" y="1115910"/>
                  </a:moveTo>
                  <a:lnTo>
                    <a:pt x="1818767" y="1096962"/>
                  </a:lnTo>
                  <a:lnTo>
                    <a:pt x="1750453" y="1076909"/>
                  </a:lnTo>
                  <a:lnTo>
                    <a:pt x="1737182" y="1122121"/>
                  </a:lnTo>
                  <a:lnTo>
                    <a:pt x="1805990" y="1142314"/>
                  </a:lnTo>
                  <a:lnTo>
                    <a:pt x="1873275" y="1161262"/>
                  </a:lnTo>
                  <a:lnTo>
                    <a:pt x="1886051" y="1115910"/>
                  </a:lnTo>
                  <a:close/>
                </a:path>
                <a:path w="11403330" h="1652270">
                  <a:moveTo>
                    <a:pt x="2067560" y="1164805"/>
                  </a:moveTo>
                  <a:lnTo>
                    <a:pt x="2021471" y="1152867"/>
                  </a:lnTo>
                  <a:lnTo>
                    <a:pt x="1931200" y="1128483"/>
                  </a:lnTo>
                  <a:lnTo>
                    <a:pt x="1918919" y="1173975"/>
                  </a:lnTo>
                  <a:lnTo>
                    <a:pt x="2009660" y="1198486"/>
                  </a:lnTo>
                  <a:lnTo>
                    <a:pt x="2055749" y="1210411"/>
                  </a:lnTo>
                  <a:lnTo>
                    <a:pt x="2067560" y="1164805"/>
                  </a:lnTo>
                  <a:close/>
                </a:path>
                <a:path w="11403330" h="1652270">
                  <a:moveTo>
                    <a:pt x="2249919" y="1210525"/>
                  </a:moveTo>
                  <a:lnTo>
                    <a:pt x="2231987" y="1206258"/>
                  </a:lnTo>
                  <a:lnTo>
                    <a:pt x="2125789" y="1179880"/>
                  </a:lnTo>
                  <a:lnTo>
                    <a:pt x="2113165" y="1176616"/>
                  </a:lnTo>
                  <a:lnTo>
                    <a:pt x="2101354" y="1222235"/>
                  </a:lnTo>
                  <a:lnTo>
                    <a:pt x="2114435" y="1225613"/>
                  </a:lnTo>
                  <a:lnTo>
                    <a:pt x="2221090" y="1252093"/>
                  </a:lnTo>
                  <a:lnTo>
                    <a:pt x="2239010" y="1256360"/>
                  </a:lnTo>
                  <a:lnTo>
                    <a:pt x="2249919" y="1210525"/>
                  </a:lnTo>
                  <a:close/>
                </a:path>
                <a:path w="11403330" h="1652270">
                  <a:moveTo>
                    <a:pt x="2433269" y="1253210"/>
                  </a:moveTo>
                  <a:lnTo>
                    <a:pt x="2340013" y="1231963"/>
                  </a:lnTo>
                  <a:lnTo>
                    <a:pt x="2295753" y="1221422"/>
                  </a:lnTo>
                  <a:lnTo>
                    <a:pt x="2284857" y="1267269"/>
                  </a:lnTo>
                  <a:lnTo>
                    <a:pt x="2329548" y="1277899"/>
                  </a:lnTo>
                  <a:lnTo>
                    <a:pt x="2422791" y="1299146"/>
                  </a:lnTo>
                  <a:lnTo>
                    <a:pt x="2433269" y="1253210"/>
                  </a:lnTo>
                  <a:close/>
                </a:path>
                <a:path w="11403330" h="1652270">
                  <a:moveTo>
                    <a:pt x="2617063" y="1292923"/>
                  </a:moveTo>
                  <a:lnTo>
                    <a:pt x="2479052" y="1263357"/>
                  </a:lnTo>
                  <a:lnTo>
                    <a:pt x="2469007" y="1309395"/>
                  </a:lnTo>
                  <a:lnTo>
                    <a:pt x="2607437" y="1339049"/>
                  </a:lnTo>
                  <a:lnTo>
                    <a:pt x="2617063" y="1292923"/>
                  </a:lnTo>
                  <a:close/>
                </a:path>
                <a:path w="11403330" h="1652270">
                  <a:moveTo>
                    <a:pt x="2801404" y="1330083"/>
                  </a:moveTo>
                  <a:lnTo>
                    <a:pt x="2674340" y="1304874"/>
                  </a:lnTo>
                  <a:lnTo>
                    <a:pt x="2663190" y="1302550"/>
                  </a:lnTo>
                  <a:lnTo>
                    <a:pt x="2653563" y="1348676"/>
                  </a:lnTo>
                  <a:lnTo>
                    <a:pt x="2665133" y="1351089"/>
                  </a:lnTo>
                  <a:lnTo>
                    <a:pt x="2792615" y="1376362"/>
                  </a:lnTo>
                  <a:lnTo>
                    <a:pt x="2801404" y="1330083"/>
                  </a:lnTo>
                  <a:close/>
                </a:path>
                <a:path w="11403330" h="1652270">
                  <a:moveTo>
                    <a:pt x="2986494" y="1364538"/>
                  </a:moveTo>
                  <a:lnTo>
                    <a:pt x="2847695" y="1338884"/>
                  </a:lnTo>
                  <a:lnTo>
                    <a:pt x="2838894" y="1385163"/>
                  </a:lnTo>
                  <a:lnTo>
                    <a:pt x="2978099" y="1410906"/>
                  </a:lnTo>
                  <a:lnTo>
                    <a:pt x="2986494" y="1364538"/>
                  </a:lnTo>
                  <a:close/>
                </a:path>
                <a:path w="11403330" h="1652270">
                  <a:moveTo>
                    <a:pt x="3171825" y="1396542"/>
                  </a:moveTo>
                  <a:lnTo>
                    <a:pt x="3032683" y="1372819"/>
                  </a:lnTo>
                  <a:lnTo>
                    <a:pt x="3024682" y="1419250"/>
                  </a:lnTo>
                  <a:lnTo>
                    <a:pt x="3164217" y="1443050"/>
                  </a:lnTo>
                  <a:lnTo>
                    <a:pt x="3171825" y="1396542"/>
                  </a:lnTo>
                  <a:close/>
                </a:path>
                <a:path w="11403330" h="1652270">
                  <a:moveTo>
                    <a:pt x="3289198" y="118186"/>
                  </a:moveTo>
                  <a:lnTo>
                    <a:pt x="3277070" y="104673"/>
                  </a:lnTo>
                  <a:lnTo>
                    <a:pt x="3183648" y="558"/>
                  </a:lnTo>
                  <a:lnTo>
                    <a:pt x="3152876" y="155575"/>
                  </a:lnTo>
                  <a:lnTo>
                    <a:pt x="3201416" y="142252"/>
                  </a:lnTo>
                  <a:lnTo>
                    <a:pt x="3209010" y="159524"/>
                  </a:lnTo>
                  <a:lnTo>
                    <a:pt x="3252152" y="140550"/>
                  </a:lnTo>
                  <a:lnTo>
                    <a:pt x="3247352" y="129654"/>
                  </a:lnTo>
                  <a:lnTo>
                    <a:pt x="3289198" y="118186"/>
                  </a:lnTo>
                  <a:close/>
                </a:path>
                <a:path w="11403330" h="1652270">
                  <a:moveTo>
                    <a:pt x="3357765" y="1426171"/>
                  </a:moveTo>
                  <a:lnTo>
                    <a:pt x="3218332" y="1404162"/>
                  </a:lnTo>
                  <a:lnTo>
                    <a:pt x="3210712" y="1450657"/>
                  </a:lnTo>
                  <a:lnTo>
                    <a:pt x="3350539" y="1472730"/>
                  </a:lnTo>
                  <a:lnTo>
                    <a:pt x="3357765" y="1426171"/>
                  </a:lnTo>
                  <a:close/>
                </a:path>
                <a:path w="11403330" h="1652270">
                  <a:moveTo>
                    <a:pt x="3367989" y="275132"/>
                  </a:moveTo>
                  <a:lnTo>
                    <a:pt x="3341611" y="251129"/>
                  </a:lnTo>
                  <a:lnTo>
                    <a:pt x="3316059" y="225501"/>
                  </a:lnTo>
                  <a:lnTo>
                    <a:pt x="3293135" y="199872"/>
                  </a:lnTo>
                  <a:lnTo>
                    <a:pt x="3273691" y="175323"/>
                  </a:lnTo>
                  <a:lnTo>
                    <a:pt x="3236798" y="204622"/>
                  </a:lnTo>
                  <a:lnTo>
                    <a:pt x="3258045" y="231317"/>
                  </a:lnTo>
                  <a:lnTo>
                    <a:pt x="3282708" y="258775"/>
                  </a:lnTo>
                  <a:lnTo>
                    <a:pt x="3309899" y="285991"/>
                  </a:lnTo>
                  <a:lnTo>
                    <a:pt x="3336277" y="309994"/>
                  </a:lnTo>
                  <a:lnTo>
                    <a:pt x="3367989" y="275132"/>
                  </a:lnTo>
                  <a:close/>
                </a:path>
                <a:path w="11403330" h="1652270">
                  <a:moveTo>
                    <a:pt x="3516236" y="384162"/>
                  </a:moveTo>
                  <a:lnTo>
                    <a:pt x="3507041" y="378447"/>
                  </a:lnTo>
                  <a:lnTo>
                    <a:pt x="3469094" y="353187"/>
                  </a:lnTo>
                  <a:lnTo>
                    <a:pt x="3433521" y="327812"/>
                  </a:lnTo>
                  <a:lnTo>
                    <a:pt x="3402660" y="304076"/>
                  </a:lnTo>
                  <a:lnTo>
                    <a:pt x="3373945" y="341426"/>
                  </a:lnTo>
                  <a:lnTo>
                    <a:pt x="3406165" y="366166"/>
                  </a:lnTo>
                  <a:lnTo>
                    <a:pt x="3442995" y="392430"/>
                  </a:lnTo>
                  <a:lnTo>
                    <a:pt x="3482136" y="418439"/>
                  </a:lnTo>
                  <a:lnTo>
                    <a:pt x="3491319" y="424154"/>
                  </a:lnTo>
                  <a:lnTo>
                    <a:pt x="3516236" y="384162"/>
                  </a:lnTo>
                  <a:close/>
                </a:path>
                <a:path w="11403330" h="1652270">
                  <a:moveTo>
                    <a:pt x="3543871" y="1453375"/>
                  </a:moveTo>
                  <a:lnTo>
                    <a:pt x="3404158" y="1433195"/>
                  </a:lnTo>
                  <a:lnTo>
                    <a:pt x="3397313" y="1479816"/>
                  </a:lnTo>
                  <a:lnTo>
                    <a:pt x="3537420" y="1500047"/>
                  </a:lnTo>
                  <a:lnTo>
                    <a:pt x="3543871" y="1453375"/>
                  </a:lnTo>
                  <a:close/>
                </a:path>
                <a:path w="11403330" h="1652270">
                  <a:moveTo>
                    <a:pt x="3678618" y="476123"/>
                  </a:moveTo>
                  <a:lnTo>
                    <a:pt x="3634714" y="453212"/>
                  </a:lnTo>
                  <a:lnTo>
                    <a:pt x="3589909" y="428472"/>
                  </a:lnTo>
                  <a:lnTo>
                    <a:pt x="3555809" y="408508"/>
                  </a:lnTo>
                  <a:lnTo>
                    <a:pt x="3532009" y="449173"/>
                  </a:lnTo>
                  <a:lnTo>
                    <a:pt x="3567138" y="469722"/>
                  </a:lnTo>
                  <a:lnTo>
                    <a:pt x="3612921" y="494982"/>
                  </a:lnTo>
                  <a:lnTo>
                    <a:pt x="3656812" y="517893"/>
                  </a:lnTo>
                  <a:lnTo>
                    <a:pt x="3678618" y="476123"/>
                  </a:lnTo>
                  <a:close/>
                </a:path>
                <a:path w="11403330" h="1652270">
                  <a:moveTo>
                    <a:pt x="3730485" y="1478343"/>
                  </a:moveTo>
                  <a:lnTo>
                    <a:pt x="3590544" y="1459826"/>
                  </a:lnTo>
                  <a:lnTo>
                    <a:pt x="3584092" y="1506499"/>
                  </a:lnTo>
                  <a:lnTo>
                    <a:pt x="3724414" y="1525079"/>
                  </a:lnTo>
                  <a:lnTo>
                    <a:pt x="3730485" y="1478343"/>
                  </a:lnTo>
                  <a:close/>
                </a:path>
                <a:path w="11403330" h="1652270">
                  <a:moveTo>
                    <a:pt x="3847642" y="555167"/>
                  </a:moveTo>
                  <a:lnTo>
                    <a:pt x="3835298" y="549922"/>
                  </a:lnTo>
                  <a:lnTo>
                    <a:pt x="3782047" y="526110"/>
                  </a:lnTo>
                  <a:lnTo>
                    <a:pt x="3730841" y="502056"/>
                  </a:lnTo>
                  <a:lnTo>
                    <a:pt x="3720350" y="496862"/>
                  </a:lnTo>
                  <a:lnTo>
                    <a:pt x="3699472" y="539089"/>
                  </a:lnTo>
                  <a:lnTo>
                    <a:pt x="3710800" y="544703"/>
                  </a:lnTo>
                  <a:lnTo>
                    <a:pt x="3762819" y="569125"/>
                  </a:lnTo>
                  <a:lnTo>
                    <a:pt x="3816832" y="593267"/>
                  </a:lnTo>
                  <a:lnTo>
                    <a:pt x="3829177" y="598525"/>
                  </a:lnTo>
                  <a:lnTo>
                    <a:pt x="3847642" y="555167"/>
                  </a:lnTo>
                  <a:close/>
                </a:path>
                <a:path w="11403330" h="1652270">
                  <a:moveTo>
                    <a:pt x="3917213" y="1500987"/>
                  </a:moveTo>
                  <a:lnTo>
                    <a:pt x="3777043" y="1484223"/>
                  </a:lnTo>
                  <a:lnTo>
                    <a:pt x="3771354" y="1530997"/>
                  </a:lnTo>
                  <a:lnTo>
                    <a:pt x="3911892" y="1547799"/>
                  </a:lnTo>
                  <a:lnTo>
                    <a:pt x="3917213" y="1500987"/>
                  </a:lnTo>
                  <a:close/>
                </a:path>
                <a:path w="11403330" h="1652270">
                  <a:moveTo>
                    <a:pt x="4021455" y="625068"/>
                  </a:moveTo>
                  <a:lnTo>
                    <a:pt x="4006773" y="619620"/>
                  </a:lnTo>
                  <a:lnTo>
                    <a:pt x="3947718" y="596684"/>
                  </a:lnTo>
                  <a:lnTo>
                    <a:pt x="3890632" y="573481"/>
                  </a:lnTo>
                  <a:lnTo>
                    <a:pt x="3872890" y="617131"/>
                  </a:lnTo>
                  <a:lnTo>
                    <a:pt x="3930662" y="640613"/>
                  </a:lnTo>
                  <a:lnTo>
                    <a:pt x="3990378" y="663790"/>
                  </a:lnTo>
                  <a:lnTo>
                    <a:pt x="4005059" y="669251"/>
                  </a:lnTo>
                  <a:lnTo>
                    <a:pt x="4021455" y="625068"/>
                  </a:lnTo>
                  <a:close/>
                </a:path>
                <a:path w="11403330" h="1652270">
                  <a:moveTo>
                    <a:pt x="4104386" y="1521434"/>
                  </a:moveTo>
                  <a:lnTo>
                    <a:pt x="3964038" y="1506296"/>
                  </a:lnTo>
                  <a:lnTo>
                    <a:pt x="3958717" y="1553121"/>
                  </a:lnTo>
                  <a:lnTo>
                    <a:pt x="4099445" y="1568297"/>
                  </a:lnTo>
                  <a:lnTo>
                    <a:pt x="4104386" y="1521434"/>
                  </a:lnTo>
                  <a:close/>
                </a:path>
                <a:path w="11403330" h="1652270">
                  <a:moveTo>
                    <a:pt x="4198251" y="687578"/>
                  </a:moveTo>
                  <a:lnTo>
                    <a:pt x="4194835" y="686460"/>
                  </a:lnTo>
                  <a:lnTo>
                    <a:pt x="4130395" y="664527"/>
                  </a:lnTo>
                  <a:lnTo>
                    <a:pt x="4067683" y="642239"/>
                  </a:lnTo>
                  <a:lnTo>
                    <a:pt x="4065625" y="641477"/>
                  </a:lnTo>
                  <a:lnTo>
                    <a:pt x="4049230" y="685647"/>
                  </a:lnTo>
                  <a:lnTo>
                    <a:pt x="4051909" y="686638"/>
                  </a:lnTo>
                  <a:lnTo>
                    <a:pt x="4115206" y="709129"/>
                  </a:lnTo>
                  <a:lnTo>
                    <a:pt x="4180230" y="731253"/>
                  </a:lnTo>
                  <a:lnTo>
                    <a:pt x="4183634" y="732370"/>
                  </a:lnTo>
                  <a:lnTo>
                    <a:pt x="4198251" y="687578"/>
                  </a:lnTo>
                  <a:close/>
                </a:path>
                <a:path w="11403330" h="1652270">
                  <a:moveTo>
                    <a:pt x="4291596" y="1539646"/>
                  </a:moveTo>
                  <a:lnTo>
                    <a:pt x="4151071" y="1526222"/>
                  </a:lnTo>
                  <a:lnTo>
                    <a:pt x="4146512" y="1573123"/>
                  </a:lnTo>
                  <a:lnTo>
                    <a:pt x="4287418" y="1586572"/>
                  </a:lnTo>
                  <a:lnTo>
                    <a:pt x="4291596" y="1539646"/>
                  </a:lnTo>
                  <a:close/>
                </a:path>
                <a:path w="11403330" h="1652270">
                  <a:moveTo>
                    <a:pt x="4377525" y="743851"/>
                  </a:moveTo>
                  <a:lnTo>
                    <a:pt x="4328782" y="729234"/>
                  </a:lnTo>
                  <a:lnTo>
                    <a:pt x="4260977" y="708037"/>
                  </a:lnTo>
                  <a:lnTo>
                    <a:pt x="4243044" y="702183"/>
                  </a:lnTo>
                  <a:lnTo>
                    <a:pt x="4228439" y="746975"/>
                  </a:lnTo>
                  <a:lnTo>
                    <a:pt x="4246918" y="753008"/>
                  </a:lnTo>
                  <a:lnTo>
                    <a:pt x="4315244" y="774369"/>
                  </a:lnTo>
                  <a:lnTo>
                    <a:pt x="4363999" y="788987"/>
                  </a:lnTo>
                  <a:lnTo>
                    <a:pt x="4377525" y="743851"/>
                  </a:lnTo>
                  <a:close/>
                </a:path>
                <a:path w="11403330" h="1652270">
                  <a:moveTo>
                    <a:pt x="4479201" y="1555623"/>
                  </a:moveTo>
                  <a:lnTo>
                    <a:pt x="4338523" y="1543824"/>
                  </a:lnTo>
                  <a:lnTo>
                    <a:pt x="4334345" y="1590751"/>
                  </a:lnTo>
                  <a:lnTo>
                    <a:pt x="4475404" y="1602587"/>
                  </a:lnTo>
                  <a:lnTo>
                    <a:pt x="4479201" y="1555623"/>
                  </a:lnTo>
                  <a:close/>
                </a:path>
                <a:path w="11403330" h="1652270">
                  <a:moveTo>
                    <a:pt x="4558169" y="794816"/>
                  </a:moveTo>
                  <a:lnTo>
                    <a:pt x="4541583" y="790435"/>
                  </a:lnTo>
                  <a:lnTo>
                    <a:pt x="4469130" y="770445"/>
                  </a:lnTo>
                  <a:lnTo>
                    <a:pt x="4422483" y="757034"/>
                  </a:lnTo>
                  <a:lnTo>
                    <a:pt x="4409465" y="802322"/>
                  </a:lnTo>
                  <a:lnTo>
                    <a:pt x="4456595" y="815873"/>
                  </a:lnTo>
                  <a:lnTo>
                    <a:pt x="4529531" y="835990"/>
                  </a:lnTo>
                  <a:lnTo>
                    <a:pt x="4546117" y="840371"/>
                  </a:lnTo>
                  <a:lnTo>
                    <a:pt x="4558169" y="794816"/>
                  </a:lnTo>
                  <a:close/>
                </a:path>
                <a:path w="11403330" h="1652270">
                  <a:moveTo>
                    <a:pt x="4666780" y="1569453"/>
                  </a:moveTo>
                  <a:lnTo>
                    <a:pt x="4525975" y="1559356"/>
                  </a:lnTo>
                  <a:lnTo>
                    <a:pt x="4522559" y="1606359"/>
                  </a:lnTo>
                  <a:lnTo>
                    <a:pt x="4663745" y="1616481"/>
                  </a:lnTo>
                  <a:lnTo>
                    <a:pt x="4666780" y="1569453"/>
                  </a:lnTo>
                  <a:close/>
                </a:path>
                <a:path w="11403330" h="1652270">
                  <a:moveTo>
                    <a:pt x="4740376" y="841146"/>
                  </a:moveTo>
                  <a:lnTo>
                    <a:pt x="4690834" y="829106"/>
                  </a:lnTo>
                  <a:lnTo>
                    <a:pt x="4615497" y="809993"/>
                  </a:lnTo>
                  <a:lnTo>
                    <a:pt x="4603724" y="806869"/>
                  </a:lnTo>
                  <a:lnTo>
                    <a:pt x="4591672" y="852424"/>
                  </a:lnTo>
                  <a:lnTo>
                    <a:pt x="4603915" y="855662"/>
                  </a:lnTo>
                  <a:lnTo>
                    <a:pt x="4679696" y="874890"/>
                  </a:lnTo>
                  <a:lnTo>
                    <a:pt x="4729238" y="886942"/>
                  </a:lnTo>
                  <a:lnTo>
                    <a:pt x="4740376" y="841146"/>
                  </a:lnTo>
                  <a:close/>
                </a:path>
                <a:path w="11403330" h="1652270">
                  <a:moveTo>
                    <a:pt x="4854702" y="1580946"/>
                  </a:moveTo>
                  <a:lnTo>
                    <a:pt x="4713795" y="1572475"/>
                  </a:lnTo>
                  <a:lnTo>
                    <a:pt x="4710773" y="1619504"/>
                  </a:lnTo>
                  <a:lnTo>
                    <a:pt x="4852073" y="1627987"/>
                  </a:lnTo>
                  <a:lnTo>
                    <a:pt x="4854702" y="1580946"/>
                  </a:lnTo>
                  <a:close/>
                </a:path>
                <a:path w="11403330" h="1652270">
                  <a:moveTo>
                    <a:pt x="4923599" y="883361"/>
                  </a:moveTo>
                  <a:lnTo>
                    <a:pt x="4785982" y="852055"/>
                  </a:lnTo>
                  <a:lnTo>
                    <a:pt x="4775289" y="897953"/>
                  </a:lnTo>
                  <a:lnTo>
                    <a:pt x="4913338" y="929347"/>
                  </a:lnTo>
                  <a:lnTo>
                    <a:pt x="4923599" y="883361"/>
                  </a:lnTo>
                  <a:close/>
                </a:path>
                <a:path w="11403330" h="1652270">
                  <a:moveTo>
                    <a:pt x="5042738" y="1590395"/>
                  </a:moveTo>
                  <a:lnTo>
                    <a:pt x="4901743" y="1583575"/>
                  </a:lnTo>
                  <a:lnTo>
                    <a:pt x="4899114" y="1630616"/>
                  </a:lnTo>
                  <a:lnTo>
                    <a:pt x="5040503" y="1637461"/>
                  </a:lnTo>
                  <a:lnTo>
                    <a:pt x="5042738" y="1590395"/>
                  </a:lnTo>
                  <a:close/>
                </a:path>
                <a:path w="11403330" h="1652270">
                  <a:moveTo>
                    <a:pt x="5107521" y="921524"/>
                  </a:moveTo>
                  <a:lnTo>
                    <a:pt x="5005324" y="900836"/>
                  </a:lnTo>
                  <a:lnTo>
                    <a:pt x="4969459" y="893178"/>
                  </a:lnTo>
                  <a:lnTo>
                    <a:pt x="4959616" y="939253"/>
                  </a:lnTo>
                  <a:lnTo>
                    <a:pt x="4995888" y="947000"/>
                  </a:lnTo>
                  <a:lnTo>
                    <a:pt x="5098491" y="967778"/>
                  </a:lnTo>
                  <a:lnTo>
                    <a:pt x="5107521" y="921524"/>
                  </a:lnTo>
                  <a:close/>
                </a:path>
                <a:path w="11403330" h="1652270">
                  <a:moveTo>
                    <a:pt x="5230685" y="1597317"/>
                  </a:moveTo>
                  <a:lnTo>
                    <a:pt x="5089626" y="1592249"/>
                  </a:lnTo>
                  <a:lnTo>
                    <a:pt x="5087785" y="1639328"/>
                  </a:lnTo>
                  <a:lnTo>
                    <a:pt x="5229250" y="1644421"/>
                  </a:lnTo>
                  <a:lnTo>
                    <a:pt x="5230685" y="1597317"/>
                  </a:lnTo>
                  <a:close/>
                </a:path>
                <a:path w="11403330" h="1652270">
                  <a:moveTo>
                    <a:pt x="5292369" y="956170"/>
                  </a:moveTo>
                  <a:lnTo>
                    <a:pt x="5169801" y="933678"/>
                  </a:lnTo>
                  <a:lnTo>
                    <a:pt x="5153761" y="930554"/>
                  </a:lnTo>
                  <a:lnTo>
                    <a:pt x="5144744" y="976795"/>
                  </a:lnTo>
                  <a:lnTo>
                    <a:pt x="5161165" y="980008"/>
                  </a:lnTo>
                  <a:lnTo>
                    <a:pt x="5284140" y="1002563"/>
                  </a:lnTo>
                  <a:lnTo>
                    <a:pt x="5292369" y="956170"/>
                  </a:lnTo>
                  <a:close/>
                </a:path>
                <a:path w="11403330" h="1652270">
                  <a:moveTo>
                    <a:pt x="5418899" y="1602143"/>
                  </a:moveTo>
                  <a:lnTo>
                    <a:pt x="5277790" y="1598764"/>
                  </a:lnTo>
                  <a:lnTo>
                    <a:pt x="5276342" y="1645869"/>
                  </a:lnTo>
                  <a:lnTo>
                    <a:pt x="5417858" y="1649260"/>
                  </a:lnTo>
                  <a:lnTo>
                    <a:pt x="5418899" y="1602143"/>
                  </a:lnTo>
                  <a:close/>
                </a:path>
                <a:path w="11403330" h="1652270">
                  <a:moveTo>
                    <a:pt x="5477776" y="987196"/>
                  </a:moveTo>
                  <a:lnTo>
                    <a:pt x="5424411" y="978865"/>
                  </a:lnTo>
                  <a:lnTo>
                    <a:pt x="5338597" y="964374"/>
                  </a:lnTo>
                  <a:lnTo>
                    <a:pt x="5330545" y="1010805"/>
                  </a:lnTo>
                  <a:lnTo>
                    <a:pt x="5417134" y="1025423"/>
                  </a:lnTo>
                  <a:lnTo>
                    <a:pt x="5470499" y="1033754"/>
                  </a:lnTo>
                  <a:lnTo>
                    <a:pt x="5477776" y="987196"/>
                  </a:lnTo>
                  <a:close/>
                </a:path>
                <a:path w="11403330" h="1652270">
                  <a:moveTo>
                    <a:pt x="5606948" y="1604556"/>
                  </a:moveTo>
                  <a:lnTo>
                    <a:pt x="5465813" y="1602968"/>
                  </a:lnTo>
                  <a:lnTo>
                    <a:pt x="5465178" y="1650085"/>
                  </a:lnTo>
                  <a:lnTo>
                    <a:pt x="5606732" y="1651673"/>
                  </a:lnTo>
                  <a:lnTo>
                    <a:pt x="5606948" y="1604556"/>
                  </a:lnTo>
                  <a:close/>
                </a:path>
                <a:path w="11403330" h="1652270">
                  <a:moveTo>
                    <a:pt x="5663768" y="1015174"/>
                  </a:moveTo>
                  <a:lnTo>
                    <a:pt x="5598985" y="1006132"/>
                  </a:lnTo>
                  <a:lnTo>
                    <a:pt x="5524335" y="994473"/>
                  </a:lnTo>
                  <a:lnTo>
                    <a:pt x="5517058" y="1041031"/>
                  </a:lnTo>
                  <a:lnTo>
                    <a:pt x="5592470" y="1052804"/>
                  </a:lnTo>
                  <a:lnTo>
                    <a:pt x="5657253" y="1061847"/>
                  </a:lnTo>
                  <a:lnTo>
                    <a:pt x="5663768" y="1015174"/>
                  </a:lnTo>
                  <a:close/>
                </a:path>
                <a:path w="11403330" h="1652270">
                  <a:moveTo>
                    <a:pt x="5795213" y="1604606"/>
                  </a:moveTo>
                  <a:lnTo>
                    <a:pt x="5706364" y="1605000"/>
                  </a:lnTo>
                  <a:lnTo>
                    <a:pt x="5795213" y="1604772"/>
                  </a:lnTo>
                  <a:lnTo>
                    <a:pt x="5795213" y="1604606"/>
                  </a:lnTo>
                  <a:close/>
                </a:path>
                <a:path w="11403330" h="1652270">
                  <a:moveTo>
                    <a:pt x="5795416" y="1651736"/>
                  </a:moveTo>
                  <a:lnTo>
                    <a:pt x="5795213" y="1605000"/>
                  </a:lnTo>
                  <a:lnTo>
                    <a:pt x="5706364" y="1605000"/>
                  </a:lnTo>
                  <a:lnTo>
                    <a:pt x="5654065" y="1605000"/>
                  </a:lnTo>
                  <a:lnTo>
                    <a:pt x="5653849" y="1651889"/>
                  </a:lnTo>
                  <a:lnTo>
                    <a:pt x="5706580" y="1652117"/>
                  </a:lnTo>
                  <a:lnTo>
                    <a:pt x="5795416" y="1651736"/>
                  </a:lnTo>
                  <a:close/>
                </a:path>
                <a:path w="11403330" h="1652270">
                  <a:moveTo>
                    <a:pt x="5850217" y="1040015"/>
                  </a:moveTo>
                  <a:lnTo>
                    <a:pt x="5776938" y="1030973"/>
                  </a:lnTo>
                  <a:lnTo>
                    <a:pt x="5710440" y="1021689"/>
                  </a:lnTo>
                  <a:lnTo>
                    <a:pt x="5703925" y="1068362"/>
                  </a:lnTo>
                  <a:lnTo>
                    <a:pt x="5771172" y="1077734"/>
                  </a:lnTo>
                  <a:lnTo>
                    <a:pt x="5844451" y="1086777"/>
                  </a:lnTo>
                  <a:lnTo>
                    <a:pt x="5850217" y="1040015"/>
                  </a:lnTo>
                  <a:close/>
                </a:path>
                <a:path w="11403330" h="1652270">
                  <a:moveTo>
                    <a:pt x="5984291" y="1649526"/>
                  </a:moveTo>
                  <a:lnTo>
                    <a:pt x="5983262" y="1602422"/>
                  </a:lnTo>
                  <a:lnTo>
                    <a:pt x="5842127" y="1604378"/>
                  </a:lnTo>
                  <a:lnTo>
                    <a:pt x="5842736" y="1651495"/>
                  </a:lnTo>
                  <a:lnTo>
                    <a:pt x="5984291" y="1649526"/>
                  </a:lnTo>
                  <a:close/>
                </a:path>
                <a:path w="11403330" h="1652270">
                  <a:moveTo>
                    <a:pt x="6026632" y="175272"/>
                  </a:moveTo>
                  <a:lnTo>
                    <a:pt x="6015609" y="165582"/>
                  </a:lnTo>
                  <a:lnTo>
                    <a:pt x="5998845" y="149288"/>
                  </a:lnTo>
                  <a:lnTo>
                    <a:pt x="5988443" y="138036"/>
                  </a:lnTo>
                  <a:lnTo>
                    <a:pt x="5985954" y="135343"/>
                  </a:lnTo>
                  <a:lnTo>
                    <a:pt x="5984748" y="133057"/>
                  </a:lnTo>
                  <a:lnTo>
                    <a:pt x="5983503" y="130721"/>
                  </a:lnTo>
                  <a:lnTo>
                    <a:pt x="6024892" y="113423"/>
                  </a:lnTo>
                  <a:lnTo>
                    <a:pt x="6018479" y="107899"/>
                  </a:lnTo>
                  <a:lnTo>
                    <a:pt x="5905182" y="10236"/>
                  </a:lnTo>
                  <a:lnTo>
                    <a:pt x="5894451" y="167919"/>
                  </a:lnTo>
                  <a:lnTo>
                    <a:pt x="5939841" y="148958"/>
                  </a:lnTo>
                  <a:lnTo>
                    <a:pt x="5946711" y="161912"/>
                  </a:lnTo>
                  <a:lnTo>
                    <a:pt x="5947892" y="163588"/>
                  </a:lnTo>
                  <a:lnTo>
                    <a:pt x="5966041" y="183121"/>
                  </a:lnTo>
                  <a:lnTo>
                    <a:pt x="5984481" y="200952"/>
                  </a:lnTo>
                  <a:lnTo>
                    <a:pt x="5995505" y="210642"/>
                  </a:lnTo>
                  <a:lnTo>
                    <a:pt x="6026632" y="175272"/>
                  </a:lnTo>
                  <a:close/>
                </a:path>
                <a:path w="11403330" h="1652270">
                  <a:moveTo>
                    <a:pt x="6037046" y="1061770"/>
                  </a:moveTo>
                  <a:lnTo>
                    <a:pt x="5957887" y="1053287"/>
                  </a:lnTo>
                  <a:lnTo>
                    <a:pt x="5896978" y="1045781"/>
                  </a:lnTo>
                  <a:lnTo>
                    <a:pt x="5891225" y="1092542"/>
                  </a:lnTo>
                  <a:lnTo>
                    <a:pt x="5952871" y="1100137"/>
                  </a:lnTo>
                  <a:lnTo>
                    <a:pt x="6032017" y="1108633"/>
                  </a:lnTo>
                  <a:lnTo>
                    <a:pt x="6037046" y="1061770"/>
                  </a:lnTo>
                  <a:close/>
                </a:path>
                <a:path w="11403330" h="1652270">
                  <a:moveTo>
                    <a:pt x="6172911" y="1644853"/>
                  </a:moveTo>
                  <a:lnTo>
                    <a:pt x="6171489" y="1597761"/>
                  </a:lnTo>
                  <a:lnTo>
                    <a:pt x="6030366" y="1601406"/>
                  </a:lnTo>
                  <a:lnTo>
                    <a:pt x="6031395" y="1648510"/>
                  </a:lnTo>
                  <a:lnTo>
                    <a:pt x="6172911" y="1644853"/>
                  </a:lnTo>
                  <a:close/>
                </a:path>
                <a:path w="11403330" h="1652270">
                  <a:moveTo>
                    <a:pt x="6178296" y="278130"/>
                  </a:moveTo>
                  <a:lnTo>
                    <a:pt x="6124918" y="246938"/>
                  </a:lnTo>
                  <a:lnTo>
                    <a:pt x="6076239" y="214503"/>
                  </a:lnTo>
                  <a:lnTo>
                    <a:pt x="6061722" y="203695"/>
                  </a:lnTo>
                  <a:lnTo>
                    <a:pt x="6033617" y="241515"/>
                  </a:lnTo>
                  <a:lnTo>
                    <a:pt x="6074283" y="270383"/>
                  </a:lnTo>
                  <a:lnTo>
                    <a:pt x="6128423" y="304038"/>
                  </a:lnTo>
                  <a:lnTo>
                    <a:pt x="6155080" y="319138"/>
                  </a:lnTo>
                  <a:lnTo>
                    <a:pt x="6178296" y="278130"/>
                  </a:lnTo>
                  <a:close/>
                </a:path>
                <a:path w="11403330" h="1652270">
                  <a:moveTo>
                    <a:pt x="6224206" y="1080516"/>
                  </a:moveTo>
                  <a:lnTo>
                    <a:pt x="6141478" y="1072972"/>
                  </a:lnTo>
                  <a:lnTo>
                    <a:pt x="6083909" y="1066800"/>
                  </a:lnTo>
                  <a:lnTo>
                    <a:pt x="6078880" y="1113650"/>
                  </a:lnTo>
                  <a:lnTo>
                    <a:pt x="6137186" y="1119898"/>
                  </a:lnTo>
                  <a:lnTo>
                    <a:pt x="6219926" y="1127442"/>
                  </a:lnTo>
                  <a:lnTo>
                    <a:pt x="6224206" y="1080516"/>
                  </a:lnTo>
                  <a:close/>
                </a:path>
                <a:path w="11403330" h="1652270">
                  <a:moveTo>
                    <a:pt x="6345593" y="358178"/>
                  </a:moveTo>
                  <a:lnTo>
                    <a:pt x="6307594" y="341807"/>
                  </a:lnTo>
                  <a:lnTo>
                    <a:pt x="6240869" y="310692"/>
                  </a:lnTo>
                  <a:lnTo>
                    <a:pt x="6218961" y="299631"/>
                  </a:lnTo>
                  <a:lnTo>
                    <a:pt x="6197727" y="341693"/>
                  </a:lnTo>
                  <a:lnTo>
                    <a:pt x="6254051" y="369227"/>
                  </a:lnTo>
                  <a:lnTo>
                    <a:pt x="6288887" y="385051"/>
                  </a:lnTo>
                  <a:lnTo>
                    <a:pt x="6325070" y="400685"/>
                  </a:lnTo>
                  <a:lnTo>
                    <a:pt x="6327648" y="401751"/>
                  </a:lnTo>
                  <a:lnTo>
                    <a:pt x="6345593" y="358178"/>
                  </a:lnTo>
                  <a:close/>
                </a:path>
                <a:path w="11403330" h="1652270">
                  <a:moveTo>
                    <a:pt x="6361455" y="1638109"/>
                  </a:moveTo>
                  <a:lnTo>
                    <a:pt x="6359639" y="1591030"/>
                  </a:lnTo>
                  <a:lnTo>
                    <a:pt x="6218580" y="1596339"/>
                  </a:lnTo>
                  <a:lnTo>
                    <a:pt x="6220003" y="1643430"/>
                  </a:lnTo>
                  <a:lnTo>
                    <a:pt x="6361455" y="1638109"/>
                  </a:lnTo>
                  <a:close/>
                </a:path>
                <a:path w="11403330" h="1652270">
                  <a:moveTo>
                    <a:pt x="6411646" y="1096251"/>
                  </a:moveTo>
                  <a:lnTo>
                    <a:pt x="6327292" y="1089914"/>
                  </a:lnTo>
                  <a:lnTo>
                    <a:pt x="6271133" y="1084795"/>
                  </a:lnTo>
                  <a:lnTo>
                    <a:pt x="6266853" y="1131722"/>
                  </a:lnTo>
                  <a:lnTo>
                    <a:pt x="6323762" y="1136904"/>
                  </a:lnTo>
                  <a:lnTo>
                    <a:pt x="6408115" y="1143241"/>
                  </a:lnTo>
                  <a:lnTo>
                    <a:pt x="6411646" y="1096251"/>
                  </a:lnTo>
                  <a:close/>
                </a:path>
                <a:path w="11403330" h="1652270">
                  <a:moveTo>
                    <a:pt x="6520523" y="424395"/>
                  </a:moveTo>
                  <a:lnTo>
                    <a:pt x="6497739" y="416572"/>
                  </a:lnTo>
                  <a:lnTo>
                    <a:pt x="6457175" y="402005"/>
                  </a:lnTo>
                  <a:lnTo>
                    <a:pt x="6417843" y="387235"/>
                  </a:lnTo>
                  <a:lnTo>
                    <a:pt x="6388875" y="375843"/>
                  </a:lnTo>
                  <a:lnTo>
                    <a:pt x="6371641" y="419696"/>
                  </a:lnTo>
                  <a:lnTo>
                    <a:pt x="6401282" y="431342"/>
                  </a:lnTo>
                  <a:lnTo>
                    <a:pt x="6441249" y="446354"/>
                  </a:lnTo>
                  <a:lnTo>
                    <a:pt x="6482423" y="461124"/>
                  </a:lnTo>
                  <a:lnTo>
                    <a:pt x="6505207" y="468960"/>
                  </a:lnTo>
                  <a:lnTo>
                    <a:pt x="6520523" y="424395"/>
                  </a:lnTo>
                  <a:close/>
                </a:path>
                <a:path w="11403330" h="1652270">
                  <a:moveTo>
                    <a:pt x="6550101" y="1628927"/>
                  </a:moveTo>
                  <a:lnTo>
                    <a:pt x="6547498" y="1581886"/>
                  </a:lnTo>
                  <a:lnTo>
                    <a:pt x="6406515" y="1588897"/>
                  </a:lnTo>
                  <a:lnTo>
                    <a:pt x="6408725" y="1635963"/>
                  </a:lnTo>
                  <a:lnTo>
                    <a:pt x="6550101" y="1628927"/>
                  </a:lnTo>
                  <a:close/>
                </a:path>
                <a:path w="11403330" h="1652270">
                  <a:moveTo>
                    <a:pt x="6599301" y="1108989"/>
                  </a:moveTo>
                  <a:lnTo>
                    <a:pt x="6514986" y="1104023"/>
                  </a:lnTo>
                  <a:lnTo>
                    <a:pt x="6458623" y="1099781"/>
                  </a:lnTo>
                  <a:lnTo>
                    <a:pt x="6455092" y="1146771"/>
                  </a:lnTo>
                  <a:lnTo>
                    <a:pt x="6512217" y="1151051"/>
                  </a:lnTo>
                  <a:lnTo>
                    <a:pt x="6596532" y="1156030"/>
                  </a:lnTo>
                  <a:lnTo>
                    <a:pt x="6599301" y="1108989"/>
                  </a:lnTo>
                  <a:close/>
                </a:path>
                <a:path w="11403330" h="1652270">
                  <a:moveTo>
                    <a:pt x="6699199" y="480593"/>
                  </a:moveTo>
                  <a:lnTo>
                    <a:pt x="6671691" y="472617"/>
                  </a:lnTo>
                  <a:lnTo>
                    <a:pt x="6626517" y="458965"/>
                  </a:lnTo>
                  <a:lnTo>
                    <a:pt x="6582448" y="445058"/>
                  </a:lnTo>
                  <a:lnTo>
                    <a:pt x="6564897" y="439280"/>
                  </a:lnTo>
                  <a:lnTo>
                    <a:pt x="6550165" y="484035"/>
                  </a:lnTo>
                  <a:lnTo>
                    <a:pt x="6568262" y="489991"/>
                  </a:lnTo>
                  <a:lnTo>
                    <a:pt x="6612877" y="504063"/>
                  </a:lnTo>
                  <a:lnTo>
                    <a:pt x="6658572" y="517880"/>
                  </a:lnTo>
                  <a:lnTo>
                    <a:pt x="6686067" y="525856"/>
                  </a:lnTo>
                  <a:lnTo>
                    <a:pt x="6699199" y="480593"/>
                  </a:lnTo>
                  <a:close/>
                </a:path>
                <a:path w="11403330" h="1652270">
                  <a:moveTo>
                    <a:pt x="6738429" y="1617675"/>
                  </a:moveTo>
                  <a:lnTo>
                    <a:pt x="6735445" y="1570647"/>
                  </a:lnTo>
                  <a:lnTo>
                    <a:pt x="6594551" y="1579283"/>
                  </a:lnTo>
                  <a:lnTo>
                    <a:pt x="6597142" y="1626336"/>
                  </a:lnTo>
                  <a:lnTo>
                    <a:pt x="6738429" y="1617675"/>
                  </a:lnTo>
                  <a:close/>
                </a:path>
                <a:path w="11403330" h="1652270">
                  <a:moveTo>
                    <a:pt x="6787147" y="1118704"/>
                  </a:moveTo>
                  <a:lnTo>
                    <a:pt x="6704165" y="1115174"/>
                  </a:lnTo>
                  <a:lnTo>
                    <a:pt x="6646342" y="1111758"/>
                  </a:lnTo>
                  <a:lnTo>
                    <a:pt x="6643573" y="1158798"/>
                  </a:lnTo>
                  <a:lnTo>
                    <a:pt x="6702171" y="1162253"/>
                  </a:lnTo>
                  <a:lnTo>
                    <a:pt x="6785127" y="1165771"/>
                  </a:lnTo>
                  <a:lnTo>
                    <a:pt x="6787147" y="1118704"/>
                  </a:lnTo>
                  <a:close/>
                </a:path>
                <a:path w="11403330" h="1652270">
                  <a:moveTo>
                    <a:pt x="6880225" y="528866"/>
                  </a:moveTo>
                  <a:lnTo>
                    <a:pt x="6862699" y="524649"/>
                  </a:lnTo>
                  <a:lnTo>
                    <a:pt x="6813524" y="512076"/>
                  </a:lnTo>
                  <a:lnTo>
                    <a:pt x="6765239" y="499186"/>
                  </a:lnTo>
                  <a:lnTo>
                    <a:pt x="6744284" y="493356"/>
                  </a:lnTo>
                  <a:lnTo>
                    <a:pt x="6731660" y="538759"/>
                  </a:lnTo>
                  <a:lnTo>
                    <a:pt x="6753085" y="544715"/>
                  </a:lnTo>
                  <a:lnTo>
                    <a:pt x="6801853" y="557720"/>
                  </a:lnTo>
                  <a:lnTo>
                    <a:pt x="6851688" y="570471"/>
                  </a:lnTo>
                  <a:lnTo>
                    <a:pt x="6869227" y="574687"/>
                  </a:lnTo>
                  <a:lnTo>
                    <a:pt x="6880225" y="528866"/>
                  </a:lnTo>
                  <a:close/>
                </a:path>
                <a:path w="11403330" h="1652270">
                  <a:moveTo>
                    <a:pt x="6926796" y="1604149"/>
                  </a:moveTo>
                  <a:lnTo>
                    <a:pt x="6923049" y="1557185"/>
                  </a:lnTo>
                  <a:lnTo>
                    <a:pt x="6782270" y="1567510"/>
                  </a:lnTo>
                  <a:lnTo>
                    <a:pt x="6785635" y="1614500"/>
                  </a:lnTo>
                  <a:lnTo>
                    <a:pt x="6926796" y="1604149"/>
                  </a:lnTo>
                  <a:close/>
                </a:path>
                <a:path w="11403330" h="1652270">
                  <a:moveTo>
                    <a:pt x="6975094" y="1125347"/>
                  </a:moveTo>
                  <a:lnTo>
                    <a:pt x="6894474" y="1123264"/>
                  </a:lnTo>
                  <a:lnTo>
                    <a:pt x="6834213" y="1120698"/>
                  </a:lnTo>
                  <a:lnTo>
                    <a:pt x="6832206" y="1167777"/>
                  </a:lnTo>
                  <a:lnTo>
                    <a:pt x="6893268" y="1170368"/>
                  </a:lnTo>
                  <a:lnTo>
                    <a:pt x="6973875" y="1172451"/>
                  </a:lnTo>
                  <a:lnTo>
                    <a:pt x="6975094" y="1125347"/>
                  </a:lnTo>
                  <a:close/>
                </a:path>
                <a:path w="11403330" h="1652270">
                  <a:moveTo>
                    <a:pt x="7063486" y="570941"/>
                  </a:moveTo>
                  <a:lnTo>
                    <a:pt x="6964045" y="549008"/>
                  </a:lnTo>
                  <a:lnTo>
                    <a:pt x="6926046" y="539877"/>
                  </a:lnTo>
                  <a:lnTo>
                    <a:pt x="6915048" y="585685"/>
                  </a:lnTo>
                  <a:lnTo>
                    <a:pt x="6953898" y="595020"/>
                  </a:lnTo>
                  <a:lnTo>
                    <a:pt x="7053339" y="616953"/>
                  </a:lnTo>
                  <a:lnTo>
                    <a:pt x="7063486" y="570941"/>
                  </a:lnTo>
                  <a:close/>
                </a:path>
                <a:path w="11403330" h="1652270">
                  <a:moveTo>
                    <a:pt x="7114807" y="1588452"/>
                  </a:moveTo>
                  <a:lnTo>
                    <a:pt x="7110692" y="1541513"/>
                  </a:lnTo>
                  <a:lnTo>
                    <a:pt x="6970027" y="1553438"/>
                  </a:lnTo>
                  <a:lnTo>
                    <a:pt x="6973760" y="1600415"/>
                  </a:lnTo>
                  <a:lnTo>
                    <a:pt x="7114807" y="1588452"/>
                  </a:lnTo>
                  <a:close/>
                </a:path>
                <a:path w="11403330" h="1652270">
                  <a:moveTo>
                    <a:pt x="7163130" y="1128877"/>
                  </a:moveTo>
                  <a:lnTo>
                    <a:pt x="7085520" y="1128204"/>
                  </a:lnTo>
                  <a:lnTo>
                    <a:pt x="7022198" y="1126566"/>
                  </a:lnTo>
                  <a:lnTo>
                    <a:pt x="7020992" y="1173670"/>
                  </a:lnTo>
                  <a:lnTo>
                    <a:pt x="7085114" y="1175321"/>
                  </a:lnTo>
                  <a:lnTo>
                    <a:pt x="7162724" y="1175994"/>
                  </a:lnTo>
                  <a:lnTo>
                    <a:pt x="7163130" y="1128877"/>
                  </a:lnTo>
                  <a:close/>
                </a:path>
                <a:path w="11403330" h="1652270">
                  <a:moveTo>
                    <a:pt x="7247636" y="607009"/>
                  </a:moveTo>
                  <a:lnTo>
                    <a:pt x="7177075" y="594004"/>
                  </a:lnTo>
                  <a:lnTo>
                    <a:pt x="7109244" y="580288"/>
                  </a:lnTo>
                  <a:lnTo>
                    <a:pt x="7099922" y="626478"/>
                  </a:lnTo>
                  <a:lnTo>
                    <a:pt x="7168528" y="640346"/>
                  </a:lnTo>
                  <a:lnTo>
                    <a:pt x="7239089" y="653351"/>
                  </a:lnTo>
                  <a:lnTo>
                    <a:pt x="7247636" y="607009"/>
                  </a:lnTo>
                  <a:close/>
                </a:path>
                <a:path w="11403330" h="1652270">
                  <a:moveTo>
                    <a:pt x="7302805" y="1570609"/>
                  </a:moveTo>
                  <a:lnTo>
                    <a:pt x="7297941" y="1523733"/>
                  </a:lnTo>
                  <a:lnTo>
                    <a:pt x="7157428" y="1537360"/>
                  </a:lnTo>
                  <a:lnTo>
                    <a:pt x="7161924" y="1584261"/>
                  </a:lnTo>
                  <a:lnTo>
                    <a:pt x="7302805" y="1570609"/>
                  </a:lnTo>
                  <a:close/>
                </a:path>
                <a:path w="11403330" h="1652270">
                  <a:moveTo>
                    <a:pt x="7351192" y="1129245"/>
                  </a:moveTo>
                  <a:lnTo>
                    <a:pt x="7276922" y="1129868"/>
                  </a:lnTo>
                  <a:lnTo>
                    <a:pt x="7351192" y="1129284"/>
                  </a:lnTo>
                  <a:close/>
                </a:path>
                <a:path w="11403330" h="1652270">
                  <a:moveTo>
                    <a:pt x="7351598" y="1176362"/>
                  </a:moveTo>
                  <a:lnTo>
                    <a:pt x="7351192" y="1129868"/>
                  </a:lnTo>
                  <a:lnTo>
                    <a:pt x="7276922" y="1129868"/>
                  </a:lnTo>
                  <a:lnTo>
                    <a:pt x="7210247" y="1129868"/>
                  </a:lnTo>
                  <a:lnTo>
                    <a:pt x="7209841" y="1176401"/>
                  </a:lnTo>
                  <a:lnTo>
                    <a:pt x="7277328" y="1176985"/>
                  </a:lnTo>
                  <a:lnTo>
                    <a:pt x="7351598" y="1176362"/>
                  </a:lnTo>
                  <a:close/>
                </a:path>
                <a:path w="11403330" h="1652270">
                  <a:moveTo>
                    <a:pt x="7432738" y="638200"/>
                  </a:moveTo>
                  <a:lnTo>
                    <a:pt x="7402157" y="633577"/>
                  </a:lnTo>
                  <a:lnTo>
                    <a:pt x="7293623" y="615403"/>
                  </a:lnTo>
                  <a:lnTo>
                    <a:pt x="7285825" y="661873"/>
                  </a:lnTo>
                  <a:lnTo>
                    <a:pt x="7395121" y="680173"/>
                  </a:lnTo>
                  <a:lnTo>
                    <a:pt x="7425703" y="684796"/>
                  </a:lnTo>
                  <a:lnTo>
                    <a:pt x="7432738" y="638200"/>
                  </a:lnTo>
                  <a:close/>
                </a:path>
                <a:path w="11403330" h="1652270">
                  <a:moveTo>
                    <a:pt x="7490396" y="1550479"/>
                  </a:moveTo>
                  <a:lnTo>
                    <a:pt x="7485151" y="1503654"/>
                  </a:lnTo>
                  <a:lnTo>
                    <a:pt x="7344804" y="1518869"/>
                  </a:lnTo>
                  <a:lnTo>
                    <a:pt x="7349680" y="1565732"/>
                  </a:lnTo>
                  <a:lnTo>
                    <a:pt x="7490396" y="1550479"/>
                  </a:lnTo>
                  <a:close/>
                </a:path>
                <a:path w="11403330" h="1652270">
                  <a:moveTo>
                    <a:pt x="7540434" y="1173556"/>
                  </a:moveTo>
                  <a:lnTo>
                    <a:pt x="7539241" y="1126451"/>
                  </a:lnTo>
                  <a:lnTo>
                    <a:pt x="7468349" y="1128242"/>
                  </a:lnTo>
                  <a:lnTo>
                    <a:pt x="7398309" y="1128839"/>
                  </a:lnTo>
                  <a:lnTo>
                    <a:pt x="7398715" y="1175956"/>
                  </a:lnTo>
                  <a:lnTo>
                    <a:pt x="7469543" y="1175346"/>
                  </a:lnTo>
                  <a:lnTo>
                    <a:pt x="7540434" y="1173556"/>
                  </a:lnTo>
                  <a:close/>
                </a:path>
                <a:path w="11403330" h="1652270">
                  <a:moveTo>
                    <a:pt x="7618958" y="664718"/>
                  </a:moveTo>
                  <a:lnTo>
                    <a:pt x="7518578" y="651167"/>
                  </a:lnTo>
                  <a:lnTo>
                    <a:pt x="7479335" y="645236"/>
                  </a:lnTo>
                  <a:lnTo>
                    <a:pt x="7472286" y="691819"/>
                  </a:lnTo>
                  <a:lnTo>
                    <a:pt x="7512278" y="697865"/>
                  </a:lnTo>
                  <a:lnTo>
                    <a:pt x="7612659" y="711415"/>
                  </a:lnTo>
                  <a:lnTo>
                    <a:pt x="7618958" y="664718"/>
                  </a:lnTo>
                  <a:close/>
                </a:path>
                <a:path w="11403330" h="1652270">
                  <a:moveTo>
                    <a:pt x="7677925" y="1528241"/>
                  </a:moveTo>
                  <a:lnTo>
                    <a:pt x="7671943" y="1481505"/>
                  </a:lnTo>
                  <a:lnTo>
                    <a:pt x="7531976" y="1498409"/>
                  </a:lnTo>
                  <a:lnTo>
                    <a:pt x="7537221" y="1545247"/>
                  </a:lnTo>
                  <a:lnTo>
                    <a:pt x="7677925" y="1528241"/>
                  </a:lnTo>
                  <a:close/>
                </a:path>
                <a:path w="11403330" h="1652270">
                  <a:moveTo>
                    <a:pt x="7729194" y="1167663"/>
                  </a:moveTo>
                  <a:lnTo>
                    <a:pt x="7727239" y="1120584"/>
                  </a:lnTo>
                  <a:lnTo>
                    <a:pt x="7659421" y="1123403"/>
                  </a:lnTo>
                  <a:lnTo>
                    <a:pt x="7586358" y="1125258"/>
                  </a:lnTo>
                  <a:lnTo>
                    <a:pt x="7587551" y="1172362"/>
                  </a:lnTo>
                  <a:lnTo>
                    <a:pt x="7661376" y="1170482"/>
                  </a:lnTo>
                  <a:lnTo>
                    <a:pt x="7729194" y="1167663"/>
                  </a:lnTo>
                  <a:close/>
                </a:path>
                <a:path w="11403330" h="1652270">
                  <a:moveTo>
                    <a:pt x="7805420" y="686511"/>
                  </a:moveTo>
                  <a:lnTo>
                    <a:pt x="7757960" y="681583"/>
                  </a:lnTo>
                  <a:lnTo>
                    <a:pt x="7665339" y="670534"/>
                  </a:lnTo>
                  <a:lnTo>
                    <a:pt x="7659764" y="717321"/>
                  </a:lnTo>
                  <a:lnTo>
                    <a:pt x="7753096" y="728459"/>
                  </a:lnTo>
                  <a:lnTo>
                    <a:pt x="7800568" y="733374"/>
                  </a:lnTo>
                  <a:lnTo>
                    <a:pt x="7805420" y="686511"/>
                  </a:lnTo>
                  <a:close/>
                </a:path>
                <a:path w="11403330" h="1652270">
                  <a:moveTo>
                    <a:pt x="7864996" y="1503654"/>
                  </a:moveTo>
                  <a:lnTo>
                    <a:pt x="7858620" y="1456969"/>
                  </a:lnTo>
                  <a:lnTo>
                    <a:pt x="7718679" y="1475524"/>
                  </a:lnTo>
                  <a:lnTo>
                    <a:pt x="7724673" y="1522260"/>
                  </a:lnTo>
                  <a:lnTo>
                    <a:pt x="7864996" y="1503654"/>
                  </a:lnTo>
                  <a:close/>
                </a:path>
                <a:path w="11403330" h="1652270">
                  <a:moveTo>
                    <a:pt x="7917840" y="1158748"/>
                  </a:moveTo>
                  <a:lnTo>
                    <a:pt x="7915122" y="1111707"/>
                  </a:lnTo>
                  <a:lnTo>
                    <a:pt x="7849730" y="1115479"/>
                  </a:lnTo>
                  <a:lnTo>
                    <a:pt x="7774318" y="1118616"/>
                  </a:lnTo>
                  <a:lnTo>
                    <a:pt x="7776286" y="1165694"/>
                  </a:lnTo>
                  <a:lnTo>
                    <a:pt x="7852448" y="1162519"/>
                  </a:lnTo>
                  <a:lnTo>
                    <a:pt x="7917840" y="1158748"/>
                  </a:lnTo>
                  <a:close/>
                </a:path>
                <a:path w="11403330" h="1652270">
                  <a:moveTo>
                    <a:pt x="7992707" y="704189"/>
                  </a:moveTo>
                  <a:lnTo>
                    <a:pt x="7880401" y="694283"/>
                  </a:lnTo>
                  <a:lnTo>
                    <a:pt x="7852296" y="691362"/>
                  </a:lnTo>
                  <a:lnTo>
                    <a:pt x="7847431" y="738238"/>
                  </a:lnTo>
                  <a:lnTo>
                    <a:pt x="7876260" y="741222"/>
                  </a:lnTo>
                  <a:lnTo>
                    <a:pt x="7988567" y="751128"/>
                  </a:lnTo>
                  <a:lnTo>
                    <a:pt x="7992707" y="704189"/>
                  </a:lnTo>
                  <a:close/>
                </a:path>
                <a:path w="11403330" h="1652270">
                  <a:moveTo>
                    <a:pt x="8051940" y="1476883"/>
                  </a:moveTo>
                  <a:lnTo>
                    <a:pt x="8044815" y="1430312"/>
                  </a:lnTo>
                  <a:lnTo>
                    <a:pt x="7905305" y="1450594"/>
                  </a:lnTo>
                  <a:lnTo>
                    <a:pt x="7911668" y="1497291"/>
                  </a:lnTo>
                  <a:lnTo>
                    <a:pt x="8051940" y="1476883"/>
                  </a:lnTo>
                  <a:close/>
                </a:path>
                <a:path w="11403330" h="1652270">
                  <a:moveTo>
                    <a:pt x="8106308" y="1146835"/>
                  </a:moveTo>
                  <a:lnTo>
                    <a:pt x="8102854" y="1099845"/>
                  </a:lnTo>
                  <a:lnTo>
                    <a:pt x="8038935" y="1104557"/>
                  </a:lnTo>
                  <a:lnTo>
                    <a:pt x="7962163" y="1108989"/>
                  </a:lnTo>
                  <a:lnTo>
                    <a:pt x="7964868" y="1156030"/>
                  </a:lnTo>
                  <a:lnTo>
                    <a:pt x="8042389" y="1151547"/>
                  </a:lnTo>
                  <a:lnTo>
                    <a:pt x="8106308" y="1146835"/>
                  </a:lnTo>
                  <a:close/>
                </a:path>
                <a:path w="11403330" h="1652270">
                  <a:moveTo>
                    <a:pt x="8179994" y="717181"/>
                  </a:moveTo>
                  <a:lnTo>
                    <a:pt x="8129524" y="714311"/>
                  </a:lnTo>
                  <a:lnTo>
                    <a:pt x="8039316" y="707758"/>
                  </a:lnTo>
                  <a:lnTo>
                    <a:pt x="8035912" y="754748"/>
                  </a:lnTo>
                  <a:lnTo>
                    <a:pt x="8126844" y="761352"/>
                  </a:lnTo>
                  <a:lnTo>
                    <a:pt x="8177301" y="764235"/>
                  </a:lnTo>
                  <a:lnTo>
                    <a:pt x="8179994" y="717181"/>
                  </a:lnTo>
                  <a:close/>
                </a:path>
                <a:path w="11403330" h="1652270">
                  <a:moveTo>
                    <a:pt x="8238337" y="1447711"/>
                  </a:moveTo>
                  <a:lnTo>
                    <a:pt x="8230832" y="1401191"/>
                  </a:lnTo>
                  <a:lnTo>
                    <a:pt x="8091398" y="1423187"/>
                  </a:lnTo>
                  <a:lnTo>
                    <a:pt x="8098510" y="1469771"/>
                  </a:lnTo>
                  <a:lnTo>
                    <a:pt x="8238337" y="1447711"/>
                  </a:lnTo>
                  <a:close/>
                </a:path>
                <a:path w="11403330" h="1652270">
                  <a:moveTo>
                    <a:pt x="8294560" y="1131976"/>
                  </a:moveTo>
                  <a:lnTo>
                    <a:pt x="8290357" y="1085037"/>
                  </a:lnTo>
                  <a:lnTo>
                    <a:pt x="8226641" y="1090739"/>
                  </a:lnTo>
                  <a:lnTo>
                    <a:pt x="8149844" y="1096391"/>
                  </a:lnTo>
                  <a:lnTo>
                    <a:pt x="8153298" y="1143381"/>
                  </a:lnTo>
                  <a:lnTo>
                    <a:pt x="8230832" y="1137666"/>
                  </a:lnTo>
                  <a:lnTo>
                    <a:pt x="8294560" y="1131976"/>
                  </a:lnTo>
                  <a:close/>
                </a:path>
                <a:path w="11403330" h="1652270">
                  <a:moveTo>
                    <a:pt x="8367877" y="726122"/>
                  </a:moveTo>
                  <a:lnTo>
                    <a:pt x="8255698" y="721499"/>
                  </a:lnTo>
                  <a:lnTo>
                    <a:pt x="8227034" y="719874"/>
                  </a:lnTo>
                  <a:lnTo>
                    <a:pt x="8224355" y="766914"/>
                  </a:lnTo>
                  <a:lnTo>
                    <a:pt x="8253768" y="768578"/>
                  </a:lnTo>
                  <a:lnTo>
                    <a:pt x="8365934" y="773201"/>
                  </a:lnTo>
                  <a:lnTo>
                    <a:pt x="8367877" y="726122"/>
                  </a:lnTo>
                  <a:close/>
                </a:path>
                <a:path w="11403330" h="1652270">
                  <a:moveTo>
                    <a:pt x="8424558" y="1416189"/>
                  </a:moveTo>
                  <a:lnTo>
                    <a:pt x="8416277" y="1369796"/>
                  </a:lnTo>
                  <a:lnTo>
                    <a:pt x="8277149" y="1393659"/>
                  </a:lnTo>
                  <a:lnTo>
                    <a:pt x="8285048" y="1440116"/>
                  </a:lnTo>
                  <a:lnTo>
                    <a:pt x="8424558" y="1416189"/>
                  </a:lnTo>
                  <a:close/>
                </a:path>
                <a:path w="11403330" h="1652270">
                  <a:moveTo>
                    <a:pt x="8482559" y="1114145"/>
                  </a:moveTo>
                  <a:lnTo>
                    <a:pt x="8477631" y="1067282"/>
                  </a:lnTo>
                  <a:lnTo>
                    <a:pt x="8412467" y="1074127"/>
                  </a:lnTo>
                  <a:lnTo>
                    <a:pt x="8337296" y="1080846"/>
                  </a:lnTo>
                  <a:lnTo>
                    <a:pt x="8341487" y="1127772"/>
                  </a:lnTo>
                  <a:lnTo>
                    <a:pt x="8417395" y="1120990"/>
                  </a:lnTo>
                  <a:lnTo>
                    <a:pt x="8482559" y="1114145"/>
                  </a:lnTo>
                  <a:close/>
                </a:path>
                <a:path w="11403330" h="1652270">
                  <a:moveTo>
                    <a:pt x="8555520" y="730300"/>
                  </a:moveTo>
                  <a:lnTo>
                    <a:pt x="8510041" y="729907"/>
                  </a:lnTo>
                  <a:lnTo>
                    <a:pt x="8414588" y="727519"/>
                  </a:lnTo>
                  <a:lnTo>
                    <a:pt x="8413420" y="774623"/>
                  </a:lnTo>
                  <a:lnTo>
                    <a:pt x="8509648" y="777024"/>
                  </a:lnTo>
                  <a:lnTo>
                    <a:pt x="8555126" y="777417"/>
                  </a:lnTo>
                  <a:lnTo>
                    <a:pt x="8555520" y="730300"/>
                  </a:lnTo>
                  <a:close/>
                </a:path>
                <a:path w="11403330" h="1652270">
                  <a:moveTo>
                    <a:pt x="8610143" y="1382217"/>
                  </a:moveTo>
                  <a:lnTo>
                    <a:pt x="8601469" y="1335900"/>
                  </a:lnTo>
                  <a:lnTo>
                    <a:pt x="8462658" y="1361516"/>
                  </a:lnTo>
                  <a:lnTo>
                    <a:pt x="8470938" y="1407896"/>
                  </a:lnTo>
                  <a:lnTo>
                    <a:pt x="8610143" y="1382217"/>
                  </a:lnTo>
                  <a:close/>
                </a:path>
                <a:path w="11403330" h="1652270">
                  <a:moveTo>
                    <a:pt x="8670239" y="1093330"/>
                  </a:moveTo>
                  <a:lnTo>
                    <a:pt x="8664588" y="1046556"/>
                  </a:lnTo>
                  <a:lnTo>
                    <a:pt x="8596046" y="1054836"/>
                  </a:lnTo>
                  <a:lnTo>
                    <a:pt x="8524494" y="1062355"/>
                  </a:lnTo>
                  <a:lnTo>
                    <a:pt x="8529409" y="1109218"/>
                  </a:lnTo>
                  <a:lnTo>
                    <a:pt x="8601697" y="1101610"/>
                  </a:lnTo>
                  <a:lnTo>
                    <a:pt x="8670239" y="1093330"/>
                  </a:lnTo>
                  <a:close/>
                </a:path>
                <a:path w="11403330" h="1652270">
                  <a:moveTo>
                    <a:pt x="8743607" y="730110"/>
                  </a:moveTo>
                  <a:lnTo>
                    <a:pt x="8637702" y="730986"/>
                  </a:lnTo>
                  <a:lnTo>
                    <a:pt x="8743607" y="730694"/>
                  </a:lnTo>
                  <a:lnTo>
                    <a:pt x="8743607" y="730110"/>
                  </a:lnTo>
                  <a:close/>
                </a:path>
                <a:path w="11403330" h="1652270">
                  <a:moveTo>
                    <a:pt x="8743988" y="777227"/>
                  </a:moveTo>
                  <a:lnTo>
                    <a:pt x="8743607" y="730986"/>
                  </a:lnTo>
                  <a:lnTo>
                    <a:pt x="8637702" y="730986"/>
                  </a:lnTo>
                  <a:lnTo>
                    <a:pt x="8602637" y="730986"/>
                  </a:lnTo>
                  <a:lnTo>
                    <a:pt x="8602243" y="777811"/>
                  </a:lnTo>
                  <a:lnTo>
                    <a:pt x="8638095" y="778103"/>
                  </a:lnTo>
                  <a:lnTo>
                    <a:pt x="8743988" y="777227"/>
                  </a:lnTo>
                  <a:close/>
                </a:path>
                <a:path w="11403330" h="1652270">
                  <a:moveTo>
                    <a:pt x="8788375" y="106895"/>
                  </a:moveTo>
                  <a:lnTo>
                    <a:pt x="8647036" y="36195"/>
                  </a:lnTo>
                  <a:lnTo>
                    <a:pt x="8675268" y="191693"/>
                  </a:lnTo>
                  <a:lnTo>
                    <a:pt x="8788375" y="106895"/>
                  </a:lnTo>
                  <a:close/>
                </a:path>
                <a:path w="11403330" h="1652270">
                  <a:moveTo>
                    <a:pt x="8795448" y="1345590"/>
                  </a:moveTo>
                  <a:lnTo>
                    <a:pt x="8785962" y="1299438"/>
                  </a:lnTo>
                  <a:lnTo>
                    <a:pt x="8647544" y="1327048"/>
                  </a:lnTo>
                  <a:lnTo>
                    <a:pt x="8656625" y="1373289"/>
                  </a:lnTo>
                  <a:lnTo>
                    <a:pt x="8795448" y="1345590"/>
                  </a:lnTo>
                  <a:close/>
                </a:path>
                <a:path w="11403330" h="1652270">
                  <a:moveTo>
                    <a:pt x="8857564" y="1069505"/>
                  </a:moveTo>
                  <a:lnTo>
                    <a:pt x="8851176" y="1022819"/>
                  </a:lnTo>
                  <a:lnTo>
                    <a:pt x="8777021" y="1032967"/>
                  </a:lnTo>
                  <a:lnTo>
                    <a:pt x="8711362" y="1040904"/>
                  </a:lnTo>
                  <a:lnTo>
                    <a:pt x="8717013" y="1087678"/>
                  </a:lnTo>
                  <a:lnTo>
                    <a:pt x="8783409" y="1079652"/>
                  </a:lnTo>
                  <a:lnTo>
                    <a:pt x="8857564" y="1069505"/>
                  </a:lnTo>
                  <a:close/>
                </a:path>
                <a:path w="11403330" h="1652270">
                  <a:moveTo>
                    <a:pt x="8880424" y="198399"/>
                  </a:moveTo>
                  <a:lnTo>
                    <a:pt x="8835682" y="179425"/>
                  </a:lnTo>
                  <a:lnTo>
                    <a:pt x="8775598" y="148920"/>
                  </a:lnTo>
                  <a:lnTo>
                    <a:pt x="8757399" y="137833"/>
                  </a:lnTo>
                  <a:lnTo>
                    <a:pt x="8732939" y="178092"/>
                  </a:lnTo>
                  <a:lnTo>
                    <a:pt x="8783764" y="206756"/>
                  </a:lnTo>
                  <a:lnTo>
                    <a:pt x="8852840" y="238188"/>
                  </a:lnTo>
                  <a:lnTo>
                    <a:pt x="8863190" y="242252"/>
                  </a:lnTo>
                  <a:lnTo>
                    <a:pt x="8880424" y="198399"/>
                  </a:lnTo>
                  <a:close/>
                </a:path>
                <a:path w="11403330" h="1652270">
                  <a:moveTo>
                    <a:pt x="8933155" y="772337"/>
                  </a:moveTo>
                  <a:lnTo>
                    <a:pt x="8931250" y="725258"/>
                  </a:lnTo>
                  <a:lnTo>
                    <a:pt x="8892807" y="726808"/>
                  </a:lnTo>
                  <a:lnTo>
                    <a:pt x="8790330" y="729322"/>
                  </a:lnTo>
                  <a:lnTo>
                    <a:pt x="8791486" y="776427"/>
                  </a:lnTo>
                  <a:lnTo>
                    <a:pt x="8894712" y="773899"/>
                  </a:lnTo>
                  <a:lnTo>
                    <a:pt x="8933155" y="772337"/>
                  </a:lnTo>
                  <a:close/>
                </a:path>
                <a:path w="11403330" h="1652270">
                  <a:moveTo>
                    <a:pt x="8980246" y="1306410"/>
                  </a:moveTo>
                  <a:lnTo>
                    <a:pt x="8969921" y="1260436"/>
                  </a:lnTo>
                  <a:lnTo>
                    <a:pt x="8963012" y="1261986"/>
                  </a:lnTo>
                  <a:lnTo>
                    <a:pt x="8832113" y="1289939"/>
                  </a:lnTo>
                  <a:lnTo>
                    <a:pt x="8841600" y="1336103"/>
                  </a:lnTo>
                  <a:lnTo>
                    <a:pt x="8973337" y="1307960"/>
                  </a:lnTo>
                  <a:lnTo>
                    <a:pt x="8980246" y="1306410"/>
                  </a:lnTo>
                  <a:close/>
                </a:path>
                <a:path w="11403330" h="1652270">
                  <a:moveTo>
                    <a:pt x="9044483" y="1042581"/>
                  </a:moveTo>
                  <a:lnTo>
                    <a:pt x="9037358" y="996010"/>
                  </a:lnTo>
                  <a:lnTo>
                    <a:pt x="8954973" y="1008621"/>
                  </a:lnTo>
                  <a:lnTo>
                    <a:pt x="8897874" y="1016431"/>
                  </a:lnTo>
                  <a:lnTo>
                    <a:pt x="8904262" y="1063117"/>
                  </a:lnTo>
                  <a:lnTo>
                    <a:pt x="8962098" y="1055192"/>
                  </a:lnTo>
                  <a:lnTo>
                    <a:pt x="9044483" y="1042581"/>
                  </a:lnTo>
                  <a:close/>
                </a:path>
                <a:path w="11403330" h="1652270">
                  <a:moveTo>
                    <a:pt x="9056903" y="256921"/>
                  </a:moveTo>
                  <a:lnTo>
                    <a:pt x="9033294" y="250380"/>
                  </a:lnTo>
                  <a:lnTo>
                    <a:pt x="8988920" y="236982"/>
                  </a:lnTo>
                  <a:lnTo>
                    <a:pt x="8946820" y="223151"/>
                  </a:lnTo>
                  <a:lnTo>
                    <a:pt x="8923807" y="214884"/>
                  </a:lnTo>
                  <a:lnTo>
                    <a:pt x="8907907" y="259232"/>
                  </a:lnTo>
                  <a:lnTo>
                    <a:pt x="8932126" y="267919"/>
                  </a:lnTo>
                  <a:lnTo>
                    <a:pt x="8975306" y="282092"/>
                  </a:lnTo>
                  <a:lnTo>
                    <a:pt x="9020708" y="295783"/>
                  </a:lnTo>
                  <a:lnTo>
                    <a:pt x="9044305" y="302323"/>
                  </a:lnTo>
                  <a:lnTo>
                    <a:pt x="9056903" y="256921"/>
                  </a:lnTo>
                  <a:close/>
                </a:path>
                <a:path w="11403330" h="1652270">
                  <a:moveTo>
                    <a:pt x="9121775" y="763168"/>
                  </a:moveTo>
                  <a:lnTo>
                    <a:pt x="9119133" y="716127"/>
                  </a:lnTo>
                  <a:lnTo>
                    <a:pt x="9019743" y="721690"/>
                  </a:lnTo>
                  <a:lnTo>
                    <a:pt x="8978328" y="723353"/>
                  </a:lnTo>
                  <a:lnTo>
                    <a:pt x="8980233" y="770432"/>
                  </a:lnTo>
                  <a:lnTo>
                    <a:pt x="9022385" y="768731"/>
                  </a:lnTo>
                  <a:lnTo>
                    <a:pt x="9121775" y="763168"/>
                  </a:lnTo>
                  <a:close/>
                </a:path>
                <a:path w="11403330" h="1652270">
                  <a:moveTo>
                    <a:pt x="9164180" y="1264297"/>
                  </a:moveTo>
                  <a:lnTo>
                    <a:pt x="9153423" y="1218425"/>
                  </a:lnTo>
                  <a:lnTo>
                    <a:pt x="9015895" y="1250111"/>
                  </a:lnTo>
                  <a:lnTo>
                    <a:pt x="9026207" y="1296085"/>
                  </a:lnTo>
                  <a:lnTo>
                    <a:pt x="9164180" y="1264297"/>
                  </a:lnTo>
                  <a:close/>
                </a:path>
                <a:path w="11403330" h="1652270">
                  <a:moveTo>
                    <a:pt x="9231071" y="1012786"/>
                  </a:moveTo>
                  <a:lnTo>
                    <a:pt x="9223007" y="966368"/>
                  </a:lnTo>
                  <a:lnTo>
                    <a:pt x="9129649" y="981887"/>
                  </a:lnTo>
                  <a:lnTo>
                    <a:pt x="9083942" y="988872"/>
                  </a:lnTo>
                  <a:lnTo>
                    <a:pt x="9091054" y="1035456"/>
                  </a:lnTo>
                  <a:lnTo>
                    <a:pt x="9137332" y="1028369"/>
                  </a:lnTo>
                  <a:lnTo>
                    <a:pt x="9231071" y="1012786"/>
                  </a:lnTo>
                  <a:close/>
                </a:path>
                <a:path w="11403330" h="1652270">
                  <a:moveTo>
                    <a:pt x="9238463" y="300253"/>
                  </a:moveTo>
                  <a:lnTo>
                    <a:pt x="9231135" y="298805"/>
                  </a:lnTo>
                  <a:lnTo>
                    <a:pt x="9178874" y="287540"/>
                  </a:lnTo>
                  <a:lnTo>
                    <a:pt x="9128404" y="275691"/>
                  </a:lnTo>
                  <a:lnTo>
                    <a:pt x="9101963" y="268935"/>
                  </a:lnTo>
                  <a:lnTo>
                    <a:pt x="9090304" y="314591"/>
                  </a:lnTo>
                  <a:lnTo>
                    <a:pt x="9117647" y="321564"/>
                  </a:lnTo>
                  <a:lnTo>
                    <a:pt x="9168968" y="333603"/>
                  </a:lnTo>
                  <a:lnTo>
                    <a:pt x="9222003" y="345020"/>
                  </a:lnTo>
                  <a:lnTo>
                    <a:pt x="9229331" y="346468"/>
                  </a:lnTo>
                  <a:lnTo>
                    <a:pt x="9238463" y="300253"/>
                  </a:lnTo>
                  <a:close/>
                </a:path>
                <a:path w="11403330" h="1652270">
                  <a:moveTo>
                    <a:pt x="9310472" y="749579"/>
                  </a:moveTo>
                  <a:lnTo>
                    <a:pt x="9306408" y="702640"/>
                  </a:lnTo>
                  <a:lnTo>
                    <a:pt x="9271127" y="705688"/>
                  </a:lnTo>
                  <a:lnTo>
                    <a:pt x="9165806" y="713206"/>
                  </a:lnTo>
                  <a:lnTo>
                    <a:pt x="9169146" y="760209"/>
                  </a:lnTo>
                  <a:lnTo>
                    <a:pt x="9275204" y="752640"/>
                  </a:lnTo>
                  <a:lnTo>
                    <a:pt x="9310472" y="749579"/>
                  </a:lnTo>
                  <a:close/>
                </a:path>
                <a:path w="11403330" h="1652270">
                  <a:moveTo>
                    <a:pt x="9347644" y="1219161"/>
                  </a:moveTo>
                  <a:lnTo>
                    <a:pt x="9335986" y="1173505"/>
                  </a:lnTo>
                  <a:lnTo>
                    <a:pt x="9287002" y="1186002"/>
                  </a:lnTo>
                  <a:lnTo>
                    <a:pt x="9199042" y="1207541"/>
                  </a:lnTo>
                  <a:lnTo>
                    <a:pt x="9210230" y="1253312"/>
                  </a:lnTo>
                  <a:lnTo>
                    <a:pt x="9298661" y="1231658"/>
                  </a:lnTo>
                  <a:lnTo>
                    <a:pt x="9347644" y="1219161"/>
                  </a:lnTo>
                  <a:close/>
                </a:path>
                <a:path w="11403330" h="1652270">
                  <a:moveTo>
                    <a:pt x="9416961" y="979309"/>
                  </a:moveTo>
                  <a:lnTo>
                    <a:pt x="9408096" y="933030"/>
                  </a:lnTo>
                  <a:lnTo>
                    <a:pt x="9384347" y="937577"/>
                  </a:lnTo>
                  <a:lnTo>
                    <a:pt x="9269425" y="958291"/>
                  </a:lnTo>
                  <a:lnTo>
                    <a:pt x="9277490" y="1004709"/>
                  </a:lnTo>
                  <a:lnTo>
                    <a:pt x="9393212" y="983856"/>
                  </a:lnTo>
                  <a:lnTo>
                    <a:pt x="9416961" y="979309"/>
                  </a:lnTo>
                  <a:close/>
                </a:path>
                <a:path w="11403330" h="1652270">
                  <a:moveTo>
                    <a:pt x="9422968" y="332511"/>
                  </a:moveTo>
                  <a:lnTo>
                    <a:pt x="9397187" y="328714"/>
                  </a:lnTo>
                  <a:lnTo>
                    <a:pt x="9340418" y="319417"/>
                  </a:lnTo>
                  <a:lnTo>
                    <a:pt x="9284691" y="309372"/>
                  </a:lnTo>
                  <a:lnTo>
                    <a:pt x="9275559" y="355600"/>
                  </a:lnTo>
                  <a:lnTo>
                    <a:pt x="9276651" y="355815"/>
                  </a:lnTo>
                  <a:lnTo>
                    <a:pt x="9332798" y="365925"/>
                  </a:lnTo>
                  <a:lnTo>
                    <a:pt x="9390316" y="375323"/>
                  </a:lnTo>
                  <a:lnTo>
                    <a:pt x="9416085" y="379120"/>
                  </a:lnTo>
                  <a:lnTo>
                    <a:pt x="9422968" y="332511"/>
                  </a:lnTo>
                  <a:close/>
                </a:path>
                <a:path w="11403330" h="1652270">
                  <a:moveTo>
                    <a:pt x="9498444" y="731786"/>
                  </a:moveTo>
                  <a:lnTo>
                    <a:pt x="9493682" y="684911"/>
                  </a:lnTo>
                  <a:lnTo>
                    <a:pt x="9395079" y="694956"/>
                  </a:lnTo>
                  <a:lnTo>
                    <a:pt x="9353347" y="698576"/>
                  </a:lnTo>
                  <a:lnTo>
                    <a:pt x="9357411" y="745515"/>
                  </a:lnTo>
                  <a:lnTo>
                    <a:pt x="9399854" y="741832"/>
                  </a:lnTo>
                  <a:lnTo>
                    <a:pt x="9498444" y="731786"/>
                  </a:lnTo>
                  <a:close/>
                </a:path>
                <a:path w="11403330" h="1652270">
                  <a:moveTo>
                    <a:pt x="9530321" y="1170851"/>
                  </a:moveTo>
                  <a:lnTo>
                    <a:pt x="9517723" y="1125448"/>
                  </a:lnTo>
                  <a:lnTo>
                    <a:pt x="9493682" y="1132128"/>
                  </a:lnTo>
                  <a:lnTo>
                    <a:pt x="9391307" y="1159383"/>
                  </a:lnTo>
                  <a:lnTo>
                    <a:pt x="9381642" y="1161846"/>
                  </a:lnTo>
                  <a:lnTo>
                    <a:pt x="9393288" y="1207503"/>
                  </a:lnTo>
                  <a:lnTo>
                    <a:pt x="9403436" y="1204912"/>
                  </a:lnTo>
                  <a:lnTo>
                    <a:pt x="9506280" y="1177531"/>
                  </a:lnTo>
                  <a:lnTo>
                    <a:pt x="9530321" y="1170851"/>
                  </a:lnTo>
                  <a:close/>
                </a:path>
                <a:path w="11403330" h="1652270">
                  <a:moveTo>
                    <a:pt x="9602191" y="942352"/>
                  </a:moveTo>
                  <a:lnTo>
                    <a:pt x="9592526" y="896226"/>
                  </a:lnTo>
                  <a:lnTo>
                    <a:pt x="9548825" y="905383"/>
                  </a:lnTo>
                  <a:lnTo>
                    <a:pt x="9454375" y="924179"/>
                  </a:lnTo>
                  <a:lnTo>
                    <a:pt x="9463240" y="970457"/>
                  </a:lnTo>
                  <a:lnTo>
                    <a:pt x="9558490" y="951496"/>
                  </a:lnTo>
                  <a:lnTo>
                    <a:pt x="9602191" y="942352"/>
                  </a:lnTo>
                  <a:close/>
                </a:path>
                <a:path w="11403330" h="1652270">
                  <a:moveTo>
                    <a:pt x="9608934" y="355574"/>
                  </a:moveTo>
                  <a:lnTo>
                    <a:pt x="9574568" y="352094"/>
                  </a:lnTo>
                  <a:lnTo>
                    <a:pt x="9514395" y="345084"/>
                  </a:lnTo>
                  <a:lnTo>
                    <a:pt x="9469260" y="339128"/>
                  </a:lnTo>
                  <a:lnTo>
                    <a:pt x="9463087" y="385838"/>
                  </a:lnTo>
                  <a:lnTo>
                    <a:pt x="9508947" y="391883"/>
                  </a:lnTo>
                  <a:lnTo>
                    <a:pt x="9569818" y="398970"/>
                  </a:lnTo>
                  <a:lnTo>
                    <a:pt x="9604172" y="402450"/>
                  </a:lnTo>
                  <a:lnTo>
                    <a:pt x="9608934" y="355574"/>
                  </a:lnTo>
                  <a:close/>
                </a:path>
                <a:path w="11403330" h="1652270">
                  <a:moveTo>
                    <a:pt x="9686315" y="709498"/>
                  </a:moveTo>
                  <a:lnTo>
                    <a:pt x="9680130" y="662787"/>
                  </a:lnTo>
                  <a:lnTo>
                    <a:pt x="9638220" y="668350"/>
                  </a:lnTo>
                  <a:lnTo>
                    <a:pt x="9540164" y="679831"/>
                  </a:lnTo>
                  <a:lnTo>
                    <a:pt x="9545637" y="726630"/>
                  </a:lnTo>
                  <a:lnTo>
                    <a:pt x="9644418" y="715060"/>
                  </a:lnTo>
                  <a:lnTo>
                    <a:pt x="9686315" y="709498"/>
                  </a:lnTo>
                  <a:close/>
                </a:path>
                <a:path w="11403330" h="1652270">
                  <a:moveTo>
                    <a:pt x="9712096" y="1119085"/>
                  </a:moveTo>
                  <a:lnTo>
                    <a:pt x="9698482" y="1073975"/>
                  </a:lnTo>
                  <a:lnTo>
                    <a:pt x="9692272" y="1075842"/>
                  </a:lnTo>
                  <a:lnTo>
                    <a:pt x="9594024" y="1104277"/>
                  </a:lnTo>
                  <a:lnTo>
                    <a:pt x="9563125" y="1112850"/>
                  </a:lnTo>
                  <a:lnTo>
                    <a:pt x="9575724" y="1158252"/>
                  </a:lnTo>
                  <a:lnTo>
                    <a:pt x="9607118" y="1149540"/>
                  </a:lnTo>
                  <a:lnTo>
                    <a:pt x="9705886" y="1120952"/>
                  </a:lnTo>
                  <a:lnTo>
                    <a:pt x="9712096" y="1119085"/>
                  </a:lnTo>
                  <a:close/>
                </a:path>
                <a:path w="11403330" h="1652270">
                  <a:moveTo>
                    <a:pt x="9786645" y="901674"/>
                  </a:moveTo>
                  <a:lnTo>
                    <a:pt x="9776155" y="855738"/>
                  </a:lnTo>
                  <a:lnTo>
                    <a:pt x="9638411" y="886536"/>
                  </a:lnTo>
                  <a:lnTo>
                    <a:pt x="9648482" y="932561"/>
                  </a:lnTo>
                  <a:lnTo>
                    <a:pt x="9786645" y="901674"/>
                  </a:lnTo>
                  <a:close/>
                </a:path>
                <a:path w="11403330" h="1652270">
                  <a:moveTo>
                    <a:pt x="9795764" y="370027"/>
                  </a:moveTo>
                  <a:lnTo>
                    <a:pt x="9759836" y="368033"/>
                  </a:lnTo>
                  <a:lnTo>
                    <a:pt x="9655315" y="359816"/>
                  </a:lnTo>
                  <a:lnTo>
                    <a:pt x="9651632" y="406793"/>
                  </a:lnTo>
                  <a:lnTo>
                    <a:pt x="9757219" y="415074"/>
                  </a:lnTo>
                  <a:lnTo>
                    <a:pt x="9793148" y="417080"/>
                  </a:lnTo>
                  <a:lnTo>
                    <a:pt x="9795764" y="370027"/>
                  </a:lnTo>
                  <a:close/>
                </a:path>
                <a:path w="11403330" h="1652270">
                  <a:moveTo>
                    <a:pt x="9873285" y="682980"/>
                  </a:moveTo>
                  <a:lnTo>
                    <a:pt x="9866363" y="636371"/>
                  </a:lnTo>
                  <a:lnTo>
                    <a:pt x="9756902" y="652614"/>
                  </a:lnTo>
                  <a:lnTo>
                    <a:pt x="9726828" y="656602"/>
                  </a:lnTo>
                  <a:lnTo>
                    <a:pt x="9733026" y="703313"/>
                  </a:lnTo>
                  <a:lnTo>
                    <a:pt x="9763823" y="699223"/>
                  </a:lnTo>
                  <a:lnTo>
                    <a:pt x="9873285" y="682980"/>
                  </a:lnTo>
                  <a:close/>
                </a:path>
                <a:path w="11403330" h="1652270">
                  <a:moveTo>
                    <a:pt x="9892474" y="1063498"/>
                  </a:moveTo>
                  <a:lnTo>
                    <a:pt x="9878339" y="1018552"/>
                  </a:lnTo>
                  <a:lnTo>
                    <a:pt x="9788385" y="1046848"/>
                  </a:lnTo>
                  <a:lnTo>
                    <a:pt x="9743592" y="1060361"/>
                  </a:lnTo>
                  <a:lnTo>
                    <a:pt x="9757207" y="1105471"/>
                  </a:lnTo>
                  <a:lnTo>
                    <a:pt x="9802533" y="1091793"/>
                  </a:lnTo>
                  <a:lnTo>
                    <a:pt x="9892474" y="1063498"/>
                  </a:lnTo>
                  <a:close/>
                </a:path>
                <a:path w="11403330" h="1652270">
                  <a:moveTo>
                    <a:pt x="9970402" y="856780"/>
                  </a:moveTo>
                  <a:lnTo>
                    <a:pt x="9958578" y="811161"/>
                  </a:lnTo>
                  <a:lnTo>
                    <a:pt x="9938639" y="816343"/>
                  </a:lnTo>
                  <a:lnTo>
                    <a:pt x="9863303" y="835075"/>
                  </a:lnTo>
                  <a:lnTo>
                    <a:pt x="9821799" y="844969"/>
                  </a:lnTo>
                  <a:lnTo>
                    <a:pt x="9832721" y="890803"/>
                  </a:lnTo>
                  <a:lnTo>
                    <a:pt x="9874682" y="880795"/>
                  </a:lnTo>
                  <a:lnTo>
                    <a:pt x="9950463" y="861949"/>
                  </a:lnTo>
                  <a:lnTo>
                    <a:pt x="9970402" y="856780"/>
                  </a:lnTo>
                  <a:close/>
                </a:path>
                <a:path w="11403330" h="1652270">
                  <a:moveTo>
                    <a:pt x="9983000" y="375907"/>
                  </a:moveTo>
                  <a:lnTo>
                    <a:pt x="9949548" y="375640"/>
                  </a:lnTo>
                  <a:lnTo>
                    <a:pt x="9886036" y="374078"/>
                  </a:lnTo>
                  <a:lnTo>
                    <a:pt x="9842462" y="372325"/>
                  </a:lnTo>
                  <a:lnTo>
                    <a:pt x="9840570" y="419404"/>
                  </a:lnTo>
                  <a:lnTo>
                    <a:pt x="9884880" y="421182"/>
                  </a:lnTo>
                  <a:lnTo>
                    <a:pt x="9949155" y="422757"/>
                  </a:lnTo>
                  <a:lnTo>
                    <a:pt x="9982619" y="423024"/>
                  </a:lnTo>
                  <a:lnTo>
                    <a:pt x="9983000" y="375907"/>
                  </a:lnTo>
                  <a:close/>
                </a:path>
                <a:path w="11403330" h="1652270">
                  <a:moveTo>
                    <a:pt x="10059835" y="651344"/>
                  </a:moveTo>
                  <a:lnTo>
                    <a:pt x="10051440" y="604977"/>
                  </a:lnTo>
                  <a:lnTo>
                    <a:pt x="9987255" y="616597"/>
                  </a:lnTo>
                  <a:lnTo>
                    <a:pt x="9912515" y="628891"/>
                  </a:lnTo>
                  <a:lnTo>
                    <a:pt x="9920160" y="675386"/>
                  </a:lnTo>
                  <a:lnTo>
                    <a:pt x="9995649" y="662965"/>
                  </a:lnTo>
                  <a:lnTo>
                    <a:pt x="10059835" y="651344"/>
                  </a:lnTo>
                  <a:close/>
                </a:path>
                <a:path w="11403330" h="1652270">
                  <a:moveTo>
                    <a:pt x="10071773" y="1003528"/>
                  </a:moveTo>
                  <a:lnTo>
                    <a:pt x="10056508" y="958951"/>
                  </a:lnTo>
                  <a:lnTo>
                    <a:pt x="9973907" y="987247"/>
                  </a:lnTo>
                  <a:lnTo>
                    <a:pt x="9922840" y="1003998"/>
                  </a:lnTo>
                  <a:lnTo>
                    <a:pt x="9937534" y="1048766"/>
                  </a:lnTo>
                  <a:lnTo>
                    <a:pt x="9989185" y="1031811"/>
                  </a:lnTo>
                  <a:lnTo>
                    <a:pt x="10071773" y="1003528"/>
                  </a:lnTo>
                  <a:close/>
                </a:path>
                <a:path w="11403330" h="1652270">
                  <a:moveTo>
                    <a:pt x="10152812" y="807427"/>
                  </a:moveTo>
                  <a:lnTo>
                    <a:pt x="10140023" y="762076"/>
                  </a:lnTo>
                  <a:lnTo>
                    <a:pt x="10085006" y="777582"/>
                  </a:lnTo>
                  <a:lnTo>
                    <a:pt x="10012553" y="797166"/>
                  </a:lnTo>
                  <a:lnTo>
                    <a:pt x="10004184" y="799338"/>
                  </a:lnTo>
                  <a:lnTo>
                    <a:pt x="10016020" y="844956"/>
                  </a:lnTo>
                  <a:lnTo>
                    <a:pt x="10024859" y="842657"/>
                  </a:lnTo>
                  <a:lnTo>
                    <a:pt x="10097795" y="822934"/>
                  </a:lnTo>
                  <a:lnTo>
                    <a:pt x="10152812" y="807427"/>
                  </a:lnTo>
                  <a:close/>
                </a:path>
                <a:path w="11403330" h="1652270">
                  <a:moveTo>
                    <a:pt x="10172255" y="419735"/>
                  </a:moveTo>
                  <a:lnTo>
                    <a:pt x="10170223" y="372656"/>
                  </a:lnTo>
                  <a:lnTo>
                    <a:pt x="10140290" y="373951"/>
                  </a:lnTo>
                  <a:lnTo>
                    <a:pt x="10076802" y="375602"/>
                  </a:lnTo>
                  <a:lnTo>
                    <a:pt x="10029723" y="376021"/>
                  </a:lnTo>
                  <a:lnTo>
                    <a:pt x="10030142" y="423138"/>
                  </a:lnTo>
                  <a:lnTo>
                    <a:pt x="10078021" y="422706"/>
                  </a:lnTo>
                  <a:lnTo>
                    <a:pt x="10142322" y="421030"/>
                  </a:lnTo>
                  <a:lnTo>
                    <a:pt x="10172255" y="419735"/>
                  </a:lnTo>
                  <a:close/>
                </a:path>
                <a:path w="11403330" h="1652270">
                  <a:moveTo>
                    <a:pt x="10245547" y="614768"/>
                  </a:moveTo>
                  <a:lnTo>
                    <a:pt x="10235565" y="568718"/>
                  </a:lnTo>
                  <a:lnTo>
                    <a:pt x="10206545" y="575005"/>
                  </a:lnTo>
                  <a:lnTo>
                    <a:pt x="10098418" y="596468"/>
                  </a:lnTo>
                  <a:lnTo>
                    <a:pt x="10097808" y="596569"/>
                  </a:lnTo>
                  <a:lnTo>
                    <a:pt x="10106203" y="642937"/>
                  </a:lnTo>
                  <a:lnTo>
                    <a:pt x="10107587" y="642683"/>
                  </a:lnTo>
                  <a:lnTo>
                    <a:pt x="10216528" y="621055"/>
                  </a:lnTo>
                  <a:lnTo>
                    <a:pt x="10245547" y="614768"/>
                  </a:lnTo>
                  <a:close/>
                </a:path>
                <a:path w="11403330" h="1652270">
                  <a:moveTo>
                    <a:pt x="10249459" y="938771"/>
                  </a:moveTo>
                  <a:lnTo>
                    <a:pt x="10232974" y="894626"/>
                  </a:lnTo>
                  <a:lnTo>
                    <a:pt x="10150043" y="925614"/>
                  </a:lnTo>
                  <a:lnTo>
                    <a:pt x="10100615" y="943279"/>
                  </a:lnTo>
                  <a:lnTo>
                    <a:pt x="10116477" y="987653"/>
                  </a:lnTo>
                  <a:lnTo>
                    <a:pt x="10166540" y="969746"/>
                  </a:lnTo>
                  <a:lnTo>
                    <a:pt x="10249459" y="938771"/>
                  </a:lnTo>
                  <a:close/>
                </a:path>
                <a:path w="11403330" h="1652270">
                  <a:moveTo>
                    <a:pt x="10334041" y="752805"/>
                  </a:moveTo>
                  <a:lnTo>
                    <a:pt x="10319690" y="707923"/>
                  </a:lnTo>
                  <a:lnTo>
                    <a:pt x="10293134" y="716419"/>
                  </a:lnTo>
                  <a:lnTo>
                    <a:pt x="10225354" y="737184"/>
                  </a:lnTo>
                  <a:lnTo>
                    <a:pt x="10185032" y="749033"/>
                  </a:lnTo>
                  <a:lnTo>
                    <a:pt x="10198316" y="794245"/>
                  </a:lnTo>
                  <a:lnTo>
                    <a:pt x="10239146" y="782243"/>
                  </a:lnTo>
                  <a:lnTo>
                    <a:pt x="10307485" y="761288"/>
                  </a:lnTo>
                  <a:lnTo>
                    <a:pt x="10334041" y="752805"/>
                  </a:lnTo>
                  <a:close/>
                </a:path>
                <a:path w="11403330" h="1652270">
                  <a:moveTo>
                    <a:pt x="10361435" y="407060"/>
                  </a:moveTo>
                  <a:lnTo>
                    <a:pt x="10357104" y="360133"/>
                  </a:lnTo>
                  <a:lnTo>
                    <a:pt x="10328859" y="362750"/>
                  </a:lnTo>
                  <a:lnTo>
                    <a:pt x="10266464" y="367487"/>
                  </a:lnTo>
                  <a:lnTo>
                    <a:pt x="10216896" y="370433"/>
                  </a:lnTo>
                  <a:lnTo>
                    <a:pt x="10219703" y="417474"/>
                  </a:lnTo>
                  <a:lnTo>
                    <a:pt x="10270033" y="414464"/>
                  </a:lnTo>
                  <a:lnTo>
                    <a:pt x="10333177" y="409663"/>
                  </a:lnTo>
                  <a:lnTo>
                    <a:pt x="10361435" y="407060"/>
                  </a:lnTo>
                  <a:close/>
                </a:path>
                <a:path w="11403330" h="1652270">
                  <a:moveTo>
                    <a:pt x="10425405" y="868159"/>
                  </a:moveTo>
                  <a:lnTo>
                    <a:pt x="10406837" y="824852"/>
                  </a:lnTo>
                  <a:lnTo>
                    <a:pt x="10395496" y="829716"/>
                  </a:lnTo>
                  <a:lnTo>
                    <a:pt x="10316261" y="862114"/>
                  </a:lnTo>
                  <a:lnTo>
                    <a:pt x="10276548" y="877633"/>
                  </a:lnTo>
                  <a:lnTo>
                    <a:pt x="10293680" y="921524"/>
                  </a:lnTo>
                  <a:lnTo>
                    <a:pt x="10334104" y="905725"/>
                  </a:lnTo>
                  <a:lnTo>
                    <a:pt x="10414051" y="873023"/>
                  </a:lnTo>
                  <a:lnTo>
                    <a:pt x="10425405" y="868159"/>
                  </a:lnTo>
                  <a:close/>
                </a:path>
                <a:path w="11403330" h="1652270">
                  <a:moveTo>
                    <a:pt x="10430027" y="572604"/>
                  </a:moveTo>
                  <a:lnTo>
                    <a:pt x="10418534" y="526910"/>
                  </a:lnTo>
                  <a:lnTo>
                    <a:pt x="10412857" y="528332"/>
                  </a:lnTo>
                  <a:lnTo>
                    <a:pt x="10311409" y="552284"/>
                  </a:lnTo>
                  <a:lnTo>
                    <a:pt x="10281615" y="558736"/>
                  </a:lnTo>
                  <a:lnTo>
                    <a:pt x="10291585" y="604786"/>
                  </a:lnTo>
                  <a:lnTo>
                    <a:pt x="10322242" y="598144"/>
                  </a:lnTo>
                  <a:lnTo>
                    <a:pt x="10424350" y="574040"/>
                  </a:lnTo>
                  <a:lnTo>
                    <a:pt x="10430027" y="572604"/>
                  </a:lnTo>
                  <a:close/>
                </a:path>
                <a:path w="11403330" h="1652270">
                  <a:moveTo>
                    <a:pt x="10513492" y="692226"/>
                  </a:moveTo>
                  <a:lnTo>
                    <a:pt x="10497375" y="647941"/>
                  </a:lnTo>
                  <a:lnTo>
                    <a:pt x="10486415" y="651941"/>
                  </a:lnTo>
                  <a:lnTo>
                    <a:pt x="10423715" y="673773"/>
                  </a:lnTo>
                  <a:lnTo>
                    <a:pt x="10364267" y="693597"/>
                  </a:lnTo>
                  <a:lnTo>
                    <a:pt x="10379189" y="738301"/>
                  </a:lnTo>
                  <a:lnTo>
                    <a:pt x="10439222" y="718273"/>
                  </a:lnTo>
                  <a:lnTo>
                    <a:pt x="10502519" y="696214"/>
                  </a:lnTo>
                  <a:lnTo>
                    <a:pt x="10513492" y="692226"/>
                  </a:lnTo>
                  <a:close/>
                </a:path>
                <a:path w="11403330" h="1652270">
                  <a:moveTo>
                    <a:pt x="10549750" y="385152"/>
                  </a:moveTo>
                  <a:lnTo>
                    <a:pt x="10543159" y="338505"/>
                  </a:lnTo>
                  <a:lnTo>
                    <a:pt x="10511803" y="342925"/>
                  </a:lnTo>
                  <a:lnTo>
                    <a:pt x="10451643" y="350431"/>
                  </a:lnTo>
                  <a:lnTo>
                    <a:pt x="10403624" y="355638"/>
                  </a:lnTo>
                  <a:lnTo>
                    <a:pt x="10408704" y="402488"/>
                  </a:lnTo>
                  <a:lnTo>
                    <a:pt x="10457485" y="397192"/>
                  </a:lnTo>
                  <a:lnTo>
                    <a:pt x="10518394" y="389585"/>
                  </a:lnTo>
                  <a:lnTo>
                    <a:pt x="10549750" y="385152"/>
                  </a:lnTo>
                  <a:close/>
                </a:path>
                <a:path w="11403330" h="1652270">
                  <a:moveTo>
                    <a:pt x="10598302" y="791032"/>
                  </a:moveTo>
                  <a:lnTo>
                    <a:pt x="10578160" y="748436"/>
                  </a:lnTo>
                  <a:lnTo>
                    <a:pt x="10545839" y="763714"/>
                  </a:lnTo>
                  <a:lnTo>
                    <a:pt x="10472039" y="796912"/>
                  </a:lnTo>
                  <a:lnTo>
                    <a:pt x="10450144" y="806284"/>
                  </a:lnTo>
                  <a:lnTo>
                    <a:pt x="10468712" y="849591"/>
                  </a:lnTo>
                  <a:lnTo>
                    <a:pt x="10491368" y="839876"/>
                  </a:lnTo>
                  <a:lnTo>
                    <a:pt x="10566044" y="806284"/>
                  </a:lnTo>
                  <a:lnTo>
                    <a:pt x="10598302" y="791032"/>
                  </a:lnTo>
                  <a:close/>
                </a:path>
                <a:path w="11403330" h="1652270">
                  <a:moveTo>
                    <a:pt x="10612793" y="523684"/>
                  </a:moveTo>
                  <a:lnTo>
                    <a:pt x="10599877" y="478370"/>
                  </a:lnTo>
                  <a:lnTo>
                    <a:pt x="10557713" y="490385"/>
                  </a:lnTo>
                  <a:lnTo>
                    <a:pt x="10510431" y="503301"/>
                  </a:lnTo>
                  <a:lnTo>
                    <a:pt x="10464000" y="515467"/>
                  </a:lnTo>
                  <a:lnTo>
                    <a:pt x="10475951" y="561047"/>
                  </a:lnTo>
                  <a:lnTo>
                    <a:pt x="10522852" y="548754"/>
                  </a:lnTo>
                  <a:lnTo>
                    <a:pt x="10570629" y="535698"/>
                  </a:lnTo>
                  <a:lnTo>
                    <a:pt x="10612793" y="523684"/>
                  </a:lnTo>
                  <a:close/>
                </a:path>
                <a:path w="11403330" h="1652270">
                  <a:moveTo>
                    <a:pt x="10690466" y="624344"/>
                  </a:moveTo>
                  <a:lnTo>
                    <a:pt x="10672305" y="580859"/>
                  </a:lnTo>
                  <a:lnTo>
                    <a:pt x="10663517" y="584530"/>
                  </a:lnTo>
                  <a:lnTo>
                    <a:pt x="10606354" y="607301"/>
                  </a:lnTo>
                  <a:lnTo>
                    <a:pt x="10547299" y="629780"/>
                  </a:lnTo>
                  <a:lnTo>
                    <a:pt x="10541660" y="631825"/>
                  </a:lnTo>
                  <a:lnTo>
                    <a:pt x="10557764" y="676109"/>
                  </a:lnTo>
                  <a:lnTo>
                    <a:pt x="10564063" y="673811"/>
                  </a:lnTo>
                  <a:lnTo>
                    <a:pt x="10623804" y="651078"/>
                  </a:lnTo>
                  <a:lnTo>
                    <a:pt x="10681665" y="628015"/>
                  </a:lnTo>
                  <a:lnTo>
                    <a:pt x="10690466" y="624344"/>
                  </a:lnTo>
                  <a:close/>
                </a:path>
                <a:path w="11403330" h="1652270">
                  <a:moveTo>
                    <a:pt x="10736745" y="353618"/>
                  </a:moveTo>
                  <a:lnTo>
                    <a:pt x="10727817" y="307352"/>
                  </a:lnTo>
                  <a:lnTo>
                    <a:pt x="10685704" y="315480"/>
                  </a:lnTo>
                  <a:lnTo>
                    <a:pt x="10628948" y="325412"/>
                  </a:lnTo>
                  <a:lnTo>
                    <a:pt x="10589387" y="331660"/>
                  </a:lnTo>
                  <a:lnTo>
                    <a:pt x="10596740" y="378206"/>
                  </a:lnTo>
                  <a:lnTo>
                    <a:pt x="10637076" y="371830"/>
                  </a:lnTo>
                  <a:lnTo>
                    <a:pt x="10694619" y="361746"/>
                  </a:lnTo>
                  <a:lnTo>
                    <a:pt x="10736745" y="353618"/>
                  </a:lnTo>
                  <a:close/>
                </a:path>
                <a:path w="11403330" h="1652270">
                  <a:moveTo>
                    <a:pt x="10767632" y="706069"/>
                  </a:moveTo>
                  <a:lnTo>
                    <a:pt x="10745711" y="664349"/>
                  </a:lnTo>
                  <a:lnTo>
                    <a:pt x="10684955" y="696264"/>
                  </a:lnTo>
                  <a:lnTo>
                    <a:pt x="10620299" y="728433"/>
                  </a:lnTo>
                  <a:lnTo>
                    <a:pt x="10641305" y="770623"/>
                  </a:lnTo>
                  <a:lnTo>
                    <a:pt x="10706849" y="737984"/>
                  </a:lnTo>
                  <a:lnTo>
                    <a:pt x="10767632" y="706069"/>
                  </a:lnTo>
                  <a:close/>
                </a:path>
                <a:path w="11403330" h="1652270">
                  <a:moveTo>
                    <a:pt x="10793882" y="466483"/>
                  </a:moveTo>
                  <a:lnTo>
                    <a:pt x="10778198" y="422046"/>
                  </a:lnTo>
                  <a:lnTo>
                    <a:pt x="10736123" y="436257"/>
                  </a:lnTo>
                  <a:lnTo>
                    <a:pt x="10693197" y="450138"/>
                  </a:lnTo>
                  <a:lnTo>
                    <a:pt x="10649128" y="463791"/>
                  </a:lnTo>
                  <a:lnTo>
                    <a:pt x="10644810" y="465074"/>
                  </a:lnTo>
                  <a:lnTo>
                    <a:pt x="10658221" y="510235"/>
                  </a:lnTo>
                  <a:lnTo>
                    <a:pt x="10663072" y="508800"/>
                  </a:lnTo>
                  <a:lnTo>
                    <a:pt x="10707688" y="494969"/>
                  </a:lnTo>
                  <a:lnTo>
                    <a:pt x="10751198" y="480898"/>
                  </a:lnTo>
                  <a:lnTo>
                    <a:pt x="10793882" y="466483"/>
                  </a:lnTo>
                  <a:close/>
                </a:path>
                <a:path w="11403330" h="1652270">
                  <a:moveTo>
                    <a:pt x="10863859" y="547230"/>
                  </a:moveTo>
                  <a:lnTo>
                    <a:pt x="10843298" y="504825"/>
                  </a:lnTo>
                  <a:lnTo>
                    <a:pt x="10823169" y="514591"/>
                  </a:lnTo>
                  <a:lnTo>
                    <a:pt x="10771975" y="538162"/>
                  </a:lnTo>
                  <a:lnTo>
                    <a:pt x="10718737" y="561479"/>
                  </a:lnTo>
                  <a:lnTo>
                    <a:pt x="10715790" y="562698"/>
                  </a:lnTo>
                  <a:lnTo>
                    <a:pt x="10733951" y="606183"/>
                  </a:lnTo>
                  <a:lnTo>
                    <a:pt x="10737647" y="604634"/>
                  </a:lnTo>
                  <a:lnTo>
                    <a:pt x="10791673" y="580961"/>
                  </a:lnTo>
                  <a:lnTo>
                    <a:pt x="10843717" y="556983"/>
                  </a:lnTo>
                  <a:lnTo>
                    <a:pt x="10863859" y="547230"/>
                  </a:lnTo>
                  <a:close/>
                </a:path>
                <a:path w="11403330" h="1652270">
                  <a:moveTo>
                    <a:pt x="10922102" y="310845"/>
                  </a:moveTo>
                  <a:lnTo>
                    <a:pt x="10909681" y="265391"/>
                  </a:lnTo>
                  <a:lnTo>
                    <a:pt x="10897527" y="268706"/>
                  </a:lnTo>
                  <a:lnTo>
                    <a:pt x="10847095" y="281381"/>
                  </a:lnTo>
                  <a:lnTo>
                    <a:pt x="10794898" y="293420"/>
                  </a:lnTo>
                  <a:lnTo>
                    <a:pt x="10773550" y="297929"/>
                  </a:lnTo>
                  <a:lnTo>
                    <a:pt x="10783303" y="344030"/>
                  </a:lnTo>
                  <a:lnTo>
                    <a:pt x="10805503" y="339331"/>
                  </a:lnTo>
                  <a:lnTo>
                    <a:pt x="10858589" y="327075"/>
                  </a:lnTo>
                  <a:lnTo>
                    <a:pt x="10909948" y="314159"/>
                  </a:lnTo>
                  <a:lnTo>
                    <a:pt x="10922102" y="310845"/>
                  </a:lnTo>
                  <a:close/>
                </a:path>
                <a:path w="11403330" h="1652270">
                  <a:moveTo>
                    <a:pt x="10932008" y="610336"/>
                  </a:moveTo>
                  <a:lnTo>
                    <a:pt x="10906989" y="570407"/>
                  </a:lnTo>
                  <a:lnTo>
                    <a:pt x="10871340" y="592747"/>
                  </a:lnTo>
                  <a:lnTo>
                    <a:pt x="10812259" y="627532"/>
                  </a:lnTo>
                  <a:lnTo>
                    <a:pt x="10786491" y="641845"/>
                  </a:lnTo>
                  <a:lnTo>
                    <a:pt x="10809364" y="683044"/>
                  </a:lnTo>
                  <a:lnTo>
                    <a:pt x="10836173" y="668134"/>
                  </a:lnTo>
                  <a:lnTo>
                    <a:pt x="10896371" y="632675"/>
                  </a:lnTo>
                  <a:lnTo>
                    <a:pt x="10932008" y="610336"/>
                  </a:lnTo>
                  <a:close/>
                </a:path>
                <a:path w="11403330" h="1652270">
                  <a:moveTo>
                    <a:pt x="10971238" y="398564"/>
                  </a:moveTo>
                  <a:lnTo>
                    <a:pt x="10952810" y="355193"/>
                  </a:lnTo>
                  <a:lnTo>
                    <a:pt x="10932541" y="363804"/>
                  </a:lnTo>
                  <a:lnTo>
                    <a:pt x="10895787" y="378663"/>
                  </a:lnTo>
                  <a:lnTo>
                    <a:pt x="10857751" y="393357"/>
                  </a:lnTo>
                  <a:lnTo>
                    <a:pt x="10822305" y="406425"/>
                  </a:lnTo>
                  <a:lnTo>
                    <a:pt x="10838612" y="450634"/>
                  </a:lnTo>
                  <a:lnTo>
                    <a:pt x="10874718" y="437311"/>
                  </a:lnTo>
                  <a:lnTo>
                    <a:pt x="10913478" y="422338"/>
                  </a:lnTo>
                  <a:lnTo>
                    <a:pt x="10950956" y="407174"/>
                  </a:lnTo>
                  <a:lnTo>
                    <a:pt x="10971238" y="398564"/>
                  </a:lnTo>
                  <a:close/>
                </a:path>
                <a:path w="11403330" h="1652270">
                  <a:moveTo>
                    <a:pt x="11032211" y="457682"/>
                  </a:moveTo>
                  <a:lnTo>
                    <a:pt x="11007662" y="417461"/>
                  </a:lnTo>
                  <a:lnTo>
                    <a:pt x="11006557" y="418147"/>
                  </a:lnTo>
                  <a:lnTo>
                    <a:pt x="10964012" y="442544"/>
                  </a:lnTo>
                  <a:lnTo>
                    <a:pt x="10919231" y="466763"/>
                  </a:lnTo>
                  <a:lnTo>
                    <a:pt x="10885107" y="484212"/>
                  </a:lnTo>
                  <a:lnTo>
                    <a:pt x="10906570" y="526161"/>
                  </a:lnTo>
                  <a:lnTo>
                    <a:pt x="10941647" y="508203"/>
                  </a:lnTo>
                  <a:lnTo>
                    <a:pt x="10987469" y="483412"/>
                  </a:lnTo>
                  <a:lnTo>
                    <a:pt x="11031106" y="458355"/>
                  </a:lnTo>
                  <a:lnTo>
                    <a:pt x="11032211" y="457682"/>
                  </a:lnTo>
                  <a:close/>
                </a:path>
                <a:path w="11403330" h="1652270">
                  <a:moveTo>
                    <a:pt x="11088281" y="501040"/>
                  </a:moveTo>
                  <a:lnTo>
                    <a:pt x="11059452" y="463765"/>
                  </a:lnTo>
                  <a:lnTo>
                    <a:pt x="11029391" y="487019"/>
                  </a:lnTo>
                  <a:lnTo>
                    <a:pt x="10979963" y="522465"/>
                  </a:lnTo>
                  <a:lnTo>
                    <a:pt x="10945952" y="545211"/>
                  </a:lnTo>
                  <a:lnTo>
                    <a:pt x="10972165" y="584365"/>
                  </a:lnTo>
                  <a:lnTo>
                    <a:pt x="11007446" y="560743"/>
                  </a:lnTo>
                  <a:lnTo>
                    <a:pt x="11058220" y="524294"/>
                  </a:lnTo>
                  <a:lnTo>
                    <a:pt x="11088281" y="501040"/>
                  </a:lnTo>
                  <a:close/>
                </a:path>
                <a:path w="11403330" h="1652270">
                  <a:moveTo>
                    <a:pt x="11104004" y="253390"/>
                  </a:moveTo>
                  <a:lnTo>
                    <a:pt x="11087100" y="209397"/>
                  </a:lnTo>
                  <a:lnTo>
                    <a:pt x="11078845" y="212572"/>
                  </a:lnTo>
                  <a:lnTo>
                    <a:pt x="11036833" y="227342"/>
                  </a:lnTo>
                  <a:lnTo>
                    <a:pt x="10992523" y="241655"/>
                  </a:lnTo>
                  <a:lnTo>
                    <a:pt x="10954588" y="252920"/>
                  </a:lnTo>
                  <a:lnTo>
                    <a:pt x="10967999" y="298081"/>
                  </a:lnTo>
                  <a:lnTo>
                    <a:pt x="11007014" y="286486"/>
                  </a:lnTo>
                  <a:lnTo>
                    <a:pt x="11052480" y="271792"/>
                  </a:lnTo>
                  <a:lnTo>
                    <a:pt x="11095736" y="256565"/>
                  </a:lnTo>
                  <a:lnTo>
                    <a:pt x="11104004" y="253390"/>
                  </a:lnTo>
                  <a:close/>
                </a:path>
                <a:path w="11403330" h="1652270">
                  <a:moveTo>
                    <a:pt x="11142764" y="314858"/>
                  </a:moveTo>
                  <a:lnTo>
                    <a:pt x="11119853" y="273672"/>
                  </a:lnTo>
                  <a:lnTo>
                    <a:pt x="11095558" y="287197"/>
                  </a:lnTo>
                  <a:lnTo>
                    <a:pt x="11065828" y="302780"/>
                  </a:lnTo>
                  <a:lnTo>
                    <a:pt x="11034624" y="318249"/>
                  </a:lnTo>
                  <a:lnTo>
                    <a:pt x="11001985" y="333578"/>
                  </a:lnTo>
                  <a:lnTo>
                    <a:pt x="10995571" y="336435"/>
                  </a:lnTo>
                  <a:lnTo>
                    <a:pt x="11014774" y="379463"/>
                  </a:lnTo>
                  <a:lnTo>
                    <a:pt x="11022025" y="376224"/>
                  </a:lnTo>
                  <a:lnTo>
                    <a:pt x="11055553" y="360451"/>
                  </a:lnTo>
                  <a:lnTo>
                    <a:pt x="11087710" y="344512"/>
                  </a:lnTo>
                  <a:lnTo>
                    <a:pt x="11118456" y="328371"/>
                  </a:lnTo>
                  <a:lnTo>
                    <a:pt x="11142764" y="314858"/>
                  </a:lnTo>
                  <a:close/>
                </a:path>
                <a:path w="11403330" h="1652270">
                  <a:moveTo>
                    <a:pt x="11231156" y="371856"/>
                  </a:moveTo>
                  <a:lnTo>
                    <a:pt x="11195964" y="340512"/>
                  </a:lnTo>
                  <a:lnTo>
                    <a:pt x="11192878" y="343979"/>
                  </a:lnTo>
                  <a:lnTo>
                    <a:pt x="11188954" y="347929"/>
                  </a:lnTo>
                  <a:lnTo>
                    <a:pt x="11160608" y="313207"/>
                  </a:lnTo>
                  <a:lnTo>
                    <a:pt x="11153331" y="319151"/>
                  </a:lnTo>
                  <a:lnTo>
                    <a:pt x="11120247" y="344068"/>
                  </a:lnTo>
                  <a:lnTo>
                    <a:pt x="11084712" y="368884"/>
                  </a:lnTo>
                  <a:lnTo>
                    <a:pt x="11047286" y="393268"/>
                  </a:lnTo>
                  <a:lnTo>
                    <a:pt x="11073016" y="432739"/>
                  </a:lnTo>
                  <a:lnTo>
                    <a:pt x="11111713" y="407492"/>
                  </a:lnTo>
                  <a:lnTo>
                    <a:pt x="11148593" y="381698"/>
                  </a:lnTo>
                  <a:lnTo>
                    <a:pt x="11175784" y="361200"/>
                  </a:lnTo>
                  <a:lnTo>
                    <a:pt x="11157255" y="379857"/>
                  </a:lnTo>
                  <a:lnTo>
                    <a:pt x="11118101" y="415683"/>
                  </a:lnTo>
                  <a:lnTo>
                    <a:pt x="11095355" y="434721"/>
                  </a:lnTo>
                  <a:lnTo>
                    <a:pt x="11125632" y="470827"/>
                  </a:lnTo>
                  <a:lnTo>
                    <a:pt x="11149914" y="450430"/>
                  </a:lnTo>
                  <a:lnTo>
                    <a:pt x="11190719" y="413029"/>
                  </a:lnTo>
                  <a:lnTo>
                    <a:pt x="11228057" y="375323"/>
                  </a:lnTo>
                  <a:lnTo>
                    <a:pt x="11231156" y="371856"/>
                  </a:lnTo>
                  <a:close/>
                </a:path>
                <a:path w="11403330" h="1652270">
                  <a:moveTo>
                    <a:pt x="11344694" y="214617"/>
                  </a:moveTo>
                  <a:lnTo>
                    <a:pt x="11302670" y="193306"/>
                  </a:lnTo>
                  <a:lnTo>
                    <a:pt x="11302302" y="194030"/>
                  </a:lnTo>
                  <a:lnTo>
                    <a:pt x="11287963" y="183908"/>
                  </a:lnTo>
                  <a:lnTo>
                    <a:pt x="11285944" y="186753"/>
                  </a:lnTo>
                  <a:lnTo>
                    <a:pt x="11273714" y="173901"/>
                  </a:lnTo>
                  <a:lnTo>
                    <a:pt x="11275174" y="173062"/>
                  </a:lnTo>
                  <a:lnTo>
                    <a:pt x="11278591" y="170840"/>
                  </a:lnTo>
                  <a:lnTo>
                    <a:pt x="11252873" y="131356"/>
                  </a:lnTo>
                  <a:lnTo>
                    <a:pt x="11249470" y="133578"/>
                  </a:lnTo>
                  <a:lnTo>
                    <a:pt x="11221085" y="149860"/>
                  </a:lnTo>
                  <a:lnTo>
                    <a:pt x="11189665" y="165963"/>
                  </a:lnTo>
                  <a:lnTo>
                    <a:pt x="11155401" y="181838"/>
                  </a:lnTo>
                  <a:lnTo>
                    <a:pt x="11130242" y="192405"/>
                  </a:lnTo>
                  <a:lnTo>
                    <a:pt x="11148530" y="235839"/>
                  </a:lnTo>
                  <a:lnTo>
                    <a:pt x="11175213" y="224586"/>
                  </a:lnTo>
                  <a:lnTo>
                    <a:pt x="11211204" y="207873"/>
                  </a:lnTo>
                  <a:lnTo>
                    <a:pt x="11239640" y="193243"/>
                  </a:lnTo>
                  <a:lnTo>
                    <a:pt x="11220895" y="208064"/>
                  </a:lnTo>
                  <a:lnTo>
                    <a:pt x="11199038" y="223989"/>
                  </a:lnTo>
                  <a:lnTo>
                    <a:pt x="11175556" y="239890"/>
                  </a:lnTo>
                  <a:lnTo>
                    <a:pt x="11159185" y="250215"/>
                  </a:lnTo>
                  <a:lnTo>
                    <a:pt x="11184357" y="290042"/>
                  </a:lnTo>
                  <a:lnTo>
                    <a:pt x="11198924" y="280835"/>
                  </a:lnTo>
                  <a:lnTo>
                    <a:pt x="11195876" y="283540"/>
                  </a:lnTo>
                  <a:lnTo>
                    <a:pt x="11227232" y="318693"/>
                  </a:lnTo>
                  <a:lnTo>
                    <a:pt x="11234153" y="312521"/>
                  </a:lnTo>
                  <a:lnTo>
                    <a:pt x="11263287" y="335508"/>
                  </a:lnTo>
                  <a:lnTo>
                    <a:pt x="11292091" y="298932"/>
                  </a:lnTo>
                  <a:lnTo>
                    <a:pt x="11318380" y="260629"/>
                  </a:lnTo>
                  <a:lnTo>
                    <a:pt x="11330229" y="241185"/>
                  </a:lnTo>
                  <a:lnTo>
                    <a:pt x="11341113" y="221665"/>
                  </a:lnTo>
                  <a:lnTo>
                    <a:pt x="11344694" y="214617"/>
                  </a:lnTo>
                  <a:close/>
                </a:path>
                <a:path w="11403330" h="1652270">
                  <a:moveTo>
                    <a:pt x="11403267" y="11620"/>
                  </a:moveTo>
                  <a:lnTo>
                    <a:pt x="11356213" y="9055"/>
                  </a:lnTo>
                  <a:lnTo>
                    <a:pt x="11355718" y="18186"/>
                  </a:lnTo>
                  <a:lnTo>
                    <a:pt x="11354943" y="22364"/>
                  </a:lnTo>
                  <a:lnTo>
                    <a:pt x="11347094" y="21907"/>
                  </a:lnTo>
                  <a:lnTo>
                    <a:pt x="11346701" y="28536"/>
                  </a:lnTo>
                  <a:lnTo>
                    <a:pt x="11346104" y="39039"/>
                  </a:lnTo>
                  <a:lnTo>
                    <a:pt x="11344326" y="48679"/>
                  </a:lnTo>
                  <a:lnTo>
                    <a:pt x="11315103" y="84759"/>
                  </a:lnTo>
                  <a:lnTo>
                    <a:pt x="11290364" y="105473"/>
                  </a:lnTo>
                  <a:lnTo>
                    <a:pt x="11306086" y="126492"/>
                  </a:lnTo>
                  <a:lnTo>
                    <a:pt x="11304308" y="128905"/>
                  </a:lnTo>
                  <a:lnTo>
                    <a:pt x="11298568" y="135699"/>
                  </a:lnTo>
                  <a:lnTo>
                    <a:pt x="11334725" y="165912"/>
                  </a:lnTo>
                  <a:lnTo>
                    <a:pt x="11338484" y="161378"/>
                  </a:lnTo>
                  <a:lnTo>
                    <a:pt x="11352860" y="169989"/>
                  </a:lnTo>
                  <a:lnTo>
                    <a:pt x="11355197" y="165938"/>
                  </a:lnTo>
                  <a:lnTo>
                    <a:pt x="11380711" y="122859"/>
                  </a:lnTo>
                  <a:lnTo>
                    <a:pt x="11389322" y="82880"/>
                  </a:lnTo>
                  <a:lnTo>
                    <a:pt x="11392408" y="58026"/>
                  </a:lnTo>
                  <a:lnTo>
                    <a:pt x="11393957" y="55054"/>
                  </a:lnTo>
                  <a:lnTo>
                    <a:pt x="11394389" y="53911"/>
                  </a:lnTo>
                  <a:lnTo>
                    <a:pt x="11395443" y="50990"/>
                  </a:lnTo>
                  <a:lnTo>
                    <a:pt x="11398060" y="43827"/>
                  </a:lnTo>
                  <a:lnTo>
                    <a:pt x="11401006" y="32372"/>
                  </a:lnTo>
                  <a:lnTo>
                    <a:pt x="11402771" y="20751"/>
                  </a:lnTo>
                  <a:lnTo>
                    <a:pt x="11403267" y="11620"/>
                  </a:lnTo>
                  <a:close/>
                </a:path>
              </a:pathLst>
            </a:custGeom>
            <a:solidFill>
              <a:srgbClr val="404040"/>
            </a:solidFill>
          </p:spPr>
          <p:txBody>
            <a:bodyPr wrap="square" lIns="0" tIns="0" rIns="0" bIns="0" rtlCol="0"/>
            <a:lstStyle/>
            <a:p>
              <a:endParaRPr lang="es-PE" noProof="0" dirty="0">
                <a:latin typeface="Aptos" panose="020B0004020202020204" pitchFamily="34" charset="0"/>
              </a:endParaRPr>
            </a:p>
          </p:txBody>
        </p:sp>
        <p:sp>
          <p:nvSpPr>
            <p:cNvPr id="29" name="object 29"/>
            <p:cNvSpPr/>
            <p:nvPr/>
          </p:nvSpPr>
          <p:spPr>
            <a:xfrm>
              <a:off x="10931687" y="5593376"/>
              <a:ext cx="2817495" cy="2270760"/>
            </a:xfrm>
            <a:custGeom>
              <a:avLst/>
              <a:gdLst/>
              <a:ahLst/>
              <a:cxnLst/>
              <a:rect l="l" t="t" r="r" b="b"/>
              <a:pathLst>
                <a:path w="2817494" h="2270759">
                  <a:moveTo>
                    <a:pt x="2774" y="2219867"/>
                  </a:moveTo>
                  <a:lnTo>
                    <a:pt x="2041" y="2226369"/>
                  </a:lnTo>
                  <a:lnTo>
                    <a:pt x="502" y="2248279"/>
                  </a:lnTo>
                  <a:lnTo>
                    <a:pt x="0" y="2269087"/>
                  </a:lnTo>
                  <a:lnTo>
                    <a:pt x="47108" y="2270214"/>
                  </a:lnTo>
                  <a:lnTo>
                    <a:pt x="47611" y="2249406"/>
                  </a:lnTo>
                  <a:lnTo>
                    <a:pt x="49035" y="2229720"/>
                  </a:lnTo>
                  <a:lnTo>
                    <a:pt x="49569" y="2225389"/>
                  </a:lnTo>
                  <a:lnTo>
                    <a:pt x="2774" y="2219867"/>
                  </a:lnTo>
                  <a:close/>
                </a:path>
                <a:path w="2817494" h="2270759">
                  <a:moveTo>
                    <a:pt x="23266" y="2123391"/>
                  </a:moveTo>
                  <a:lnTo>
                    <a:pt x="18062" y="2139824"/>
                  </a:lnTo>
                  <a:lnTo>
                    <a:pt x="10847" y="2170837"/>
                  </a:lnTo>
                  <a:lnTo>
                    <a:pt x="56752" y="2181502"/>
                  </a:lnTo>
                  <a:lnTo>
                    <a:pt x="63956" y="2150490"/>
                  </a:lnTo>
                  <a:lnTo>
                    <a:pt x="68113" y="2137833"/>
                  </a:lnTo>
                  <a:lnTo>
                    <a:pt x="23266" y="2123391"/>
                  </a:lnTo>
                  <a:close/>
                </a:path>
                <a:path w="2817494" h="2270759">
                  <a:moveTo>
                    <a:pt x="59809" y="2032845"/>
                  </a:moveTo>
                  <a:lnTo>
                    <a:pt x="49192" y="2054300"/>
                  </a:lnTo>
                  <a:lnTo>
                    <a:pt x="39737" y="2077329"/>
                  </a:lnTo>
                  <a:lnTo>
                    <a:pt x="83327" y="2095219"/>
                  </a:lnTo>
                  <a:lnTo>
                    <a:pt x="92782" y="2072191"/>
                  </a:lnTo>
                  <a:lnTo>
                    <a:pt x="101986" y="2053856"/>
                  </a:lnTo>
                  <a:lnTo>
                    <a:pt x="59809" y="2032845"/>
                  </a:lnTo>
                  <a:close/>
                </a:path>
                <a:path w="2817494" h="2270759">
                  <a:moveTo>
                    <a:pt x="108970" y="1948977"/>
                  </a:moveTo>
                  <a:lnTo>
                    <a:pt x="94154" y="1971052"/>
                  </a:lnTo>
                  <a:lnTo>
                    <a:pt x="83023" y="1990048"/>
                  </a:lnTo>
                  <a:lnTo>
                    <a:pt x="123682" y="2013864"/>
                  </a:lnTo>
                  <a:lnTo>
                    <a:pt x="134802" y="1994868"/>
                  </a:lnTo>
                  <a:lnTo>
                    <a:pt x="148047" y="1975305"/>
                  </a:lnTo>
                  <a:lnTo>
                    <a:pt x="108970" y="1948977"/>
                  </a:lnTo>
                  <a:close/>
                </a:path>
                <a:path w="2817494" h="2270759">
                  <a:moveTo>
                    <a:pt x="167659" y="1871955"/>
                  </a:moveTo>
                  <a:lnTo>
                    <a:pt x="151744" y="1890662"/>
                  </a:lnTo>
                  <a:lnTo>
                    <a:pt x="137283" y="1909624"/>
                  </a:lnTo>
                  <a:lnTo>
                    <a:pt x="174748" y="1938199"/>
                  </a:lnTo>
                  <a:lnTo>
                    <a:pt x="189208" y="1919237"/>
                  </a:lnTo>
                  <a:lnTo>
                    <a:pt x="203501" y="1902538"/>
                  </a:lnTo>
                  <a:lnTo>
                    <a:pt x="167659" y="1871955"/>
                  </a:lnTo>
                  <a:close/>
                </a:path>
                <a:path w="2817494" h="2270759">
                  <a:moveTo>
                    <a:pt x="233584" y="1801440"/>
                  </a:moveTo>
                  <a:lnTo>
                    <a:pt x="220872" y="1813675"/>
                  </a:lnTo>
                  <a:lnTo>
                    <a:pt x="199836" y="1835914"/>
                  </a:lnTo>
                  <a:lnTo>
                    <a:pt x="234066" y="1868295"/>
                  </a:lnTo>
                  <a:lnTo>
                    <a:pt x="255102" y="1846056"/>
                  </a:lnTo>
                  <a:lnTo>
                    <a:pt x="266211" y="1835434"/>
                  </a:lnTo>
                  <a:lnTo>
                    <a:pt x="233584" y="1801440"/>
                  </a:lnTo>
                  <a:close/>
                </a:path>
                <a:path w="2817494" h="2270759">
                  <a:moveTo>
                    <a:pt x="305069" y="1736926"/>
                  </a:moveTo>
                  <a:lnTo>
                    <a:pt x="300482" y="1740638"/>
                  </a:lnTo>
                  <a:lnTo>
                    <a:pt x="268714" y="1768465"/>
                  </a:lnTo>
                  <a:lnTo>
                    <a:pt x="299760" y="1803909"/>
                  </a:lnTo>
                  <a:lnTo>
                    <a:pt x="331529" y="1776082"/>
                  </a:lnTo>
                  <a:lnTo>
                    <a:pt x="334555" y="1773677"/>
                  </a:lnTo>
                  <a:lnTo>
                    <a:pt x="305069" y="1736926"/>
                  </a:lnTo>
                  <a:close/>
                </a:path>
                <a:path w="2817494" h="2270759">
                  <a:moveTo>
                    <a:pt x="380459" y="1678811"/>
                  </a:moveTo>
                  <a:lnTo>
                    <a:pt x="343895" y="1705775"/>
                  </a:lnTo>
                  <a:lnTo>
                    <a:pt x="341822" y="1707438"/>
                  </a:lnTo>
                  <a:lnTo>
                    <a:pt x="371308" y="1744189"/>
                  </a:lnTo>
                  <a:lnTo>
                    <a:pt x="373381" y="1742527"/>
                  </a:lnTo>
                  <a:lnTo>
                    <a:pt x="408406" y="1716746"/>
                  </a:lnTo>
                  <a:lnTo>
                    <a:pt x="380459" y="1678811"/>
                  </a:lnTo>
                  <a:close/>
                </a:path>
                <a:path w="2817494" h="2270759">
                  <a:moveTo>
                    <a:pt x="460279" y="1625398"/>
                  </a:moveTo>
                  <a:lnTo>
                    <a:pt x="437326" y="1639723"/>
                  </a:lnTo>
                  <a:lnTo>
                    <a:pt x="419976" y="1651481"/>
                  </a:lnTo>
                  <a:lnTo>
                    <a:pt x="446405" y="1690490"/>
                  </a:lnTo>
                  <a:lnTo>
                    <a:pt x="463755" y="1678733"/>
                  </a:lnTo>
                  <a:lnTo>
                    <a:pt x="485199" y="1665386"/>
                  </a:lnTo>
                  <a:lnTo>
                    <a:pt x="460279" y="1625398"/>
                  </a:lnTo>
                  <a:close/>
                </a:path>
                <a:path w="2817494" h="2270759">
                  <a:moveTo>
                    <a:pt x="542999" y="1576807"/>
                  </a:moveTo>
                  <a:lnTo>
                    <a:pt x="538737" y="1579068"/>
                  </a:lnTo>
                  <a:lnTo>
                    <a:pt x="501304" y="1600520"/>
                  </a:lnTo>
                  <a:lnTo>
                    <a:pt x="524737" y="1641401"/>
                  </a:lnTo>
                  <a:lnTo>
                    <a:pt x="562171" y="1619948"/>
                  </a:lnTo>
                  <a:lnTo>
                    <a:pt x="564946" y="1618504"/>
                  </a:lnTo>
                  <a:lnTo>
                    <a:pt x="542999" y="1576807"/>
                  </a:lnTo>
                  <a:close/>
                </a:path>
                <a:path w="2817494" h="2270759">
                  <a:moveTo>
                    <a:pt x="627750" y="1533763"/>
                  </a:moveTo>
                  <a:lnTo>
                    <a:pt x="592118" y="1550953"/>
                  </a:lnTo>
                  <a:lnTo>
                    <a:pt x="584694" y="1554862"/>
                  </a:lnTo>
                  <a:lnTo>
                    <a:pt x="606641" y="1596559"/>
                  </a:lnTo>
                  <a:lnTo>
                    <a:pt x="614065" y="1592650"/>
                  </a:lnTo>
                  <a:lnTo>
                    <a:pt x="648210" y="1576208"/>
                  </a:lnTo>
                  <a:lnTo>
                    <a:pt x="627750" y="1533763"/>
                  </a:lnTo>
                  <a:close/>
                </a:path>
                <a:path w="2817494" h="2270759">
                  <a:moveTo>
                    <a:pt x="715339" y="1494853"/>
                  </a:moveTo>
                  <a:lnTo>
                    <a:pt x="703643" y="1499540"/>
                  </a:lnTo>
                  <a:lnTo>
                    <a:pt x="671309" y="1513767"/>
                  </a:lnTo>
                  <a:lnTo>
                    <a:pt x="690282" y="1556897"/>
                  </a:lnTo>
                  <a:lnTo>
                    <a:pt x="722627" y="1542670"/>
                  </a:lnTo>
                  <a:lnTo>
                    <a:pt x="732825" y="1538610"/>
                  </a:lnTo>
                  <a:lnTo>
                    <a:pt x="715339" y="1494853"/>
                  </a:lnTo>
                  <a:close/>
                </a:path>
                <a:path w="2817494" h="2270759">
                  <a:moveTo>
                    <a:pt x="804153" y="1461031"/>
                  </a:moveTo>
                  <a:lnTo>
                    <a:pt x="761547" y="1476399"/>
                  </a:lnTo>
                  <a:lnTo>
                    <a:pt x="759097" y="1477373"/>
                  </a:lnTo>
                  <a:lnTo>
                    <a:pt x="776583" y="1521130"/>
                  </a:lnTo>
                  <a:lnTo>
                    <a:pt x="779023" y="1520155"/>
                  </a:lnTo>
                  <a:lnTo>
                    <a:pt x="820121" y="1505361"/>
                  </a:lnTo>
                  <a:lnTo>
                    <a:pt x="804153" y="1461031"/>
                  </a:lnTo>
                  <a:close/>
                </a:path>
                <a:path w="2817494" h="2270759">
                  <a:moveTo>
                    <a:pt x="895333" y="1431541"/>
                  </a:moveTo>
                  <a:lnTo>
                    <a:pt x="880978" y="1435641"/>
                  </a:lnTo>
                  <a:lnTo>
                    <a:pt x="849576" y="1445757"/>
                  </a:lnTo>
                  <a:lnTo>
                    <a:pt x="864015" y="1490608"/>
                  </a:lnTo>
                  <a:lnTo>
                    <a:pt x="895428" y="1480491"/>
                  </a:lnTo>
                  <a:lnTo>
                    <a:pt x="908234" y="1476862"/>
                  </a:lnTo>
                  <a:lnTo>
                    <a:pt x="895333" y="1431541"/>
                  </a:lnTo>
                  <a:close/>
                </a:path>
                <a:path w="2817494" h="2270759">
                  <a:moveTo>
                    <a:pt x="987174" y="1407068"/>
                  </a:moveTo>
                  <a:lnTo>
                    <a:pt x="942285" y="1418186"/>
                  </a:lnTo>
                  <a:lnTo>
                    <a:pt x="940662" y="1418647"/>
                  </a:lnTo>
                  <a:lnTo>
                    <a:pt x="953552" y="1463969"/>
                  </a:lnTo>
                  <a:lnTo>
                    <a:pt x="955175" y="1463507"/>
                  </a:lnTo>
                  <a:lnTo>
                    <a:pt x="998482" y="1452808"/>
                  </a:lnTo>
                  <a:lnTo>
                    <a:pt x="987174" y="1407068"/>
                  </a:lnTo>
                  <a:close/>
                </a:path>
                <a:path w="2817494" h="2270759">
                  <a:moveTo>
                    <a:pt x="1080972" y="1387168"/>
                  </a:moveTo>
                  <a:lnTo>
                    <a:pt x="1067433" y="1389530"/>
                  </a:lnTo>
                  <a:lnTo>
                    <a:pt x="1033947" y="1396573"/>
                  </a:lnTo>
                  <a:lnTo>
                    <a:pt x="1043654" y="1442682"/>
                  </a:lnTo>
                  <a:lnTo>
                    <a:pt x="1077129" y="1435640"/>
                  </a:lnTo>
                  <a:lnTo>
                    <a:pt x="1089024" y="1433595"/>
                  </a:lnTo>
                  <a:lnTo>
                    <a:pt x="1080972" y="1387168"/>
                  </a:lnTo>
                  <a:close/>
                </a:path>
                <a:path w="2817494" h="2270759">
                  <a:moveTo>
                    <a:pt x="1174917" y="1372510"/>
                  </a:moveTo>
                  <a:lnTo>
                    <a:pt x="1131033" y="1378493"/>
                  </a:lnTo>
                  <a:lnTo>
                    <a:pt x="1127400" y="1379122"/>
                  </a:lnTo>
                  <a:lnTo>
                    <a:pt x="1135452" y="1425549"/>
                  </a:lnTo>
                  <a:lnTo>
                    <a:pt x="1139075" y="1424919"/>
                  </a:lnTo>
                  <a:lnTo>
                    <a:pt x="1181262" y="1419199"/>
                  </a:lnTo>
                  <a:lnTo>
                    <a:pt x="1174917" y="1372510"/>
                  </a:lnTo>
                  <a:close/>
                </a:path>
                <a:path w="2817494" h="2270759">
                  <a:moveTo>
                    <a:pt x="1270422" y="1362753"/>
                  </a:moveTo>
                  <a:lnTo>
                    <a:pt x="1259678" y="1363410"/>
                  </a:lnTo>
                  <a:lnTo>
                    <a:pt x="1222601" y="1367049"/>
                  </a:lnTo>
                  <a:lnTo>
                    <a:pt x="1227198" y="1413943"/>
                  </a:lnTo>
                  <a:lnTo>
                    <a:pt x="1264286" y="1410304"/>
                  </a:lnTo>
                  <a:lnTo>
                    <a:pt x="1273228" y="1409789"/>
                  </a:lnTo>
                  <a:lnTo>
                    <a:pt x="1270422" y="1362753"/>
                  </a:lnTo>
                  <a:close/>
                </a:path>
                <a:path w="2817494" h="2270759">
                  <a:moveTo>
                    <a:pt x="1365487" y="1358690"/>
                  </a:moveTo>
                  <a:lnTo>
                    <a:pt x="1324483" y="1359532"/>
                  </a:lnTo>
                  <a:lnTo>
                    <a:pt x="1317457" y="1359951"/>
                  </a:lnTo>
                  <a:lnTo>
                    <a:pt x="1320263" y="1406987"/>
                  </a:lnTo>
                  <a:lnTo>
                    <a:pt x="1327289" y="1406568"/>
                  </a:lnTo>
                  <a:lnTo>
                    <a:pt x="1366429" y="1405800"/>
                  </a:lnTo>
                  <a:lnTo>
                    <a:pt x="1365487" y="1358690"/>
                  </a:lnTo>
                  <a:close/>
                </a:path>
                <a:path w="2817494" h="2270759">
                  <a:moveTo>
                    <a:pt x="1458311" y="1355791"/>
                  </a:moveTo>
                  <a:lnTo>
                    <a:pt x="1452835" y="1356226"/>
                  </a:lnTo>
                  <a:lnTo>
                    <a:pt x="1421569" y="1357703"/>
                  </a:lnTo>
                  <a:lnTo>
                    <a:pt x="1412700" y="1357842"/>
                  </a:lnTo>
                  <a:lnTo>
                    <a:pt x="1413433" y="1404956"/>
                  </a:lnTo>
                  <a:lnTo>
                    <a:pt x="1422302" y="1404816"/>
                  </a:lnTo>
                  <a:lnTo>
                    <a:pt x="1455044" y="1403294"/>
                  </a:lnTo>
                  <a:lnTo>
                    <a:pt x="1461955" y="1402768"/>
                  </a:lnTo>
                  <a:lnTo>
                    <a:pt x="1458311" y="1355791"/>
                  </a:lnTo>
                  <a:close/>
                </a:path>
                <a:path w="2817494" h="2270759">
                  <a:moveTo>
                    <a:pt x="1549858" y="1345529"/>
                  </a:moveTo>
                  <a:lnTo>
                    <a:pt x="1546486" y="1346103"/>
                  </a:lnTo>
                  <a:lnTo>
                    <a:pt x="1515315" y="1350412"/>
                  </a:lnTo>
                  <a:lnTo>
                    <a:pt x="1504519" y="1351576"/>
                  </a:lnTo>
                  <a:lnTo>
                    <a:pt x="1509577" y="1398423"/>
                  </a:lnTo>
                  <a:lnTo>
                    <a:pt x="1520372" y="1397259"/>
                  </a:lnTo>
                  <a:lnTo>
                    <a:pt x="1552926" y="1392781"/>
                  </a:lnTo>
                  <a:lnTo>
                    <a:pt x="1557638" y="1392000"/>
                  </a:lnTo>
                  <a:lnTo>
                    <a:pt x="1549858" y="1345529"/>
                  </a:lnTo>
                  <a:close/>
                </a:path>
                <a:path w="2817494" h="2270759">
                  <a:moveTo>
                    <a:pt x="1640012" y="1327608"/>
                  </a:moveTo>
                  <a:lnTo>
                    <a:pt x="1595197" y="1337136"/>
                  </a:lnTo>
                  <a:lnTo>
                    <a:pt x="1604945" y="1383235"/>
                  </a:lnTo>
                  <a:lnTo>
                    <a:pt x="1649646" y="1373777"/>
                  </a:lnTo>
                  <a:lnTo>
                    <a:pt x="1652284" y="1373102"/>
                  </a:lnTo>
                  <a:lnTo>
                    <a:pt x="1640012" y="1327608"/>
                  </a:lnTo>
                  <a:close/>
                </a:path>
                <a:path w="2817494" h="2270759">
                  <a:moveTo>
                    <a:pt x="1729340" y="1301871"/>
                  </a:moveTo>
                  <a:lnTo>
                    <a:pt x="1701414" y="1311050"/>
                  </a:lnTo>
                  <a:lnTo>
                    <a:pt x="1685508" y="1315339"/>
                  </a:lnTo>
                  <a:lnTo>
                    <a:pt x="1697780" y="1360832"/>
                  </a:lnTo>
                  <a:lnTo>
                    <a:pt x="1713686" y="1356544"/>
                  </a:lnTo>
                  <a:lnTo>
                    <a:pt x="1743999" y="1346652"/>
                  </a:lnTo>
                  <a:lnTo>
                    <a:pt x="1729340" y="1301871"/>
                  </a:lnTo>
                  <a:close/>
                </a:path>
                <a:path w="2817494" h="2270759">
                  <a:moveTo>
                    <a:pt x="1816750" y="1270093"/>
                  </a:moveTo>
                  <a:lnTo>
                    <a:pt x="1772773" y="1287020"/>
                  </a:lnTo>
                  <a:lnTo>
                    <a:pt x="1789704" y="1330994"/>
                  </a:lnTo>
                  <a:lnTo>
                    <a:pt x="1833682" y="1314066"/>
                  </a:lnTo>
                  <a:lnTo>
                    <a:pt x="1816750" y="1270093"/>
                  </a:lnTo>
                  <a:close/>
                </a:path>
                <a:path w="2817494" h="2270759">
                  <a:moveTo>
                    <a:pt x="1900507" y="1232212"/>
                  </a:moveTo>
                  <a:lnTo>
                    <a:pt x="1882078" y="1241475"/>
                  </a:lnTo>
                  <a:lnTo>
                    <a:pt x="1858885" y="1251749"/>
                  </a:lnTo>
                  <a:lnTo>
                    <a:pt x="1877953" y="1294833"/>
                  </a:lnTo>
                  <a:lnTo>
                    <a:pt x="1901156" y="1284560"/>
                  </a:lnTo>
                  <a:lnTo>
                    <a:pt x="1921616" y="1274337"/>
                  </a:lnTo>
                  <a:lnTo>
                    <a:pt x="1900507" y="1232212"/>
                  </a:lnTo>
                  <a:close/>
                </a:path>
                <a:path w="2817494" h="2270759">
                  <a:moveTo>
                    <a:pt x="1982714" y="1188474"/>
                  </a:moveTo>
                  <a:lnTo>
                    <a:pt x="1941616" y="1211519"/>
                  </a:lnTo>
                  <a:lnTo>
                    <a:pt x="1964652" y="1252618"/>
                  </a:lnTo>
                  <a:lnTo>
                    <a:pt x="2005760" y="1229574"/>
                  </a:lnTo>
                  <a:lnTo>
                    <a:pt x="1982714" y="1188474"/>
                  </a:lnTo>
                  <a:close/>
                </a:path>
                <a:path w="2817494" h="2270759">
                  <a:moveTo>
                    <a:pt x="2061130" y="1140165"/>
                  </a:moveTo>
                  <a:lnTo>
                    <a:pt x="2054251" y="1144905"/>
                  </a:lnTo>
                  <a:lnTo>
                    <a:pt x="2022210" y="1164821"/>
                  </a:lnTo>
                  <a:lnTo>
                    <a:pt x="2047089" y="1204837"/>
                  </a:lnTo>
                  <a:lnTo>
                    <a:pt x="2079130" y="1184922"/>
                  </a:lnTo>
                  <a:lnTo>
                    <a:pt x="2087758" y="1179044"/>
                  </a:lnTo>
                  <a:lnTo>
                    <a:pt x="2061130" y="1140165"/>
                  </a:lnTo>
                  <a:close/>
                </a:path>
                <a:path w="2817494" h="2270759">
                  <a:moveTo>
                    <a:pt x="2137160" y="1086253"/>
                  </a:moveTo>
                  <a:lnTo>
                    <a:pt x="2109150" y="1107290"/>
                  </a:lnTo>
                  <a:lnTo>
                    <a:pt x="2100009" y="1113546"/>
                  </a:lnTo>
                  <a:lnTo>
                    <a:pt x="2126636" y="1152426"/>
                  </a:lnTo>
                  <a:lnTo>
                    <a:pt x="2135767" y="1146170"/>
                  </a:lnTo>
                  <a:lnTo>
                    <a:pt x="2165431" y="1123945"/>
                  </a:lnTo>
                  <a:lnTo>
                    <a:pt x="2137160" y="1086253"/>
                  </a:lnTo>
                  <a:close/>
                </a:path>
                <a:path w="2817494" h="2270759">
                  <a:moveTo>
                    <a:pt x="2210110" y="1028227"/>
                  </a:moveTo>
                  <a:lnTo>
                    <a:pt x="2173651" y="1058082"/>
                  </a:lnTo>
                  <a:lnTo>
                    <a:pt x="2203514" y="1094536"/>
                  </a:lnTo>
                  <a:lnTo>
                    <a:pt x="2239963" y="1064680"/>
                  </a:lnTo>
                  <a:lnTo>
                    <a:pt x="2210110" y="1028227"/>
                  </a:lnTo>
                  <a:close/>
                </a:path>
                <a:path w="2817494" h="2270759">
                  <a:moveTo>
                    <a:pt x="2278527" y="966367"/>
                  </a:moveTo>
                  <a:lnTo>
                    <a:pt x="2264580" y="979924"/>
                  </a:lnTo>
                  <a:lnTo>
                    <a:pt x="2244675" y="997686"/>
                  </a:lnTo>
                  <a:lnTo>
                    <a:pt x="2276035" y="1032850"/>
                  </a:lnTo>
                  <a:lnTo>
                    <a:pt x="2295951" y="1015087"/>
                  </a:lnTo>
                  <a:lnTo>
                    <a:pt x="2311343" y="1000189"/>
                  </a:lnTo>
                  <a:lnTo>
                    <a:pt x="2278527" y="966367"/>
                  </a:lnTo>
                  <a:close/>
                </a:path>
                <a:path w="2817494" h="2270759">
                  <a:moveTo>
                    <a:pt x="2344106" y="900093"/>
                  </a:moveTo>
                  <a:lnTo>
                    <a:pt x="2312882" y="933053"/>
                  </a:lnTo>
                  <a:lnTo>
                    <a:pt x="2312348" y="933563"/>
                  </a:lnTo>
                  <a:lnTo>
                    <a:pt x="2345164" y="967381"/>
                  </a:lnTo>
                  <a:lnTo>
                    <a:pt x="2345687" y="966870"/>
                  </a:lnTo>
                  <a:lnTo>
                    <a:pt x="2378294" y="932519"/>
                  </a:lnTo>
                  <a:lnTo>
                    <a:pt x="2344106" y="900093"/>
                  </a:lnTo>
                  <a:close/>
                </a:path>
                <a:path w="2817494" h="2270759">
                  <a:moveTo>
                    <a:pt x="2405308" y="831066"/>
                  </a:moveTo>
                  <a:lnTo>
                    <a:pt x="2403434" y="833441"/>
                  </a:lnTo>
                  <a:lnTo>
                    <a:pt x="2375100" y="865926"/>
                  </a:lnTo>
                  <a:lnTo>
                    <a:pt x="2410607" y="896897"/>
                  </a:lnTo>
                  <a:lnTo>
                    <a:pt x="2438941" y="864412"/>
                  </a:lnTo>
                  <a:lnTo>
                    <a:pt x="2442082" y="860521"/>
                  </a:lnTo>
                  <a:lnTo>
                    <a:pt x="2405308" y="831066"/>
                  </a:lnTo>
                  <a:close/>
                </a:path>
                <a:path w="2817494" h="2270759">
                  <a:moveTo>
                    <a:pt x="2462595" y="757527"/>
                  </a:moveTo>
                  <a:lnTo>
                    <a:pt x="2445433" y="780962"/>
                  </a:lnTo>
                  <a:lnTo>
                    <a:pt x="2434763" y="794287"/>
                  </a:lnTo>
                  <a:lnTo>
                    <a:pt x="2471537" y="823742"/>
                  </a:lnTo>
                  <a:lnTo>
                    <a:pt x="2482207" y="810417"/>
                  </a:lnTo>
                  <a:lnTo>
                    <a:pt x="2500594" y="785398"/>
                  </a:lnTo>
                  <a:lnTo>
                    <a:pt x="2462595" y="757527"/>
                  </a:lnTo>
                  <a:close/>
                </a:path>
                <a:path w="2817494" h="2270759">
                  <a:moveTo>
                    <a:pt x="2515776" y="680984"/>
                  </a:moveTo>
                  <a:lnTo>
                    <a:pt x="2489568" y="720139"/>
                  </a:lnTo>
                  <a:lnTo>
                    <a:pt x="2528718" y="746352"/>
                  </a:lnTo>
                  <a:lnTo>
                    <a:pt x="2554937" y="707197"/>
                  </a:lnTo>
                  <a:lnTo>
                    <a:pt x="2515776" y="680984"/>
                  </a:lnTo>
                  <a:close/>
                </a:path>
                <a:path w="2817494" h="2270759">
                  <a:moveTo>
                    <a:pt x="2563503" y="602177"/>
                  </a:moveTo>
                  <a:lnTo>
                    <a:pt x="2556833" y="614379"/>
                  </a:lnTo>
                  <a:lnTo>
                    <a:pt x="2540132" y="641863"/>
                  </a:lnTo>
                  <a:lnTo>
                    <a:pt x="2580392" y="666338"/>
                  </a:lnTo>
                  <a:lnTo>
                    <a:pt x="2597104" y="638854"/>
                  </a:lnTo>
                  <a:lnTo>
                    <a:pt x="2604821" y="624830"/>
                  </a:lnTo>
                  <a:lnTo>
                    <a:pt x="2563503" y="602177"/>
                  </a:lnTo>
                  <a:close/>
                </a:path>
                <a:path w="2817494" h="2270759">
                  <a:moveTo>
                    <a:pt x="2606601" y="519619"/>
                  </a:moveTo>
                  <a:lnTo>
                    <a:pt x="2588685" y="556234"/>
                  </a:lnTo>
                  <a:lnTo>
                    <a:pt x="2586151" y="560860"/>
                  </a:lnTo>
                  <a:lnTo>
                    <a:pt x="2627469" y="583513"/>
                  </a:lnTo>
                  <a:lnTo>
                    <a:pt x="2630003" y="578887"/>
                  </a:lnTo>
                  <a:lnTo>
                    <a:pt x="2648914" y="540356"/>
                  </a:lnTo>
                  <a:lnTo>
                    <a:pt x="2606601" y="519619"/>
                  </a:lnTo>
                  <a:close/>
                </a:path>
                <a:path w="2817494" h="2270759">
                  <a:moveTo>
                    <a:pt x="2644128" y="435661"/>
                  </a:moveTo>
                  <a:lnTo>
                    <a:pt x="2643731" y="436798"/>
                  </a:lnTo>
                  <a:lnTo>
                    <a:pt x="2625940" y="477883"/>
                  </a:lnTo>
                  <a:lnTo>
                    <a:pt x="2669175" y="496604"/>
                  </a:lnTo>
                  <a:lnTo>
                    <a:pt x="2686965" y="455519"/>
                  </a:lnTo>
                  <a:lnTo>
                    <a:pt x="2688221" y="452260"/>
                  </a:lnTo>
                  <a:lnTo>
                    <a:pt x="2644128" y="435661"/>
                  </a:lnTo>
                  <a:close/>
                </a:path>
                <a:path w="2817494" h="2270759">
                  <a:moveTo>
                    <a:pt x="2675499" y="348082"/>
                  </a:moveTo>
                  <a:lnTo>
                    <a:pt x="2666672" y="375766"/>
                  </a:lnTo>
                  <a:lnTo>
                    <a:pt x="2660725" y="391562"/>
                  </a:lnTo>
                  <a:lnTo>
                    <a:pt x="2704818" y="408161"/>
                  </a:lnTo>
                  <a:lnTo>
                    <a:pt x="2710765" y="392365"/>
                  </a:lnTo>
                  <a:lnTo>
                    <a:pt x="2720377" y="362447"/>
                  </a:lnTo>
                  <a:lnTo>
                    <a:pt x="2675499" y="348082"/>
                  </a:lnTo>
                  <a:close/>
                </a:path>
                <a:path w="2817494" h="2270759">
                  <a:moveTo>
                    <a:pt x="2700975" y="258654"/>
                  </a:moveTo>
                  <a:lnTo>
                    <a:pt x="2688954" y="304215"/>
                  </a:lnTo>
                  <a:lnTo>
                    <a:pt x="2734513" y="316231"/>
                  </a:lnTo>
                  <a:lnTo>
                    <a:pt x="2746534" y="270670"/>
                  </a:lnTo>
                  <a:lnTo>
                    <a:pt x="2700975" y="258654"/>
                  </a:lnTo>
                  <a:close/>
                </a:path>
                <a:path w="2817494" h="2270759">
                  <a:moveTo>
                    <a:pt x="2718116" y="169278"/>
                  </a:moveTo>
                  <a:lnTo>
                    <a:pt x="2715749" y="188967"/>
                  </a:lnTo>
                  <a:lnTo>
                    <a:pt x="2710598" y="213835"/>
                  </a:lnTo>
                  <a:lnTo>
                    <a:pt x="2756743" y="223382"/>
                  </a:lnTo>
                  <a:lnTo>
                    <a:pt x="2761894" y="198514"/>
                  </a:lnTo>
                  <a:lnTo>
                    <a:pt x="2764879" y="175086"/>
                  </a:lnTo>
                  <a:lnTo>
                    <a:pt x="2718116" y="169278"/>
                  </a:lnTo>
                  <a:close/>
                </a:path>
                <a:path w="2817494" h="2270759">
                  <a:moveTo>
                    <a:pt x="2756272" y="0"/>
                  </a:moveTo>
                  <a:lnTo>
                    <a:pt x="2676169" y="136240"/>
                  </a:lnTo>
                  <a:lnTo>
                    <a:pt x="2817202" y="145821"/>
                  </a:lnTo>
                  <a:lnTo>
                    <a:pt x="2809892" y="128326"/>
                  </a:lnTo>
                  <a:lnTo>
                    <a:pt x="2770680" y="128326"/>
                  </a:lnTo>
                  <a:lnTo>
                    <a:pt x="2723927" y="122518"/>
                  </a:lnTo>
                  <a:lnTo>
                    <a:pt x="2724901" y="114621"/>
                  </a:lnTo>
                  <a:lnTo>
                    <a:pt x="2804165" y="114621"/>
                  </a:lnTo>
                  <a:lnTo>
                    <a:pt x="2756272" y="0"/>
                  </a:lnTo>
                  <a:close/>
                </a:path>
                <a:path w="2817494" h="2270759">
                  <a:moveTo>
                    <a:pt x="2724901" y="114621"/>
                  </a:moveTo>
                  <a:lnTo>
                    <a:pt x="2723927" y="122518"/>
                  </a:lnTo>
                  <a:lnTo>
                    <a:pt x="2770680" y="128326"/>
                  </a:lnTo>
                  <a:lnTo>
                    <a:pt x="2771664" y="120429"/>
                  </a:lnTo>
                  <a:lnTo>
                    <a:pt x="2724901" y="114621"/>
                  </a:lnTo>
                  <a:close/>
                </a:path>
                <a:path w="2817494" h="2270759">
                  <a:moveTo>
                    <a:pt x="2804165" y="114621"/>
                  </a:moveTo>
                  <a:lnTo>
                    <a:pt x="2724901" y="114621"/>
                  </a:lnTo>
                  <a:lnTo>
                    <a:pt x="2771664" y="120429"/>
                  </a:lnTo>
                  <a:lnTo>
                    <a:pt x="2770680" y="128326"/>
                  </a:lnTo>
                  <a:lnTo>
                    <a:pt x="2809892" y="128326"/>
                  </a:lnTo>
                  <a:lnTo>
                    <a:pt x="2804165" y="114621"/>
                  </a:lnTo>
                  <a:close/>
                </a:path>
              </a:pathLst>
            </a:custGeom>
            <a:solidFill>
              <a:srgbClr val="FD776E"/>
            </a:solidFill>
          </p:spPr>
          <p:txBody>
            <a:bodyPr wrap="square" lIns="0" tIns="0" rIns="0" bIns="0" rtlCol="0"/>
            <a:lstStyle/>
            <a:p>
              <a:endParaRPr lang="es-PE" noProof="0" dirty="0">
                <a:latin typeface="Aptos" panose="020B0004020202020204" pitchFamily="34" charset="0"/>
              </a:endParaRPr>
            </a:p>
          </p:txBody>
        </p:sp>
      </p:grpSp>
      <p:pic>
        <p:nvPicPr>
          <p:cNvPr id="3" name="Picture 2" descr="Manual de Indentidad Visual Corporativa Marca UNCP - UNCP">
            <a:extLst>
              <a:ext uri="{FF2B5EF4-FFF2-40B4-BE49-F238E27FC236}">
                <a16:creationId xmlns:a16="http://schemas.microsoft.com/office/drawing/2014/main" id="{1E8AF8FC-1629-240C-76F5-20108E1214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98571"/>
            <a:ext cx="17484090" cy="2043508"/>
          </a:xfrm>
          <a:prstGeom prst="rect">
            <a:avLst/>
          </a:prstGeom>
        </p:spPr>
        <p:txBody>
          <a:bodyPr vert="horz" wrap="square" lIns="0" tIns="12065" rIns="0" bIns="0" rtlCol="0">
            <a:spAutoFit/>
          </a:bodyPr>
          <a:lstStyle/>
          <a:p>
            <a:pPr marL="12700" algn="ctr" rtl="0">
              <a:spcBef>
                <a:spcPts val="95"/>
              </a:spcBef>
            </a:pPr>
            <a:r>
              <a:rPr lang="es-PE" sz="6600" kern="1200" dirty="0">
                <a:latin typeface="Aptos" panose="020B0004020202020204" pitchFamily="34" charset="0"/>
              </a:rPr>
              <a:t>CICLO DE VIDA DE UN PROYECTO DE APRENDIZAJE</a:t>
            </a:r>
          </a:p>
        </p:txBody>
      </p:sp>
      <p:grpSp>
        <p:nvGrpSpPr>
          <p:cNvPr id="4" name="object 4"/>
          <p:cNvGrpSpPr/>
          <p:nvPr/>
        </p:nvGrpSpPr>
        <p:grpSpPr>
          <a:xfrm>
            <a:off x="3117850" y="3444875"/>
            <a:ext cx="14593569" cy="7491730"/>
            <a:chOff x="4046250" y="2918531"/>
            <a:chExt cx="14593569" cy="7491730"/>
          </a:xfrm>
        </p:grpSpPr>
        <p:sp>
          <p:nvSpPr>
            <p:cNvPr id="5" name="object 5"/>
            <p:cNvSpPr/>
            <p:nvPr/>
          </p:nvSpPr>
          <p:spPr>
            <a:xfrm>
              <a:off x="6642151" y="2918531"/>
              <a:ext cx="11997690" cy="7491730"/>
            </a:xfrm>
            <a:custGeom>
              <a:avLst/>
              <a:gdLst/>
              <a:ahLst/>
              <a:cxnLst/>
              <a:rect l="l" t="t" r="r" b="b"/>
              <a:pathLst>
                <a:path w="11997690" h="7491730">
                  <a:moveTo>
                    <a:pt x="11997469" y="0"/>
                  </a:moveTo>
                  <a:lnTo>
                    <a:pt x="0" y="0"/>
                  </a:lnTo>
                  <a:lnTo>
                    <a:pt x="0" y="7491638"/>
                  </a:lnTo>
                  <a:lnTo>
                    <a:pt x="11997469" y="7491638"/>
                  </a:lnTo>
                  <a:lnTo>
                    <a:pt x="11997469" y="0"/>
                  </a:lnTo>
                  <a:close/>
                </a:path>
              </a:pathLst>
            </a:custGeom>
            <a:solidFill>
              <a:srgbClr val="BDD8FF"/>
            </a:solidFill>
          </p:spPr>
          <p:txBody>
            <a:bodyPr wrap="square" lIns="0" tIns="0" rIns="0" bIns="0" rtlCol="0"/>
            <a:lstStyle/>
            <a:p>
              <a:endParaRPr lang="es-PE" noProof="0" dirty="0">
                <a:latin typeface="Aptos" panose="020B0004020202020204" pitchFamily="34" charset="0"/>
              </a:endParaRPr>
            </a:p>
          </p:txBody>
        </p:sp>
        <p:sp>
          <p:nvSpPr>
            <p:cNvPr id="6" name="object 6"/>
            <p:cNvSpPr/>
            <p:nvPr/>
          </p:nvSpPr>
          <p:spPr>
            <a:xfrm>
              <a:off x="4046250" y="3651680"/>
              <a:ext cx="2092325" cy="1918970"/>
            </a:xfrm>
            <a:custGeom>
              <a:avLst/>
              <a:gdLst/>
              <a:ahLst/>
              <a:cxnLst/>
              <a:rect l="l" t="t" r="r" b="b"/>
              <a:pathLst>
                <a:path w="2092325" h="1918970">
                  <a:moveTo>
                    <a:pt x="1772539" y="0"/>
                  </a:moveTo>
                  <a:lnTo>
                    <a:pt x="319744" y="0"/>
                  </a:lnTo>
                  <a:lnTo>
                    <a:pt x="272494" y="3466"/>
                  </a:lnTo>
                  <a:lnTo>
                    <a:pt x="227398" y="13537"/>
                  </a:lnTo>
                  <a:lnTo>
                    <a:pt x="184948" y="29717"/>
                  </a:lnTo>
                  <a:lnTo>
                    <a:pt x="145640" y="51512"/>
                  </a:lnTo>
                  <a:lnTo>
                    <a:pt x="109968" y="78427"/>
                  </a:lnTo>
                  <a:lnTo>
                    <a:pt x="78428"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8" y="1808454"/>
                  </a:lnTo>
                  <a:lnTo>
                    <a:pt x="109968" y="1839994"/>
                  </a:lnTo>
                  <a:lnTo>
                    <a:pt x="145640" y="1866909"/>
                  </a:lnTo>
                  <a:lnTo>
                    <a:pt x="184948" y="1888704"/>
                  </a:lnTo>
                  <a:lnTo>
                    <a:pt x="227398" y="1904884"/>
                  </a:lnTo>
                  <a:lnTo>
                    <a:pt x="272494" y="1914955"/>
                  </a:lnTo>
                  <a:lnTo>
                    <a:pt x="319744" y="1918422"/>
                  </a:lnTo>
                  <a:lnTo>
                    <a:pt x="1772539" y="1918422"/>
                  </a:lnTo>
                  <a:lnTo>
                    <a:pt x="1819789" y="1914955"/>
                  </a:lnTo>
                  <a:lnTo>
                    <a:pt x="1864885" y="1904884"/>
                  </a:lnTo>
                  <a:lnTo>
                    <a:pt x="1907335" y="1888704"/>
                  </a:lnTo>
                  <a:lnTo>
                    <a:pt x="1946643" y="1866909"/>
                  </a:lnTo>
                  <a:lnTo>
                    <a:pt x="1982315" y="1839994"/>
                  </a:lnTo>
                  <a:lnTo>
                    <a:pt x="2013855" y="1808454"/>
                  </a:lnTo>
                  <a:lnTo>
                    <a:pt x="2040771" y="1772782"/>
                  </a:lnTo>
                  <a:lnTo>
                    <a:pt x="2062566" y="1733474"/>
                  </a:lnTo>
                  <a:lnTo>
                    <a:pt x="2078746" y="1691025"/>
                  </a:lnTo>
                  <a:lnTo>
                    <a:pt x="2088817" y="1645928"/>
                  </a:lnTo>
                  <a:lnTo>
                    <a:pt x="2092283" y="1598679"/>
                  </a:lnTo>
                  <a:lnTo>
                    <a:pt x="2092283" y="319743"/>
                  </a:lnTo>
                  <a:lnTo>
                    <a:pt x="2088817" y="272493"/>
                  </a:lnTo>
                  <a:lnTo>
                    <a:pt x="2078746" y="227397"/>
                  </a:lnTo>
                  <a:lnTo>
                    <a:pt x="2062566" y="184947"/>
                  </a:lnTo>
                  <a:lnTo>
                    <a:pt x="2040771" y="145639"/>
                  </a:lnTo>
                  <a:lnTo>
                    <a:pt x="2013855" y="109968"/>
                  </a:lnTo>
                  <a:lnTo>
                    <a:pt x="1982315" y="78427"/>
                  </a:lnTo>
                  <a:lnTo>
                    <a:pt x="1946643" y="51512"/>
                  </a:lnTo>
                  <a:lnTo>
                    <a:pt x="1907335" y="29717"/>
                  </a:lnTo>
                  <a:lnTo>
                    <a:pt x="1864885" y="13537"/>
                  </a:lnTo>
                  <a:lnTo>
                    <a:pt x="1819789" y="3466"/>
                  </a:lnTo>
                  <a:lnTo>
                    <a:pt x="1772539"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grpSp>
      <p:sp>
        <p:nvSpPr>
          <p:cNvPr id="7" name="object 7"/>
          <p:cNvSpPr txBox="1"/>
          <p:nvPr/>
        </p:nvSpPr>
        <p:spPr>
          <a:xfrm>
            <a:off x="450851" y="4714563"/>
            <a:ext cx="1838688" cy="763029"/>
          </a:xfrm>
          <a:prstGeom prst="rect">
            <a:avLst/>
          </a:prstGeom>
        </p:spPr>
        <p:txBody>
          <a:bodyPr vert="horz" wrap="square" lIns="0" tIns="86360" rIns="0" bIns="0" rtlCol="0">
            <a:spAutoFit/>
          </a:bodyPr>
          <a:lstStyle/>
          <a:p>
            <a:pPr marL="309245" marR="5080" indent="-297180">
              <a:lnSpc>
                <a:spcPts val="2570"/>
              </a:lnSpc>
              <a:spcBef>
                <a:spcPts val="680"/>
              </a:spcBef>
            </a:pPr>
            <a:r>
              <a:rPr lang="es-PE" sz="2600" noProof="0" dirty="0">
                <a:latin typeface="Aptos" panose="020B0004020202020204" pitchFamily="34" charset="0"/>
                <a:cs typeface="Tahoma"/>
              </a:rPr>
              <a:t>Problema de  negocio</a:t>
            </a:r>
          </a:p>
        </p:txBody>
      </p:sp>
      <p:sp>
        <p:nvSpPr>
          <p:cNvPr id="8" name="object 8"/>
          <p:cNvSpPr txBox="1"/>
          <p:nvPr/>
        </p:nvSpPr>
        <p:spPr>
          <a:xfrm>
            <a:off x="3207063" y="4719589"/>
            <a:ext cx="1891987" cy="764953"/>
          </a:xfrm>
          <a:prstGeom prst="rect">
            <a:avLst/>
          </a:prstGeom>
        </p:spPr>
        <p:txBody>
          <a:bodyPr vert="horz" wrap="square" lIns="0" tIns="88265" rIns="0" bIns="0" rtlCol="0">
            <a:spAutoFit/>
          </a:bodyPr>
          <a:lstStyle/>
          <a:p>
            <a:pPr marL="12700" marR="5080" indent="133985">
              <a:lnSpc>
                <a:spcPts val="2550"/>
              </a:lnSpc>
              <a:spcBef>
                <a:spcPts val="695"/>
              </a:spcBef>
            </a:pPr>
            <a:r>
              <a:rPr lang="es-PE" sz="2600" b="1" noProof="0" dirty="0">
                <a:solidFill>
                  <a:srgbClr val="404040"/>
                </a:solidFill>
                <a:latin typeface="Aptos" panose="020B0004020202020204" pitchFamily="34" charset="0"/>
                <a:cs typeface="Trebuchet MS"/>
              </a:rPr>
              <a:t>Definición  de objetivos</a:t>
            </a:r>
            <a:endParaRPr lang="es-PE" sz="2600" noProof="0" dirty="0">
              <a:latin typeface="Aptos" panose="020B0004020202020204" pitchFamily="34" charset="0"/>
              <a:cs typeface="Trebuchet MS"/>
            </a:endParaRPr>
          </a:p>
        </p:txBody>
      </p:sp>
      <p:sp>
        <p:nvSpPr>
          <p:cNvPr id="9" name="object 9"/>
          <p:cNvSpPr/>
          <p:nvPr/>
        </p:nvSpPr>
        <p:spPr>
          <a:xfrm>
            <a:off x="6259169" y="4178581"/>
            <a:ext cx="2092325" cy="1918970"/>
          </a:xfrm>
          <a:custGeom>
            <a:avLst/>
            <a:gdLst/>
            <a:ahLst/>
            <a:cxnLst/>
            <a:rect l="l" t="t" r="r" b="b"/>
            <a:pathLst>
              <a:path w="2092325" h="1918970">
                <a:moveTo>
                  <a:pt x="1772539" y="0"/>
                </a:moveTo>
                <a:lnTo>
                  <a:pt x="319743" y="0"/>
                </a:lnTo>
                <a:lnTo>
                  <a:pt x="272493" y="3466"/>
                </a:lnTo>
                <a:lnTo>
                  <a:pt x="227397" y="13537"/>
                </a:lnTo>
                <a:lnTo>
                  <a:pt x="184947" y="29717"/>
                </a:lnTo>
                <a:lnTo>
                  <a:pt x="145639" y="51512"/>
                </a:lnTo>
                <a:lnTo>
                  <a:pt x="109968" y="78427"/>
                </a:lnTo>
                <a:lnTo>
                  <a:pt x="78427"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7" y="1808454"/>
                </a:lnTo>
                <a:lnTo>
                  <a:pt x="109968" y="1839994"/>
                </a:lnTo>
                <a:lnTo>
                  <a:pt x="145639" y="1866909"/>
                </a:lnTo>
                <a:lnTo>
                  <a:pt x="184947" y="1888704"/>
                </a:lnTo>
                <a:lnTo>
                  <a:pt x="227397" y="1904884"/>
                </a:lnTo>
                <a:lnTo>
                  <a:pt x="272493" y="1914955"/>
                </a:lnTo>
                <a:lnTo>
                  <a:pt x="319743" y="1918422"/>
                </a:lnTo>
                <a:lnTo>
                  <a:pt x="1772539" y="1918422"/>
                </a:lnTo>
                <a:lnTo>
                  <a:pt x="1819789" y="1914955"/>
                </a:lnTo>
                <a:lnTo>
                  <a:pt x="1864885" y="1904884"/>
                </a:lnTo>
                <a:lnTo>
                  <a:pt x="1907335" y="1888704"/>
                </a:lnTo>
                <a:lnTo>
                  <a:pt x="1946643" y="1866909"/>
                </a:lnTo>
                <a:lnTo>
                  <a:pt x="1982314" y="1839994"/>
                </a:lnTo>
                <a:lnTo>
                  <a:pt x="2013855" y="1808454"/>
                </a:lnTo>
                <a:lnTo>
                  <a:pt x="2040770" y="1772782"/>
                </a:lnTo>
                <a:lnTo>
                  <a:pt x="2062565" y="1733474"/>
                </a:lnTo>
                <a:lnTo>
                  <a:pt x="2078745" y="1691025"/>
                </a:lnTo>
                <a:lnTo>
                  <a:pt x="2088816" y="1645928"/>
                </a:lnTo>
                <a:lnTo>
                  <a:pt x="2092282" y="1598679"/>
                </a:lnTo>
                <a:lnTo>
                  <a:pt x="2092282" y="319743"/>
                </a:lnTo>
                <a:lnTo>
                  <a:pt x="2088816" y="272493"/>
                </a:lnTo>
                <a:lnTo>
                  <a:pt x="2078745" y="227397"/>
                </a:lnTo>
                <a:lnTo>
                  <a:pt x="2062565" y="184947"/>
                </a:lnTo>
                <a:lnTo>
                  <a:pt x="2040770" y="145639"/>
                </a:lnTo>
                <a:lnTo>
                  <a:pt x="2013855" y="109968"/>
                </a:lnTo>
                <a:lnTo>
                  <a:pt x="1982314" y="78427"/>
                </a:lnTo>
                <a:lnTo>
                  <a:pt x="1946643" y="51512"/>
                </a:lnTo>
                <a:lnTo>
                  <a:pt x="1907335" y="29717"/>
                </a:lnTo>
                <a:lnTo>
                  <a:pt x="1864885" y="13537"/>
                </a:lnTo>
                <a:lnTo>
                  <a:pt x="1819789" y="3466"/>
                </a:lnTo>
                <a:lnTo>
                  <a:pt x="1772539"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10" name="object 10"/>
          <p:cNvSpPr txBox="1"/>
          <p:nvPr/>
        </p:nvSpPr>
        <p:spPr>
          <a:xfrm>
            <a:off x="6342231" y="4598558"/>
            <a:ext cx="1905088" cy="1098378"/>
          </a:xfrm>
          <a:prstGeom prst="rect">
            <a:avLst/>
          </a:prstGeom>
        </p:spPr>
        <p:txBody>
          <a:bodyPr vert="horz" wrap="square" lIns="0" tIns="88265" rIns="0" bIns="0" rtlCol="0">
            <a:spAutoFit/>
          </a:bodyPr>
          <a:lstStyle/>
          <a:p>
            <a:pPr marL="12700" marR="5080" algn="ctr">
              <a:lnSpc>
                <a:spcPts val="2550"/>
              </a:lnSpc>
              <a:spcBef>
                <a:spcPts val="695"/>
              </a:spcBef>
            </a:pPr>
            <a:r>
              <a:rPr lang="es-PE" sz="2600" b="1" noProof="0" dirty="0">
                <a:solidFill>
                  <a:srgbClr val="404040"/>
                </a:solidFill>
                <a:latin typeface="Aptos" panose="020B0004020202020204" pitchFamily="34" charset="0"/>
                <a:cs typeface="Trebuchet MS"/>
              </a:rPr>
              <a:t>Recolección  de datos y  preparación</a:t>
            </a:r>
            <a:endParaRPr lang="es-PE" sz="2600" noProof="0" dirty="0">
              <a:latin typeface="Aptos" panose="020B0004020202020204" pitchFamily="34" charset="0"/>
              <a:cs typeface="Trebuchet MS"/>
            </a:endParaRPr>
          </a:p>
        </p:txBody>
      </p:sp>
      <p:sp>
        <p:nvSpPr>
          <p:cNvPr id="11" name="object 11"/>
          <p:cNvSpPr/>
          <p:nvPr/>
        </p:nvSpPr>
        <p:spPr>
          <a:xfrm>
            <a:off x="8980703" y="4188262"/>
            <a:ext cx="2092325" cy="1918970"/>
          </a:xfrm>
          <a:custGeom>
            <a:avLst/>
            <a:gdLst/>
            <a:ahLst/>
            <a:cxnLst/>
            <a:rect l="l" t="t" r="r" b="b"/>
            <a:pathLst>
              <a:path w="2092325" h="1918970">
                <a:moveTo>
                  <a:pt x="1772540" y="0"/>
                </a:moveTo>
                <a:lnTo>
                  <a:pt x="319743" y="0"/>
                </a:lnTo>
                <a:lnTo>
                  <a:pt x="272493" y="3466"/>
                </a:lnTo>
                <a:lnTo>
                  <a:pt x="227397" y="13537"/>
                </a:lnTo>
                <a:lnTo>
                  <a:pt x="184947" y="29717"/>
                </a:lnTo>
                <a:lnTo>
                  <a:pt x="145639" y="51512"/>
                </a:lnTo>
                <a:lnTo>
                  <a:pt x="109968" y="78428"/>
                </a:lnTo>
                <a:lnTo>
                  <a:pt x="78427" y="109968"/>
                </a:lnTo>
                <a:lnTo>
                  <a:pt x="51512" y="145640"/>
                </a:lnTo>
                <a:lnTo>
                  <a:pt x="29717" y="184948"/>
                </a:lnTo>
                <a:lnTo>
                  <a:pt x="13537" y="227398"/>
                </a:lnTo>
                <a:lnTo>
                  <a:pt x="3466" y="272494"/>
                </a:lnTo>
                <a:lnTo>
                  <a:pt x="0" y="319744"/>
                </a:lnTo>
                <a:lnTo>
                  <a:pt x="0" y="1598679"/>
                </a:lnTo>
                <a:lnTo>
                  <a:pt x="3466" y="1645928"/>
                </a:lnTo>
                <a:lnTo>
                  <a:pt x="13537" y="1691025"/>
                </a:lnTo>
                <a:lnTo>
                  <a:pt x="29717" y="1733474"/>
                </a:lnTo>
                <a:lnTo>
                  <a:pt x="51512" y="1772782"/>
                </a:lnTo>
                <a:lnTo>
                  <a:pt x="78427" y="1808454"/>
                </a:lnTo>
                <a:lnTo>
                  <a:pt x="109968" y="1839995"/>
                </a:lnTo>
                <a:lnTo>
                  <a:pt x="145639" y="1866910"/>
                </a:lnTo>
                <a:lnTo>
                  <a:pt x="184947" y="1888705"/>
                </a:lnTo>
                <a:lnTo>
                  <a:pt x="227397" y="1904885"/>
                </a:lnTo>
                <a:lnTo>
                  <a:pt x="272493" y="1914956"/>
                </a:lnTo>
                <a:lnTo>
                  <a:pt x="319743" y="1918423"/>
                </a:lnTo>
                <a:lnTo>
                  <a:pt x="1772540" y="1918423"/>
                </a:lnTo>
                <a:lnTo>
                  <a:pt x="1819790" y="1914956"/>
                </a:lnTo>
                <a:lnTo>
                  <a:pt x="1864887" y="1904885"/>
                </a:lnTo>
                <a:lnTo>
                  <a:pt x="1907336" y="1888705"/>
                </a:lnTo>
                <a:lnTo>
                  <a:pt x="1946644" y="1866910"/>
                </a:lnTo>
                <a:lnTo>
                  <a:pt x="1982314" y="1839995"/>
                </a:lnTo>
                <a:lnTo>
                  <a:pt x="2013854" y="1808454"/>
                </a:lnTo>
                <a:lnTo>
                  <a:pt x="2040768" y="1772782"/>
                </a:lnTo>
                <a:lnTo>
                  <a:pt x="2062563" y="1733474"/>
                </a:lnTo>
                <a:lnTo>
                  <a:pt x="2078742" y="1691025"/>
                </a:lnTo>
                <a:lnTo>
                  <a:pt x="2088813" y="1645928"/>
                </a:lnTo>
                <a:lnTo>
                  <a:pt x="2092279" y="1598679"/>
                </a:lnTo>
                <a:lnTo>
                  <a:pt x="2092279" y="319744"/>
                </a:lnTo>
                <a:lnTo>
                  <a:pt x="2088813" y="272494"/>
                </a:lnTo>
                <a:lnTo>
                  <a:pt x="2078742" y="227398"/>
                </a:lnTo>
                <a:lnTo>
                  <a:pt x="2062563" y="184948"/>
                </a:lnTo>
                <a:lnTo>
                  <a:pt x="2040768" y="145640"/>
                </a:lnTo>
                <a:lnTo>
                  <a:pt x="2013854" y="109968"/>
                </a:lnTo>
                <a:lnTo>
                  <a:pt x="1982314" y="78428"/>
                </a:lnTo>
                <a:lnTo>
                  <a:pt x="1946644" y="51512"/>
                </a:lnTo>
                <a:lnTo>
                  <a:pt x="1907336" y="29717"/>
                </a:lnTo>
                <a:lnTo>
                  <a:pt x="1864887" y="13537"/>
                </a:lnTo>
                <a:lnTo>
                  <a:pt x="1819790" y="3466"/>
                </a:lnTo>
                <a:lnTo>
                  <a:pt x="1772540"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12" name="object 12"/>
          <p:cNvSpPr txBox="1"/>
          <p:nvPr/>
        </p:nvSpPr>
        <p:spPr>
          <a:xfrm>
            <a:off x="9177049" y="4729641"/>
            <a:ext cx="1895978" cy="764953"/>
          </a:xfrm>
          <a:prstGeom prst="rect">
            <a:avLst/>
          </a:prstGeom>
        </p:spPr>
        <p:txBody>
          <a:bodyPr vert="horz" wrap="square" lIns="0" tIns="88265" rIns="0" bIns="0" rtlCol="0">
            <a:spAutoFit/>
          </a:bodyPr>
          <a:lstStyle/>
          <a:p>
            <a:pPr marL="12700" marR="5080" indent="301625">
              <a:lnSpc>
                <a:spcPts val="2550"/>
              </a:lnSpc>
              <a:spcBef>
                <a:spcPts val="695"/>
              </a:spcBef>
            </a:pPr>
            <a:r>
              <a:rPr lang="es-PE" sz="2600" b="1" noProof="0" dirty="0" err="1">
                <a:solidFill>
                  <a:srgbClr val="404040"/>
                </a:solidFill>
                <a:latin typeface="Aptos" panose="020B0004020202020204" pitchFamily="34" charset="0"/>
                <a:cs typeface="Trebuchet MS"/>
              </a:rPr>
              <a:t>Feature</a:t>
            </a:r>
            <a:r>
              <a:rPr lang="es-PE" sz="2600" b="1" noProof="0" dirty="0">
                <a:solidFill>
                  <a:srgbClr val="404040"/>
                </a:solidFill>
                <a:latin typeface="Aptos" panose="020B0004020202020204" pitchFamily="34" charset="0"/>
                <a:cs typeface="Trebuchet MS"/>
              </a:rPr>
              <a:t>  </a:t>
            </a:r>
            <a:r>
              <a:rPr lang="es-PE" sz="2600" b="1" noProof="0" dirty="0" err="1">
                <a:solidFill>
                  <a:srgbClr val="404040"/>
                </a:solidFill>
                <a:latin typeface="Aptos" panose="020B0004020202020204" pitchFamily="34" charset="0"/>
                <a:cs typeface="Trebuchet MS"/>
              </a:rPr>
              <a:t>engineering</a:t>
            </a:r>
            <a:endParaRPr lang="es-PE" sz="2600" noProof="0" dirty="0">
              <a:latin typeface="Aptos" panose="020B0004020202020204" pitchFamily="34" charset="0"/>
              <a:cs typeface="Trebuchet MS"/>
            </a:endParaRPr>
          </a:p>
        </p:txBody>
      </p:sp>
      <p:sp>
        <p:nvSpPr>
          <p:cNvPr id="13" name="object 13"/>
          <p:cNvSpPr/>
          <p:nvPr/>
        </p:nvSpPr>
        <p:spPr>
          <a:xfrm>
            <a:off x="14446126" y="4201296"/>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14" name="object 14"/>
          <p:cNvSpPr txBox="1"/>
          <p:nvPr/>
        </p:nvSpPr>
        <p:spPr>
          <a:xfrm>
            <a:off x="14630120" y="4742206"/>
            <a:ext cx="1822730" cy="764953"/>
          </a:xfrm>
          <a:prstGeom prst="rect">
            <a:avLst/>
          </a:prstGeom>
        </p:spPr>
        <p:txBody>
          <a:bodyPr vert="horz" wrap="square" lIns="0" tIns="88265" rIns="0" bIns="0" rtlCol="0">
            <a:spAutoFit/>
          </a:bodyPr>
          <a:lstStyle/>
          <a:p>
            <a:pPr marL="12700" marR="5080" indent="4445">
              <a:lnSpc>
                <a:spcPts val="2550"/>
              </a:lnSpc>
              <a:spcBef>
                <a:spcPts val="695"/>
              </a:spcBef>
            </a:pPr>
            <a:r>
              <a:rPr lang="es-PE" sz="2600" b="1" noProof="0" dirty="0">
                <a:solidFill>
                  <a:srgbClr val="404040"/>
                </a:solidFill>
                <a:latin typeface="Aptos" panose="020B0004020202020204" pitchFamily="34" charset="0"/>
                <a:cs typeface="Trebuchet MS"/>
              </a:rPr>
              <a:t>Evaluación  del modelo</a:t>
            </a:r>
            <a:endParaRPr lang="es-PE" sz="2600" noProof="0" dirty="0">
              <a:latin typeface="Aptos" panose="020B0004020202020204" pitchFamily="34" charset="0"/>
              <a:cs typeface="Trebuchet MS"/>
            </a:endParaRPr>
          </a:p>
        </p:txBody>
      </p:sp>
      <p:sp>
        <p:nvSpPr>
          <p:cNvPr id="15" name="object 15"/>
          <p:cNvSpPr/>
          <p:nvPr/>
        </p:nvSpPr>
        <p:spPr>
          <a:xfrm>
            <a:off x="14446126" y="8389370"/>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6A6A6A"/>
          </a:solidFill>
        </p:spPr>
        <p:txBody>
          <a:bodyPr wrap="square" lIns="0" tIns="0" rIns="0" bIns="0" rtlCol="0"/>
          <a:lstStyle/>
          <a:p>
            <a:endParaRPr lang="es-PE" noProof="0" dirty="0">
              <a:latin typeface="Aptos" panose="020B0004020202020204" pitchFamily="34" charset="0"/>
            </a:endParaRPr>
          </a:p>
        </p:txBody>
      </p:sp>
      <p:sp>
        <p:nvSpPr>
          <p:cNvPr id="16" name="object 16"/>
          <p:cNvSpPr txBox="1"/>
          <p:nvPr/>
        </p:nvSpPr>
        <p:spPr>
          <a:xfrm>
            <a:off x="14569903" y="8917573"/>
            <a:ext cx="1777910" cy="757836"/>
          </a:xfrm>
          <a:prstGeom prst="rect">
            <a:avLst/>
          </a:prstGeom>
        </p:spPr>
        <p:txBody>
          <a:bodyPr vert="horz" wrap="square" lIns="0" tIns="88265" rIns="0" bIns="0" rtlCol="0">
            <a:spAutoFit/>
          </a:bodyPr>
          <a:lstStyle>
            <a:defPPr>
              <a:defRPr lang="es-PE"/>
            </a:defPPr>
            <a:lvl1pPr marL="303530" marR="5080" indent="-291465">
              <a:lnSpc>
                <a:spcPts val="2550"/>
              </a:lnSpc>
              <a:spcBef>
                <a:spcPts val="695"/>
              </a:spcBef>
              <a:defRPr sz="2400" b="1">
                <a:solidFill>
                  <a:srgbClr val="D9D9D9"/>
                </a:solidFill>
                <a:latin typeface="Aptos" panose="020B0004020202020204" pitchFamily="34" charset="0"/>
                <a:cs typeface="Trebuchet MS"/>
              </a:defRPr>
            </a:lvl1pPr>
          </a:lstStyle>
          <a:p>
            <a:pPr algn="ctr"/>
            <a:r>
              <a:rPr lang="es-PE" sz="2200" dirty="0"/>
              <a:t>Despliegue del modelo</a:t>
            </a:r>
          </a:p>
        </p:txBody>
      </p:sp>
      <p:sp>
        <p:nvSpPr>
          <p:cNvPr id="17" name="object 17"/>
          <p:cNvSpPr/>
          <p:nvPr/>
        </p:nvSpPr>
        <p:spPr>
          <a:xfrm>
            <a:off x="11713414" y="8389370"/>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6A6A6A"/>
          </a:solidFill>
        </p:spPr>
        <p:txBody>
          <a:bodyPr wrap="square" lIns="0" tIns="0" rIns="0" bIns="0" rtlCol="0"/>
          <a:lstStyle/>
          <a:p>
            <a:endParaRPr lang="es-PE" noProof="0" dirty="0">
              <a:latin typeface="Aptos" panose="020B0004020202020204" pitchFamily="34" charset="0"/>
            </a:endParaRPr>
          </a:p>
        </p:txBody>
      </p:sp>
      <p:sp>
        <p:nvSpPr>
          <p:cNvPr id="18" name="object 18"/>
          <p:cNvSpPr txBox="1"/>
          <p:nvPr/>
        </p:nvSpPr>
        <p:spPr>
          <a:xfrm>
            <a:off x="11934026" y="8931398"/>
            <a:ext cx="1653539" cy="757836"/>
          </a:xfrm>
          <a:prstGeom prst="rect">
            <a:avLst/>
          </a:prstGeom>
        </p:spPr>
        <p:txBody>
          <a:bodyPr vert="horz" wrap="square" lIns="0" tIns="88265" rIns="0" bIns="0" rtlCol="0">
            <a:spAutoFit/>
          </a:bodyPr>
          <a:lstStyle/>
          <a:p>
            <a:pPr marL="303530" marR="5080" indent="-291465">
              <a:lnSpc>
                <a:spcPts val="2550"/>
              </a:lnSpc>
              <a:spcBef>
                <a:spcPts val="695"/>
              </a:spcBef>
            </a:pPr>
            <a:r>
              <a:rPr lang="es-PE" sz="2400" b="1" noProof="0" dirty="0">
                <a:solidFill>
                  <a:srgbClr val="D9D9D9"/>
                </a:solidFill>
                <a:latin typeface="Aptos" panose="020B0004020202020204" pitchFamily="34" charset="0"/>
                <a:cs typeface="Trebuchet MS"/>
              </a:rPr>
              <a:t>Servicio del  modelo</a:t>
            </a:r>
            <a:endParaRPr lang="es-PE" sz="2400" noProof="0" dirty="0">
              <a:latin typeface="Aptos" panose="020B0004020202020204" pitchFamily="34" charset="0"/>
              <a:cs typeface="Trebuchet MS"/>
            </a:endParaRPr>
          </a:p>
        </p:txBody>
      </p:sp>
      <p:sp>
        <p:nvSpPr>
          <p:cNvPr id="19" name="object 19"/>
          <p:cNvSpPr/>
          <p:nvPr/>
        </p:nvSpPr>
        <p:spPr>
          <a:xfrm>
            <a:off x="8980703" y="8389370"/>
            <a:ext cx="2092325" cy="1918970"/>
          </a:xfrm>
          <a:custGeom>
            <a:avLst/>
            <a:gdLst/>
            <a:ahLst/>
            <a:cxnLst/>
            <a:rect l="l" t="t" r="r" b="b"/>
            <a:pathLst>
              <a:path w="2092325" h="1918970">
                <a:moveTo>
                  <a:pt x="1772540" y="0"/>
                </a:moveTo>
                <a:lnTo>
                  <a:pt x="319743" y="0"/>
                </a:lnTo>
                <a:lnTo>
                  <a:pt x="272493" y="3466"/>
                </a:lnTo>
                <a:lnTo>
                  <a:pt x="227397" y="13537"/>
                </a:lnTo>
                <a:lnTo>
                  <a:pt x="184947" y="29717"/>
                </a:lnTo>
                <a:lnTo>
                  <a:pt x="145639" y="51512"/>
                </a:lnTo>
                <a:lnTo>
                  <a:pt x="109968" y="78427"/>
                </a:lnTo>
                <a:lnTo>
                  <a:pt x="78427"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7" y="1808454"/>
                </a:lnTo>
                <a:lnTo>
                  <a:pt x="109968" y="1839994"/>
                </a:lnTo>
                <a:lnTo>
                  <a:pt x="145639" y="1866909"/>
                </a:lnTo>
                <a:lnTo>
                  <a:pt x="184947" y="1888704"/>
                </a:lnTo>
                <a:lnTo>
                  <a:pt x="227397" y="1904884"/>
                </a:lnTo>
                <a:lnTo>
                  <a:pt x="272493" y="1914955"/>
                </a:lnTo>
                <a:lnTo>
                  <a:pt x="319743" y="1918422"/>
                </a:lnTo>
                <a:lnTo>
                  <a:pt x="1772540" y="1918422"/>
                </a:lnTo>
                <a:lnTo>
                  <a:pt x="1819790" y="1914955"/>
                </a:lnTo>
                <a:lnTo>
                  <a:pt x="1864887" y="1904884"/>
                </a:lnTo>
                <a:lnTo>
                  <a:pt x="1907336" y="1888704"/>
                </a:lnTo>
                <a:lnTo>
                  <a:pt x="1946644" y="1866909"/>
                </a:lnTo>
                <a:lnTo>
                  <a:pt x="1982314" y="1839994"/>
                </a:lnTo>
                <a:lnTo>
                  <a:pt x="2013854" y="1808454"/>
                </a:lnTo>
                <a:lnTo>
                  <a:pt x="2040768" y="1772782"/>
                </a:lnTo>
                <a:lnTo>
                  <a:pt x="2062563" y="1733474"/>
                </a:lnTo>
                <a:lnTo>
                  <a:pt x="2078742" y="1691025"/>
                </a:lnTo>
                <a:lnTo>
                  <a:pt x="2088813" y="1645928"/>
                </a:lnTo>
                <a:lnTo>
                  <a:pt x="2092279" y="1598679"/>
                </a:lnTo>
                <a:lnTo>
                  <a:pt x="2092279" y="319743"/>
                </a:lnTo>
                <a:lnTo>
                  <a:pt x="2088813" y="272493"/>
                </a:lnTo>
                <a:lnTo>
                  <a:pt x="2078742" y="227397"/>
                </a:lnTo>
                <a:lnTo>
                  <a:pt x="2062563" y="184947"/>
                </a:lnTo>
                <a:lnTo>
                  <a:pt x="2040768" y="145639"/>
                </a:lnTo>
                <a:lnTo>
                  <a:pt x="2013854" y="109968"/>
                </a:lnTo>
                <a:lnTo>
                  <a:pt x="1982314" y="78427"/>
                </a:lnTo>
                <a:lnTo>
                  <a:pt x="1946644" y="51512"/>
                </a:lnTo>
                <a:lnTo>
                  <a:pt x="1907336" y="29717"/>
                </a:lnTo>
                <a:lnTo>
                  <a:pt x="1864887" y="13537"/>
                </a:lnTo>
                <a:lnTo>
                  <a:pt x="1819790" y="3466"/>
                </a:lnTo>
                <a:lnTo>
                  <a:pt x="1772540" y="0"/>
                </a:lnTo>
                <a:close/>
              </a:path>
            </a:pathLst>
          </a:custGeom>
          <a:solidFill>
            <a:srgbClr val="6A6A6A"/>
          </a:solidFill>
        </p:spPr>
        <p:txBody>
          <a:bodyPr wrap="square" lIns="0" tIns="0" rIns="0" bIns="0" rtlCol="0"/>
          <a:lstStyle/>
          <a:p>
            <a:endParaRPr lang="es-PE" noProof="0" dirty="0">
              <a:latin typeface="Aptos" panose="020B0004020202020204" pitchFamily="34" charset="0"/>
            </a:endParaRPr>
          </a:p>
        </p:txBody>
      </p:sp>
      <p:sp>
        <p:nvSpPr>
          <p:cNvPr id="20" name="object 20"/>
          <p:cNvSpPr txBox="1"/>
          <p:nvPr/>
        </p:nvSpPr>
        <p:spPr>
          <a:xfrm>
            <a:off x="9095121" y="8917573"/>
            <a:ext cx="1835168" cy="755976"/>
          </a:xfrm>
          <a:prstGeom prst="rect">
            <a:avLst/>
          </a:prstGeom>
        </p:spPr>
        <p:txBody>
          <a:bodyPr vert="horz" wrap="square" lIns="0" tIns="88265" rIns="0" bIns="0" rtlCol="0">
            <a:spAutoFit/>
          </a:bodyPr>
          <a:lstStyle>
            <a:defPPr>
              <a:defRPr lang="es-PE"/>
            </a:defPPr>
            <a:lvl1pPr marL="303530" marR="5080" indent="-291465">
              <a:lnSpc>
                <a:spcPts val="2550"/>
              </a:lnSpc>
              <a:spcBef>
                <a:spcPts val="695"/>
              </a:spcBef>
              <a:defRPr sz="2400" b="1">
                <a:solidFill>
                  <a:srgbClr val="D9D9D9"/>
                </a:solidFill>
                <a:latin typeface="Aptos" panose="020B0004020202020204" pitchFamily="34" charset="0"/>
                <a:cs typeface="Trebuchet MS"/>
              </a:defRPr>
            </a:lvl1pPr>
          </a:lstStyle>
          <a:p>
            <a:pPr algn="just"/>
            <a:r>
              <a:rPr lang="es-PE" sz="2200" dirty="0"/>
              <a:t>Monitoreo del modelo</a:t>
            </a:r>
          </a:p>
        </p:txBody>
      </p:sp>
      <p:sp>
        <p:nvSpPr>
          <p:cNvPr id="21" name="object 21"/>
          <p:cNvSpPr/>
          <p:nvPr/>
        </p:nvSpPr>
        <p:spPr>
          <a:xfrm>
            <a:off x="6259169" y="8389370"/>
            <a:ext cx="2092325" cy="1918970"/>
          </a:xfrm>
          <a:custGeom>
            <a:avLst/>
            <a:gdLst/>
            <a:ahLst/>
            <a:cxnLst/>
            <a:rect l="l" t="t" r="r" b="b"/>
            <a:pathLst>
              <a:path w="2092325" h="1918970">
                <a:moveTo>
                  <a:pt x="1772539" y="0"/>
                </a:moveTo>
                <a:lnTo>
                  <a:pt x="319743" y="0"/>
                </a:lnTo>
                <a:lnTo>
                  <a:pt x="272493" y="3466"/>
                </a:lnTo>
                <a:lnTo>
                  <a:pt x="227397" y="13537"/>
                </a:lnTo>
                <a:lnTo>
                  <a:pt x="184947" y="29717"/>
                </a:lnTo>
                <a:lnTo>
                  <a:pt x="145639" y="51512"/>
                </a:lnTo>
                <a:lnTo>
                  <a:pt x="109968" y="78427"/>
                </a:lnTo>
                <a:lnTo>
                  <a:pt x="78427" y="109968"/>
                </a:lnTo>
                <a:lnTo>
                  <a:pt x="51512" y="145639"/>
                </a:lnTo>
                <a:lnTo>
                  <a:pt x="29717" y="184947"/>
                </a:lnTo>
                <a:lnTo>
                  <a:pt x="13537" y="227397"/>
                </a:lnTo>
                <a:lnTo>
                  <a:pt x="3466" y="272493"/>
                </a:lnTo>
                <a:lnTo>
                  <a:pt x="0" y="319743"/>
                </a:lnTo>
                <a:lnTo>
                  <a:pt x="0" y="1598679"/>
                </a:lnTo>
                <a:lnTo>
                  <a:pt x="3466" y="1645928"/>
                </a:lnTo>
                <a:lnTo>
                  <a:pt x="13537" y="1691025"/>
                </a:lnTo>
                <a:lnTo>
                  <a:pt x="29717" y="1733474"/>
                </a:lnTo>
                <a:lnTo>
                  <a:pt x="51512" y="1772782"/>
                </a:lnTo>
                <a:lnTo>
                  <a:pt x="78427" y="1808454"/>
                </a:lnTo>
                <a:lnTo>
                  <a:pt x="109968" y="1839994"/>
                </a:lnTo>
                <a:lnTo>
                  <a:pt x="145639" y="1866909"/>
                </a:lnTo>
                <a:lnTo>
                  <a:pt x="184947" y="1888704"/>
                </a:lnTo>
                <a:lnTo>
                  <a:pt x="227397" y="1904884"/>
                </a:lnTo>
                <a:lnTo>
                  <a:pt x="272493" y="1914955"/>
                </a:lnTo>
                <a:lnTo>
                  <a:pt x="319743" y="1918422"/>
                </a:lnTo>
                <a:lnTo>
                  <a:pt x="1772539" y="1918422"/>
                </a:lnTo>
                <a:lnTo>
                  <a:pt x="1819789" y="1914955"/>
                </a:lnTo>
                <a:lnTo>
                  <a:pt x="1864885" y="1904884"/>
                </a:lnTo>
                <a:lnTo>
                  <a:pt x="1907335" y="1888704"/>
                </a:lnTo>
                <a:lnTo>
                  <a:pt x="1946643" y="1866909"/>
                </a:lnTo>
                <a:lnTo>
                  <a:pt x="1982314" y="1839994"/>
                </a:lnTo>
                <a:lnTo>
                  <a:pt x="2013855" y="1808454"/>
                </a:lnTo>
                <a:lnTo>
                  <a:pt x="2040770" y="1772782"/>
                </a:lnTo>
                <a:lnTo>
                  <a:pt x="2062565" y="1733474"/>
                </a:lnTo>
                <a:lnTo>
                  <a:pt x="2078745" y="1691025"/>
                </a:lnTo>
                <a:lnTo>
                  <a:pt x="2088816" y="1645928"/>
                </a:lnTo>
                <a:lnTo>
                  <a:pt x="2092282" y="1598679"/>
                </a:lnTo>
                <a:lnTo>
                  <a:pt x="2092282" y="319743"/>
                </a:lnTo>
                <a:lnTo>
                  <a:pt x="2088816" y="272493"/>
                </a:lnTo>
                <a:lnTo>
                  <a:pt x="2078745" y="227397"/>
                </a:lnTo>
                <a:lnTo>
                  <a:pt x="2062565" y="184947"/>
                </a:lnTo>
                <a:lnTo>
                  <a:pt x="2040770" y="145639"/>
                </a:lnTo>
                <a:lnTo>
                  <a:pt x="2013855" y="109968"/>
                </a:lnTo>
                <a:lnTo>
                  <a:pt x="1982314" y="78427"/>
                </a:lnTo>
                <a:lnTo>
                  <a:pt x="1946643" y="51512"/>
                </a:lnTo>
                <a:lnTo>
                  <a:pt x="1907335" y="29717"/>
                </a:lnTo>
                <a:lnTo>
                  <a:pt x="1864885" y="13537"/>
                </a:lnTo>
                <a:lnTo>
                  <a:pt x="1819789" y="3466"/>
                </a:lnTo>
                <a:lnTo>
                  <a:pt x="1772539" y="0"/>
                </a:lnTo>
                <a:close/>
              </a:path>
            </a:pathLst>
          </a:custGeom>
          <a:solidFill>
            <a:srgbClr val="6A6A6A"/>
          </a:solidFill>
        </p:spPr>
        <p:txBody>
          <a:bodyPr wrap="square" lIns="0" tIns="0" rIns="0" bIns="0" rtlCol="0"/>
          <a:lstStyle/>
          <a:p>
            <a:endParaRPr lang="es-PE" noProof="0" dirty="0">
              <a:latin typeface="Aptos" panose="020B0004020202020204" pitchFamily="34" charset="0"/>
            </a:endParaRPr>
          </a:p>
        </p:txBody>
      </p:sp>
      <p:sp>
        <p:nvSpPr>
          <p:cNvPr id="22" name="object 22"/>
          <p:cNvSpPr txBox="1"/>
          <p:nvPr/>
        </p:nvSpPr>
        <p:spPr>
          <a:xfrm>
            <a:off x="6310458" y="8935886"/>
            <a:ext cx="2198452" cy="755976"/>
          </a:xfrm>
          <a:prstGeom prst="rect">
            <a:avLst/>
          </a:prstGeom>
        </p:spPr>
        <p:txBody>
          <a:bodyPr vert="horz" wrap="square" lIns="0" tIns="88265" rIns="0" bIns="0" rtlCol="0">
            <a:spAutoFit/>
          </a:bodyPr>
          <a:lstStyle>
            <a:defPPr>
              <a:defRPr lang="es-PE"/>
            </a:defPPr>
            <a:lvl1pPr marL="303530" marR="5080" indent="-291465" algn="just">
              <a:lnSpc>
                <a:spcPts val="2550"/>
              </a:lnSpc>
              <a:spcBef>
                <a:spcPts val="695"/>
              </a:spcBef>
              <a:defRPr sz="2200" b="1">
                <a:solidFill>
                  <a:srgbClr val="D9D9D9"/>
                </a:solidFill>
                <a:latin typeface="Aptos" panose="020B0004020202020204" pitchFamily="34" charset="0"/>
                <a:cs typeface="Trebuchet MS"/>
              </a:defRPr>
            </a:lvl1pPr>
          </a:lstStyle>
          <a:p>
            <a:r>
              <a:rPr lang="es-PE" dirty="0"/>
              <a:t>Mantenimiento  del modelo</a:t>
            </a:r>
          </a:p>
        </p:txBody>
      </p:sp>
      <p:sp>
        <p:nvSpPr>
          <p:cNvPr id="23" name="object 23"/>
          <p:cNvSpPr/>
          <p:nvPr/>
        </p:nvSpPr>
        <p:spPr>
          <a:xfrm>
            <a:off x="11713414" y="4201296"/>
            <a:ext cx="2092325" cy="1918970"/>
          </a:xfrm>
          <a:custGeom>
            <a:avLst/>
            <a:gdLst/>
            <a:ahLst/>
            <a:cxnLst/>
            <a:rect l="l" t="t" r="r" b="b"/>
            <a:pathLst>
              <a:path w="2092325" h="1918970">
                <a:moveTo>
                  <a:pt x="1772542" y="0"/>
                </a:moveTo>
                <a:lnTo>
                  <a:pt x="319749" y="0"/>
                </a:lnTo>
                <a:lnTo>
                  <a:pt x="272499" y="3466"/>
                </a:lnTo>
                <a:lnTo>
                  <a:pt x="227402" y="13537"/>
                </a:lnTo>
                <a:lnTo>
                  <a:pt x="184951" y="29717"/>
                </a:lnTo>
                <a:lnTo>
                  <a:pt x="145643" y="51512"/>
                </a:lnTo>
                <a:lnTo>
                  <a:pt x="109970" y="78427"/>
                </a:lnTo>
                <a:lnTo>
                  <a:pt x="78429" y="109968"/>
                </a:lnTo>
                <a:lnTo>
                  <a:pt x="51513" y="145639"/>
                </a:lnTo>
                <a:lnTo>
                  <a:pt x="29718" y="184947"/>
                </a:lnTo>
                <a:lnTo>
                  <a:pt x="13537" y="227397"/>
                </a:lnTo>
                <a:lnTo>
                  <a:pt x="3466" y="272493"/>
                </a:lnTo>
                <a:lnTo>
                  <a:pt x="0" y="319743"/>
                </a:lnTo>
                <a:lnTo>
                  <a:pt x="0" y="1598679"/>
                </a:lnTo>
                <a:lnTo>
                  <a:pt x="3466" y="1645928"/>
                </a:lnTo>
                <a:lnTo>
                  <a:pt x="13537" y="1691025"/>
                </a:lnTo>
                <a:lnTo>
                  <a:pt x="29718" y="1733474"/>
                </a:lnTo>
                <a:lnTo>
                  <a:pt x="51513" y="1772782"/>
                </a:lnTo>
                <a:lnTo>
                  <a:pt x="78429" y="1808454"/>
                </a:lnTo>
                <a:lnTo>
                  <a:pt x="109970" y="1839994"/>
                </a:lnTo>
                <a:lnTo>
                  <a:pt x="145643" y="1866909"/>
                </a:lnTo>
                <a:lnTo>
                  <a:pt x="184951" y="1888704"/>
                </a:lnTo>
                <a:lnTo>
                  <a:pt x="227402" y="1904884"/>
                </a:lnTo>
                <a:lnTo>
                  <a:pt x="272499" y="1914955"/>
                </a:lnTo>
                <a:lnTo>
                  <a:pt x="319749" y="1918422"/>
                </a:lnTo>
                <a:lnTo>
                  <a:pt x="1772542" y="1918422"/>
                </a:lnTo>
                <a:lnTo>
                  <a:pt x="1819792" y="1914955"/>
                </a:lnTo>
                <a:lnTo>
                  <a:pt x="1864889" y="1904884"/>
                </a:lnTo>
                <a:lnTo>
                  <a:pt x="1907338" y="1888704"/>
                </a:lnTo>
                <a:lnTo>
                  <a:pt x="1946646" y="1866909"/>
                </a:lnTo>
                <a:lnTo>
                  <a:pt x="1982316" y="1839994"/>
                </a:lnTo>
                <a:lnTo>
                  <a:pt x="2013856" y="1808454"/>
                </a:lnTo>
                <a:lnTo>
                  <a:pt x="2040771" y="1772782"/>
                </a:lnTo>
                <a:lnTo>
                  <a:pt x="2062565" y="1733474"/>
                </a:lnTo>
                <a:lnTo>
                  <a:pt x="2078744" y="1691025"/>
                </a:lnTo>
                <a:lnTo>
                  <a:pt x="2088815" y="1645928"/>
                </a:lnTo>
                <a:lnTo>
                  <a:pt x="2092281" y="1598679"/>
                </a:lnTo>
                <a:lnTo>
                  <a:pt x="2092281" y="319743"/>
                </a:lnTo>
                <a:lnTo>
                  <a:pt x="2088815" y="272493"/>
                </a:lnTo>
                <a:lnTo>
                  <a:pt x="2078744" y="227397"/>
                </a:lnTo>
                <a:lnTo>
                  <a:pt x="2062565" y="184947"/>
                </a:lnTo>
                <a:lnTo>
                  <a:pt x="2040771" y="145639"/>
                </a:lnTo>
                <a:lnTo>
                  <a:pt x="2013856" y="109968"/>
                </a:lnTo>
                <a:lnTo>
                  <a:pt x="1982316" y="78427"/>
                </a:lnTo>
                <a:lnTo>
                  <a:pt x="1946646" y="51512"/>
                </a:lnTo>
                <a:lnTo>
                  <a:pt x="1907338" y="29717"/>
                </a:lnTo>
                <a:lnTo>
                  <a:pt x="1864889" y="13537"/>
                </a:lnTo>
                <a:lnTo>
                  <a:pt x="1819792" y="3466"/>
                </a:lnTo>
                <a:lnTo>
                  <a:pt x="1772542" y="0"/>
                </a:lnTo>
                <a:close/>
              </a:path>
            </a:pathLst>
          </a:custGeom>
          <a:solidFill>
            <a:srgbClr val="FF7D74"/>
          </a:solidFill>
        </p:spPr>
        <p:txBody>
          <a:bodyPr wrap="square" lIns="0" tIns="0" rIns="0" bIns="0" rtlCol="0"/>
          <a:lstStyle/>
          <a:p>
            <a:endParaRPr lang="es-PE" noProof="0" dirty="0">
              <a:latin typeface="Aptos" panose="020B0004020202020204" pitchFamily="34" charset="0"/>
            </a:endParaRPr>
          </a:p>
        </p:txBody>
      </p:sp>
      <p:sp>
        <p:nvSpPr>
          <p:cNvPr id="24" name="object 24"/>
          <p:cNvSpPr txBox="1"/>
          <p:nvPr/>
        </p:nvSpPr>
        <p:spPr>
          <a:xfrm>
            <a:off x="11713414" y="4843564"/>
            <a:ext cx="2092324" cy="582788"/>
          </a:xfrm>
          <a:prstGeom prst="rect">
            <a:avLst/>
          </a:prstGeom>
        </p:spPr>
        <p:txBody>
          <a:bodyPr vert="horz" wrap="square" lIns="0" tIns="70485" rIns="0" bIns="0" rtlCol="0">
            <a:spAutoFit/>
          </a:bodyPr>
          <a:lstStyle/>
          <a:p>
            <a:pPr marL="210820" marR="5080" indent="-198755">
              <a:lnSpc>
                <a:spcPts val="1900"/>
              </a:lnSpc>
              <a:spcBef>
                <a:spcPts val="555"/>
              </a:spcBef>
            </a:pPr>
            <a:r>
              <a:rPr lang="es-PE" sz="2400" b="1" noProof="0" dirty="0">
                <a:solidFill>
                  <a:srgbClr val="404040"/>
                </a:solidFill>
                <a:latin typeface="Aptos" panose="020B0004020202020204" pitchFamily="34" charset="0"/>
                <a:cs typeface="Trebuchet MS"/>
              </a:rPr>
              <a:t>Entrenamiento  del modelo</a:t>
            </a:r>
            <a:endParaRPr lang="es-PE" sz="2400" noProof="0" dirty="0">
              <a:latin typeface="Aptos" panose="020B0004020202020204" pitchFamily="34" charset="0"/>
              <a:cs typeface="Trebuchet MS"/>
            </a:endParaRPr>
          </a:p>
        </p:txBody>
      </p:sp>
      <p:grpSp>
        <p:nvGrpSpPr>
          <p:cNvPr id="25" name="object 25"/>
          <p:cNvGrpSpPr/>
          <p:nvPr/>
        </p:nvGrpSpPr>
        <p:grpSpPr>
          <a:xfrm>
            <a:off x="2488600" y="5066557"/>
            <a:ext cx="14751050" cy="4352925"/>
            <a:chOff x="3417000" y="4540213"/>
            <a:chExt cx="14751050" cy="4352925"/>
          </a:xfrm>
        </p:grpSpPr>
        <p:sp>
          <p:nvSpPr>
            <p:cNvPr id="26" name="object 26"/>
            <p:cNvSpPr/>
            <p:nvPr/>
          </p:nvSpPr>
          <p:spPr>
            <a:xfrm>
              <a:off x="3416998" y="4540217"/>
              <a:ext cx="14751050" cy="4352925"/>
            </a:xfrm>
            <a:custGeom>
              <a:avLst/>
              <a:gdLst/>
              <a:ahLst/>
              <a:cxnLst/>
              <a:rect l="l" t="t" r="r" b="b"/>
              <a:pathLst>
                <a:path w="14751050" h="4352925">
                  <a:moveTo>
                    <a:pt x="629246" y="70675"/>
                  </a:moveTo>
                  <a:lnTo>
                    <a:pt x="487883" y="0"/>
                  </a:lnTo>
                  <a:lnTo>
                    <a:pt x="487883" y="47117"/>
                  </a:lnTo>
                  <a:lnTo>
                    <a:pt x="0" y="47117"/>
                  </a:lnTo>
                  <a:lnTo>
                    <a:pt x="0" y="94234"/>
                  </a:lnTo>
                  <a:lnTo>
                    <a:pt x="487883" y="94234"/>
                  </a:lnTo>
                  <a:lnTo>
                    <a:pt x="487883" y="141363"/>
                  </a:lnTo>
                  <a:lnTo>
                    <a:pt x="582129" y="94234"/>
                  </a:lnTo>
                  <a:lnTo>
                    <a:pt x="629246" y="70675"/>
                  </a:lnTo>
                  <a:close/>
                </a:path>
                <a:path w="14751050" h="4352925">
                  <a:moveTo>
                    <a:pt x="3770566" y="71234"/>
                  </a:moveTo>
                  <a:lnTo>
                    <a:pt x="3629241" y="482"/>
                  </a:lnTo>
                  <a:lnTo>
                    <a:pt x="3629215" y="47599"/>
                  </a:lnTo>
                  <a:lnTo>
                    <a:pt x="2721546" y="47117"/>
                  </a:lnTo>
                  <a:lnTo>
                    <a:pt x="2721521" y="94234"/>
                  </a:lnTo>
                  <a:lnTo>
                    <a:pt x="3629190" y="94716"/>
                  </a:lnTo>
                  <a:lnTo>
                    <a:pt x="3629164" y="141846"/>
                  </a:lnTo>
                  <a:lnTo>
                    <a:pt x="3723513" y="94729"/>
                  </a:lnTo>
                  <a:lnTo>
                    <a:pt x="3770566" y="71234"/>
                  </a:lnTo>
                  <a:close/>
                </a:path>
                <a:path w="14751050" h="4352925">
                  <a:moveTo>
                    <a:pt x="6446888" y="102666"/>
                  </a:moveTo>
                  <a:lnTo>
                    <a:pt x="6373952" y="102666"/>
                  </a:lnTo>
                  <a:lnTo>
                    <a:pt x="6350394" y="102666"/>
                  </a:lnTo>
                  <a:lnTo>
                    <a:pt x="6349670" y="149415"/>
                  </a:lnTo>
                  <a:lnTo>
                    <a:pt x="6446888" y="102666"/>
                  </a:lnTo>
                  <a:close/>
                </a:path>
                <a:path w="14751050" h="4352925">
                  <a:moveTo>
                    <a:pt x="6492100" y="4258462"/>
                  </a:moveTo>
                  <a:lnTo>
                    <a:pt x="6004204" y="4258475"/>
                  </a:lnTo>
                  <a:lnTo>
                    <a:pt x="6004204" y="4211345"/>
                  </a:lnTo>
                  <a:lnTo>
                    <a:pt x="5862840" y="4282033"/>
                  </a:lnTo>
                  <a:lnTo>
                    <a:pt x="6004204" y="4352709"/>
                  </a:lnTo>
                  <a:lnTo>
                    <a:pt x="6004204" y="4305592"/>
                  </a:lnTo>
                  <a:lnTo>
                    <a:pt x="6492100" y="4305592"/>
                  </a:lnTo>
                  <a:lnTo>
                    <a:pt x="6492100" y="4258462"/>
                  </a:lnTo>
                  <a:close/>
                </a:path>
                <a:path w="14751050" h="4352925">
                  <a:moveTo>
                    <a:pt x="6492100" y="80924"/>
                  </a:moveTo>
                  <a:lnTo>
                    <a:pt x="6351841" y="8077"/>
                  </a:lnTo>
                  <a:lnTo>
                    <a:pt x="6351117" y="55194"/>
                  </a:lnTo>
                  <a:lnTo>
                    <a:pt x="5863209" y="47675"/>
                  </a:lnTo>
                  <a:lnTo>
                    <a:pt x="5862485" y="94792"/>
                  </a:lnTo>
                  <a:lnTo>
                    <a:pt x="6350394" y="102298"/>
                  </a:lnTo>
                  <a:lnTo>
                    <a:pt x="6373952" y="102298"/>
                  </a:lnTo>
                  <a:lnTo>
                    <a:pt x="6447637" y="102298"/>
                  </a:lnTo>
                  <a:lnTo>
                    <a:pt x="6492100" y="80924"/>
                  </a:lnTo>
                  <a:close/>
                </a:path>
                <a:path w="14751050" h="4352925">
                  <a:moveTo>
                    <a:pt x="9180246" y="115112"/>
                  </a:moveTo>
                  <a:lnTo>
                    <a:pt x="9106560" y="115112"/>
                  </a:lnTo>
                  <a:lnTo>
                    <a:pt x="9083002" y="115112"/>
                  </a:lnTo>
                  <a:lnTo>
                    <a:pt x="9082049" y="161734"/>
                  </a:lnTo>
                  <a:lnTo>
                    <a:pt x="9180246" y="115112"/>
                  </a:lnTo>
                  <a:close/>
                </a:path>
                <a:path w="14751050" h="4352925">
                  <a:moveTo>
                    <a:pt x="9224810" y="4258462"/>
                  </a:moveTo>
                  <a:lnTo>
                    <a:pt x="8725738" y="4258475"/>
                  </a:lnTo>
                  <a:lnTo>
                    <a:pt x="8725738" y="4211345"/>
                  </a:lnTo>
                  <a:lnTo>
                    <a:pt x="8584374" y="4282033"/>
                  </a:lnTo>
                  <a:lnTo>
                    <a:pt x="8725738" y="4352709"/>
                  </a:lnTo>
                  <a:lnTo>
                    <a:pt x="8725738" y="4305592"/>
                  </a:lnTo>
                  <a:lnTo>
                    <a:pt x="9224810" y="4305592"/>
                  </a:lnTo>
                  <a:lnTo>
                    <a:pt x="9224810" y="4258462"/>
                  </a:lnTo>
                  <a:close/>
                </a:path>
                <a:path w="14751050" h="4352925">
                  <a:moveTo>
                    <a:pt x="9224810" y="93954"/>
                  </a:moveTo>
                  <a:lnTo>
                    <a:pt x="9084920" y="20408"/>
                  </a:lnTo>
                  <a:lnTo>
                    <a:pt x="9083967" y="67525"/>
                  </a:lnTo>
                  <a:lnTo>
                    <a:pt x="8584857" y="57365"/>
                  </a:lnTo>
                  <a:lnTo>
                    <a:pt x="8583905" y="104470"/>
                  </a:lnTo>
                  <a:lnTo>
                    <a:pt x="9083002" y="114630"/>
                  </a:lnTo>
                  <a:lnTo>
                    <a:pt x="9106560" y="114630"/>
                  </a:lnTo>
                  <a:lnTo>
                    <a:pt x="9181262" y="114630"/>
                  </a:lnTo>
                  <a:lnTo>
                    <a:pt x="9224810" y="93954"/>
                  </a:lnTo>
                  <a:close/>
                </a:path>
                <a:path w="14751050" h="4352925">
                  <a:moveTo>
                    <a:pt x="11957520" y="4258462"/>
                  </a:moveTo>
                  <a:lnTo>
                    <a:pt x="11458448" y="4258475"/>
                  </a:lnTo>
                  <a:lnTo>
                    <a:pt x="11458448" y="4211345"/>
                  </a:lnTo>
                  <a:lnTo>
                    <a:pt x="11317097" y="4282033"/>
                  </a:lnTo>
                  <a:lnTo>
                    <a:pt x="11458448" y="4352709"/>
                  </a:lnTo>
                  <a:lnTo>
                    <a:pt x="11458448" y="4305592"/>
                  </a:lnTo>
                  <a:lnTo>
                    <a:pt x="11957520" y="4305592"/>
                  </a:lnTo>
                  <a:lnTo>
                    <a:pt x="11957520" y="4258462"/>
                  </a:lnTo>
                  <a:close/>
                </a:path>
                <a:path w="14751050" h="4352925">
                  <a:moveTo>
                    <a:pt x="11957520" y="93954"/>
                  </a:moveTo>
                  <a:lnTo>
                    <a:pt x="11816169" y="23279"/>
                  </a:lnTo>
                  <a:lnTo>
                    <a:pt x="11816169" y="70396"/>
                  </a:lnTo>
                  <a:lnTo>
                    <a:pt x="11317097" y="70396"/>
                  </a:lnTo>
                  <a:lnTo>
                    <a:pt x="11317097" y="117513"/>
                  </a:lnTo>
                  <a:lnTo>
                    <a:pt x="11816169" y="117513"/>
                  </a:lnTo>
                  <a:lnTo>
                    <a:pt x="11816169" y="164630"/>
                  </a:lnTo>
                  <a:lnTo>
                    <a:pt x="11910403" y="117513"/>
                  </a:lnTo>
                  <a:lnTo>
                    <a:pt x="11957520" y="93954"/>
                  </a:lnTo>
                  <a:close/>
                </a:path>
                <a:path w="14751050" h="4352925">
                  <a:moveTo>
                    <a:pt x="14750682" y="2187752"/>
                  </a:moveTo>
                  <a:lnTo>
                    <a:pt x="14749704" y="2089162"/>
                  </a:lnTo>
                  <a:lnTo>
                    <a:pt x="14746783" y="1990775"/>
                  </a:lnTo>
                  <a:lnTo>
                    <a:pt x="14741982" y="1892782"/>
                  </a:lnTo>
                  <a:lnTo>
                    <a:pt x="14735391" y="1795373"/>
                  </a:lnTo>
                  <a:lnTo>
                    <a:pt x="14727047" y="1698739"/>
                  </a:lnTo>
                  <a:lnTo>
                    <a:pt x="14717027" y="1603057"/>
                  </a:lnTo>
                  <a:lnTo>
                    <a:pt x="14705381" y="1508544"/>
                  </a:lnTo>
                  <a:lnTo>
                    <a:pt x="14692186" y="1415351"/>
                  </a:lnTo>
                  <a:lnTo>
                    <a:pt x="14677492" y="1323695"/>
                  </a:lnTo>
                  <a:lnTo>
                    <a:pt x="14661350" y="1233766"/>
                  </a:lnTo>
                  <a:lnTo>
                    <a:pt x="14643849" y="1145743"/>
                  </a:lnTo>
                  <a:lnTo>
                    <a:pt x="14625028" y="1059815"/>
                  </a:lnTo>
                  <a:lnTo>
                    <a:pt x="14604949" y="976160"/>
                  </a:lnTo>
                  <a:lnTo>
                    <a:pt x="14583690" y="894994"/>
                  </a:lnTo>
                  <a:lnTo>
                    <a:pt x="14561274" y="816483"/>
                  </a:lnTo>
                  <a:lnTo>
                    <a:pt x="14537792" y="740816"/>
                  </a:lnTo>
                  <a:lnTo>
                    <a:pt x="14513293" y="668172"/>
                  </a:lnTo>
                  <a:lnTo>
                    <a:pt x="14487817" y="598754"/>
                  </a:lnTo>
                  <a:lnTo>
                    <a:pt x="14461516" y="532904"/>
                  </a:lnTo>
                  <a:lnTo>
                    <a:pt x="14434299" y="470484"/>
                  </a:lnTo>
                  <a:lnTo>
                    <a:pt x="14406258" y="411822"/>
                  </a:lnTo>
                  <a:lnTo>
                    <a:pt x="14377454" y="357111"/>
                  </a:lnTo>
                  <a:lnTo>
                    <a:pt x="14347927" y="306501"/>
                  </a:lnTo>
                  <a:lnTo>
                    <a:pt x="14317675" y="260197"/>
                  </a:lnTo>
                  <a:lnTo>
                    <a:pt x="14286738" y="218363"/>
                  </a:lnTo>
                  <a:lnTo>
                    <a:pt x="14255102" y="181190"/>
                  </a:lnTo>
                  <a:lnTo>
                    <a:pt x="14222705" y="148856"/>
                  </a:lnTo>
                  <a:lnTo>
                    <a:pt x="14189545" y="121615"/>
                  </a:lnTo>
                  <a:lnTo>
                    <a:pt x="14155522" y="99733"/>
                  </a:lnTo>
                  <a:lnTo>
                    <a:pt x="14120609" y="83591"/>
                  </a:lnTo>
                  <a:lnTo>
                    <a:pt x="14066812" y="71183"/>
                  </a:lnTo>
                  <a:lnTo>
                    <a:pt x="14050937" y="70421"/>
                  </a:lnTo>
                  <a:lnTo>
                    <a:pt x="14048677" y="117487"/>
                  </a:lnTo>
                  <a:lnTo>
                    <a:pt x="14064552" y="118249"/>
                  </a:lnTo>
                  <a:lnTo>
                    <a:pt x="14078204" y="120307"/>
                  </a:lnTo>
                  <a:lnTo>
                    <a:pt x="14119860" y="134327"/>
                  </a:lnTo>
                  <a:lnTo>
                    <a:pt x="14162748" y="160362"/>
                  </a:lnTo>
                  <a:lnTo>
                    <a:pt x="14206423" y="198450"/>
                  </a:lnTo>
                  <a:lnTo>
                    <a:pt x="14235671" y="230365"/>
                  </a:lnTo>
                  <a:lnTo>
                    <a:pt x="14264843" y="267309"/>
                  </a:lnTo>
                  <a:lnTo>
                    <a:pt x="14293774" y="309092"/>
                  </a:lnTo>
                  <a:lnTo>
                    <a:pt x="14322362" y="355511"/>
                  </a:lnTo>
                  <a:lnTo>
                    <a:pt x="14350479" y="406336"/>
                  </a:lnTo>
                  <a:lnTo>
                    <a:pt x="14378051" y="461378"/>
                  </a:lnTo>
                  <a:lnTo>
                    <a:pt x="14404975" y="520420"/>
                  </a:lnTo>
                  <a:lnTo>
                    <a:pt x="14444066" y="616229"/>
                  </a:lnTo>
                  <a:lnTo>
                    <a:pt x="14469047" y="684403"/>
                  </a:lnTo>
                  <a:lnTo>
                    <a:pt x="14493139" y="755865"/>
                  </a:lnTo>
                  <a:lnTo>
                    <a:pt x="14516278" y="830440"/>
                  </a:lnTo>
                  <a:lnTo>
                    <a:pt x="14538363" y="907923"/>
                  </a:lnTo>
                  <a:lnTo>
                    <a:pt x="14559369" y="988110"/>
                  </a:lnTo>
                  <a:lnTo>
                    <a:pt x="14579206" y="1070800"/>
                  </a:lnTo>
                  <a:lnTo>
                    <a:pt x="14597825" y="1155814"/>
                  </a:lnTo>
                  <a:lnTo>
                    <a:pt x="14615135" y="1242961"/>
                  </a:lnTo>
                  <a:lnTo>
                    <a:pt x="14631111" y="1332014"/>
                  </a:lnTo>
                  <a:lnTo>
                    <a:pt x="14645666" y="1422819"/>
                  </a:lnTo>
                  <a:lnTo>
                    <a:pt x="14658734" y="1515148"/>
                  </a:lnTo>
                  <a:lnTo>
                    <a:pt x="14670253" y="1608823"/>
                  </a:lnTo>
                  <a:lnTo>
                    <a:pt x="14680184" y="1703641"/>
                  </a:lnTo>
                  <a:lnTo>
                    <a:pt x="14688439" y="1799424"/>
                  </a:lnTo>
                  <a:lnTo>
                    <a:pt x="14694967" y="1895970"/>
                  </a:lnTo>
                  <a:lnTo>
                    <a:pt x="14699717" y="1993074"/>
                  </a:lnTo>
                  <a:lnTo>
                    <a:pt x="14702600" y="2090559"/>
                  </a:lnTo>
                  <a:lnTo>
                    <a:pt x="14703578" y="2188222"/>
                  </a:lnTo>
                  <a:lnTo>
                    <a:pt x="14702600" y="2286343"/>
                  </a:lnTo>
                  <a:lnTo>
                    <a:pt x="14699793" y="2383371"/>
                  </a:lnTo>
                  <a:lnTo>
                    <a:pt x="14695183" y="2480487"/>
                  </a:lnTo>
                  <a:lnTo>
                    <a:pt x="14688820" y="2577033"/>
                  </a:lnTo>
                  <a:lnTo>
                    <a:pt x="14680768" y="2672816"/>
                  </a:lnTo>
                  <a:lnTo>
                    <a:pt x="14671104" y="2767647"/>
                  </a:lnTo>
                  <a:lnTo>
                    <a:pt x="14659877" y="2861335"/>
                  </a:lnTo>
                  <a:lnTo>
                    <a:pt x="14647151" y="2953677"/>
                  </a:lnTo>
                  <a:lnTo>
                    <a:pt x="14632978" y="3044482"/>
                  </a:lnTo>
                  <a:lnTo>
                    <a:pt x="14617433" y="3133572"/>
                  </a:lnTo>
                  <a:lnTo>
                    <a:pt x="14600568" y="3220720"/>
                  </a:lnTo>
                  <a:lnTo>
                    <a:pt x="14582445" y="3305759"/>
                  </a:lnTo>
                  <a:lnTo>
                    <a:pt x="14563116" y="3388487"/>
                  </a:lnTo>
                  <a:lnTo>
                    <a:pt x="14542669" y="3468700"/>
                  </a:lnTo>
                  <a:lnTo>
                    <a:pt x="14521155" y="3546221"/>
                  </a:lnTo>
                  <a:lnTo>
                    <a:pt x="14498612" y="3620833"/>
                  </a:lnTo>
                  <a:lnTo>
                    <a:pt x="14475143" y="3692347"/>
                  </a:lnTo>
                  <a:lnTo>
                    <a:pt x="14450784" y="3760571"/>
                  </a:lnTo>
                  <a:lnTo>
                    <a:pt x="14425625" y="3825290"/>
                  </a:lnTo>
                  <a:lnTo>
                    <a:pt x="14399794" y="3886149"/>
                  </a:lnTo>
                  <a:lnTo>
                    <a:pt x="14373238" y="3943273"/>
                  </a:lnTo>
                  <a:lnTo>
                    <a:pt x="14346085" y="3996283"/>
                  </a:lnTo>
                  <a:lnTo>
                    <a:pt x="14318425" y="4044988"/>
                  </a:lnTo>
                  <a:lnTo>
                    <a:pt x="14290358" y="4089171"/>
                  </a:lnTo>
                  <a:lnTo>
                    <a:pt x="14261960" y="4128630"/>
                  </a:lnTo>
                  <a:lnTo>
                    <a:pt x="14233347" y="4163174"/>
                  </a:lnTo>
                  <a:lnTo>
                    <a:pt x="14204747" y="4192536"/>
                  </a:lnTo>
                  <a:lnTo>
                    <a:pt x="14189291" y="4204957"/>
                  </a:lnTo>
                  <a:lnTo>
                    <a:pt x="14172235" y="4163174"/>
                  </a:lnTo>
                  <a:lnTo>
                    <a:pt x="14068070" y="4282021"/>
                  </a:lnTo>
                  <a:lnTo>
                    <a:pt x="14225638" y="4294060"/>
                  </a:lnTo>
                  <a:lnTo>
                    <a:pt x="14211148" y="4258538"/>
                  </a:lnTo>
                  <a:lnTo>
                    <a:pt x="14207147" y="4248734"/>
                  </a:lnTo>
                  <a:lnTo>
                    <a:pt x="14218641" y="4242917"/>
                  </a:lnTo>
                  <a:lnTo>
                    <a:pt x="14220330" y="4241762"/>
                  </a:lnTo>
                  <a:lnTo>
                    <a:pt x="14237792" y="4226128"/>
                  </a:lnTo>
                  <a:lnTo>
                    <a:pt x="14253553" y="4210608"/>
                  </a:lnTo>
                  <a:lnTo>
                    <a:pt x="14258531" y="4205249"/>
                  </a:lnTo>
                  <a:lnTo>
                    <a:pt x="14261732" y="4201807"/>
                  </a:lnTo>
                  <a:lnTo>
                    <a:pt x="14299781" y="4156735"/>
                  </a:lnTo>
                  <a:lnTo>
                    <a:pt x="14329778" y="4114965"/>
                  </a:lnTo>
                  <a:lnTo>
                    <a:pt x="14359128" y="4068724"/>
                  </a:lnTo>
                  <a:lnTo>
                    <a:pt x="14387805" y="4018191"/>
                  </a:lnTo>
                  <a:lnTo>
                    <a:pt x="14415783" y="3963517"/>
                  </a:lnTo>
                  <a:lnTo>
                    <a:pt x="14443024" y="3904907"/>
                  </a:lnTo>
                  <a:lnTo>
                    <a:pt x="14469555" y="3842359"/>
                  </a:lnTo>
                  <a:lnTo>
                    <a:pt x="14495171" y="3776408"/>
                  </a:lnTo>
                  <a:lnTo>
                    <a:pt x="14519910" y="3707041"/>
                  </a:lnTo>
                  <a:lnTo>
                    <a:pt x="14543723" y="3634448"/>
                  </a:lnTo>
                  <a:lnTo>
                    <a:pt x="14566557" y="3558819"/>
                  </a:lnTo>
                  <a:lnTo>
                    <a:pt x="14588338" y="3480346"/>
                  </a:lnTo>
                  <a:lnTo>
                    <a:pt x="14609013" y="3399205"/>
                  </a:lnTo>
                  <a:lnTo>
                    <a:pt x="14628533" y="3315576"/>
                  </a:lnTo>
                  <a:lnTo>
                    <a:pt x="14646821" y="3229673"/>
                  </a:lnTo>
                  <a:lnTo>
                    <a:pt x="14663852" y="3141662"/>
                  </a:lnTo>
                  <a:lnTo>
                    <a:pt x="14679536" y="3051746"/>
                  </a:lnTo>
                  <a:lnTo>
                    <a:pt x="14693824" y="2960103"/>
                  </a:lnTo>
                  <a:lnTo>
                    <a:pt x="14706664" y="2866936"/>
                  </a:lnTo>
                  <a:lnTo>
                    <a:pt x="14717979" y="2772422"/>
                  </a:lnTo>
                  <a:lnTo>
                    <a:pt x="14727733" y="2676753"/>
                  </a:lnTo>
                  <a:lnTo>
                    <a:pt x="14735836" y="2580119"/>
                  </a:lnTo>
                  <a:lnTo>
                    <a:pt x="14742249" y="2482723"/>
                  </a:lnTo>
                  <a:lnTo>
                    <a:pt x="14746897" y="2384729"/>
                  </a:lnTo>
                  <a:lnTo>
                    <a:pt x="14749729" y="2285885"/>
                  </a:lnTo>
                  <a:lnTo>
                    <a:pt x="14750682" y="2187752"/>
                  </a:lnTo>
                  <a:close/>
                </a:path>
              </a:pathLst>
            </a:custGeom>
            <a:solidFill>
              <a:srgbClr val="000000"/>
            </a:solidFill>
          </p:spPr>
          <p:txBody>
            <a:bodyPr wrap="square" lIns="0" tIns="0" rIns="0" bIns="0" rtlCol="0"/>
            <a:lstStyle/>
            <a:p>
              <a:endParaRPr lang="es-PE" noProof="0" dirty="0">
                <a:latin typeface="Aptos" panose="020B0004020202020204" pitchFamily="34" charset="0"/>
              </a:endParaRPr>
            </a:p>
          </p:txBody>
        </p:sp>
        <p:sp>
          <p:nvSpPr>
            <p:cNvPr id="27" name="object 27"/>
            <p:cNvSpPr/>
            <p:nvPr/>
          </p:nvSpPr>
          <p:spPr>
            <a:xfrm>
              <a:off x="8163026" y="5570670"/>
              <a:ext cx="2858770" cy="2294255"/>
            </a:xfrm>
            <a:custGeom>
              <a:avLst/>
              <a:gdLst/>
              <a:ahLst/>
              <a:cxnLst/>
              <a:rect l="l" t="t" r="r" b="b"/>
              <a:pathLst>
                <a:path w="2858770" h="2294254">
                  <a:moveTo>
                    <a:pt x="94234" y="2150999"/>
                  </a:moveTo>
                  <a:lnTo>
                    <a:pt x="47117" y="2150999"/>
                  </a:lnTo>
                  <a:lnTo>
                    <a:pt x="47117" y="2198128"/>
                  </a:lnTo>
                  <a:lnTo>
                    <a:pt x="94234" y="2198128"/>
                  </a:lnTo>
                  <a:lnTo>
                    <a:pt x="94234" y="2150999"/>
                  </a:lnTo>
                  <a:close/>
                </a:path>
                <a:path w="2858770" h="2294254">
                  <a:moveTo>
                    <a:pt x="94234" y="2056765"/>
                  </a:moveTo>
                  <a:lnTo>
                    <a:pt x="47117" y="2056765"/>
                  </a:lnTo>
                  <a:lnTo>
                    <a:pt x="47117" y="2103882"/>
                  </a:lnTo>
                  <a:lnTo>
                    <a:pt x="94234" y="2103882"/>
                  </a:lnTo>
                  <a:lnTo>
                    <a:pt x="94234" y="2056765"/>
                  </a:lnTo>
                  <a:close/>
                </a:path>
                <a:path w="2858770" h="2294254">
                  <a:moveTo>
                    <a:pt x="94234" y="1962531"/>
                  </a:moveTo>
                  <a:lnTo>
                    <a:pt x="47117" y="1962531"/>
                  </a:lnTo>
                  <a:lnTo>
                    <a:pt x="47117" y="2009648"/>
                  </a:lnTo>
                  <a:lnTo>
                    <a:pt x="94234" y="2009648"/>
                  </a:lnTo>
                  <a:lnTo>
                    <a:pt x="94234" y="1962531"/>
                  </a:lnTo>
                  <a:close/>
                </a:path>
                <a:path w="2858770" h="2294254">
                  <a:moveTo>
                    <a:pt x="94234" y="1868297"/>
                  </a:moveTo>
                  <a:lnTo>
                    <a:pt x="47117" y="1868297"/>
                  </a:lnTo>
                  <a:lnTo>
                    <a:pt x="47117" y="1915414"/>
                  </a:lnTo>
                  <a:lnTo>
                    <a:pt x="94234" y="1915414"/>
                  </a:lnTo>
                  <a:lnTo>
                    <a:pt x="94234" y="1868297"/>
                  </a:lnTo>
                  <a:close/>
                </a:path>
                <a:path w="2858770" h="2294254">
                  <a:moveTo>
                    <a:pt x="94234" y="1774050"/>
                  </a:moveTo>
                  <a:lnTo>
                    <a:pt x="47117" y="1774050"/>
                  </a:lnTo>
                  <a:lnTo>
                    <a:pt x="47117" y="1821167"/>
                  </a:lnTo>
                  <a:lnTo>
                    <a:pt x="94234" y="1821167"/>
                  </a:lnTo>
                  <a:lnTo>
                    <a:pt x="94234" y="1774050"/>
                  </a:lnTo>
                  <a:close/>
                </a:path>
                <a:path w="2858770" h="2294254">
                  <a:moveTo>
                    <a:pt x="94234" y="1679816"/>
                  </a:moveTo>
                  <a:lnTo>
                    <a:pt x="47117" y="1679816"/>
                  </a:lnTo>
                  <a:lnTo>
                    <a:pt x="47117" y="1726933"/>
                  </a:lnTo>
                  <a:lnTo>
                    <a:pt x="94234" y="1726933"/>
                  </a:lnTo>
                  <a:lnTo>
                    <a:pt x="94234" y="1679816"/>
                  </a:lnTo>
                  <a:close/>
                </a:path>
                <a:path w="2858770" h="2294254">
                  <a:moveTo>
                    <a:pt x="94234" y="1585582"/>
                  </a:moveTo>
                  <a:lnTo>
                    <a:pt x="47117" y="1585582"/>
                  </a:lnTo>
                  <a:lnTo>
                    <a:pt x="47117" y="1632699"/>
                  </a:lnTo>
                  <a:lnTo>
                    <a:pt x="94234" y="1632699"/>
                  </a:lnTo>
                  <a:lnTo>
                    <a:pt x="94234" y="1585582"/>
                  </a:lnTo>
                  <a:close/>
                </a:path>
                <a:path w="2858770" h="2294254">
                  <a:moveTo>
                    <a:pt x="94234" y="1491335"/>
                  </a:moveTo>
                  <a:lnTo>
                    <a:pt x="47117" y="1491335"/>
                  </a:lnTo>
                  <a:lnTo>
                    <a:pt x="47117" y="1538452"/>
                  </a:lnTo>
                  <a:lnTo>
                    <a:pt x="94234" y="1538452"/>
                  </a:lnTo>
                  <a:lnTo>
                    <a:pt x="94234" y="1491335"/>
                  </a:lnTo>
                  <a:close/>
                </a:path>
                <a:path w="2858770" h="2294254">
                  <a:moveTo>
                    <a:pt x="94234" y="1397101"/>
                  </a:moveTo>
                  <a:lnTo>
                    <a:pt x="47117" y="1397101"/>
                  </a:lnTo>
                  <a:lnTo>
                    <a:pt x="47117" y="1444218"/>
                  </a:lnTo>
                  <a:lnTo>
                    <a:pt x="94234" y="1444218"/>
                  </a:lnTo>
                  <a:lnTo>
                    <a:pt x="94234" y="1397101"/>
                  </a:lnTo>
                  <a:close/>
                </a:path>
                <a:path w="2858770" h="2294254">
                  <a:moveTo>
                    <a:pt x="94234" y="1302867"/>
                  </a:moveTo>
                  <a:lnTo>
                    <a:pt x="47117" y="1302867"/>
                  </a:lnTo>
                  <a:lnTo>
                    <a:pt x="47117" y="1349984"/>
                  </a:lnTo>
                  <a:lnTo>
                    <a:pt x="94234" y="1349984"/>
                  </a:lnTo>
                  <a:lnTo>
                    <a:pt x="94234" y="1302867"/>
                  </a:lnTo>
                  <a:close/>
                </a:path>
                <a:path w="2858770" h="2294254">
                  <a:moveTo>
                    <a:pt x="94234" y="1208620"/>
                  </a:moveTo>
                  <a:lnTo>
                    <a:pt x="47117" y="1208620"/>
                  </a:lnTo>
                  <a:lnTo>
                    <a:pt x="47117" y="1255750"/>
                  </a:lnTo>
                  <a:lnTo>
                    <a:pt x="94234" y="1255750"/>
                  </a:lnTo>
                  <a:lnTo>
                    <a:pt x="94234" y="1208620"/>
                  </a:lnTo>
                  <a:close/>
                </a:path>
                <a:path w="2858770" h="2294254">
                  <a:moveTo>
                    <a:pt x="94234" y="1114386"/>
                  </a:moveTo>
                  <a:lnTo>
                    <a:pt x="47117" y="1114386"/>
                  </a:lnTo>
                  <a:lnTo>
                    <a:pt x="47117" y="1161503"/>
                  </a:lnTo>
                  <a:lnTo>
                    <a:pt x="94234" y="1161503"/>
                  </a:lnTo>
                  <a:lnTo>
                    <a:pt x="94234" y="1114386"/>
                  </a:lnTo>
                  <a:close/>
                </a:path>
                <a:path w="2858770" h="2294254">
                  <a:moveTo>
                    <a:pt x="94234" y="1020152"/>
                  </a:moveTo>
                  <a:lnTo>
                    <a:pt x="47117" y="1020152"/>
                  </a:lnTo>
                  <a:lnTo>
                    <a:pt x="47117" y="1067269"/>
                  </a:lnTo>
                  <a:lnTo>
                    <a:pt x="94234" y="1067269"/>
                  </a:lnTo>
                  <a:lnTo>
                    <a:pt x="94234" y="1020152"/>
                  </a:lnTo>
                  <a:close/>
                </a:path>
                <a:path w="2858770" h="2294254">
                  <a:moveTo>
                    <a:pt x="94234" y="925906"/>
                  </a:moveTo>
                  <a:lnTo>
                    <a:pt x="47117" y="925906"/>
                  </a:lnTo>
                  <a:lnTo>
                    <a:pt x="47117" y="973035"/>
                  </a:lnTo>
                  <a:lnTo>
                    <a:pt x="94234" y="973035"/>
                  </a:lnTo>
                  <a:lnTo>
                    <a:pt x="94234" y="925906"/>
                  </a:lnTo>
                  <a:close/>
                </a:path>
                <a:path w="2858770" h="2294254">
                  <a:moveTo>
                    <a:pt x="94234" y="831672"/>
                  </a:moveTo>
                  <a:lnTo>
                    <a:pt x="47117" y="831672"/>
                  </a:lnTo>
                  <a:lnTo>
                    <a:pt x="47117" y="878789"/>
                  </a:lnTo>
                  <a:lnTo>
                    <a:pt x="94234" y="878789"/>
                  </a:lnTo>
                  <a:lnTo>
                    <a:pt x="94234" y="831672"/>
                  </a:lnTo>
                  <a:close/>
                </a:path>
                <a:path w="2858770" h="2294254">
                  <a:moveTo>
                    <a:pt x="94234" y="737438"/>
                  </a:moveTo>
                  <a:lnTo>
                    <a:pt x="47117" y="737438"/>
                  </a:lnTo>
                  <a:lnTo>
                    <a:pt x="47117" y="784555"/>
                  </a:lnTo>
                  <a:lnTo>
                    <a:pt x="94234" y="784555"/>
                  </a:lnTo>
                  <a:lnTo>
                    <a:pt x="94234" y="737438"/>
                  </a:lnTo>
                  <a:close/>
                </a:path>
                <a:path w="2858770" h="2294254">
                  <a:moveTo>
                    <a:pt x="94234" y="643191"/>
                  </a:moveTo>
                  <a:lnTo>
                    <a:pt x="47117" y="643191"/>
                  </a:lnTo>
                  <a:lnTo>
                    <a:pt x="47117" y="690321"/>
                  </a:lnTo>
                  <a:lnTo>
                    <a:pt x="94234" y="690321"/>
                  </a:lnTo>
                  <a:lnTo>
                    <a:pt x="94234" y="643191"/>
                  </a:lnTo>
                  <a:close/>
                </a:path>
                <a:path w="2858770" h="2294254">
                  <a:moveTo>
                    <a:pt x="94234" y="548957"/>
                  </a:moveTo>
                  <a:lnTo>
                    <a:pt x="47117" y="548957"/>
                  </a:lnTo>
                  <a:lnTo>
                    <a:pt x="47117" y="596074"/>
                  </a:lnTo>
                  <a:lnTo>
                    <a:pt x="94234" y="596074"/>
                  </a:lnTo>
                  <a:lnTo>
                    <a:pt x="94234" y="548957"/>
                  </a:lnTo>
                  <a:close/>
                </a:path>
                <a:path w="2858770" h="2294254">
                  <a:moveTo>
                    <a:pt x="94234" y="454723"/>
                  </a:moveTo>
                  <a:lnTo>
                    <a:pt x="47117" y="454723"/>
                  </a:lnTo>
                  <a:lnTo>
                    <a:pt x="47117" y="501840"/>
                  </a:lnTo>
                  <a:lnTo>
                    <a:pt x="94234" y="501840"/>
                  </a:lnTo>
                  <a:lnTo>
                    <a:pt x="94234" y="454723"/>
                  </a:lnTo>
                  <a:close/>
                </a:path>
                <a:path w="2858770" h="2294254">
                  <a:moveTo>
                    <a:pt x="94234" y="360489"/>
                  </a:moveTo>
                  <a:lnTo>
                    <a:pt x="47117" y="360489"/>
                  </a:lnTo>
                  <a:lnTo>
                    <a:pt x="47117" y="407606"/>
                  </a:lnTo>
                  <a:lnTo>
                    <a:pt x="94234" y="407606"/>
                  </a:lnTo>
                  <a:lnTo>
                    <a:pt x="94234" y="360489"/>
                  </a:lnTo>
                  <a:close/>
                </a:path>
                <a:path w="2858770" h="2294254">
                  <a:moveTo>
                    <a:pt x="94234" y="266242"/>
                  </a:moveTo>
                  <a:lnTo>
                    <a:pt x="47117" y="266242"/>
                  </a:lnTo>
                  <a:lnTo>
                    <a:pt x="47117" y="313359"/>
                  </a:lnTo>
                  <a:lnTo>
                    <a:pt x="94234" y="313359"/>
                  </a:lnTo>
                  <a:lnTo>
                    <a:pt x="94234" y="266242"/>
                  </a:lnTo>
                  <a:close/>
                </a:path>
                <a:path w="2858770" h="2294254">
                  <a:moveTo>
                    <a:pt x="94234" y="172008"/>
                  </a:moveTo>
                  <a:lnTo>
                    <a:pt x="47117" y="172008"/>
                  </a:lnTo>
                  <a:lnTo>
                    <a:pt x="47117" y="219125"/>
                  </a:lnTo>
                  <a:lnTo>
                    <a:pt x="94234" y="219125"/>
                  </a:lnTo>
                  <a:lnTo>
                    <a:pt x="94234" y="172008"/>
                  </a:lnTo>
                  <a:close/>
                </a:path>
                <a:path w="2858770" h="2294254">
                  <a:moveTo>
                    <a:pt x="106489" y="2267051"/>
                  </a:moveTo>
                  <a:lnTo>
                    <a:pt x="106349" y="2266912"/>
                  </a:lnTo>
                  <a:lnTo>
                    <a:pt x="94234" y="2254885"/>
                  </a:lnTo>
                  <a:lnTo>
                    <a:pt x="94234" y="2245245"/>
                  </a:lnTo>
                  <a:lnTo>
                    <a:pt x="84531" y="2245245"/>
                  </a:lnTo>
                  <a:lnTo>
                    <a:pt x="73063" y="2233841"/>
                  </a:lnTo>
                  <a:lnTo>
                    <a:pt x="70459" y="2236470"/>
                  </a:lnTo>
                  <a:lnTo>
                    <a:pt x="69646" y="2237422"/>
                  </a:lnTo>
                  <a:lnTo>
                    <a:pt x="64033" y="2245245"/>
                  </a:lnTo>
                  <a:lnTo>
                    <a:pt x="47117" y="2245245"/>
                  </a:lnTo>
                  <a:lnTo>
                    <a:pt x="47117" y="2292362"/>
                  </a:lnTo>
                  <a:lnTo>
                    <a:pt x="70751" y="2292362"/>
                  </a:lnTo>
                  <a:lnTo>
                    <a:pt x="94170" y="2294090"/>
                  </a:lnTo>
                  <a:lnTo>
                    <a:pt x="94424" y="2290711"/>
                  </a:lnTo>
                  <a:lnTo>
                    <a:pt x="94538" y="2289060"/>
                  </a:lnTo>
                  <a:lnTo>
                    <a:pt x="94919" y="2287384"/>
                  </a:lnTo>
                  <a:lnTo>
                    <a:pt x="95656" y="2283993"/>
                  </a:lnTo>
                  <a:lnTo>
                    <a:pt x="97231" y="2280285"/>
                  </a:lnTo>
                  <a:lnTo>
                    <a:pt x="97802" y="2279256"/>
                  </a:lnTo>
                  <a:lnTo>
                    <a:pt x="98361" y="2278240"/>
                  </a:lnTo>
                  <a:lnTo>
                    <a:pt x="99847" y="2276170"/>
                  </a:lnTo>
                  <a:lnTo>
                    <a:pt x="105143" y="2268778"/>
                  </a:lnTo>
                  <a:lnTo>
                    <a:pt x="106108" y="2267445"/>
                  </a:lnTo>
                  <a:lnTo>
                    <a:pt x="106489" y="2267051"/>
                  </a:lnTo>
                  <a:close/>
                </a:path>
                <a:path w="2858770" h="2294254">
                  <a:moveTo>
                    <a:pt x="107200" y="2265908"/>
                  </a:moveTo>
                  <a:lnTo>
                    <a:pt x="106349" y="2266912"/>
                  </a:lnTo>
                  <a:lnTo>
                    <a:pt x="107200" y="2265908"/>
                  </a:lnTo>
                  <a:close/>
                </a:path>
                <a:path w="2858770" h="2294254">
                  <a:moveTo>
                    <a:pt x="141363" y="141351"/>
                  </a:moveTo>
                  <a:lnTo>
                    <a:pt x="133121" y="124891"/>
                  </a:lnTo>
                  <a:lnTo>
                    <a:pt x="129578" y="117792"/>
                  </a:lnTo>
                  <a:lnTo>
                    <a:pt x="70675" y="0"/>
                  </a:lnTo>
                  <a:lnTo>
                    <a:pt x="0" y="141351"/>
                  </a:lnTo>
                  <a:lnTo>
                    <a:pt x="141363" y="141351"/>
                  </a:lnTo>
                  <a:close/>
                </a:path>
                <a:path w="2858770" h="2294254">
                  <a:moveTo>
                    <a:pt x="177038" y="2218359"/>
                  </a:moveTo>
                  <a:lnTo>
                    <a:pt x="156616" y="2175903"/>
                  </a:lnTo>
                  <a:lnTo>
                    <a:pt x="149821" y="2179205"/>
                  </a:lnTo>
                  <a:lnTo>
                    <a:pt x="125107" y="2192959"/>
                  </a:lnTo>
                  <a:lnTo>
                    <a:pt x="113118" y="2200757"/>
                  </a:lnTo>
                  <a:lnTo>
                    <a:pt x="138811" y="2240254"/>
                  </a:lnTo>
                  <a:lnTo>
                    <a:pt x="150799" y="2232456"/>
                  </a:lnTo>
                  <a:lnTo>
                    <a:pt x="172631" y="2220442"/>
                  </a:lnTo>
                  <a:lnTo>
                    <a:pt x="177038" y="2218359"/>
                  </a:lnTo>
                  <a:close/>
                </a:path>
                <a:path w="2858770" h="2294254">
                  <a:moveTo>
                    <a:pt x="261378" y="2183142"/>
                  </a:moveTo>
                  <a:lnTo>
                    <a:pt x="246100" y="2138565"/>
                  </a:lnTo>
                  <a:lnTo>
                    <a:pt x="240880" y="2140369"/>
                  </a:lnTo>
                  <a:lnTo>
                    <a:pt x="207784" y="2152967"/>
                  </a:lnTo>
                  <a:lnTo>
                    <a:pt x="200545" y="2156041"/>
                  </a:lnTo>
                  <a:lnTo>
                    <a:pt x="218973" y="2199411"/>
                  </a:lnTo>
                  <a:lnTo>
                    <a:pt x="226212" y="2196325"/>
                  </a:lnTo>
                  <a:lnTo>
                    <a:pt x="257606" y="2184425"/>
                  </a:lnTo>
                  <a:lnTo>
                    <a:pt x="261378" y="2183142"/>
                  </a:lnTo>
                  <a:close/>
                </a:path>
                <a:path w="2858770" h="2294254">
                  <a:moveTo>
                    <a:pt x="350037" y="2155190"/>
                  </a:moveTo>
                  <a:lnTo>
                    <a:pt x="337172" y="2109863"/>
                  </a:lnTo>
                  <a:lnTo>
                    <a:pt x="314833" y="2116213"/>
                  </a:lnTo>
                  <a:lnTo>
                    <a:pt x="291452" y="2123490"/>
                  </a:lnTo>
                  <a:lnTo>
                    <a:pt x="305447" y="2168487"/>
                  </a:lnTo>
                  <a:lnTo>
                    <a:pt x="328828" y="2161209"/>
                  </a:lnTo>
                  <a:lnTo>
                    <a:pt x="350037" y="2155190"/>
                  </a:lnTo>
                  <a:close/>
                </a:path>
                <a:path w="2858770" h="2294254">
                  <a:moveTo>
                    <a:pt x="440321" y="2131923"/>
                  </a:moveTo>
                  <a:lnTo>
                    <a:pt x="429374" y="2086102"/>
                  </a:lnTo>
                  <a:lnTo>
                    <a:pt x="398462" y="2093480"/>
                  </a:lnTo>
                  <a:lnTo>
                    <a:pt x="383159" y="2097468"/>
                  </a:lnTo>
                  <a:lnTo>
                    <a:pt x="395020" y="2143061"/>
                  </a:lnTo>
                  <a:lnTo>
                    <a:pt x="410324" y="2139086"/>
                  </a:lnTo>
                  <a:lnTo>
                    <a:pt x="440321" y="2131923"/>
                  </a:lnTo>
                  <a:close/>
                </a:path>
                <a:path w="2858770" h="2294254">
                  <a:moveTo>
                    <a:pt x="531609" y="2112149"/>
                  </a:moveTo>
                  <a:lnTo>
                    <a:pt x="522274" y="2065972"/>
                  </a:lnTo>
                  <a:lnTo>
                    <a:pt x="490867" y="2072322"/>
                  </a:lnTo>
                  <a:lnTo>
                    <a:pt x="475754" y="2075637"/>
                  </a:lnTo>
                  <a:lnTo>
                    <a:pt x="485863" y="2121662"/>
                  </a:lnTo>
                  <a:lnTo>
                    <a:pt x="500964" y="2118347"/>
                  </a:lnTo>
                  <a:lnTo>
                    <a:pt x="531609" y="2112149"/>
                  </a:lnTo>
                  <a:close/>
                </a:path>
                <a:path w="2858770" h="2294254">
                  <a:moveTo>
                    <a:pt x="623570" y="2095157"/>
                  </a:moveTo>
                  <a:lnTo>
                    <a:pt x="615645" y="2048700"/>
                  </a:lnTo>
                  <a:lnTo>
                    <a:pt x="591108" y="2052891"/>
                  </a:lnTo>
                  <a:lnTo>
                    <a:pt x="568909" y="2057019"/>
                  </a:lnTo>
                  <a:lnTo>
                    <a:pt x="577519" y="2103335"/>
                  </a:lnTo>
                  <a:lnTo>
                    <a:pt x="599719" y="2099221"/>
                  </a:lnTo>
                  <a:lnTo>
                    <a:pt x="623570" y="2095157"/>
                  </a:lnTo>
                  <a:close/>
                </a:path>
                <a:path w="2858770" h="2294254">
                  <a:moveTo>
                    <a:pt x="716000" y="2080450"/>
                  </a:moveTo>
                  <a:lnTo>
                    <a:pt x="709345" y="2033803"/>
                  </a:lnTo>
                  <a:lnTo>
                    <a:pt x="698258" y="2035390"/>
                  </a:lnTo>
                  <a:lnTo>
                    <a:pt x="662457" y="2040978"/>
                  </a:lnTo>
                  <a:lnTo>
                    <a:pt x="669734" y="2087537"/>
                  </a:lnTo>
                  <a:lnTo>
                    <a:pt x="705535" y="2081949"/>
                  </a:lnTo>
                  <a:lnTo>
                    <a:pt x="716000" y="2080450"/>
                  </a:lnTo>
                  <a:close/>
                </a:path>
                <a:path w="2858770" h="2294254">
                  <a:moveTo>
                    <a:pt x="809078" y="2067814"/>
                  </a:moveTo>
                  <a:lnTo>
                    <a:pt x="803021" y="2021090"/>
                  </a:lnTo>
                  <a:lnTo>
                    <a:pt x="756297" y="2027135"/>
                  </a:lnTo>
                  <a:lnTo>
                    <a:pt x="762342" y="2073871"/>
                  </a:lnTo>
                  <a:lnTo>
                    <a:pt x="809078" y="2067814"/>
                  </a:lnTo>
                  <a:close/>
                </a:path>
                <a:path w="2858770" h="2294254">
                  <a:moveTo>
                    <a:pt x="902119" y="2057184"/>
                  </a:moveTo>
                  <a:lnTo>
                    <a:pt x="897229" y="2010321"/>
                  </a:lnTo>
                  <a:lnTo>
                    <a:pt x="869772" y="2013191"/>
                  </a:lnTo>
                  <a:lnTo>
                    <a:pt x="850099" y="2015477"/>
                  </a:lnTo>
                  <a:lnTo>
                    <a:pt x="855573" y="2062289"/>
                  </a:lnTo>
                  <a:lnTo>
                    <a:pt x="875245" y="2059990"/>
                  </a:lnTo>
                  <a:lnTo>
                    <a:pt x="902119" y="2057184"/>
                  </a:lnTo>
                  <a:close/>
                </a:path>
                <a:path w="2858770" h="2294254">
                  <a:moveTo>
                    <a:pt x="995362" y="2048217"/>
                  </a:moveTo>
                  <a:lnTo>
                    <a:pt x="991590" y="2001240"/>
                  </a:lnTo>
                  <a:lnTo>
                    <a:pt x="989901" y="2001380"/>
                  </a:lnTo>
                  <a:lnTo>
                    <a:pt x="944397" y="2005584"/>
                  </a:lnTo>
                  <a:lnTo>
                    <a:pt x="948715" y="2052497"/>
                  </a:lnTo>
                  <a:lnTo>
                    <a:pt x="994232" y="2048306"/>
                  </a:lnTo>
                  <a:lnTo>
                    <a:pt x="995362" y="2048217"/>
                  </a:lnTo>
                  <a:close/>
                </a:path>
                <a:path w="2858770" h="2294254">
                  <a:moveTo>
                    <a:pt x="1088923" y="2041321"/>
                  </a:moveTo>
                  <a:lnTo>
                    <a:pt x="1086002" y="1994293"/>
                  </a:lnTo>
                  <a:lnTo>
                    <a:pt x="1051331" y="1996452"/>
                  </a:lnTo>
                  <a:lnTo>
                    <a:pt x="1038567" y="1997481"/>
                  </a:lnTo>
                  <a:lnTo>
                    <a:pt x="1042327" y="2044446"/>
                  </a:lnTo>
                  <a:lnTo>
                    <a:pt x="1055103" y="2043417"/>
                  </a:lnTo>
                  <a:lnTo>
                    <a:pt x="1088923" y="2041321"/>
                  </a:lnTo>
                  <a:close/>
                </a:path>
                <a:path w="2858770" h="2294254">
                  <a:moveTo>
                    <a:pt x="1182408" y="2035606"/>
                  </a:moveTo>
                  <a:lnTo>
                    <a:pt x="1180630" y="1988515"/>
                  </a:lnTo>
                  <a:lnTo>
                    <a:pt x="1176172" y="1988693"/>
                  </a:lnTo>
                  <a:lnTo>
                    <a:pt x="1133030" y="1991372"/>
                  </a:lnTo>
                  <a:lnTo>
                    <a:pt x="1135951" y="2038400"/>
                  </a:lnTo>
                  <a:lnTo>
                    <a:pt x="1179093" y="2035721"/>
                  </a:lnTo>
                  <a:lnTo>
                    <a:pt x="1182408" y="2035606"/>
                  </a:lnTo>
                  <a:close/>
                </a:path>
                <a:path w="2858770" h="2294254">
                  <a:moveTo>
                    <a:pt x="1276578" y="2032025"/>
                  </a:moveTo>
                  <a:lnTo>
                    <a:pt x="1274800" y="1984946"/>
                  </a:lnTo>
                  <a:lnTo>
                    <a:pt x="1227709" y="1986737"/>
                  </a:lnTo>
                  <a:lnTo>
                    <a:pt x="1229499" y="2033816"/>
                  </a:lnTo>
                  <a:lnTo>
                    <a:pt x="1276578" y="2032025"/>
                  </a:lnTo>
                  <a:close/>
                </a:path>
                <a:path w="2858770" h="2294254">
                  <a:moveTo>
                    <a:pt x="1370203" y="2030120"/>
                  </a:moveTo>
                  <a:lnTo>
                    <a:pt x="1369593" y="1983003"/>
                  </a:lnTo>
                  <a:lnTo>
                    <a:pt x="1322489" y="1983613"/>
                  </a:lnTo>
                  <a:lnTo>
                    <a:pt x="1323086" y="2030730"/>
                  </a:lnTo>
                  <a:lnTo>
                    <a:pt x="1370203" y="2030120"/>
                  </a:lnTo>
                  <a:close/>
                </a:path>
                <a:path w="2858770" h="2294254">
                  <a:moveTo>
                    <a:pt x="1465719" y="2028494"/>
                  </a:moveTo>
                  <a:lnTo>
                    <a:pt x="1462798" y="1981492"/>
                  </a:lnTo>
                  <a:lnTo>
                    <a:pt x="1416710" y="1982393"/>
                  </a:lnTo>
                  <a:lnTo>
                    <a:pt x="1417320" y="2029510"/>
                  </a:lnTo>
                  <a:lnTo>
                    <a:pt x="1463878" y="2028596"/>
                  </a:lnTo>
                  <a:lnTo>
                    <a:pt x="1465719" y="2028494"/>
                  </a:lnTo>
                  <a:close/>
                </a:path>
                <a:path w="2858770" h="2294254">
                  <a:moveTo>
                    <a:pt x="1561363" y="2017776"/>
                  </a:moveTo>
                  <a:lnTo>
                    <a:pt x="1554073" y="1971217"/>
                  </a:lnTo>
                  <a:lnTo>
                    <a:pt x="1524419" y="1975878"/>
                  </a:lnTo>
                  <a:lnTo>
                    <a:pt x="1508442" y="1977682"/>
                  </a:lnTo>
                  <a:lnTo>
                    <a:pt x="1513700" y="2024507"/>
                  </a:lnTo>
                  <a:lnTo>
                    <a:pt x="1529689" y="2022703"/>
                  </a:lnTo>
                  <a:lnTo>
                    <a:pt x="1561363" y="2017776"/>
                  </a:lnTo>
                  <a:close/>
                </a:path>
                <a:path w="2858770" h="2294254">
                  <a:moveTo>
                    <a:pt x="1655775" y="1995195"/>
                  </a:moveTo>
                  <a:lnTo>
                    <a:pt x="1642833" y="1949894"/>
                  </a:lnTo>
                  <a:lnTo>
                    <a:pt x="1616671" y="1957387"/>
                  </a:lnTo>
                  <a:lnTo>
                    <a:pt x="1598244" y="1961857"/>
                  </a:lnTo>
                  <a:lnTo>
                    <a:pt x="1609369" y="2007654"/>
                  </a:lnTo>
                  <a:lnTo>
                    <a:pt x="1627809" y="2003171"/>
                  </a:lnTo>
                  <a:lnTo>
                    <a:pt x="1655775" y="1995195"/>
                  </a:lnTo>
                  <a:close/>
                </a:path>
                <a:path w="2858770" h="2294254">
                  <a:moveTo>
                    <a:pt x="1746872" y="1962327"/>
                  </a:moveTo>
                  <a:lnTo>
                    <a:pt x="1728914" y="1918766"/>
                  </a:lnTo>
                  <a:lnTo>
                    <a:pt x="1708404" y="1927237"/>
                  </a:lnTo>
                  <a:lnTo>
                    <a:pt x="1685836" y="1935594"/>
                  </a:lnTo>
                  <a:lnTo>
                    <a:pt x="1702193" y="1979790"/>
                  </a:lnTo>
                  <a:lnTo>
                    <a:pt x="1724774" y="1971433"/>
                  </a:lnTo>
                  <a:lnTo>
                    <a:pt x="1746872" y="1962327"/>
                  </a:lnTo>
                  <a:close/>
                </a:path>
                <a:path w="2858770" h="2294254">
                  <a:moveTo>
                    <a:pt x="1834057" y="1920722"/>
                  </a:moveTo>
                  <a:lnTo>
                    <a:pt x="1811756" y="1879219"/>
                  </a:lnTo>
                  <a:lnTo>
                    <a:pt x="1799209" y="1885975"/>
                  </a:lnTo>
                  <a:lnTo>
                    <a:pt x="1770456" y="1900237"/>
                  </a:lnTo>
                  <a:lnTo>
                    <a:pt x="1791385" y="1942452"/>
                  </a:lnTo>
                  <a:lnTo>
                    <a:pt x="1820138" y="1928190"/>
                  </a:lnTo>
                  <a:lnTo>
                    <a:pt x="1834057" y="1920722"/>
                  </a:lnTo>
                  <a:close/>
                </a:path>
                <a:path w="2858770" h="2294254">
                  <a:moveTo>
                    <a:pt x="1917103" y="1871789"/>
                  </a:moveTo>
                  <a:lnTo>
                    <a:pt x="1891055" y="1832533"/>
                  </a:lnTo>
                  <a:lnTo>
                    <a:pt x="1888642" y="1834134"/>
                  </a:lnTo>
                  <a:lnTo>
                    <a:pt x="1859013" y="1852561"/>
                  </a:lnTo>
                  <a:lnTo>
                    <a:pt x="1852168" y="1856524"/>
                  </a:lnTo>
                  <a:lnTo>
                    <a:pt x="1875790" y="1897291"/>
                  </a:lnTo>
                  <a:lnTo>
                    <a:pt x="1882635" y="1893328"/>
                  </a:lnTo>
                  <a:lnTo>
                    <a:pt x="1913509" y="1874164"/>
                  </a:lnTo>
                  <a:lnTo>
                    <a:pt x="1917103" y="1871789"/>
                  </a:lnTo>
                  <a:close/>
                </a:path>
                <a:path w="2858770" h="2294254">
                  <a:moveTo>
                    <a:pt x="1995297" y="1816887"/>
                  </a:moveTo>
                  <a:lnTo>
                    <a:pt x="1967064" y="1779155"/>
                  </a:lnTo>
                  <a:lnTo>
                    <a:pt x="1947291" y="1793976"/>
                  </a:lnTo>
                  <a:lnTo>
                    <a:pt x="1929511" y="1806511"/>
                  </a:lnTo>
                  <a:lnTo>
                    <a:pt x="1956689" y="1845005"/>
                  </a:lnTo>
                  <a:lnTo>
                    <a:pt x="1974456" y="1832470"/>
                  </a:lnTo>
                  <a:lnTo>
                    <a:pt x="1995297" y="1816887"/>
                  </a:lnTo>
                  <a:close/>
                </a:path>
                <a:path w="2858770" h="2294254">
                  <a:moveTo>
                    <a:pt x="2069934" y="1756384"/>
                  </a:moveTo>
                  <a:lnTo>
                    <a:pt x="2038819" y="1721002"/>
                  </a:lnTo>
                  <a:lnTo>
                    <a:pt x="2033435" y="1725752"/>
                  </a:lnTo>
                  <a:lnTo>
                    <a:pt x="2004987" y="1749526"/>
                  </a:lnTo>
                  <a:lnTo>
                    <a:pt x="2003691" y="1750542"/>
                  </a:lnTo>
                  <a:lnTo>
                    <a:pt x="2032939" y="1787499"/>
                  </a:lnTo>
                  <a:lnTo>
                    <a:pt x="2034235" y="1786470"/>
                  </a:lnTo>
                  <a:lnTo>
                    <a:pt x="2063648" y="1761909"/>
                  </a:lnTo>
                  <a:lnTo>
                    <a:pt x="2069934" y="1756384"/>
                  </a:lnTo>
                  <a:close/>
                </a:path>
                <a:path w="2858770" h="2294254">
                  <a:moveTo>
                    <a:pt x="2140064" y="1691754"/>
                  </a:moveTo>
                  <a:lnTo>
                    <a:pt x="2107260" y="1657934"/>
                  </a:lnTo>
                  <a:lnTo>
                    <a:pt x="2089467" y="1675206"/>
                  </a:lnTo>
                  <a:lnTo>
                    <a:pt x="2073490" y="1689976"/>
                  </a:lnTo>
                  <a:lnTo>
                    <a:pt x="2105469" y="1724571"/>
                  </a:lnTo>
                  <a:lnTo>
                    <a:pt x="2121446" y="1709813"/>
                  </a:lnTo>
                  <a:lnTo>
                    <a:pt x="2140064" y="1691754"/>
                  </a:lnTo>
                  <a:close/>
                </a:path>
                <a:path w="2858770" h="2294254">
                  <a:moveTo>
                    <a:pt x="2206307" y="1622869"/>
                  </a:moveTo>
                  <a:lnTo>
                    <a:pt x="2171611" y="1590979"/>
                  </a:lnTo>
                  <a:lnTo>
                    <a:pt x="2144204" y="1620824"/>
                  </a:lnTo>
                  <a:lnTo>
                    <a:pt x="2140140" y="1624965"/>
                  </a:lnTo>
                  <a:lnTo>
                    <a:pt x="2173732" y="1658010"/>
                  </a:lnTo>
                  <a:lnTo>
                    <a:pt x="2177796" y="1653870"/>
                  </a:lnTo>
                  <a:lnTo>
                    <a:pt x="2206307" y="1622869"/>
                  </a:lnTo>
                  <a:close/>
                </a:path>
                <a:path w="2858770" h="2294254">
                  <a:moveTo>
                    <a:pt x="2268931" y="1551101"/>
                  </a:moveTo>
                  <a:lnTo>
                    <a:pt x="2232876" y="1520761"/>
                  </a:lnTo>
                  <a:lnTo>
                    <a:pt x="2202535" y="1556816"/>
                  </a:lnTo>
                  <a:lnTo>
                    <a:pt x="2238591" y="1587157"/>
                  </a:lnTo>
                  <a:lnTo>
                    <a:pt x="2268931" y="1551101"/>
                  </a:lnTo>
                  <a:close/>
                </a:path>
                <a:path w="2858770" h="2294254">
                  <a:moveTo>
                    <a:pt x="2328011" y="1476451"/>
                  </a:moveTo>
                  <a:lnTo>
                    <a:pt x="2290724" y="1447634"/>
                  </a:lnTo>
                  <a:lnTo>
                    <a:pt x="2261908" y="1484922"/>
                  </a:lnTo>
                  <a:lnTo>
                    <a:pt x="2299195" y="1513738"/>
                  </a:lnTo>
                  <a:lnTo>
                    <a:pt x="2328011" y="1476451"/>
                  </a:lnTo>
                  <a:close/>
                </a:path>
                <a:path w="2858770" h="2294254">
                  <a:moveTo>
                    <a:pt x="2383625" y="1399222"/>
                  </a:moveTo>
                  <a:lnTo>
                    <a:pt x="2345220" y="1371930"/>
                  </a:lnTo>
                  <a:lnTo>
                    <a:pt x="2317927" y="1410335"/>
                  </a:lnTo>
                  <a:lnTo>
                    <a:pt x="2356332" y="1437627"/>
                  </a:lnTo>
                  <a:lnTo>
                    <a:pt x="2383625" y="1399222"/>
                  </a:lnTo>
                  <a:close/>
                </a:path>
                <a:path w="2858770" h="2294254">
                  <a:moveTo>
                    <a:pt x="2436190" y="1318856"/>
                  </a:moveTo>
                  <a:lnTo>
                    <a:pt x="2395804" y="1294574"/>
                  </a:lnTo>
                  <a:lnTo>
                    <a:pt x="2394077" y="1297495"/>
                  </a:lnTo>
                  <a:lnTo>
                    <a:pt x="2370632" y="1333347"/>
                  </a:lnTo>
                  <a:lnTo>
                    <a:pt x="2410066" y="1359128"/>
                  </a:lnTo>
                  <a:lnTo>
                    <a:pt x="2433510" y="1323276"/>
                  </a:lnTo>
                  <a:lnTo>
                    <a:pt x="2436190" y="1318856"/>
                  </a:lnTo>
                  <a:close/>
                </a:path>
                <a:path w="2858770" h="2294254">
                  <a:moveTo>
                    <a:pt x="2484805" y="1237119"/>
                  </a:moveTo>
                  <a:lnTo>
                    <a:pt x="2443569" y="1214348"/>
                  </a:lnTo>
                  <a:lnTo>
                    <a:pt x="2438311" y="1223899"/>
                  </a:lnTo>
                  <a:lnTo>
                    <a:pt x="2420086" y="1254188"/>
                  </a:lnTo>
                  <a:lnTo>
                    <a:pt x="2460472" y="1278470"/>
                  </a:lnTo>
                  <a:lnTo>
                    <a:pt x="2478684" y="1248181"/>
                  </a:lnTo>
                  <a:lnTo>
                    <a:pt x="2484805" y="1237119"/>
                  </a:lnTo>
                  <a:close/>
                </a:path>
                <a:path w="2858770" h="2294254">
                  <a:moveTo>
                    <a:pt x="2530183" y="1153553"/>
                  </a:moveTo>
                  <a:lnTo>
                    <a:pt x="2488133" y="1132293"/>
                  </a:lnTo>
                  <a:lnTo>
                    <a:pt x="2480335" y="1147737"/>
                  </a:lnTo>
                  <a:lnTo>
                    <a:pt x="2466340" y="1173099"/>
                  </a:lnTo>
                  <a:lnTo>
                    <a:pt x="2507589" y="1195870"/>
                  </a:lnTo>
                  <a:lnTo>
                    <a:pt x="2521585" y="1170520"/>
                  </a:lnTo>
                  <a:lnTo>
                    <a:pt x="2530183" y="1153553"/>
                  </a:lnTo>
                  <a:close/>
                </a:path>
                <a:path w="2858770" h="2294254">
                  <a:moveTo>
                    <a:pt x="2572321" y="1068336"/>
                  </a:moveTo>
                  <a:lnTo>
                    <a:pt x="2529535" y="1048588"/>
                  </a:lnTo>
                  <a:lnTo>
                    <a:pt x="2520035" y="1069213"/>
                  </a:lnTo>
                  <a:lnTo>
                    <a:pt x="2509393" y="1090244"/>
                  </a:lnTo>
                  <a:lnTo>
                    <a:pt x="2551442" y="1111516"/>
                  </a:lnTo>
                  <a:lnTo>
                    <a:pt x="2562187" y="1090244"/>
                  </a:lnTo>
                  <a:lnTo>
                    <a:pt x="2572321" y="1068336"/>
                  </a:lnTo>
                  <a:close/>
                </a:path>
                <a:path w="2858770" h="2294254">
                  <a:moveTo>
                    <a:pt x="2611221" y="981608"/>
                  </a:moveTo>
                  <a:lnTo>
                    <a:pt x="2567775" y="963396"/>
                  </a:lnTo>
                  <a:lnTo>
                    <a:pt x="2557272" y="988504"/>
                  </a:lnTo>
                  <a:lnTo>
                    <a:pt x="2549283" y="1005814"/>
                  </a:lnTo>
                  <a:lnTo>
                    <a:pt x="2592070" y="1025550"/>
                  </a:lnTo>
                  <a:lnTo>
                    <a:pt x="2600058" y="1008240"/>
                  </a:lnTo>
                  <a:lnTo>
                    <a:pt x="2611221" y="981608"/>
                  </a:lnTo>
                  <a:close/>
                </a:path>
                <a:path w="2858770" h="2294254">
                  <a:moveTo>
                    <a:pt x="2646921" y="893495"/>
                  </a:moveTo>
                  <a:lnTo>
                    <a:pt x="2602839" y="876833"/>
                  </a:lnTo>
                  <a:lnTo>
                    <a:pt x="2591917" y="905789"/>
                  </a:lnTo>
                  <a:lnTo>
                    <a:pt x="2585986" y="919937"/>
                  </a:lnTo>
                  <a:lnTo>
                    <a:pt x="2629446" y="938149"/>
                  </a:lnTo>
                  <a:lnTo>
                    <a:pt x="2635377" y="923988"/>
                  </a:lnTo>
                  <a:lnTo>
                    <a:pt x="2646921" y="893495"/>
                  </a:lnTo>
                  <a:close/>
                </a:path>
                <a:path w="2858770" h="2294254">
                  <a:moveTo>
                    <a:pt x="2679344" y="804138"/>
                  </a:moveTo>
                  <a:lnTo>
                    <a:pt x="2634716" y="789051"/>
                  </a:lnTo>
                  <a:lnTo>
                    <a:pt x="2623858" y="821245"/>
                  </a:lnTo>
                  <a:lnTo>
                    <a:pt x="2619502" y="832764"/>
                  </a:lnTo>
                  <a:lnTo>
                    <a:pt x="2663583" y="849426"/>
                  </a:lnTo>
                  <a:lnTo>
                    <a:pt x="2667927" y="837907"/>
                  </a:lnTo>
                  <a:lnTo>
                    <a:pt x="2679344" y="804138"/>
                  </a:lnTo>
                  <a:close/>
                </a:path>
                <a:path w="2858770" h="2294254">
                  <a:moveTo>
                    <a:pt x="2708503" y="713651"/>
                  </a:moveTo>
                  <a:lnTo>
                    <a:pt x="2663355" y="700176"/>
                  </a:lnTo>
                  <a:lnTo>
                    <a:pt x="2652953" y="735076"/>
                  </a:lnTo>
                  <a:lnTo>
                    <a:pt x="2649804" y="744423"/>
                  </a:lnTo>
                  <a:lnTo>
                    <a:pt x="2694432" y="759498"/>
                  </a:lnTo>
                  <a:lnTo>
                    <a:pt x="2697594" y="750163"/>
                  </a:lnTo>
                  <a:lnTo>
                    <a:pt x="2708503" y="713651"/>
                  </a:lnTo>
                  <a:close/>
                </a:path>
                <a:path w="2858770" h="2294254">
                  <a:moveTo>
                    <a:pt x="2734322" y="622147"/>
                  </a:moveTo>
                  <a:lnTo>
                    <a:pt x="2688704" y="610311"/>
                  </a:lnTo>
                  <a:lnTo>
                    <a:pt x="2679090" y="647458"/>
                  </a:lnTo>
                  <a:lnTo>
                    <a:pt x="2676829" y="655027"/>
                  </a:lnTo>
                  <a:lnTo>
                    <a:pt x="2721978" y="668502"/>
                  </a:lnTo>
                  <a:lnTo>
                    <a:pt x="2724239" y="660933"/>
                  </a:lnTo>
                  <a:lnTo>
                    <a:pt x="2734322" y="622147"/>
                  </a:lnTo>
                  <a:close/>
                </a:path>
                <a:path w="2858770" h="2294254">
                  <a:moveTo>
                    <a:pt x="2756738" y="529742"/>
                  </a:moveTo>
                  <a:lnTo>
                    <a:pt x="2710726" y="519582"/>
                  </a:lnTo>
                  <a:lnTo>
                    <a:pt x="2702128" y="558584"/>
                  </a:lnTo>
                  <a:lnTo>
                    <a:pt x="2700540" y="564705"/>
                  </a:lnTo>
                  <a:lnTo>
                    <a:pt x="2746159" y="576541"/>
                  </a:lnTo>
                  <a:lnTo>
                    <a:pt x="2747746" y="570420"/>
                  </a:lnTo>
                  <a:lnTo>
                    <a:pt x="2756738" y="529742"/>
                  </a:lnTo>
                  <a:close/>
                </a:path>
                <a:path w="2858770" h="2294254">
                  <a:moveTo>
                    <a:pt x="2775686" y="436549"/>
                  </a:moveTo>
                  <a:lnTo>
                    <a:pt x="2729319" y="428117"/>
                  </a:lnTo>
                  <a:lnTo>
                    <a:pt x="2721965" y="468630"/>
                  </a:lnTo>
                  <a:lnTo>
                    <a:pt x="2720873" y="473570"/>
                  </a:lnTo>
                  <a:lnTo>
                    <a:pt x="2766885" y="483730"/>
                  </a:lnTo>
                  <a:lnTo>
                    <a:pt x="2767990" y="478777"/>
                  </a:lnTo>
                  <a:lnTo>
                    <a:pt x="2775686" y="436549"/>
                  </a:lnTo>
                  <a:close/>
                </a:path>
                <a:path w="2858770" h="2294254">
                  <a:moveTo>
                    <a:pt x="2791053" y="342684"/>
                  </a:moveTo>
                  <a:lnTo>
                    <a:pt x="2744406" y="336029"/>
                  </a:lnTo>
                  <a:lnTo>
                    <a:pt x="2738463" y="377786"/>
                  </a:lnTo>
                  <a:lnTo>
                    <a:pt x="2737751" y="381762"/>
                  </a:lnTo>
                  <a:lnTo>
                    <a:pt x="2784094" y="390182"/>
                  </a:lnTo>
                  <a:lnTo>
                    <a:pt x="2784830" y="386207"/>
                  </a:lnTo>
                  <a:lnTo>
                    <a:pt x="2791053" y="342684"/>
                  </a:lnTo>
                  <a:close/>
                </a:path>
                <a:path w="2858770" h="2294254">
                  <a:moveTo>
                    <a:pt x="2802775" y="248259"/>
                  </a:moveTo>
                  <a:lnTo>
                    <a:pt x="2755900" y="243433"/>
                  </a:lnTo>
                  <a:lnTo>
                    <a:pt x="2751518" y="286232"/>
                  </a:lnTo>
                  <a:lnTo>
                    <a:pt x="2751061" y="289382"/>
                  </a:lnTo>
                  <a:lnTo>
                    <a:pt x="2797708" y="296024"/>
                  </a:lnTo>
                  <a:lnTo>
                    <a:pt x="2798153" y="292887"/>
                  </a:lnTo>
                  <a:lnTo>
                    <a:pt x="2802775" y="248259"/>
                  </a:lnTo>
                  <a:close/>
                </a:path>
                <a:path w="2858770" h="2294254">
                  <a:moveTo>
                    <a:pt x="2810548" y="153327"/>
                  </a:moveTo>
                  <a:lnTo>
                    <a:pt x="2763520" y="150558"/>
                  </a:lnTo>
                  <a:lnTo>
                    <a:pt x="2760967" y="194157"/>
                  </a:lnTo>
                  <a:lnTo>
                    <a:pt x="2760713" y="196557"/>
                  </a:lnTo>
                  <a:lnTo>
                    <a:pt x="2807601" y="201383"/>
                  </a:lnTo>
                  <a:lnTo>
                    <a:pt x="2807843" y="198983"/>
                  </a:lnTo>
                  <a:lnTo>
                    <a:pt x="2810548" y="153327"/>
                  </a:lnTo>
                  <a:close/>
                </a:path>
                <a:path w="2858770" h="2294254">
                  <a:moveTo>
                    <a:pt x="2858376" y="153212"/>
                  </a:moveTo>
                  <a:lnTo>
                    <a:pt x="2792209" y="9677"/>
                  </a:lnTo>
                  <a:lnTo>
                    <a:pt x="2717076" y="148717"/>
                  </a:lnTo>
                  <a:lnTo>
                    <a:pt x="2858376" y="153212"/>
                  </a:lnTo>
                  <a:close/>
                </a:path>
              </a:pathLst>
            </a:custGeom>
            <a:solidFill>
              <a:srgbClr val="FD776E"/>
            </a:solidFill>
          </p:spPr>
          <p:txBody>
            <a:bodyPr wrap="square" lIns="0" tIns="0" rIns="0" bIns="0" rtlCol="0"/>
            <a:lstStyle/>
            <a:p>
              <a:endParaRPr lang="es-PE" noProof="0" dirty="0">
                <a:latin typeface="Aptos" panose="020B0004020202020204" pitchFamily="34" charset="0"/>
              </a:endParaRPr>
            </a:p>
          </p:txBody>
        </p:sp>
        <p:sp>
          <p:nvSpPr>
            <p:cNvPr id="28" name="object 28"/>
            <p:cNvSpPr/>
            <p:nvPr/>
          </p:nvSpPr>
          <p:spPr>
            <a:xfrm>
              <a:off x="5050053" y="5570111"/>
              <a:ext cx="11403330" cy="1652270"/>
            </a:xfrm>
            <a:custGeom>
              <a:avLst/>
              <a:gdLst/>
              <a:ahLst/>
              <a:cxnLst/>
              <a:rect l="l" t="t" r="r" b="b"/>
              <a:pathLst>
                <a:path w="11403330" h="1652270">
                  <a:moveTo>
                    <a:pt x="138747" y="125222"/>
                  </a:moveTo>
                  <a:lnTo>
                    <a:pt x="126631" y="109474"/>
                  </a:lnTo>
                  <a:lnTo>
                    <a:pt x="42329" y="0"/>
                  </a:lnTo>
                  <a:lnTo>
                    <a:pt x="0" y="152260"/>
                  </a:lnTo>
                  <a:lnTo>
                    <a:pt x="47853" y="142938"/>
                  </a:lnTo>
                  <a:lnTo>
                    <a:pt x="52412" y="159816"/>
                  </a:lnTo>
                  <a:lnTo>
                    <a:pt x="52832" y="160985"/>
                  </a:lnTo>
                  <a:lnTo>
                    <a:pt x="62280" y="182016"/>
                  </a:lnTo>
                  <a:lnTo>
                    <a:pt x="67043" y="191554"/>
                  </a:lnTo>
                  <a:lnTo>
                    <a:pt x="109194" y="170484"/>
                  </a:lnTo>
                  <a:lnTo>
                    <a:pt x="104432" y="160947"/>
                  </a:lnTo>
                  <a:lnTo>
                    <a:pt x="97891" y="146329"/>
                  </a:lnTo>
                  <a:lnTo>
                    <a:pt x="97091" y="144551"/>
                  </a:lnTo>
                  <a:lnTo>
                    <a:pt x="96634" y="142836"/>
                  </a:lnTo>
                  <a:lnTo>
                    <a:pt x="94221" y="133896"/>
                  </a:lnTo>
                  <a:lnTo>
                    <a:pt x="138747" y="125222"/>
                  </a:lnTo>
                  <a:close/>
                </a:path>
                <a:path w="11403330" h="1652270">
                  <a:moveTo>
                    <a:pt x="214223" y="318935"/>
                  </a:moveTo>
                  <a:lnTo>
                    <a:pt x="187261" y="288213"/>
                  </a:lnTo>
                  <a:lnTo>
                    <a:pt x="158864" y="251650"/>
                  </a:lnTo>
                  <a:lnTo>
                    <a:pt x="134175" y="215125"/>
                  </a:lnTo>
                  <a:lnTo>
                    <a:pt x="131165" y="210058"/>
                  </a:lnTo>
                  <a:lnTo>
                    <a:pt x="90792" y="234353"/>
                  </a:lnTo>
                  <a:lnTo>
                    <a:pt x="95173" y="241554"/>
                  </a:lnTo>
                  <a:lnTo>
                    <a:pt x="121666" y="280581"/>
                  </a:lnTo>
                  <a:lnTo>
                    <a:pt x="151853" y="319303"/>
                  </a:lnTo>
                  <a:lnTo>
                    <a:pt x="178816" y="350012"/>
                  </a:lnTo>
                  <a:lnTo>
                    <a:pt x="214223" y="318935"/>
                  </a:lnTo>
                  <a:close/>
                </a:path>
                <a:path w="11403330" h="1652270">
                  <a:moveTo>
                    <a:pt x="349237" y="443801"/>
                  </a:moveTo>
                  <a:lnTo>
                    <a:pt x="336905" y="434124"/>
                  </a:lnTo>
                  <a:lnTo>
                    <a:pt x="294208" y="397776"/>
                  </a:lnTo>
                  <a:lnTo>
                    <a:pt x="254990" y="361327"/>
                  </a:lnTo>
                  <a:lnTo>
                    <a:pt x="245948" y="352031"/>
                  </a:lnTo>
                  <a:lnTo>
                    <a:pt x="212255" y="384962"/>
                  </a:lnTo>
                  <a:lnTo>
                    <a:pt x="222923" y="395846"/>
                  </a:lnTo>
                  <a:lnTo>
                    <a:pt x="263677" y="433666"/>
                  </a:lnTo>
                  <a:lnTo>
                    <a:pt x="307822" y="471195"/>
                  </a:lnTo>
                  <a:lnTo>
                    <a:pt x="320154" y="480872"/>
                  </a:lnTo>
                  <a:lnTo>
                    <a:pt x="349237" y="443801"/>
                  </a:lnTo>
                  <a:close/>
                </a:path>
                <a:path w="11403330" h="1652270">
                  <a:moveTo>
                    <a:pt x="500621" y="551967"/>
                  </a:moveTo>
                  <a:lnTo>
                    <a:pt x="485216" y="542175"/>
                  </a:lnTo>
                  <a:lnTo>
                    <a:pt x="432473" y="506349"/>
                  </a:lnTo>
                  <a:lnTo>
                    <a:pt x="385699" y="472287"/>
                  </a:lnTo>
                  <a:lnTo>
                    <a:pt x="357962" y="510374"/>
                  </a:lnTo>
                  <a:lnTo>
                    <a:pt x="406019" y="545338"/>
                  </a:lnTo>
                  <a:lnTo>
                    <a:pt x="459943" y="581939"/>
                  </a:lnTo>
                  <a:lnTo>
                    <a:pt x="475335" y="591731"/>
                  </a:lnTo>
                  <a:lnTo>
                    <a:pt x="500621" y="551967"/>
                  </a:lnTo>
                  <a:close/>
                </a:path>
                <a:path w="11403330" h="1652270">
                  <a:moveTo>
                    <a:pt x="661530" y="647598"/>
                  </a:moveTo>
                  <a:lnTo>
                    <a:pt x="600290" y="613092"/>
                  </a:lnTo>
                  <a:lnTo>
                    <a:pt x="541185" y="577761"/>
                  </a:lnTo>
                  <a:lnTo>
                    <a:pt x="540385" y="577240"/>
                  </a:lnTo>
                  <a:lnTo>
                    <a:pt x="515099" y="617004"/>
                  </a:lnTo>
                  <a:lnTo>
                    <a:pt x="517017" y="618210"/>
                  </a:lnTo>
                  <a:lnTo>
                    <a:pt x="577151" y="654138"/>
                  </a:lnTo>
                  <a:lnTo>
                    <a:pt x="638390" y="688657"/>
                  </a:lnTo>
                  <a:lnTo>
                    <a:pt x="661530" y="647598"/>
                  </a:lnTo>
                  <a:close/>
                </a:path>
                <a:path w="11403330" h="1652270">
                  <a:moveTo>
                    <a:pt x="827925" y="732701"/>
                  </a:moveTo>
                  <a:lnTo>
                    <a:pt x="795807" y="717296"/>
                  </a:lnTo>
                  <a:lnTo>
                    <a:pt x="727659" y="682879"/>
                  </a:lnTo>
                  <a:lnTo>
                    <a:pt x="702602" y="669518"/>
                  </a:lnTo>
                  <a:lnTo>
                    <a:pt x="680453" y="711111"/>
                  </a:lnTo>
                  <a:lnTo>
                    <a:pt x="706424" y="724941"/>
                  </a:lnTo>
                  <a:lnTo>
                    <a:pt x="775423" y="759777"/>
                  </a:lnTo>
                  <a:lnTo>
                    <a:pt x="807554" y="775182"/>
                  </a:lnTo>
                  <a:lnTo>
                    <a:pt x="827925" y="732701"/>
                  </a:lnTo>
                  <a:close/>
                </a:path>
                <a:path w="11403330" h="1652270">
                  <a:moveTo>
                    <a:pt x="998715" y="810298"/>
                  </a:moveTo>
                  <a:lnTo>
                    <a:pt x="940638" y="785050"/>
                  </a:lnTo>
                  <a:lnTo>
                    <a:pt x="870026" y="752817"/>
                  </a:lnTo>
                  <a:lnTo>
                    <a:pt x="850468" y="795693"/>
                  </a:lnTo>
                  <a:lnTo>
                    <a:pt x="921854" y="828255"/>
                  </a:lnTo>
                  <a:lnTo>
                    <a:pt x="979919" y="853503"/>
                  </a:lnTo>
                  <a:lnTo>
                    <a:pt x="998715" y="810298"/>
                  </a:lnTo>
                  <a:close/>
                </a:path>
                <a:path w="11403330" h="1652270">
                  <a:moveTo>
                    <a:pt x="1172438" y="881341"/>
                  </a:moveTo>
                  <a:lnTo>
                    <a:pt x="1096441" y="851217"/>
                  </a:lnTo>
                  <a:lnTo>
                    <a:pt x="1041730" y="828522"/>
                  </a:lnTo>
                  <a:lnTo>
                    <a:pt x="1023670" y="872032"/>
                  </a:lnTo>
                  <a:lnTo>
                    <a:pt x="1079080" y="895032"/>
                  </a:lnTo>
                  <a:lnTo>
                    <a:pt x="1155077" y="925144"/>
                  </a:lnTo>
                  <a:lnTo>
                    <a:pt x="1172438" y="881341"/>
                  </a:lnTo>
                  <a:close/>
                </a:path>
                <a:path w="11403330" h="1652270">
                  <a:moveTo>
                    <a:pt x="1348447" y="946772"/>
                  </a:moveTo>
                  <a:lnTo>
                    <a:pt x="1262697" y="915657"/>
                  </a:lnTo>
                  <a:lnTo>
                    <a:pt x="1216126" y="898004"/>
                  </a:lnTo>
                  <a:lnTo>
                    <a:pt x="1199426" y="942073"/>
                  </a:lnTo>
                  <a:lnTo>
                    <a:pt x="1246619" y="959954"/>
                  </a:lnTo>
                  <a:lnTo>
                    <a:pt x="1332382" y="991069"/>
                  </a:lnTo>
                  <a:lnTo>
                    <a:pt x="1348447" y="946772"/>
                  </a:lnTo>
                  <a:close/>
                </a:path>
                <a:path w="11403330" h="1652270">
                  <a:moveTo>
                    <a:pt x="1526273" y="1007313"/>
                  </a:moveTo>
                  <a:lnTo>
                    <a:pt x="1438846" y="978204"/>
                  </a:lnTo>
                  <a:lnTo>
                    <a:pt x="1392643" y="962152"/>
                  </a:lnTo>
                  <a:lnTo>
                    <a:pt x="1377175" y="1006652"/>
                  </a:lnTo>
                  <a:lnTo>
                    <a:pt x="1423962" y="1022908"/>
                  </a:lnTo>
                  <a:lnTo>
                    <a:pt x="1511388" y="1052017"/>
                  </a:lnTo>
                  <a:lnTo>
                    <a:pt x="1526273" y="1007313"/>
                  </a:lnTo>
                  <a:close/>
                </a:path>
                <a:path w="11403330" h="1652270">
                  <a:moveTo>
                    <a:pt x="1705559" y="1063536"/>
                  </a:moveTo>
                  <a:lnTo>
                    <a:pt x="1624380" y="1038682"/>
                  </a:lnTo>
                  <a:lnTo>
                    <a:pt x="1570863" y="1021600"/>
                  </a:lnTo>
                  <a:lnTo>
                    <a:pt x="1556537" y="1066495"/>
                  </a:lnTo>
                  <a:lnTo>
                    <a:pt x="1610588" y="1083741"/>
                  </a:lnTo>
                  <a:lnTo>
                    <a:pt x="1691767" y="1108595"/>
                  </a:lnTo>
                  <a:lnTo>
                    <a:pt x="1705559" y="1063536"/>
                  </a:lnTo>
                  <a:close/>
                </a:path>
                <a:path w="11403330" h="1652270">
                  <a:moveTo>
                    <a:pt x="1886051" y="1115910"/>
                  </a:moveTo>
                  <a:lnTo>
                    <a:pt x="1818767" y="1096962"/>
                  </a:lnTo>
                  <a:lnTo>
                    <a:pt x="1750453" y="1076909"/>
                  </a:lnTo>
                  <a:lnTo>
                    <a:pt x="1737182" y="1122121"/>
                  </a:lnTo>
                  <a:lnTo>
                    <a:pt x="1805990" y="1142314"/>
                  </a:lnTo>
                  <a:lnTo>
                    <a:pt x="1873275" y="1161262"/>
                  </a:lnTo>
                  <a:lnTo>
                    <a:pt x="1886051" y="1115910"/>
                  </a:lnTo>
                  <a:close/>
                </a:path>
                <a:path w="11403330" h="1652270">
                  <a:moveTo>
                    <a:pt x="2067560" y="1164805"/>
                  </a:moveTo>
                  <a:lnTo>
                    <a:pt x="2021471" y="1152867"/>
                  </a:lnTo>
                  <a:lnTo>
                    <a:pt x="1931200" y="1128483"/>
                  </a:lnTo>
                  <a:lnTo>
                    <a:pt x="1918919" y="1173975"/>
                  </a:lnTo>
                  <a:lnTo>
                    <a:pt x="2009660" y="1198486"/>
                  </a:lnTo>
                  <a:lnTo>
                    <a:pt x="2055749" y="1210411"/>
                  </a:lnTo>
                  <a:lnTo>
                    <a:pt x="2067560" y="1164805"/>
                  </a:lnTo>
                  <a:close/>
                </a:path>
                <a:path w="11403330" h="1652270">
                  <a:moveTo>
                    <a:pt x="2249919" y="1210525"/>
                  </a:moveTo>
                  <a:lnTo>
                    <a:pt x="2231987" y="1206258"/>
                  </a:lnTo>
                  <a:lnTo>
                    <a:pt x="2125789" y="1179880"/>
                  </a:lnTo>
                  <a:lnTo>
                    <a:pt x="2113165" y="1176616"/>
                  </a:lnTo>
                  <a:lnTo>
                    <a:pt x="2101354" y="1222235"/>
                  </a:lnTo>
                  <a:lnTo>
                    <a:pt x="2114435" y="1225613"/>
                  </a:lnTo>
                  <a:lnTo>
                    <a:pt x="2221090" y="1252093"/>
                  </a:lnTo>
                  <a:lnTo>
                    <a:pt x="2239010" y="1256360"/>
                  </a:lnTo>
                  <a:lnTo>
                    <a:pt x="2249919" y="1210525"/>
                  </a:lnTo>
                  <a:close/>
                </a:path>
                <a:path w="11403330" h="1652270">
                  <a:moveTo>
                    <a:pt x="2433269" y="1253210"/>
                  </a:moveTo>
                  <a:lnTo>
                    <a:pt x="2340013" y="1231963"/>
                  </a:lnTo>
                  <a:lnTo>
                    <a:pt x="2295753" y="1221422"/>
                  </a:lnTo>
                  <a:lnTo>
                    <a:pt x="2284857" y="1267269"/>
                  </a:lnTo>
                  <a:lnTo>
                    <a:pt x="2329548" y="1277899"/>
                  </a:lnTo>
                  <a:lnTo>
                    <a:pt x="2422791" y="1299146"/>
                  </a:lnTo>
                  <a:lnTo>
                    <a:pt x="2433269" y="1253210"/>
                  </a:lnTo>
                  <a:close/>
                </a:path>
                <a:path w="11403330" h="1652270">
                  <a:moveTo>
                    <a:pt x="2617063" y="1292923"/>
                  </a:moveTo>
                  <a:lnTo>
                    <a:pt x="2479052" y="1263357"/>
                  </a:lnTo>
                  <a:lnTo>
                    <a:pt x="2469007" y="1309395"/>
                  </a:lnTo>
                  <a:lnTo>
                    <a:pt x="2607437" y="1339049"/>
                  </a:lnTo>
                  <a:lnTo>
                    <a:pt x="2617063" y="1292923"/>
                  </a:lnTo>
                  <a:close/>
                </a:path>
                <a:path w="11403330" h="1652270">
                  <a:moveTo>
                    <a:pt x="2801404" y="1330083"/>
                  </a:moveTo>
                  <a:lnTo>
                    <a:pt x="2674340" y="1304874"/>
                  </a:lnTo>
                  <a:lnTo>
                    <a:pt x="2663190" y="1302550"/>
                  </a:lnTo>
                  <a:lnTo>
                    <a:pt x="2653563" y="1348676"/>
                  </a:lnTo>
                  <a:lnTo>
                    <a:pt x="2665133" y="1351089"/>
                  </a:lnTo>
                  <a:lnTo>
                    <a:pt x="2792615" y="1376362"/>
                  </a:lnTo>
                  <a:lnTo>
                    <a:pt x="2801404" y="1330083"/>
                  </a:lnTo>
                  <a:close/>
                </a:path>
                <a:path w="11403330" h="1652270">
                  <a:moveTo>
                    <a:pt x="2986494" y="1364538"/>
                  </a:moveTo>
                  <a:lnTo>
                    <a:pt x="2847695" y="1338884"/>
                  </a:lnTo>
                  <a:lnTo>
                    <a:pt x="2838894" y="1385163"/>
                  </a:lnTo>
                  <a:lnTo>
                    <a:pt x="2978099" y="1410906"/>
                  </a:lnTo>
                  <a:lnTo>
                    <a:pt x="2986494" y="1364538"/>
                  </a:lnTo>
                  <a:close/>
                </a:path>
                <a:path w="11403330" h="1652270">
                  <a:moveTo>
                    <a:pt x="3171825" y="1396542"/>
                  </a:moveTo>
                  <a:lnTo>
                    <a:pt x="3032683" y="1372819"/>
                  </a:lnTo>
                  <a:lnTo>
                    <a:pt x="3024682" y="1419250"/>
                  </a:lnTo>
                  <a:lnTo>
                    <a:pt x="3164217" y="1443050"/>
                  </a:lnTo>
                  <a:lnTo>
                    <a:pt x="3171825" y="1396542"/>
                  </a:lnTo>
                  <a:close/>
                </a:path>
                <a:path w="11403330" h="1652270">
                  <a:moveTo>
                    <a:pt x="3289198" y="118186"/>
                  </a:moveTo>
                  <a:lnTo>
                    <a:pt x="3277070" y="104673"/>
                  </a:lnTo>
                  <a:lnTo>
                    <a:pt x="3183648" y="558"/>
                  </a:lnTo>
                  <a:lnTo>
                    <a:pt x="3152876" y="155575"/>
                  </a:lnTo>
                  <a:lnTo>
                    <a:pt x="3201416" y="142252"/>
                  </a:lnTo>
                  <a:lnTo>
                    <a:pt x="3209010" y="159524"/>
                  </a:lnTo>
                  <a:lnTo>
                    <a:pt x="3252152" y="140550"/>
                  </a:lnTo>
                  <a:lnTo>
                    <a:pt x="3247352" y="129654"/>
                  </a:lnTo>
                  <a:lnTo>
                    <a:pt x="3289198" y="118186"/>
                  </a:lnTo>
                  <a:close/>
                </a:path>
                <a:path w="11403330" h="1652270">
                  <a:moveTo>
                    <a:pt x="3357765" y="1426171"/>
                  </a:moveTo>
                  <a:lnTo>
                    <a:pt x="3218332" y="1404162"/>
                  </a:lnTo>
                  <a:lnTo>
                    <a:pt x="3210712" y="1450657"/>
                  </a:lnTo>
                  <a:lnTo>
                    <a:pt x="3350539" y="1472730"/>
                  </a:lnTo>
                  <a:lnTo>
                    <a:pt x="3357765" y="1426171"/>
                  </a:lnTo>
                  <a:close/>
                </a:path>
                <a:path w="11403330" h="1652270">
                  <a:moveTo>
                    <a:pt x="3367989" y="275132"/>
                  </a:moveTo>
                  <a:lnTo>
                    <a:pt x="3341611" y="251129"/>
                  </a:lnTo>
                  <a:lnTo>
                    <a:pt x="3316059" y="225501"/>
                  </a:lnTo>
                  <a:lnTo>
                    <a:pt x="3293135" y="199872"/>
                  </a:lnTo>
                  <a:lnTo>
                    <a:pt x="3273691" y="175323"/>
                  </a:lnTo>
                  <a:lnTo>
                    <a:pt x="3236798" y="204622"/>
                  </a:lnTo>
                  <a:lnTo>
                    <a:pt x="3258045" y="231317"/>
                  </a:lnTo>
                  <a:lnTo>
                    <a:pt x="3282708" y="258775"/>
                  </a:lnTo>
                  <a:lnTo>
                    <a:pt x="3309899" y="285991"/>
                  </a:lnTo>
                  <a:lnTo>
                    <a:pt x="3336277" y="309994"/>
                  </a:lnTo>
                  <a:lnTo>
                    <a:pt x="3367989" y="275132"/>
                  </a:lnTo>
                  <a:close/>
                </a:path>
                <a:path w="11403330" h="1652270">
                  <a:moveTo>
                    <a:pt x="3516236" y="384162"/>
                  </a:moveTo>
                  <a:lnTo>
                    <a:pt x="3507041" y="378447"/>
                  </a:lnTo>
                  <a:lnTo>
                    <a:pt x="3469094" y="353187"/>
                  </a:lnTo>
                  <a:lnTo>
                    <a:pt x="3433521" y="327812"/>
                  </a:lnTo>
                  <a:lnTo>
                    <a:pt x="3402660" y="304076"/>
                  </a:lnTo>
                  <a:lnTo>
                    <a:pt x="3373945" y="341426"/>
                  </a:lnTo>
                  <a:lnTo>
                    <a:pt x="3406165" y="366166"/>
                  </a:lnTo>
                  <a:lnTo>
                    <a:pt x="3442995" y="392430"/>
                  </a:lnTo>
                  <a:lnTo>
                    <a:pt x="3482136" y="418439"/>
                  </a:lnTo>
                  <a:lnTo>
                    <a:pt x="3491319" y="424154"/>
                  </a:lnTo>
                  <a:lnTo>
                    <a:pt x="3516236" y="384162"/>
                  </a:lnTo>
                  <a:close/>
                </a:path>
                <a:path w="11403330" h="1652270">
                  <a:moveTo>
                    <a:pt x="3543871" y="1453375"/>
                  </a:moveTo>
                  <a:lnTo>
                    <a:pt x="3404158" y="1433195"/>
                  </a:lnTo>
                  <a:lnTo>
                    <a:pt x="3397313" y="1479816"/>
                  </a:lnTo>
                  <a:lnTo>
                    <a:pt x="3537420" y="1500047"/>
                  </a:lnTo>
                  <a:lnTo>
                    <a:pt x="3543871" y="1453375"/>
                  </a:lnTo>
                  <a:close/>
                </a:path>
                <a:path w="11403330" h="1652270">
                  <a:moveTo>
                    <a:pt x="3678618" y="476123"/>
                  </a:moveTo>
                  <a:lnTo>
                    <a:pt x="3634714" y="453212"/>
                  </a:lnTo>
                  <a:lnTo>
                    <a:pt x="3589909" y="428472"/>
                  </a:lnTo>
                  <a:lnTo>
                    <a:pt x="3555809" y="408508"/>
                  </a:lnTo>
                  <a:lnTo>
                    <a:pt x="3532009" y="449173"/>
                  </a:lnTo>
                  <a:lnTo>
                    <a:pt x="3567138" y="469722"/>
                  </a:lnTo>
                  <a:lnTo>
                    <a:pt x="3612921" y="494982"/>
                  </a:lnTo>
                  <a:lnTo>
                    <a:pt x="3656812" y="517893"/>
                  </a:lnTo>
                  <a:lnTo>
                    <a:pt x="3678618" y="476123"/>
                  </a:lnTo>
                  <a:close/>
                </a:path>
                <a:path w="11403330" h="1652270">
                  <a:moveTo>
                    <a:pt x="3730485" y="1478343"/>
                  </a:moveTo>
                  <a:lnTo>
                    <a:pt x="3590544" y="1459826"/>
                  </a:lnTo>
                  <a:lnTo>
                    <a:pt x="3584092" y="1506499"/>
                  </a:lnTo>
                  <a:lnTo>
                    <a:pt x="3724414" y="1525079"/>
                  </a:lnTo>
                  <a:lnTo>
                    <a:pt x="3730485" y="1478343"/>
                  </a:lnTo>
                  <a:close/>
                </a:path>
                <a:path w="11403330" h="1652270">
                  <a:moveTo>
                    <a:pt x="3847642" y="555167"/>
                  </a:moveTo>
                  <a:lnTo>
                    <a:pt x="3835298" y="549922"/>
                  </a:lnTo>
                  <a:lnTo>
                    <a:pt x="3782047" y="526110"/>
                  </a:lnTo>
                  <a:lnTo>
                    <a:pt x="3730841" y="502056"/>
                  </a:lnTo>
                  <a:lnTo>
                    <a:pt x="3720350" y="496862"/>
                  </a:lnTo>
                  <a:lnTo>
                    <a:pt x="3699472" y="539089"/>
                  </a:lnTo>
                  <a:lnTo>
                    <a:pt x="3710800" y="544703"/>
                  </a:lnTo>
                  <a:lnTo>
                    <a:pt x="3762819" y="569125"/>
                  </a:lnTo>
                  <a:lnTo>
                    <a:pt x="3816832" y="593267"/>
                  </a:lnTo>
                  <a:lnTo>
                    <a:pt x="3829177" y="598525"/>
                  </a:lnTo>
                  <a:lnTo>
                    <a:pt x="3847642" y="555167"/>
                  </a:lnTo>
                  <a:close/>
                </a:path>
                <a:path w="11403330" h="1652270">
                  <a:moveTo>
                    <a:pt x="3917213" y="1500987"/>
                  </a:moveTo>
                  <a:lnTo>
                    <a:pt x="3777043" y="1484223"/>
                  </a:lnTo>
                  <a:lnTo>
                    <a:pt x="3771354" y="1530997"/>
                  </a:lnTo>
                  <a:lnTo>
                    <a:pt x="3911892" y="1547799"/>
                  </a:lnTo>
                  <a:lnTo>
                    <a:pt x="3917213" y="1500987"/>
                  </a:lnTo>
                  <a:close/>
                </a:path>
                <a:path w="11403330" h="1652270">
                  <a:moveTo>
                    <a:pt x="4021455" y="625068"/>
                  </a:moveTo>
                  <a:lnTo>
                    <a:pt x="4006773" y="619620"/>
                  </a:lnTo>
                  <a:lnTo>
                    <a:pt x="3947718" y="596684"/>
                  </a:lnTo>
                  <a:lnTo>
                    <a:pt x="3890632" y="573481"/>
                  </a:lnTo>
                  <a:lnTo>
                    <a:pt x="3872890" y="617131"/>
                  </a:lnTo>
                  <a:lnTo>
                    <a:pt x="3930662" y="640613"/>
                  </a:lnTo>
                  <a:lnTo>
                    <a:pt x="3990378" y="663790"/>
                  </a:lnTo>
                  <a:lnTo>
                    <a:pt x="4005059" y="669251"/>
                  </a:lnTo>
                  <a:lnTo>
                    <a:pt x="4021455" y="625068"/>
                  </a:lnTo>
                  <a:close/>
                </a:path>
                <a:path w="11403330" h="1652270">
                  <a:moveTo>
                    <a:pt x="4104386" y="1521434"/>
                  </a:moveTo>
                  <a:lnTo>
                    <a:pt x="3964038" y="1506296"/>
                  </a:lnTo>
                  <a:lnTo>
                    <a:pt x="3958717" y="1553121"/>
                  </a:lnTo>
                  <a:lnTo>
                    <a:pt x="4099445" y="1568297"/>
                  </a:lnTo>
                  <a:lnTo>
                    <a:pt x="4104386" y="1521434"/>
                  </a:lnTo>
                  <a:close/>
                </a:path>
                <a:path w="11403330" h="1652270">
                  <a:moveTo>
                    <a:pt x="4198251" y="687578"/>
                  </a:moveTo>
                  <a:lnTo>
                    <a:pt x="4194835" y="686460"/>
                  </a:lnTo>
                  <a:lnTo>
                    <a:pt x="4130395" y="664527"/>
                  </a:lnTo>
                  <a:lnTo>
                    <a:pt x="4067683" y="642239"/>
                  </a:lnTo>
                  <a:lnTo>
                    <a:pt x="4065625" y="641477"/>
                  </a:lnTo>
                  <a:lnTo>
                    <a:pt x="4049230" y="685647"/>
                  </a:lnTo>
                  <a:lnTo>
                    <a:pt x="4051909" y="686638"/>
                  </a:lnTo>
                  <a:lnTo>
                    <a:pt x="4115206" y="709129"/>
                  </a:lnTo>
                  <a:lnTo>
                    <a:pt x="4180230" y="731253"/>
                  </a:lnTo>
                  <a:lnTo>
                    <a:pt x="4183634" y="732370"/>
                  </a:lnTo>
                  <a:lnTo>
                    <a:pt x="4198251" y="687578"/>
                  </a:lnTo>
                  <a:close/>
                </a:path>
                <a:path w="11403330" h="1652270">
                  <a:moveTo>
                    <a:pt x="4291596" y="1539646"/>
                  </a:moveTo>
                  <a:lnTo>
                    <a:pt x="4151071" y="1526222"/>
                  </a:lnTo>
                  <a:lnTo>
                    <a:pt x="4146512" y="1573123"/>
                  </a:lnTo>
                  <a:lnTo>
                    <a:pt x="4287418" y="1586572"/>
                  </a:lnTo>
                  <a:lnTo>
                    <a:pt x="4291596" y="1539646"/>
                  </a:lnTo>
                  <a:close/>
                </a:path>
                <a:path w="11403330" h="1652270">
                  <a:moveTo>
                    <a:pt x="4377525" y="743851"/>
                  </a:moveTo>
                  <a:lnTo>
                    <a:pt x="4328782" y="729234"/>
                  </a:lnTo>
                  <a:lnTo>
                    <a:pt x="4260977" y="708037"/>
                  </a:lnTo>
                  <a:lnTo>
                    <a:pt x="4243044" y="702183"/>
                  </a:lnTo>
                  <a:lnTo>
                    <a:pt x="4228439" y="746975"/>
                  </a:lnTo>
                  <a:lnTo>
                    <a:pt x="4246918" y="753008"/>
                  </a:lnTo>
                  <a:lnTo>
                    <a:pt x="4315244" y="774369"/>
                  </a:lnTo>
                  <a:lnTo>
                    <a:pt x="4363999" y="788987"/>
                  </a:lnTo>
                  <a:lnTo>
                    <a:pt x="4377525" y="743851"/>
                  </a:lnTo>
                  <a:close/>
                </a:path>
                <a:path w="11403330" h="1652270">
                  <a:moveTo>
                    <a:pt x="4479201" y="1555623"/>
                  </a:moveTo>
                  <a:lnTo>
                    <a:pt x="4338523" y="1543824"/>
                  </a:lnTo>
                  <a:lnTo>
                    <a:pt x="4334345" y="1590751"/>
                  </a:lnTo>
                  <a:lnTo>
                    <a:pt x="4475404" y="1602587"/>
                  </a:lnTo>
                  <a:lnTo>
                    <a:pt x="4479201" y="1555623"/>
                  </a:lnTo>
                  <a:close/>
                </a:path>
                <a:path w="11403330" h="1652270">
                  <a:moveTo>
                    <a:pt x="4558169" y="794816"/>
                  </a:moveTo>
                  <a:lnTo>
                    <a:pt x="4541583" y="790435"/>
                  </a:lnTo>
                  <a:lnTo>
                    <a:pt x="4469130" y="770445"/>
                  </a:lnTo>
                  <a:lnTo>
                    <a:pt x="4422483" y="757034"/>
                  </a:lnTo>
                  <a:lnTo>
                    <a:pt x="4409465" y="802322"/>
                  </a:lnTo>
                  <a:lnTo>
                    <a:pt x="4456595" y="815873"/>
                  </a:lnTo>
                  <a:lnTo>
                    <a:pt x="4529531" y="835990"/>
                  </a:lnTo>
                  <a:lnTo>
                    <a:pt x="4546117" y="840371"/>
                  </a:lnTo>
                  <a:lnTo>
                    <a:pt x="4558169" y="794816"/>
                  </a:lnTo>
                  <a:close/>
                </a:path>
                <a:path w="11403330" h="1652270">
                  <a:moveTo>
                    <a:pt x="4666780" y="1569453"/>
                  </a:moveTo>
                  <a:lnTo>
                    <a:pt x="4525975" y="1559356"/>
                  </a:lnTo>
                  <a:lnTo>
                    <a:pt x="4522559" y="1606359"/>
                  </a:lnTo>
                  <a:lnTo>
                    <a:pt x="4663745" y="1616481"/>
                  </a:lnTo>
                  <a:lnTo>
                    <a:pt x="4666780" y="1569453"/>
                  </a:lnTo>
                  <a:close/>
                </a:path>
                <a:path w="11403330" h="1652270">
                  <a:moveTo>
                    <a:pt x="4740376" y="841146"/>
                  </a:moveTo>
                  <a:lnTo>
                    <a:pt x="4690834" y="829106"/>
                  </a:lnTo>
                  <a:lnTo>
                    <a:pt x="4615497" y="809993"/>
                  </a:lnTo>
                  <a:lnTo>
                    <a:pt x="4603724" y="806869"/>
                  </a:lnTo>
                  <a:lnTo>
                    <a:pt x="4591672" y="852424"/>
                  </a:lnTo>
                  <a:lnTo>
                    <a:pt x="4603915" y="855662"/>
                  </a:lnTo>
                  <a:lnTo>
                    <a:pt x="4679696" y="874890"/>
                  </a:lnTo>
                  <a:lnTo>
                    <a:pt x="4729238" y="886942"/>
                  </a:lnTo>
                  <a:lnTo>
                    <a:pt x="4740376" y="841146"/>
                  </a:lnTo>
                  <a:close/>
                </a:path>
                <a:path w="11403330" h="1652270">
                  <a:moveTo>
                    <a:pt x="4854702" y="1580946"/>
                  </a:moveTo>
                  <a:lnTo>
                    <a:pt x="4713795" y="1572475"/>
                  </a:lnTo>
                  <a:lnTo>
                    <a:pt x="4710773" y="1619504"/>
                  </a:lnTo>
                  <a:lnTo>
                    <a:pt x="4852073" y="1627987"/>
                  </a:lnTo>
                  <a:lnTo>
                    <a:pt x="4854702" y="1580946"/>
                  </a:lnTo>
                  <a:close/>
                </a:path>
                <a:path w="11403330" h="1652270">
                  <a:moveTo>
                    <a:pt x="4923599" y="883361"/>
                  </a:moveTo>
                  <a:lnTo>
                    <a:pt x="4785982" y="852055"/>
                  </a:lnTo>
                  <a:lnTo>
                    <a:pt x="4775289" y="897953"/>
                  </a:lnTo>
                  <a:lnTo>
                    <a:pt x="4913338" y="929347"/>
                  </a:lnTo>
                  <a:lnTo>
                    <a:pt x="4923599" y="883361"/>
                  </a:lnTo>
                  <a:close/>
                </a:path>
                <a:path w="11403330" h="1652270">
                  <a:moveTo>
                    <a:pt x="5042738" y="1590395"/>
                  </a:moveTo>
                  <a:lnTo>
                    <a:pt x="4901743" y="1583575"/>
                  </a:lnTo>
                  <a:lnTo>
                    <a:pt x="4899114" y="1630616"/>
                  </a:lnTo>
                  <a:lnTo>
                    <a:pt x="5040503" y="1637461"/>
                  </a:lnTo>
                  <a:lnTo>
                    <a:pt x="5042738" y="1590395"/>
                  </a:lnTo>
                  <a:close/>
                </a:path>
                <a:path w="11403330" h="1652270">
                  <a:moveTo>
                    <a:pt x="5107521" y="921524"/>
                  </a:moveTo>
                  <a:lnTo>
                    <a:pt x="5005324" y="900836"/>
                  </a:lnTo>
                  <a:lnTo>
                    <a:pt x="4969459" y="893178"/>
                  </a:lnTo>
                  <a:lnTo>
                    <a:pt x="4959616" y="939253"/>
                  </a:lnTo>
                  <a:lnTo>
                    <a:pt x="4995888" y="947000"/>
                  </a:lnTo>
                  <a:lnTo>
                    <a:pt x="5098491" y="967778"/>
                  </a:lnTo>
                  <a:lnTo>
                    <a:pt x="5107521" y="921524"/>
                  </a:lnTo>
                  <a:close/>
                </a:path>
                <a:path w="11403330" h="1652270">
                  <a:moveTo>
                    <a:pt x="5230685" y="1597317"/>
                  </a:moveTo>
                  <a:lnTo>
                    <a:pt x="5089626" y="1592249"/>
                  </a:lnTo>
                  <a:lnTo>
                    <a:pt x="5087785" y="1639328"/>
                  </a:lnTo>
                  <a:lnTo>
                    <a:pt x="5229250" y="1644421"/>
                  </a:lnTo>
                  <a:lnTo>
                    <a:pt x="5230685" y="1597317"/>
                  </a:lnTo>
                  <a:close/>
                </a:path>
                <a:path w="11403330" h="1652270">
                  <a:moveTo>
                    <a:pt x="5292369" y="956170"/>
                  </a:moveTo>
                  <a:lnTo>
                    <a:pt x="5169801" y="933678"/>
                  </a:lnTo>
                  <a:lnTo>
                    <a:pt x="5153761" y="930554"/>
                  </a:lnTo>
                  <a:lnTo>
                    <a:pt x="5144744" y="976795"/>
                  </a:lnTo>
                  <a:lnTo>
                    <a:pt x="5161165" y="980008"/>
                  </a:lnTo>
                  <a:lnTo>
                    <a:pt x="5284140" y="1002563"/>
                  </a:lnTo>
                  <a:lnTo>
                    <a:pt x="5292369" y="956170"/>
                  </a:lnTo>
                  <a:close/>
                </a:path>
                <a:path w="11403330" h="1652270">
                  <a:moveTo>
                    <a:pt x="5418899" y="1602143"/>
                  </a:moveTo>
                  <a:lnTo>
                    <a:pt x="5277790" y="1598764"/>
                  </a:lnTo>
                  <a:lnTo>
                    <a:pt x="5276342" y="1645869"/>
                  </a:lnTo>
                  <a:lnTo>
                    <a:pt x="5417858" y="1649260"/>
                  </a:lnTo>
                  <a:lnTo>
                    <a:pt x="5418899" y="1602143"/>
                  </a:lnTo>
                  <a:close/>
                </a:path>
                <a:path w="11403330" h="1652270">
                  <a:moveTo>
                    <a:pt x="5477776" y="987196"/>
                  </a:moveTo>
                  <a:lnTo>
                    <a:pt x="5424411" y="978865"/>
                  </a:lnTo>
                  <a:lnTo>
                    <a:pt x="5338597" y="964374"/>
                  </a:lnTo>
                  <a:lnTo>
                    <a:pt x="5330545" y="1010805"/>
                  </a:lnTo>
                  <a:lnTo>
                    <a:pt x="5417134" y="1025423"/>
                  </a:lnTo>
                  <a:lnTo>
                    <a:pt x="5470499" y="1033754"/>
                  </a:lnTo>
                  <a:lnTo>
                    <a:pt x="5477776" y="987196"/>
                  </a:lnTo>
                  <a:close/>
                </a:path>
                <a:path w="11403330" h="1652270">
                  <a:moveTo>
                    <a:pt x="5606948" y="1604556"/>
                  </a:moveTo>
                  <a:lnTo>
                    <a:pt x="5465813" y="1602968"/>
                  </a:lnTo>
                  <a:lnTo>
                    <a:pt x="5465178" y="1650085"/>
                  </a:lnTo>
                  <a:lnTo>
                    <a:pt x="5606732" y="1651673"/>
                  </a:lnTo>
                  <a:lnTo>
                    <a:pt x="5606948" y="1604556"/>
                  </a:lnTo>
                  <a:close/>
                </a:path>
                <a:path w="11403330" h="1652270">
                  <a:moveTo>
                    <a:pt x="5663768" y="1015174"/>
                  </a:moveTo>
                  <a:lnTo>
                    <a:pt x="5598985" y="1006132"/>
                  </a:lnTo>
                  <a:lnTo>
                    <a:pt x="5524335" y="994473"/>
                  </a:lnTo>
                  <a:lnTo>
                    <a:pt x="5517058" y="1041031"/>
                  </a:lnTo>
                  <a:lnTo>
                    <a:pt x="5592470" y="1052804"/>
                  </a:lnTo>
                  <a:lnTo>
                    <a:pt x="5657253" y="1061847"/>
                  </a:lnTo>
                  <a:lnTo>
                    <a:pt x="5663768" y="1015174"/>
                  </a:lnTo>
                  <a:close/>
                </a:path>
                <a:path w="11403330" h="1652270">
                  <a:moveTo>
                    <a:pt x="5795213" y="1604606"/>
                  </a:moveTo>
                  <a:lnTo>
                    <a:pt x="5706364" y="1605000"/>
                  </a:lnTo>
                  <a:lnTo>
                    <a:pt x="5795213" y="1604772"/>
                  </a:lnTo>
                  <a:lnTo>
                    <a:pt x="5795213" y="1604606"/>
                  </a:lnTo>
                  <a:close/>
                </a:path>
                <a:path w="11403330" h="1652270">
                  <a:moveTo>
                    <a:pt x="5795416" y="1651736"/>
                  </a:moveTo>
                  <a:lnTo>
                    <a:pt x="5795213" y="1605000"/>
                  </a:lnTo>
                  <a:lnTo>
                    <a:pt x="5706364" y="1605000"/>
                  </a:lnTo>
                  <a:lnTo>
                    <a:pt x="5654065" y="1605000"/>
                  </a:lnTo>
                  <a:lnTo>
                    <a:pt x="5653849" y="1651889"/>
                  </a:lnTo>
                  <a:lnTo>
                    <a:pt x="5706580" y="1652117"/>
                  </a:lnTo>
                  <a:lnTo>
                    <a:pt x="5795416" y="1651736"/>
                  </a:lnTo>
                  <a:close/>
                </a:path>
                <a:path w="11403330" h="1652270">
                  <a:moveTo>
                    <a:pt x="5850217" y="1040015"/>
                  </a:moveTo>
                  <a:lnTo>
                    <a:pt x="5776938" y="1030973"/>
                  </a:lnTo>
                  <a:lnTo>
                    <a:pt x="5710440" y="1021689"/>
                  </a:lnTo>
                  <a:lnTo>
                    <a:pt x="5703925" y="1068362"/>
                  </a:lnTo>
                  <a:lnTo>
                    <a:pt x="5771172" y="1077734"/>
                  </a:lnTo>
                  <a:lnTo>
                    <a:pt x="5844451" y="1086777"/>
                  </a:lnTo>
                  <a:lnTo>
                    <a:pt x="5850217" y="1040015"/>
                  </a:lnTo>
                  <a:close/>
                </a:path>
                <a:path w="11403330" h="1652270">
                  <a:moveTo>
                    <a:pt x="5984291" y="1649526"/>
                  </a:moveTo>
                  <a:lnTo>
                    <a:pt x="5983262" y="1602422"/>
                  </a:lnTo>
                  <a:lnTo>
                    <a:pt x="5842127" y="1604378"/>
                  </a:lnTo>
                  <a:lnTo>
                    <a:pt x="5842736" y="1651495"/>
                  </a:lnTo>
                  <a:lnTo>
                    <a:pt x="5984291" y="1649526"/>
                  </a:lnTo>
                  <a:close/>
                </a:path>
                <a:path w="11403330" h="1652270">
                  <a:moveTo>
                    <a:pt x="6026632" y="175272"/>
                  </a:moveTo>
                  <a:lnTo>
                    <a:pt x="6015609" y="165582"/>
                  </a:lnTo>
                  <a:lnTo>
                    <a:pt x="5998845" y="149288"/>
                  </a:lnTo>
                  <a:lnTo>
                    <a:pt x="5988443" y="138036"/>
                  </a:lnTo>
                  <a:lnTo>
                    <a:pt x="5985954" y="135343"/>
                  </a:lnTo>
                  <a:lnTo>
                    <a:pt x="5984748" y="133057"/>
                  </a:lnTo>
                  <a:lnTo>
                    <a:pt x="5983503" y="130721"/>
                  </a:lnTo>
                  <a:lnTo>
                    <a:pt x="6024892" y="113423"/>
                  </a:lnTo>
                  <a:lnTo>
                    <a:pt x="6018479" y="107899"/>
                  </a:lnTo>
                  <a:lnTo>
                    <a:pt x="5905182" y="10236"/>
                  </a:lnTo>
                  <a:lnTo>
                    <a:pt x="5894451" y="167919"/>
                  </a:lnTo>
                  <a:lnTo>
                    <a:pt x="5939841" y="148958"/>
                  </a:lnTo>
                  <a:lnTo>
                    <a:pt x="5946711" y="161912"/>
                  </a:lnTo>
                  <a:lnTo>
                    <a:pt x="5947892" y="163588"/>
                  </a:lnTo>
                  <a:lnTo>
                    <a:pt x="5966041" y="183121"/>
                  </a:lnTo>
                  <a:lnTo>
                    <a:pt x="5984481" y="200952"/>
                  </a:lnTo>
                  <a:lnTo>
                    <a:pt x="5995505" y="210642"/>
                  </a:lnTo>
                  <a:lnTo>
                    <a:pt x="6026632" y="175272"/>
                  </a:lnTo>
                  <a:close/>
                </a:path>
                <a:path w="11403330" h="1652270">
                  <a:moveTo>
                    <a:pt x="6037046" y="1061770"/>
                  </a:moveTo>
                  <a:lnTo>
                    <a:pt x="5957887" y="1053287"/>
                  </a:lnTo>
                  <a:lnTo>
                    <a:pt x="5896978" y="1045781"/>
                  </a:lnTo>
                  <a:lnTo>
                    <a:pt x="5891225" y="1092542"/>
                  </a:lnTo>
                  <a:lnTo>
                    <a:pt x="5952871" y="1100137"/>
                  </a:lnTo>
                  <a:lnTo>
                    <a:pt x="6032017" y="1108633"/>
                  </a:lnTo>
                  <a:lnTo>
                    <a:pt x="6037046" y="1061770"/>
                  </a:lnTo>
                  <a:close/>
                </a:path>
                <a:path w="11403330" h="1652270">
                  <a:moveTo>
                    <a:pt x="6172911" y="1644853"/>
                  </a:moveTo>
                  <a:lnTo>
                    <a:pt x="6171489" y="1597761"/>
                  </a:lnTo>
                  <a:lnTo>
                    <a:pt x="6030366" y="1601406"/>
                  </a:lnTo>
                  <a:lnTo>
                    <a:pt x="6031395" y="1648510"/>
                  </a:lnTo>
                  <a:lnTo>
                    <a:pt x="6172911" y="1644853"/>
                  </a:lnTo>
                  <a:close/>
                </a:path>
                <a:path w="11403330" h="1652270">
                  <a:moveTo>
                    <a:pt x="6178296" y="278130"/>
                  </a:moveTo>
                  <a:lnTo>
                    <a:pt x="6124918" y="246938"/>
                  </a:lnTo>
                  <a:lnTo>
                    <a:pt x="6076239" y="214503"/>
                  </a:lnTo>
                  <a:lnTo>
                    <a:pt x="6061722" y="203695"/>
                  </a:lnTo>
                  <a:lnTo>
                    <a:pt x="6033617" y="241515"/>
                  </a:lnTo>
                  <a:lnTo>
                    <a:pt x="6074283" y="270383"/>
                  </a:lnTo>
                  <a:lnTo>
                    <a:pt x="6128423" y="304038"/>
                  </a:lnTo>
                  <a:lnTo>
                    <a:pt x="6155080" y="319138"/>
                  </a:lnTo>
                  <a:lnTo>
                    <a:pt x="6178296" y="278130"/>
                  </a:lnTo>
                  <a:close/>
                </a:path>
                <a:path w="11403330" h="1652270">
                  <a:moveTo>
                    <a:pt x="6224206" y="1080516"/>
                  </a:moveTo>
                  <a:lnTo>
                    <a:pt x="6141478" y="1072972"/>
                  </a:lnTo>
                  <a:lnTo>
                    <a:pt x="6083909" y="1066800"/>
                  </a:lnTo>
                  <a:lnTo>
                    <a:pt x="6078880" y="1113650"/>
                  </a:lnTo>
                  <a:lnTo>
                    <a:pt x="6137186" y="1119898"/>
                  </a:lnTo>
                  <a:lnTo>
                    <a:pt x="6219926" y="1127442"/>
                  </a:lnTo>
                  <a:lnTo>
                    <a:pt x="6224206" y="1080516"/>
                  </a:lnTo>
                  <a:close/>
                </a:path>
                <a:path w="11403330" h="1652270">
                  <a:moveTo>
                    <a:pt x="6345593" y="358178"/>
                  </a:moveTo>
                  <a:lnTo>
                    <a:pt x="6307594" y="341807"/>
                  </a:lnTo>
                  <a:lnTo>
                    <a:pt x="6240869" y="310692"/>
                  </a:lnTo>
                  <a:lnTo>
                    <a:pt x="6218961" y="299631"/>
                  </a:lnTo>
                  <a:lnTo>
                    <a:pt x="6197727" y="341693"/>
                  </a:lnTo>
                  <a:lnTo>
                    <a:pt x="6254051" y="369227"/>
                  </a:lnTo>
                  <a:lnTo>
                    <a:pt x="6288887" y="385051"/>
                  </a:lnTo>
                  <a:lnTo>
                    <a:pt x="6325070" y="400685"/>
                  </a:lnTo>
                  <a:lnTo>
                    <a:pt x="6327648" y="401751"/>
                  </a:lnTo>
                  <a:lnTo>
                    <a:pt x="6345593" y="358178"/>
                  </a:lnTo>
                  <a:close/>
                </a:path>
                <a:path w="11403330" h="1652270">
                  <a:moveTo>
                    <a:pt x="6361455" y="1638109"/>
                  </a:moveTo>
                  <a:lnTo>
                    <a:pt x="6359639" y="1591030"/>
                  </a:lnTo>
                  <a:lnTo>
                    <a:pt x="6218580" y="1596339"/>
                  </a:lnTo>
                  <a:lnTo>
                    <a:pt x="6220003" y="1643430"/>
                  </a:lnTo>
                  <a:lnTo>
                    <a:pt x="6361455" y="1638109"/>
                  </a:lnTo>
                  <a:close/>
                </a:path>
                <a:path w="11403330" h="1652270">
                  <a:moveTo>
                    <a:pt x="6411646" y="1096251"/>
                  </a:moveTo>
                  <a:lnTo>
                    <a:pt x="6327292" y="1089914"/>
                  </a:lnTo>
                  <a:lnTo>
                    <a:pt x="6271133" y="1084795"/>
                  </a:lnTo>
                  <a:lnTo>
                    <a:pt x="6266853" y="1131722"/>
                  </a:lnTo>
                  <a:lnTo>
                    <a:pt x="6323762" y="1136904"/>
                  </a:lnTo>
                  <a:lnTo>
                    <a:pt x="6408115" y="1143241"/>
                  </a:lnTo>
                  <a:lnTo>
                    <a:pt x="6411646" y="1096251"/>
                  </a:lnTo>
                  <a:close/>
                </a:path>
                <a:path w="11403330" h="1652270">
                  <a:moveTo>
                    <a:pt x="6520523" y="424395"/>
                  </a:moveTo>
                  <a:lnTo>
                    <a:pt x="6497739" y="416572"/>
                  </a:lnTo>
                  <a:lnTo>
                    <a:pt x="6457175" y="402005"/>
                  </a:lnTo>
                  <a:lnTo>
                    <a:pt x="6417843" y="387235"/>
                  </a:lnTo>
                  <a:lnTo>
                    <a:pt x="6388875" y="375843"/>
                  </a:lnTo>
                  <a:lnTo>
                    <a:pt x="6371641" y="419696"/>
                  </a:lnTo>
                  <a:lnTo>
                    <a:pt x="6401282" y="431342"/>
                  </a:lnTo>
                  <a:lnTo>
                    <a:pt x="6441249" y="446354"/>
                  </a:lnTo>
                  <a:lnTo>
                    <a:pt x="6482423" y="461124"/>
                  </a:lnTo>
                  <a:lnTo>
                    <a:pt x="6505207" y="468960"/>
                  </a:lnTo>
                  <a:lnTo>
                    <a:pt x="6520523" y="424395"/>
                  </a:lnTo>
                  <a:close/>
                </a:path>
                <a:path w="11403330" h="1652270">
                  <a:moveTo>
                    <a:pt x="6550101" y="1628927"/>
                  </a:moveTo>
                  <a:lnTo>
                    <a:pt x="6547498" y="1581886"/>
                  </a:lnTo>
                  <a:lnTo>
                    <a:pt x="6406515" y="1588897"/>
                  </a:lnTo>
                  <a:lnTo>
                    <a:pt x="6408725" y="1635963"/>
                  </a:lnTo>
                  <a:lnTo>
                    <a:pt x="6550101" y="1628927"/>
                  </a:lnTo>
                  <a:close/>
                </a:path>
                <a:path w="11403330" h="1652270">
                  <a:moveTo>
                    <a:pt x="6599301" y="1108989"/>
                  </a:moveTo>
                  <a:lnTo>
                    <a:pt x="6514986" y="1104023"/>
                  </a:lnTo>
                  <a:lnTo>
                    <a:pt x="6458623" y="1099781"/>
                  </a:lnTo>
                  <a:lnTo>
                    <a:pt x="6455092" y="1146771"/>
                  </a:lnTo>
                  <a:lnTo>
                    <a:pt x="6512217" y="1151051"/>
                  </a:lnTo>
                  <a:lnTo>
                    <a:pt x="6596532" y="1156030"/>
                  </a:lnTo>
                  <a:lnTo>
                    <a:pt x="6599301" y="1108989"/>
                  </a:lnTo>
                  <a:close/>
                </a:path>
                <a:path w="11403330" h="1652270">
                  <a:moveTo>
                    <a:pt x="6699199" y="480593"/>
                  </a:moveTo>
                  <a:lnTo>
                    <a:pt x="6671691" y="472617"/>
                  </a:lnTo>
                  <a:lnTo>
                    <a:pt x="6626517" y="458965"/>
                  </a:lnTo>
                  <a:lnTo>
                    <a:pt x="6582448" y="445058"/>
                  </a:lnTo>
                  <a:lnTo>
                    <a:pt x="6564897" y="439280"/>
                  </a:lnTo>
                  <a:lnTo>
                    <a:pt x="6550165" y="484035"/>
                  </a:lnTo>
                  <a:lnTo>
                    <a:pt x="6568262" y="489991"/>
                  </a:lnTo>
                  <a:lnTo>
                    <a:pt x="6612877" y="504063"/>
                  </a:lnTo>
                  <a:lnTo>
                    <a:pt x="6658572" y="517880"/>
                  </a:lnTo>
                  <a:lnTo>
                    <a:pt x="6686067" y="525856"/>
                  </a:lnTo>
                  <a:lnTo>
                    <a:pt x="6699199" y="480593"/>
                  </a:lnTo>
                  <a:close/>
                </a:path>
                <a:path w="11403330" h="1652270">
                  <a:moveTo>
                    <a:pt x="6738429" y="1617675"/>
                  </a:moveTo>
                  <a:lnTo>
                    <a:pt x="6735445" y="1570647"/>
                  </a:lnTo>
                  <a:lnTo>
                    <a:pt x="6594551" y="1579283"/>
                  </a:lnTo>
                  <a:lnTo>
                    <a:pt x="6597142" y="1626336"/>
                  </a:lnTo>
                  <a:lnTo>
                    <a:pt x="6738429" y="1617675"/>
                  </a:lnTo>
                  <a:close/>
                </a:path>
                <a:path w="11403330" h="1652270">
                  <a:moveTo>
                    <a:pt x="6787147" y="1118704"/>
                  </a:moveTo>
                  <a:lnTo>
                    <a:pt x="6704165" y="1115174"/>
                  </a:lnTo>
                  <a:lnTo>
                    <a:pt x="6646342" y="1111758"/>
                  </a:lnTo>
                  <a:lnTo>
                    <a:pt x="6643573" y="1158798"/>
                  </a:lnTo>
                  <a:lnTo>
                    <a:pt x="6702171" y="1162253"/>
                  </a:lnTo>
                  <a:lnTo>
                    <a:pt x="6785127" y="1165771"/>
                  </a:lnTo>
                  <a:lnTo>
                    <a:pt x="6787147" y="1118704"/>
                  </a:lnTo>
                  <a:close/>
                </a:path>
                <a:path w="11403330" h="1652270">
                  <a:moveTo>
                    <a:pt x="6880225" y="528866"/>
                  </a:moveTo>
                  <a:lnTo>
                    <a:pt x="6862699" y="524649"/>
                  </a:lnTo>
                  <a:lnTo>
                    <a:pt x="6813524" y="512076"/>
                  </a:lnTo>
                  <a:lnTo>
                    <a:pt x="6765239" y="499186"/>
                  </a:lnTo>
                  <a:lnTo>
                    <a:pt x="6744284" y="493356"/>
                  </a:lnTo>
                  <a:lnTo>
                    <a:pt x="6731660" y="538759"/>
                  </a:lnTo>
                  <a:lnTo>
                    <a:pt x="6753085" y="544715"/>
                  </a:lnTo>
                  <a:lnTo>
                    <a:pt x="6801853" y="557720"/>
                  </a:lnTo>
                  <a:lnTo>
                    <a:pt x="6851688" y="570471"/>
                  </a:lnTo>
                  <a:lnTo>
                    <a:pt x="6869227" y="574687"/>
                  </a:lnTo>
                  <a:lnTo>
                    <a:pt x="6880225" y="528866"/>
                  </a:lnTo>
                  <a:close/>
                </a:path>
                <a:path w="11403330" h="1652270">
                  <a:moveTo>
                    <a:pt x="6926796" y="1604149"/>
                  </a:moveTo>
                  <a:lnTo>
                    <a:pt x="6923049" y="1557185"/>
                  </a:lnTo>
                  <a:lnTo>
                    <a:pt x="6782270" y="1567510"/>
                  </a:lnTo>
                  <a:lnTo>
                    <a:pt x="6785635" y="1614500"/>
                  </a:lnTo>
                  <a:lnTo>
                    <a:pt x="6926796" y="1604149"/>
                  </a:lnTo>
                  <a:close/>
                </a:path>
                <a:path w="11403330" h="1652270">
                  <a:moveTo>
                    <a:pt x="6975094" y="1125347"/>
                  </a:moveTo>
                  <a:lnTo>
                    <a:pt x="6894474" y="1123264"/>
                  </a:lnTo>
                  <a:lnTo>
                    <a:pt x="6834213" y="1120698"/>
                  </a:lnTo>
                  <a:lnTo>
                    <a:pt x="6832206" y="1167777"/>
                  </a:lnTo>
                  <a:lnTo>
                    <a:pt x="6893268" y="1170368"/>
                  </a:lnTo>
                  <a:lnTo>
                    <a:pt x="6973875" y="1172451"/>
                  </a:lnTo>
                  <a:lnTo>
                    <a:pt x="6975094" y="1125347"/>
                  </a:lnTo>
                  <a:close/>
                </a:path>
                <a:path w="11403330" h="1652270">
                  <a:moveTo>
                    <a:pt x="7063486" y="570941"/>
                  </a:moveTo>
                  <a:lnTo>
                    <a:pt x="6964045" y="549008"/>
                  </a:lnTo>
                  <a:lnTo>
                    <a:pt x="6926046" y="539877"/>
                  </a:lnTo>
                  <a:lnTo>
                    <a:pt x="6915048" y="585685"/>
                  </a:lnTo>
                  <a:lnTo>
                    <a:pt x="6953898" y="595020"/>
                  </a:lnTo>
                  <a:lnTo>
                    <a:pt x="7053339" y="616953"/>
                  </a:lnTo>
                  <a:lnTo>
                    <a:pt x="7063486" y="570941"/>
                  </a:lnTo>
                  <a:close/>
                </a:path>
                <a:path w="11403330" h="1652270">
                  <a:moveTo>
                    <a:pt x="7114807" y="1588452"/>
                  </a:moveTo>
                  <a:lnTo>
                    <a:pt x="7110692" y="1541513"/>
                  </a:lnTo>
                  <a:lnTo>
                    <a:pt x="6970027" y="1553438"/>
                  </a:lnTo>
                  <a:lnTo>
                    <a:pt x="6973760" y="1600415"/>
                  </a:lnTo>
                  <a:lnTo>
                    <a:pt x="7114807" y="1588452"/>
                  </a:lnTo>
                  <a:close/>
                </a:path>
                <a:path w="11403330" h="1652270">
                  <a:moveTo>
                    <a:pt x="7163130" y="1128877"/>
                  </a:moveTo>
                  <a:lnTo>
                    <a:pt x="7085520" y="1128204"/>
                  </a:lnTo>
                  <a:lnTo>
                    <a:pt x="7022198" y="1126566"/>
                  </a:lnTo>
                  <a:lnTo>
                    <a:pt x="7020992" y="1173670"/>
                  </a:lnTo>
                  <a:lnTo>
                    <a:pt x="7085114" y="1175321"/>
                  </a:lnTo>
                  <a:lnTo>
                    <a:pt x="7162724" y="1175994"/>
                  </a:lnTo>
                  <a:lnTo>
                    <a:pt x="7163130" y="1128877"/>
                  </a:lnTo>
                  <a:close/>
                </a:path>
                <a:path w="11403330" h="1652270">
                  <a:moveTo>
                    <a:pt x="7247636" y="607009"/>
                  </a:moveTo>
                  <a:lnTo>
                    <a:pt x="7177075" y="594004"/>
                  </a:lnTo>
                  <a:lnTo>
                    <a:pt x="7109244" y="580288"/>
                  </a:lnTo>
                  <a:lnTo>
                    <a:pt x="7099922" y="626478"/>
                  </a:lnTo>
                  <a:lnTo>
                    <a:pt x="7168528" y="640346"/>
                  </a:lnTo>
                  <a:lnTo>
                    <a:pt x="7239089" y="653351"/>
                  </a:lnTo>
                  <a:lnTo>
                    <a:pt x="7247636" y="607009"/>
                  </a:lnTo>
                  <a:close/>
                </a:path>
                <a:path w="11403330" h="1652270">
                  <a:moveTo>
                    <a:pt x="7302805" y="1570609"/>
                  </a:moveTo>
                  <a:lnTo>
                    <a:pt x="7297941" y="1523733"/>
                  </a:lnTo>
                  <a:lnTo>
                    <a:pt x="7157428" y="1537360"/>
                  </a:lnTo>
                  <a:lnTo>
                    <a:pt x="7161924" y="1584261"/>
                  </a:lnTo>
                  <a:lnTo>
                    <a:pt x="7302805" y="1570609"/>
                  </a:lnTo>
                  <a:close/>
                </a:path>
                <a:path w="11403330" h="1652270">
                  <a:moveTo>
                    <a:pt x="7351192" y="1129245"/>
                  </a:moveTo>
                  <a:lnTo>
                    <a:pt x="7276922" y="1129868"/>
                  </a:lnTo>
                  <a:lnTo>
                    <a:pt x="7351192" y="1129284"/>
                  </a:lnTo>
                  <a:close/>
                </a:path>
                <a:path w="11403330" h="1652270">
                  <a:moveTo>
                    <a:pt x="7351598" y="1176362"/>
                  </a:moveTo>
                  <a:lnTo>
                    <a:pt x="7351192" y="1129868"/>
                  </a:lnTo>
                  <a:lnTo>
                    <a:pt x="7276922" y="1129868"/>
                  </a:lnTo>
                  <a:lnTo>
                    <a:pt x="7210247" y="1129868"/>
                  </a:lnTo>
                  <a:lnTo>
                    <a:pt x="7209841" y="1176401"/>
                  </a:lnTo>
                  <a:lnTo>
                    <a:pt x="7277328" y="1176985"/>
                  </a:lnTo>
                  <a:lnTo>
                    <a:pt x="7351598" y="1176362"/>
                  </a:lnTo>
                  <a:close/>
                </a:path>
                <a:path w="11403330" h="1652270">
                  <a:moveTo>
                    <a:pt x="7432738" y="638200"/>
                  </a:moveTo>
                  <a:lnTo>
                    <a:pt x="7402157" y="633577"/>
                  </a:lnTo>
                  <a:lnTo>
                    <a:pt x="7293623" y="615403"/>
                  </a:lnTo>
                  <a:lnTo>
                    <a:pt x="7285825" y="661873"/>
                  </a:lnTo>
                  <a:lnTo>
                    <a:pt x="7395121" y="680173"/>
                  </a:lnTo>
                  <a:lnTo>
                    <a:pt x="7425703" y="684796"/>
                  </a:lnTo>
                  <a:lnTo>
                    <a:pt x="7432738" y="638200"/>
                  </a:lnTo>
                  <a:close/>
                </a:path>
                <a:path w="11403330" h="1652270">
                  <a:moveTo>
                    <a:pt x="7490396" y="1550479"/>
                  </a:moveTo>
                  <a:lnTo>
                    <a:pt x="7485151" y="1503654"/>
                  </a:lnTo>
                  <a:lnTo>
                    <a:pt x="7344804" y="1518869"/>
                  </a:lnTo>
                  <a:lnTo>
                    <a:pt x="7349680" y="1565732"/>
                  </a:lnTo>
                  <a:lnTo>
                    <a:pt x="7490396" y="1550479"/>
                  </a:lnTo>
                  <a:close/>
                </a:path>
                <a:path w="11403330" h="1652270">
                  <a:moveTo>
                    <a:pt x="7540434" y="1173556"/>
                  </a:moveTo>
                  <a:lnTo>
                    <a:pt x="7539241" y="1126451"/>
                  </a:lnTo>
                  <a:lnTo>
                    <a:pt x="7468349" y="1128242"/>
                  </a:lnTo>
                  <a:lnTo>
                    <a:pt x="7398309" y="1128839"/>
                  </a:lnTo>
                  <a:lnTo>
                    <a:pt x="7398715" y="1175956"/>
                  </a:lnTo>
                  <a:lnTo>
                    <a:pt x="7469543" y="1175346"/>
                  </a:lnTo>
                  <a:lnTo>
                    <a:pt x="7540434" y="1173556"/>
                  </a:lnTo>
                  <a:close/>
                </a:path>
                <a:path w="11403330" h="1652270">
                  <a:moveTo>
                    <a:pt x="7618958" y="664718"/>
                  </a:moveTo>
                  <a:lnTo>
                    <a:pt x="7518578" y="651167"/>
                  </a:lnTo>
                  <a:lnTo>
                    <a:pt x="7479335" y="645236"/>
                  </a:lnTo>
                  <a:lnTo>
                    <a:pt x="7472286" y="691819"/>
                  </a:lnTo>
                  <a:lnTo>
                    <a:pt x="7512278" y="697865"/>
                  </a:lnTo>
                  <a:lnTo>
                    <a:pt x="7612659" y="711415"/>
                  </a:lnTo>
                  <a:lnTo>
                    <a:pt x="7618958" y="664718"/>
                  </a:lnTo>
                  <a:close/>
                </a:path>
                <a:path w="11403330" h="1652270">
                  <a:moveTo>
                    <a:pt x="7677925" y="1528241"/>
                  </a:moveTo>
                  <a:lnTo>
                    <a:pt x="7671943" y="1481505"/>
                  </a:lnTo>
                  <a:lnTo>
                    <a:pt x="7531976" y="1498409"/>
                  </a:lnTo>
                  <a:lnTo>
                    <a:pt x="7537221" y="1545247"/>
                  </a:lnTo>
                  <a:lnTo>
                    <a:pt x="7677925" y="1528241"/>
                  </a:lnTo>
                  <a:close/>
                </a:path>
                <a:path w="11403330" h="1652270">
                  <a:moveTo>
                    <a:pt x="7729194" y="1167663"/>
                  </a:moveTo>
                  <a:lnTo>
                    <a:pt x="7727239" y="1120584"/>
                  </a:lnTo>
                  <a:lnTo>
                    <a:pt x="7659421" y="1123403"/>
                  </a:lnTo>
                  <a:lnTo>
                    <a:pt x="7586358" y="1125258"/>
                  </a:lnTo>
                  <a:lnTo>
                    <a:pt x="7587551" y="1172362"/>
                  </a:lnTo>
                  <a:lnTo>
                    <a:pt x="7661376" y="1170482"/>
                  </a:lnTo>
                  <a:lnTo>
                    <a:pt x="7729194" y="1167663"/>
                  </a:lnTo>
                  <a:close/>
                </a:path>
                <a:path w="11403330" h="1652270">
                  <a:moveTo>
                    <a:pt x="7805420" y="686511"/>
                  </a:moveTo>
                  <a:lnTo>
                    <a:pt x="7757960" y="681583"/>
                  </a:lnTo>
                  <a:lnTo>
                    <a:pt x="7665339" y="670534"/>
                  </a:lnTo>
                  <a:lnTo>
                    <a:pt x="7659764" y="717321"/>
                  </a:lnTo>
                  <a:lnTo>
                    <a:pt x="7753096" y="728459"/>
                  </a:lnTo>
                  <a:lnTo>
                    <a:pt x="7800568" y="733374"/>
                  </a:lnTo>
                  <a:lnTo>
                    <a:pt x="7805420" y="686511"/>
                  </a:lnTo>
                  <a:close/>
                </a:path>
                <a:path w="11403330" h="1652270">
                  <a:moveTo>
                    <a:pt x="7864996" y="1503654"/>
                  </a:moveTo>
                  <a:lnTo>
                    <a:pt x="7858620" y="1456969"/>
                  </a:lnTo>
                  <a:lnTo>
                    <a:pt x="7718679" y="1475524"/>
                  </a:lnTo>
                  <a:lnTo>
                    <a:pt x="7724673" y="1522260"/>
                  </a:lnTo>
                  <a:lnTo>
                    <a:pt x="7864996" y="1503654"/>
                  </a:lnTo>
                  <a:close/>
                </a:path>
                <a:path w="11403330" h="1652270">
                  <a:moveTo>
                    <a:pt x="7917840" y="1158748"/>
                  </a:moveTo>
                  <a:lnTo>
                    <a:pt x="7915122" y="1111707"/>
                  </a:lnTo>
                  <a:lnTo>
                    <a:pt x="7849730" y="1115479"/>
                  </a:lnTo>
                  <a:lnTo>
                    <a:pt x="7774318" y="1118616"/>
                  </a:lnTo>
                  <a:lnTo>
                    <a:pt x="7776286" y="1165694"/>
                  </a:lnTo>
                  <a:lnTo>
                    <a:pt x="7852448" y="1162519"/>
                  </a:lnTo>
                  <a:lnTo>
                    <a:pt x="7917840" y="1158748"/>
                  </a:lnTo>
                  <a:close/>
                </a:path>
                <a:path w="11403330" h="1652270">
                  <a:moveTo>
                    <a:pt x="7992707" y="704189"/>
                  </a:moveTo>
                  <a:lnTo>
                    <a:pt x="7880401" y="694283"/>
                  </a:lnTo>
                  <a:lnTo>
                    <a:pt x="7852296" y="691362"/>
                  </a:lnTo>
                  <a:lnTo>
                    <a:pt x="7847431" y="738238"/>
                  </a:lnTo>
                  <a:lnTo>
                    <a:pt x="7876260" y="741222"/>
                  </a:lnTo>
                  <a:lnTo>
                    <a:pt x="7988567" y="751128"/>
                  </a:lnTo>
                  <a:lnTo>
                    <a:pt x="7992707" y="704189"/>
                  </a:lnTo>
                  <a:close/>
                </a:path>
                <a:path w="11403330" h="1652270">
                  <a:moveTo>
                    <a:pt x="8051940" y="1476883"/>
                  </a:moveTo>
                  <a:lnTo>
                    <a:pt x="8044815" y="1430312"/>
                  </a:lnTo>
                  <a:lnTo>
                    <a:pt x="7905305" y="1450594"/>
                  </a:lnTo>
                  <a:lnTo>
                    <a:pt x="7911668" y="1497291"/>
                  </a:lnTo>
                  <a:lnTo>
                    <a:pt x="8051940" y="1476883"/>
                  </a:lnTo>
                  <a:close/>
                </a:path>
                <a:path w="11403330" h="1652270">
                  <a:moveTo>
                    <a:pt x="8106308" y="1146835"/>
                  </a:moveTo>
                  <a:lnTo>
                    <a:pt x="8102854" y="1099845"/>
                  </a:lnTo>
                  <a:lnTo>
                    <a:pt x="8038935" y="1104557"/>
                  </a:lnTo>
                  <a:lnTo>
                    <a:pt x="7962163" y="1108989"/>
                  </a:lnTo>
                  <a:lnTo>
                    <a:pt x="7964868" y="1156030"/>
                  </a:lnTo>
                  <a:lnTo>
                    <a:pt x="8042389" y="1151547"/>
                  </a:lnTo>
                  <a:lnTo>
                    <a:pt x="8106308" y="1146835"/>
                  </a:lnTo>
                  <a:close/>
                </a:path>
                <a:path w="11403330" h="1652270">
                  <a:moveTo>
                    <a:pt x="8179994" y="717181"/>
                  </a:moveTo>
                  <a:lnTo>
                    <a:pt x="8129524" y="714311"/>
                  </a:lnTo>
                  <a:lnTo>
                    <a:pt x="8039316" y="707758"/>
                  </a:lnTo>
                  <a:lnTo>
                    <a:pt x="8035912" y="754748"/>
                  </a:lnTo>
                  <a:lnTo>
                    <a:pt x="8126844" y="761352"/>
                  </a:lnTo>
                  <a:lnTo>
                    <a:pt x="8177301" y="764235"/>
                  </a:lnTo>
                  <a:lnTo>
                    <a:pt x="8179994" y="717181"/>
                  </a:lnTo>
                  <a:close/>
                </a:path>
                <a:path w="11403330" h="1652270">
                  <a:moveTo>
                    <a:pt x="8238337" y="1447711"/>
                  </a:moveTo>
                  <a:lnTo>
                    <a:pt x="8230832" y="1401191"/>
                  </a:lnTo>
                  <a:lnTo>
                    <a:pt x="8091398" y="1423187"/>
                  </a:lnTo>
                  <a:lnTo>
                    <a:pt x="8098510" y="1469771"/>
                  </a:lnTo>
                  <a:lnTo>
                    <a:pt x="8238337" y="1447711"/>
                  </a:lnTo>
                  <a:close/>
                </a:path>
                <a:path w="11403330" h="1652270">
                  <a:moveTo>
                    <a:pt x="8294560" y="1131976"/>
                  </a:moveTo>
                  <a:lnTo>
                    <a:pt x="8290357" y="1085037"/>
                  </a:lnTo>
                  <a:lnTo>
                    <a:pt x="8226641" y="1090739"/>
                  </a:lnTo>
                  <a:lnTo>
                    <a:pt x="8149844" y="1096391"/>
                  </a:lnTo>
                  <a:lnTo>
                    <a:pt x="8153298" y="1143381"/>
                  </a:lnTo>
                  <a:lnTo>
                    <a:pt x="8230832" y="1137666"/>
                  </a:lnTo>
                  <a:lnTo>
                    <a:pt x="8294560" y="1131976"/>
                  </a:lnTo>
                  <a:close/>
                </a:path>
                <a:path w="11403330" h="1652270">
                  <a:moveTo>
                    <a:pt x="8367877" y="726122"/>
                  </a:moveTo>
                  <a:lnTo>
                    <a:pt x="8255698" y="721499"/>
                  </a:lnTo>
                  <a:lnTo>
                    <a:pt x="8227034" y="719874"/>
                  </a:lnTo>
                  <a:lnTo>
                    <a:pt x="8224355" y="766914"/>
                  </a:lnTo>
                  <a:lnTo>
                    <a:pt x="8253768" y="768578"/>
                  </a:lnTo>
                  <a:lnTo>
                    <a:pt x="8365934" y="773201"/>
                  </a:lnTo>
                  <a:lnTo>
                    <a:pt x="8367877" y="726122"/>
                  </a:lnTo>
                  <a:close/>
                </a:path>
                <a:path w="11403330" h="1652270">
                  <a:moveTo>
                    <a:pt x="8424558" y="1416189"/>
                  </a:moveTo>
                  <a:lnTo>
                    <a:pt x="8416277" y="1369796"/>
                  </a:lnTo>
                  <a:lnTo>
                    <a:pt x="8277149" y="1393659"/>
                  </a:lnTo>
                  <a:lnTo>
                    <a:pt x="8285048" y="1440116"/>
                  </a:lnTo>
                  <a:lnTo>
                    <a:pt x="8424558" y="1416189"/>
                  </a:lnTo>
                  <a:close/>
                </a:path>
                <a:path w="11403330" h="1652270">
                  <a:moveTo>
                    <a:pt x="8482559" y="1114145"/>
                  </a:moveTo>
                  <a:lnTo>
                    <a:pt x="8477631" y="1067282"/>
                  </a:lnTo>
                  <a:lnTo>
                    <a:pt x="8412467" y="1074127"/>
                  </a:lnTo>
                  <a:lnTo>
                    <a:pt x="8337296" y="1080846"/>
                  </a:lnTo>
                  <a:lnTo>
                    <a:pt x="8341487" y="1127772"/>
                  </a:lnTo>
                  <a:lnTo>
                    <a:pt x="8417395" y="1120990"/>
                  </a:lnTo>
                  <a:lnTo>
                    <a:pt x="8482559" y="1114145"/>
                  </a:lnTo>
                  <a:close/>
                </a:path>
                <a:path w="11403330" h="1652270">
                  <a:moveTo>
                    <a:pt x="8555520" y="730300"/>
                  </a:moveTo>
                  <a:lnTo>
                    <a:pt x="8510041" y="729907"/>
                  </a:lnTo>
                  <a:lnTo>
                    <a:pt x="8414588" y="727519"/>
                  </a:lnTo>
                  <a:lnTo>
                    <a:pt x="8413420" y="774623"/>
                  </a:lnTo>
                  <a:lnTo>
                    <a:pt x="8509648" y="777024"/>
                  </a:lnTo>
                  <a:lnTo>
                    <a:pt x="8555126" y="777417"/>
                  </a:lnTo>
                  <a:lnTo>
                    <a:pt x="8555520" y="730300"/>
                  </a:lnTo>
                  <a:close/>
                </a:path>
                <a:path w="11403330" h="1652270">
                  <a:moveTo>
                    <a:pt x="8610143" y="1382217"/>
                  </a:moveTo>
                  <a:lnTo>
                    <a:pt x="8601469" y="1335900"/>
                  </a:lnTo>
                  <a:lnTo>
                    <a:pt x="8462658" y="1361516"/>
                  </a:lnTo>
                  <a:lnTo>
                    <a:pt x="8470938" y="1407896"/>
                  </a:lnTo>
                  <a:lnTo>
                    <a:pt x="8610143" y="1382217"/>
                  </a:lnTo>
                  <a:close/>
                </a:path>
                <a:path w="11403330" h="1652270">
                  <a:moveTo>
                    <a:pt x="8670239" y="1093330"/>
                  </a:moveTo>
                  <a:lnTo>
                    <a:pt x="8664588" y="1046556"/>
                  </a:lnTo>
                  <a:lnTo>
                    <a:pt x="8596046" y="1054836"/>
                  </a:lnTo>
                  <a:lnTo>
                    <a:pt x="8524494" y="1062355"/>
                  </a:lnTo>
                  <a:lnTo>
                    <a:pt x="8529409" y="1109218"/>
                  </a:lnTo>
                  <a:lnTo>
                    <a:pt x="8601697" y="1101610"/>
                  </a:lnTo>
                  <a:lnTo>
                    <a:pt x="8670239" y="1093330"/>
                  </a:lnTo>
                  <a:close/>
                </a:path>
                <a:path w="11403330" h="1652270">
                  <a:moveTo>
                    <a:pt x="8743607" y="730110"/>
                  </a:moveTo>
                  <a:lnTo>
                    <a:pt x="8637702" y="730986"/>
                  </a:lnTo>
                  <a:lnTo>
                    <a:pt x="8743607" y="730694"/>
                  </a:lnTo>
                  <a:lnTo>
                    <a:pt x="8743607" y="730110"/>
                  </a:lnTo>
                  <a:close/>
                </a:path>
                <a:path w="11403330" h="1652270">
                  <a:moveTo>
                    <a:pt x="8743988" y="777227"/>
                  </a:moveTo>
                  <a:lnTo>
                    <a:pt x="8743607" y="730986"/>
                  </a:lnTo>
                  <a:lnTo>
                    <a:pt x="8637702" y="730986"/>
                  </a:lnTo>
                  <a:lnTo>
                    <a:pt x="8602637" y="730986"/>
                  </a:lnTo>
                  <a:lnTo>
                    <a:pt x="8602243" y="777811"/>
                  </a:lnTo>
                  <a:lnTo>
                    <a:pt x="8638095" y="778103"/>
                  </a:lnTo>
                  <a:lnTo>
                    <a:pt x="8743988" y="777227"/>
                  </a:lnTo>
                  <a:close/>
                </a:path>
                <a:path w="11403330" h="1652270">
                  <a:moveTo>
                    <a:pt x="8788375" y="106895"/>
                  </a:moveTo>
                  <a:lnTo>
                    <a:pt x="8647036" y="36195"/>
                  </a:lnTo>
                  <a:lnTo>
                    <a:pt x="8675268" y="191693"/>
                  </a:lnTo>
                  <a:lnTo>
                    <a:pt x="8788375" y="106895"/>
                  </a:lnTo>
                  <a:close/>
                </a:path>
                <a:path w="11403330" h="1652270">
                  <a:moveTo>
                    <a:pt x="8795448" y="1345590"/>
                  </a:moveTo>
                  <a:lnTo>
                    <a:pt x="8785962" y="1299438"/>
                  </a:lnTo>
                  <a:lnTo>
                    <a:pt x="8647544" y="1327048"/>
                  </a:lnTo>
                  <a:lnTo>
                    <a:pt x="8656625" y="1373289"/>
                  </a:lnTo>
                  <a:lnTo>
                    <a:pt x="8795448" y="1345590"/>
                  </a:lnTo>
                  <a:close/>
                </a:path>
                <a:path w="11403330" h="1652270">
                  <a:moveTo>
                    <a:pt x="8857564" y="1069505"/>
                  </a:moveTo>
                  <a:lnTo>
                    <a:pt x="8851176" y="1022819"/>
                  </a:lnTo>
                  <a:lnTo>
                    <a:pt x="8777021" y="1032967"/>
                  </a:lnTo>
                  <a:lnTo>
                    <a:pt x="8711362" y="1040904"/>
                  </a:lnTo>
                  <a:lnTo>
                    <a:pt x="8717013" y="1087678"/>
                  </a:lnTo>
                  <a:lnTo>
                    <a:pt x="8783409" y="1079652"/>
                  </a:lnTo>
                  <a:lnTo>
                    <a:pt x="8857564" y="1069505"/>
                  </a:lnTo>
                  <a:close/>
                </a:path>
                <a:path w="11403330" h="1652270">
                  <a:moveTo>
                    <a:pt x="8880424" y="198399"/>
                  </a:moveTo>
                  <a:lnTo>
                    <a:pt x="8835682" y="179425"/>
                  </a:lnTo>
                  <a:lnTo>
                    <a:pt x="8775598" y="148920"/>
                  </a:lnTo>
                  <a:lnTo>
                    <a:pt x="8757399" y="137833"/>
                  </a:lnTo>
                  <a:lnTo>
                    <a:pt x="8732939" y="178092"/>
                  </a:lnTo>
                  <a:lnTo>
                    <a:pt x="8783764" y="206756"/>
                  </a:lnTo>
                  <a:lnTo>
                    <a:pt x="8852840" y="238188"/>
                  </a:lnTo>
                  <a:lnTo>
                    <a:pt x="8863190" y="242252"/>
                  </a:lnTo>
                  <a:lnTo>
                    <a:pt x="8880424" y="198399"/>
                  </a:lnTo>
                  <a:close/>
                </a:path>
                <a:path w="11403330" h="1652270">
                  <a:moveTo>
                    <a:pt x="8933155" y="772337"/>
                  </a:moveTo>
                  <a:lnTo>
                    <a:pt x="8931250" y="725258"/>
                  </a:lnTo>
                  <a:lnTo>
                    <a:pt x="8892807" y="726808"/>
                  </a:lnTo>
                  <a:lnTo>
                    <a:pt x="8790330" y="729322"/>
                  </a:lnTo>
                  <a:lnTo>
                    <a:pt x="8791486" y="776427"/>
                  </a:lnTo>
                  <a:lnTo>
                    <a:pt x="8894712" y="773899"/>
                  </a:lnTo>
                  <a:lnTo>
                    <a:pt x="8933155" y="772337"/>
                  </a:lnTo>
                  <a:close/>
                </a:path>
                <a:path w="11403330" h="1652270">
                  <a:moveTo>
                    <a:pt x="8980246" y="1306410"/>
                  </a:moveTo>
                  <a:lnTo>
                    <a:pt x="8969921" y="1260436"/>
                  </a:lnTo>
                  <a:lnTo>
                    <a:pt x="8963012" y="1261986"/>
                  </a:lnTo>
                  <a:lnTo>
                    <a:pt x="8832113" y="1289939"/>
                  </a:lnTo>
                  <a:lnTo>
                    <a:pt x="8841600" y="1336103"/>
                  </a:lnTo>
                  <a:lnTo>
                    <a:pt x="8973337" y="1307960"/>
                  </a:lnTo>
                  <a:lnTo>
                    <a:pt x="8980246" y="1306410"/>
                  </a:lnTo>
                  <a:close/>
                </a:path>
                <a:path w="11403330" h="1652270">
                  <a:moveTo>
                    <a:pt x="9044483" y="1042581"/>
                  </a:moveTo>
                  <a:lnTo>
                    <a:pt x="9037358" y="996010"/>
                  </a:lnTo>
                  <a:lnTo>
                    <a:pt x="8954973" y="1008621"/>
                  </a:lnTo>
                  <a:lnTo>
                    <a:pt x="8897874" y="1016431"/>
                  </a:lnTo>
                  <a:lnTo>
                    <a:pt x="8904262" y="1063117"/>
                  </a:lnTo>
                  <a:lnTo>
                    <a:pt x="8962098" y="1055192"/>
                  </a:lnTo>
                  <a:lnTo>
                    <a:pt x="9044483" y="1042581"/>
                  </a:lnTo>
                  <a:close/>
                </a:path>
                <a:path w="11403330" h="1652270">
                  <a:moveTo>
                    <a:pt x="9056903" y="256921"/>
                  </a:moveTo>
                  <a:lnTo>
                    <a:pt x="9033294" y="250380"/>
                  </a:lnTo>
                  <a:lnTo>
                    <a:pt x="8988920" y="236982"/>
                  </a:lnTo>
                  <a:lnTo>
                    <a:pt x="8946820" y="223151"/>
                  </a:lnTo>
                  <a:lnTo>
                    <a:pt x="8923807" y="214884"/>
                  </a:lnTo>
                  <a:lnTo>
                    <a:pt x="8907907" y="259232"/>
                  </a:lnTo>
                  <a:lnTo>
                    <a:pt x="8932126" y="267919"/>
                  </a:lnTo>
                  <a:lnTo>
                    <a:pt x="8975306" y="282092"/>
                  </a:lnTo>
                  <a:lnTo>
                    <a:pt x="9020708" y="295783"/>
                  </a:lnTo>
                  <a:lnTo>
                    <a:pt x="9044305" y="302323"/>
                  </a:lnTo>
                  <a:lnTo>
                    <a:pt x="9056903" y="256921"/>
                  </a:lnTo>
                  <a:close/>
                </a:path>
                <a:path w="11403330" h="1652270">
                  <a:moveTo>
                    <a:pt x="9121775" y="763168"/>
                  </a:moveTo>
                  <a:lnTo>
                    <a:pt x="9119133" y="716127"/>
                  </a:lnTo>
                  <a:lnTo>
                    <a:pt x="9019743" y="721690"/>
                  </a:lnTo>
                  <a:lnTo>
                    <a:pt x="8978328" y="723353"/>
                  </a:lnTo>
                  <a:lnTo>
                    <a:pt x="8980233" y="770432"/>
                  </a:lnTo>
                  <a:lnTo>
                    <a:pt x="9022385" y="768731"/>
                  </a:lnTo>
                  <a:lnTo>
                    <a:pt x="9121775" y="763168"/>
                  </a:lnTo>
                  <a:close/>
                </a:path>
                <a:path w="11403330" h="1652270">
                  <a:moveTo>
                    <a:pt x="9164180" y="1264297"/>
                  </a:moveTo>
                  <a:lnTo>
                    <a:pt x="9153423" y="1218425"/>
                  </a:lnTo>
                  <a:lnTo>
                    <a:pt x="9015895" y="1250111"/>
                  </a:lnTo>
                  <a:lnTo>
                    <a:pt x="9026207" y="1296085"/>
                  </a:lnTo>
                  <a:lnTo>
                    <a:pt x="9164180" y="1264297"/>
                  </a:lnTo>
                  <a:close/>
                </a:path>
                <a:path w="11403330" h="1652270">
                  <a:moveTo>
                    <a:pt x="9231071" y="1012786"/>
                  </a:moveTo>
                  <a:lnTo>
                    <a:pt x="9223007" y="966368"/>
                  </a:lnTo>
                  <a:lnTo>
                    <a:pt x="9129649" y="981887"/>
                  </a:lnTo>
                  <a:lnTo>
                    <a:pt x="9083942" y="988872"/>
                  </a:lnTo>
                  <a:lnTo>
                    <a:pt x="9091054" y="1035456"/>
                  </a:lnTo>
                  <a:lnTo>
                    <a:pt x="9137332" y="1028369"/>
                  </a:lnTo>
                  <a:lnTo>
                    <a:pt x="9231071" y="1012786"/>
                  </a:lnTo>
                  <a:close/>
                </a:path>
                <a:path w="11403330" h="1652270">
                  <a:moveTo>
                    <a:pt x="9238463" y="300253"/>
                  </a:moveTo>
                  <a:lnTo>
                    <a:pt x="9231135" y="298805"/>
                  </a:lnTo>
                  <a:lnTo>
                    <a:pt x="9178874" y="287540"/>
                  </a:lnTo>
                  <a:lnTo>
                    <a:pt x="9128404" y="275691"/>
                  </a:lnTo>
                  <a:lnTo>
                    <a:pt x="9101963" y="268935"/>
                  </a:lnTo>
                  <a:lnTo>
                    <a:pt x="9090304" y="314591"/>
                  </a:lnTo>
                  <a:lnTo>
                    <a:pt x="9117647" y="321564"/>
                  </a:lnTo>
                  <a:lnTo>
                    <a:pt x="9168968" y="333603"/>
                  </a:lnTo>
                  <a:lnTo>
                    <a:pt x="9222003" y="345020"/>
                  </a:lnTo>
                  <a:lnTo>
                    <a:pt x="9229331" y="346468"/>
                  </a:lnTo>
                  <a:lnTo>
                    <a:pt x="9238463" y="300253"/>
                  </a:lnTo>
                  <a:close/>
                </a:path>
                <a:path w="11403330" h="1652270">
                  <a:moveTo>
                    <a:pt x="9310472" y="749579"/>
                  </a:moveTo>
                  <a:lnTo>
                    <a:pt x="9306408" y="702640"/>
                  </a:lnTo>
                  <a:lnTo>
                    <a:pt x="9271127" y="705688"/>
                  </a:lnTo>
                  <a:lnTo>
                    <a:pt x="9165806" y="713206"/>
                  </a:lnTo>
                  <a:lnTo>
                    <a:pt x="9169146" y="760209"/>
                  </a:lnTo>
                  <a:lnTo>
                    <a:pt x="9275204" y="752640"/>
                  </a:lnTo>
                  <a:lnTo>
                    <a:pt x="9310472" y="749579"/>
                  </a:lnTo>
                  <a:close/>
                </a:path>
                <a:path w="11403330" h="1652270">
                  <a:moveTo>
                    <a:pt x="9347644" y="1219161"/>
                  </a:moveTo>
                  <a:lnTo>
                    <a:pt x="9335986" y="1173505"/>
                  </a:lnTo>
                  <a:lnTo>
                    <a:pt x="9287002" y="1186002"/>
                  </a:lnTo>
                  <a:lnTo>
                    <a:pt x="9199042" y="1207541"/>
                  </a:lnTo>
                  <a:lnTo>
                    <a:pt x="9210230" y="1253312"/>
                  </a:lnTo>
                  <a:lnTo>
                    <a:pt x="9298661" y="1231658"/>
                  </a:lnTo>
                  <a:lnTo>
                    <a:pt x="9347644" y="1219161"/>
                  </a:lnTo>
                  <a:close/>
                </a:path>
                <a:path w="11403330" h="1652270">
                  <a:moveTo>
                    <a:pt x="9416961" y="979309"/>
                  </a:moveTo>
                  <a:lnTo>
                    <a:pt x="9408096" y="933030"/>
                  </a:lnTo>
                  <a:lnTo>
                    <a:pt x="9384347" y="937577"/>
                  </a:lnTo>
                  <a:lnTo>
                    <a:pt x="9269425" y="958291"/>
                  </a:lnTo>
                  <a:lnTo>
                    <a:pt x="9277490" y="1004709"/>
                  </a:lnTo>
                  <a:lnTo>
                    <a:pt x="9393212" y="983856"/>
                  </a:lnTo>
                  <a:lnTo>
                    <a:pt x="9416961" y="979309"/>
                  </a:lnTo>
                  <a:close/>
                </a:path>
                <a:path w="11403330" h="1652270">
                  <a:moveTo>
                    <a:pt x="9422968" y="332511"/>
                  </a:moveTo>
                  <a:lnTo>
                    <a:pt x="9397187" y="328714"/>
                  </a:lnTo>
                  <a:lnTo>
                    <a:pt x="9340418" y="319417"/>
                  </a:lnTo>
                  <a:lnTo>
                    <a:pt x="9284691" y="309372"/>
                  </a:lnTo>
                  <a:lnTo>
                    <a:pt x="9275559" y="355600"/>
                  </a:lnTo>
                  <a:lnTo>
                    <a:pt x="9276651" y="355815"/>
                  </a:lnTo>
                  <a:lnTo>
                    <a:pt x="9332798" y="365925"/>
                  </a:lnTo>
                  <a:lnTo>
                    <a:pt x="9390316" y="375323"/>
                  </a:lnTo>
                  <a:lnTo>
                    <a:pt x="9416085" y="379120"/>
                  </a:lnTo>
                  <a:lnTo>
                    <a:pt x="9422968" y="332511"/>
                  </a:lnTo>
                  <a:close/>
                </a:path>
                <a:path w="11403330" h="1652270">
                  <a:moveTo>
                    <a:pt x="9498444" y="731786"/>
                  </a:moveTo>
                  <a:lnTo>
                    <a:pt x="9493682" y="684911"/>
                  </a:lnTo>
                  <a:lnTo>
                    <a:pt x="9395079" y="694956"/>
                  </a:lnTo>
                  <a:lnTo>
                    <a:pt x="9353347" y="698576"/>
                  </a:lnTo>
                  <a:lnTo>
                    <a:pt x="9357411" y="745515"/>
                  </a:lnTo>
                  <a:lnTo>
                    <a:pt x="9399854" y="741832"/>
                  </a:lnTo>
                  <a:lnTo>
                    <a:pt x="9498444" y="731786"/>
                  </a:lnTo>
                  <a:close/>
                </a:path>
                <a:path w="11403330" h="1652270">
                  <a:moveTo>
                    <a:pt x="9530321" y="1170851"/>
                  </a:moveTo>
                  <a:lnTo>
                    <a:pt x="9517723" y="1125448"/>
                  </a:lnTo>
                  <a:lnTo>
                    <a:pt x="9493682" y="1132128"/>
                  </a:lnTo>
                  <a:lnTo>
                    <a:pt x="9391307" y="1159383"/>
                  </a:lnTo>
                  <a:lnTo>
                    <a:pt x="9381642" y="1161846"/>
                  </a:lnTo>
                  <a:lnTo>
                    <a:pt x="9393288" y="1207503"/>
                  </a:lnTo>
                  <a:lnTo>
                    <a:pt x="9403436" y="1204912"/>
                  </a:lnTo>
                  <a:lnTo>
                    <a:pt x="9506280" y="1177531"/>
                  </a:lnTo>
                  <a:lnTo>
                    <a:pt x="9530321" y="1170851"/>
                  </a:lnTo>
                  <a:close/>
                </a:path>
                <a:path w="11403330" h="1652270">
                  <a:moveTo>
                    <a:pt x="9602191" y="942352"/>
                  </a:moveTo>
                  <a:lnTo>
                    <a:pt x="9592526" y="896226"/>
                  </a:lnTo>
                  <a:lnTo>
                    <a:pt x="9548825" y="905383"/>
                  </a:lnTo>
                  <a:lnTo>
                    <a:pt x="9454375" y="924179"/>
                  </a:lnTo>
                  <a:lnTo>
                    <a:pt x="9463240" y="970457"/>
                  </a:lnTo>
                  <a:lnTo>
                    <a:pt x="9558490" y="951496"/>
                  </a:lnTo>
                  <a:lnTo>
                    <a:pt x="9602191" y="942352"/>
                  </a:lnTo>
                  <a:close/>
                </a:path>
                <a:path w="11403330" h="1652270">
                  <a:moveTo>
                    <a:pt x="9608934" y="355574"/>
                  </a:moveTo>
                  <a:lnTo>
                    <a:pt x="9574568" y="352094"/>
                  </a:lnTo>
                  <a:lnTo>
                    <a:pt x="9514395" y="345084"/>
                  </a:lnTo>
                  <a:lnTo>
                    <a:pt x="9469260" y="339128"/>
                  </a:lnTo>
                  <a:lnTo>
                    <a:pt x="9463087" y="385838"/>
                  </a:lnTo>
                  <a:lnTo>
                    <a:pt x="9508947" y="391883"/>
                  </a:lnTo>
                  <a:lnTo>
                    <a:pt x="9569818" y="398970"/>
                  </a:lnTo>
                  <a:lnTo>
                    <a:pt x="9604172" y="402450"/>
                  </a:lnTo>
                  <a:lnTo>
                    <a:pt x="9608934" y="355574"/>
                  </a:lnTo>
                  <a:close/>
                </a:path>
                <a:path w="11403330" h="1652270">
                  <a:moveTo>
                    <a:pt x="9686315" y="709498"/>
                  </a:moveTo>
                  <a:lnTo>
                    <a:pt x="9680130" y="662787"/>
                  </a:lnTo>
                  <a:lnTo>
                    <a:pt x="9638220" y="668350"/>
                  </a:lnTo>
                  <a:lnTo>
                    <a:pt x="9540164" y="679831"/>
                  </a:lnTo>
                  <a:lnTo>
                    <a:pt x="9545637" y="726630"/>
                  </a:lnTo>
                  <a:lnTo>
                    <a:pt x="9644418" y="715060"/>
                  </a:lnTo>
                  <a:lnTo>
                    <a:pt x="9686315" y="709498"/>
                  </a:lnTo>
                  <a:close/>
                </a:path>
                <a:path w="11403330" h="1652270">
                  <a:moveTo>
                    <a:pt x="9712096" y="1119085"/>
                  </a:moveTo>
                  <a:lnTo>
                    <a:pt x="9698482" y="1073975"/>
                  </a:lnTo>
                  <a:lnTo>
                    <a:pt x="9692272" y="1075842"/>
                  </a:lnTo>
                  <a:lnTo>
                    <a:pt x="9594024" y="1104277"/>
                  </a:lnTo>
                  <a:lnTo>
                    <a:pt x="9563125" y="1112850"/>
                  </a:lnTo>
                  <a:lnTo>
                    <a:pt x="9575724" y="1158252"/>
                  </a:lnTo>
                  <a:lnTo>
                    <a:pt x="9607118" y="1149540"/>
                  </a:lnTo>
                  <a:lnTo>
                    <a:pt x="9705886" y="1120952"/>
                  </a:lnTo>
                  <a:lnTo>
                    <a:pt x="9712096" y="1119085"/>
                  </a:lnTo>
                  <a:close/>
                </a:path>
                <a:path w="11403330" h="1652270">
                  <a:moveTo>
                    <a:pt x="9786645" y="901674"/>
                  </a:moveTo>
                  <a:lnTo>
                    <a:pt x="9776155" y="855738"/>
                  </a:lnTo>
                  <a:lnTo>
                    <a:pt x="9638411" y="886536"/>
                  </a:lnTo>
                  <a:lnTo>
                    <a:pt x="9648482" y="932561"/>
                  </a:lnTo>
                  <a:lnTo>
                    <a:pt x="9786645" y="901674"/>
                  </a:lnTo>
                  <a:close/>
                </a:path>
                <a:path w="11403330" h="1652270">
                  <a:moveTo>
                    <a:pt x="9795764" y="370027"/>
                  </a:moveTo>
                  <a:lnTo>
                    <a:pt x="9759836" y="368033"/>
                  </a:lnTo>
                  <a:lnTo>
                    <a:pt x="9655315" y="359816"/>
                  </a:lnTo>
                  <a:lnTo>
                    <a:pt x="9651632" y="406793"/>
                  </a:lnTo>
                  <a:lnTo>
                    <a:pt x="9757219" y="415074"/>
                  </a:lnTo>
                  <a:lnTo>
                    <a:pt x="9793148" y="417080"/>
                  </a:lnTo>
                  <a:lnTo>
                    <a:pt x="9795764" y="370027"/>
                  </a:lnTo>
                  <a:close/>
                </a:path>
                <a:path w="11403330" h="1652270">
                  <a:moveTo>
                    <a:pt x="9873285" y="682980"/>
                  </a:moveTo>
                  <a:lnTo>
                    <a:pt x="9866363" y="636371"/>
                  </a:lnTo>
                  <a:lnTo>
                    <a:pt x="9756902" y="652614"/>
                  </a:lnTo>
                  <a:lnTo>
                    <a:pt x="9726828" y="656602"/>
                  </a:lnTo>
                  <a:lnTo>
                    <a:pt x="9733026" y="703313"/>
                  </a:lnTo>
                  <a:lnTo>
                    <a:pt x="9763823" y="699223"/>
                  </a:lnTo>
                  <a:lnTo>
                    <a:pt x="9873285" y="682980"/>
                  </a:lnTo>
                  <a:close/>
                </a:path>
                <a:path w="11403330" h="1652270">
                  <a:moveTo>
                    <a:pt x="9892474" y="1063498"/>
                  </a:moveTo>
                  <a:lnTo>
                    <a:pt x="9878339" y="1018552"/>
                  </a:lnTo>
                  <a:lnTo>
                    <a:pt x="9788385" y="1046848"/>
                  </a:lnTo>
                  <a:lnTo>
                    <a:pt x="9743592" y="1060361"/>
                  </a:lnTo>
                  <a:lnTo>
                    <a:pt x="9757207" y="1105471"/>
                  </a:lnTo>
                  <a:lnTo>
                    <a:pt x="9802533" y="1091793"/>
                  </a:lnTo>
                  <a:lnTo>
                    <a:pt x="9892474" y="1063498"/>
                  </a:lnTo>
                  <a:close/>
                </a:path>
                <a:path w="11403330" h="1652270">
                  <a:moveTo>
                    <a:pt x="9970402" y="856780"/>
                  </a:moveTo>
                  <a:lnTo>
                    <a:pt x="9958578" y="811161"/>
                  </a:lnTo>
                  <a:lnTo>
                    <a:pt x="9938639" y="816343"/>
                  </a:lnTo>
                  <a:lnTo>
                    <a:pt x="9863303" y="835075"/>
                  </a:lnTo>
                  <a:lnTo>
                    <a:pt x="9821799" y="844969"/>
                  </a:lnTo>
                  <a:lnTo>
                    <a:pt x="9832721" y="890803"/>
                  </a:lnTo>
                  <a:lnTo>
                    <a:pt x="9874682" y="880795"/>
                  </a:lnTo>
                  <a:lnTo>
                    <a:pt x="9950463" y="861949"/>
                  </a:lnTo>
                  <a:lnTo>
                    <a:pt x="9970402" y="856780"/>
                  </a:lnTo>
                  <a:close/>
                </a:path>
                <a:path w="11403330" h="1652270">
                  <a:moveTo>
                    <a:pt x="9983000" y="375907"/>
                  </a:moveTo>
                  <a:lnTo>
                    <a:pt x="9949548" y="375640"/>
                  </a:lnTo>
                  <a:lnTo>
                    <a:pt x="9886036" y="374078"/>
                  </a:lnTo>
                  <a:lnTo>
                    <a:pt x="9842462" y="372325"/>
                  </a:lnTo>
                  <a:lnTo>
                    <a:pt x="9840570" y="419404"/>
                  </a:lnTo>
                  <a:lnTo>
                    <a:pt x="9884880" y="421182"/>
                  </a:lnTo>
                  <a:lnTo>
                    <a:pt x="9949155" y="422757"/>
                  </a:lnTo>
                  <a:lnTo>
                    <a:pt x="9982619" y="423024"/>
                  </a:lnTo>
                  <a:lnTo>
                    <a:pt x="9983000" y="375907"/>
                  </a:lnTo>
                  <a:close/>
                </a:path>
                <a:path w="11403330" h="1652270">
                  <a:moveTo>
                    <a:pt x="10059835" y="651344"/>
                  </a:moveTo>
                  <a:lnTo>
                    <a:pt x="10051440" y="604977"/>
                  </a:lnTo>
                  <a:lnTo>
                    <a:pt x="9987255" y="616597"/>
                  </a:lnTo>
                  <a:lnTo>
                    <a:pt x="9912515" y="628891"/>
                  </a:lnTo>
                  <a:lnTo>
                    <a:pt x="9920160" y="675386"/>
                  </a:lnTo>
                  <a:lnTo>
                    <a:pt x="9995649" y="662965"/>
                  </a:lnTo>
                  <a:lnTo>
                    <a:pt x="10059835" y="651344"/>
                  </a:lnTo>
                  <a:close/>
                </a:path>
                <a:path w="11403330" h="1652270">
                  <a:moveTo>
                    <a:pt x="10071773" y="1003528"/>
                  </a:moveTo>
                  <a:lnTo>
                    <a:pt x="10056508" y="958951"/>
                  </a:lnTo>
                  <a:lnTo>
                    <a:pt x="9973907" y="987247"/>
                  </a:lnTo>
                  <a:lnTo>
                    <a:pt x="9922840" y="1003998"/>
                  </a:lnTo>
                  <a:lnTo>
                    <a:pt x="9937534" y="1048766"/>
                  </a:lnTo>
                  <a:lnTo>
                    <a:pt x="9989185" y="1031811"/>
                  </a:lnTo>
                  <a:lnTo>
                    <a:pt x="10071773" y="1003528"/>
                  </a:lnTo>
                  <a:close/>
                </a:path>
                <a:path w="11403330" h="1652270">
                  <a:moveTo>
                    <a:pt x="10152812" y="807427"/>
                  </a:moveTo>
                  <a:lnTo>
                    <a:pt x="10140023" y="762076"/>
                  </a:lnTo>
                  <a:lnTo>
                    <a:pt x="10085006" y="777582"/>
                  </a:lnTo>
                  <a:lnTo>
                    <a:pt x="10012553" y="797166"/>
                  </a:lnTo>
                  <a:lnTo>
                    <a:pt x="10004184" y="799338"/>
                  </a:lnTo>
                  <a:lnTo>
                    <a:pt x="10016020" y="844956"/>
                  </a:lnTo>
                  <a:lnTo>
                    <a:pt x="10024859" y="842657"/>
                  </a:lnTo>
                  <a:lnTo>
                    <a:pt x="10097795" y="822934"/>
                  </a:lnTo>
                  <a:lnTo>
                    <a:pt x="10152812" y="807427"/>
                  </a:lnTo>
                  <a:close/>
                </a:path>
                <a:path w="11403330" h="1652270">
                  <a:moveTo>
                    <a:pt x="10172255" y="419735"/>
                  </a:moveTo>
                  <a:lnTo>
                    <a:pt x="10170223" y="372656"/>
                  </a:lnTo>
                  <a:lnTo>
                    <a:pt x="10140290" y="373951"/>
                  </a:lnTo>
                  <a:lnTo>
                    <a:pt x="10076802" y="375602"/>
                  </a:lnTo>
                  <a:lnTo>
                    <a:pt x="10029723" y="376021"/>
                  </a:lnTo>
                  <a:lnTo>
                    <a:pt x="10030142" y="423138"/>
                  </a:lnTo>
                  <a:lnTo>
                    <a:pt x="10078021" y="422706"/>
                  </a:lnTo>
                  <a:lnTo>
                    <a:pt x="10142322" y="421030"/>
                  </a:lnTo>
                  <a:lnTo>
                    <a:pt x="10172255" y="419735"/>
                  </a:lnTo>
                  <a:close/>
                </a:path>
                <a:path w="11403330" h="1652270">
                  <a:moveTo>
                    <a:pt x="10245547" y="614768"/>
                  </a:moveTo>
                  <a:lnTo>
                    <a:pt x="10235565" y="568718"/>
                  </a:lnTo>
                  <a:lnTo>
                    <a:pt x="10206545" y="575005"/>
                  </a:lnTo>
                  <a:lnTo>
                    <a:pt x="10098418" y="596468"/>
                  </a:lnTo>
                  <a:lnTo>
                    <a:pt x="10097808" y="596569"/>
                  </a:lnTo>
                  <a:lnTo>
                    <a:pt x="10106203" y="642937"/>
                  </a:lnTo>
                  <a:lnTo>
                    <a:pt x="10107587" y="642683"/>
                  </a:lnTo>
                  <a:lnTo>
                    <a:pt x="10216528" y="621055"/>
                  </a:lnTo>
                  <a:lnTo>
                    <a:pt x="10245547" y="614768"/>
                  </a:lnTo>
                  <a:close/>
                </a:path>
                <a:path w="11403330" h="1652270">
                  <a:moveTo>
                    <a:pt x="10249459" y="938771"/>
                  </a:moveTo>
                  <a:lnTo>
                    <a:pt x="10232974" y="894626"/>
                  </a:lnTo>
                  <a:lnTo>
                    <a:pt x="10150043" y="925614"/>
                  </a:lnTo>
                  <a:lnTo>
                    <a:pt x="10100615" y="943279"/>
                  </a:lnTo>
                  <a:lnTo>
                    <a:pt x="10116477" y="987653"/>
                  </a:lnTo>
                  <a:lnTo>
                    <a:pt x="10166540" y="969746"/>
                  </a:lnTo>
                  <a:lnTo>
                    <a:pt x="10249459" y="938771"/>
                  </a:lnTo>
                  <a:close/>
                </a:path>
                <a:path w="11403330" h="1652270">
                  <a:moveTo>
                    <a:pt x="10334041" y="752805"/>
                  </a:moveTo>
                  <a:lnTo>
                    <a:pt x="10319690" y="707923"/>
                  </a:lnTo>
                  <a:lnTo>
                    <a:pt x="10293134" y="716419"/>
                  </a:lnTo>
                  <a:lnTo>
                    <a:pt x="10225354" y="737184"/>
                  </a:lnTo>
                  <a:lnTo>
                    <a:pt x="10185032" y="749033"/>
                  </a:lnTo>
                  <a:lnTo>
                    <a:pt x="10198316" y="794245"/>
                  </a:lnTo>
                  <a:lnTo>
                    <a:pt x="10239146" y="782243"/>
                  </a:lnTo>
                  <a:lnTo>
                    <a:pt x="10307485" y="761288"/>
                  </a:lnTo>
                  <a:lnTo>
                    <a:pt x="10334041" y="752805"/>
                  </a:lnTo>
                  <a:close/>
                </a:path>
                <a:path w="11403330" h="1652270">
                  <a:moveTo>
                    <a:pt x="10361435" y="407060"/>
                  </a:moveTo>
                  <a:lnTo>
                    <a:pt x="10357104" y="360133"/>
                  </a:lnTo>
                  <a:lnTo>
                    <a:pt x="10328859" y="362750"/>
                  </a:lnTo>
                  <a:lnTo>
                    <a:pt x="10266464" y="367487"/>
                  </a:lnTo>
                  <a:lnTo>
                    <a:pt x="10216896" y="370433"/>
                  </a:lnTo>
                  <a:lnTo>
                    <a:pt x="10219703" y="417474"/>
                  </a:lnTo>
                  <a:lnTo>
                    <a:pt x="10270033" y="414464"/>
                  </a:lnTo>
                  <a:lnTo>
                    <a:pt x="10333177" y="409663"/>
                  </a:lnTo>
                  <a:lnTo>
                    <a:pt x="10361435" y="407060"/>
                  </a:lnTo>
                  <a:close/>
                </a:path>
                <a:path w="11403330" h="1652270">
                  <a:moveTo>
                    <a:pt x="10425405" y="868159"/>
                  </a:moveTo>
                  <a:lnTo>
                    <a:pt x="10406837" y="824852"/>
                  </a:lnTo>
                  <a:lnTo>
                    <a:pt x="10395496" y="829716"/>
                  </a:lnTo>
                  <a:lnTo>
                    <a:pt x="10316261" y="862114"/>
                  </a:lnTo>
                  <a:lnTo>
                    <a:pt x="10276548" y="877633"/>
                  </a:lnTo>
                  <a:lnTo>
                    <a:pt x="10293680" y="921524"/>
                  </a:lnTo>
                  <a:lnTo>
                    <a:pt x="10334104" y="905725"/>
                  </a:lnTo>
                  <a:lnTo>
                    <a:pt x="10414051" y="873023"/>
                  </a:lnTo>
                  <a:lnTo>
                    <a:pt x="10425405" y="868159"/>
                  </a:lnTo>
                  <a:close/>
                </a:path>
                <a:path w="11403330" h="1652270">
                  <a:moveTo>
                    <a:pt x="10430027" y="572604"/>
                  </a:moveTo>
                  <a:lnTo>
                    <a:pt x="10418534" y="526910"/>
                  </a:lnTo>
                  <a:lnTo>
                    <a:pt x="10412857" y="528332"/>
                  </a:lnTo>
                  <a:lnTo>
                    <a:pt x="10311409" y="552284"/>
                  </a:lnTo>
                  <a:lnTo>
                    <a:pt x="10281615" y="558736"/>
                  </a:lnTo>
                  <a:lnTo>
                    <a:pt x="10291585" y="604786"/>
                  </a:lnTo>
                  <a:lnTo>
                    <a:pt x="10322242" y="598144"/>
                  </a:lnTo>
                  <a:lnTo>
                    <a:pt x="10424350" y="574040"/>
                  </a:lnTo>
                  <a:lnTo>
                    <a:pt x="10430027" y="572604"/>
                  </a:lnTo>
                  <a:close/>
                </a:path>
                <a:path w="11403330" h="1652270">
                  <a:moveTo>
                    <a:pt x="10513492" y="692226"/>
                  </a:moveTo>
                  <a:lnTo>
                    <a:pt x="10497375" y="647941"/>
                  </a:lnTo>
                  <a:lnTo>
                    <a:pt x="10486415" y="651941"/>
                  </a:lnTo>
                  <a:lnTo>
                    <a:pt x="10423715" y="673773"/>
                  </a:lnTo>
                  <a:lnTo>
                    <a:pt x="10364267" y="693597"/>
                  </a:lnTo>
                  <a:lnTo>
                    <a:pt x="10379189" y="738301"/>
                  </a:lnTo>
                  <a:lnTo>
                    <a:pt x="10439222" y="718273"/>
                  </a:lnTo>
                  <a:lnTo>
                    <a:pt x="10502519" y="696214"/>
                  </a:lnTo>
                  <a:lnTo>
                    <a:pt x="10513492" y="692226"/>
                  </a:lnTo>
                  <a:close/>
                </a:path>
                <a:path w="11403330" h="1652270">
                  <a:moveTo>
                    <a:pt x="10549750" y="385152"/>
                  </a:moveTo>
                  <a:lnTo>
                    <a:pt x="10543159" y="338505"/>
                  </a:lnTo>
                  <a:lnTo>
                    <a:pt x="10511803" y="342925"/>
                  </a:lnTo>
                  <a:lnTo>
                    <a:pt x="10451643" y="350431"/>
                  </a:lnTo>
                  <a:lnTo>
                    <a:pt x="10403624" y="355638"/>
                  </a:lnTo>
                  <a:lnTo>
                    <a:pt x="10408704" y="402488"/>
                  </a:lnTo>
                  <a:lnTo>
                    <a:pt x="10457485" y="397192"/>
                  </a:lnTo>
                  <a:lnTo>
                    <a:pt x="10518394" y="389585"/>
                  </a:lnTo>
                  <a:lnTo>
                    <a:pt x="10549750" y="385152"/>
                  </a:lnTo>
                  <a:close/>
                </a:path>
                <a:path w="11403330" h="1652270">
                  <a:moveTo>
                    <a:pt x="10598302" y="791032"/>
                  </a:moveTo>
                  <a:lnTo>
                    <a:pt x="10578160" y="748436"/>
                  </a:lnTo>
                  <a:lnTo>
                    <a:pt x="10545839" y="763714"/>
                  </a:lnTo>
                  <a:lnTo>
                    <a:pt x="10472039" y="796912"/>
                  </a:lnTo>
                  <a:lnTo>
                    <a:pt x="10450144" y="806284"/>
                  </a:lnTo>
                  <a:lnTo>
                    <a:pt x="10468712" y="849591"/>
                  </a:lnTo>
                  <a:lnTo>
                    <a:pt x="10491368" y="839876"/>
                  </a:lnTo>
                  <a:lnTo>
                    <a:pt x="10566044" y="806284"/>
                  </a:lnTo>
                  <a:lnTo>
                    <a:pt x="10598302" y="791032"/>
                  </a:lnTo>
                  <a:close/>
                </a:path>
                <a:path w="11403330" h="1652270">
                  <a:moveTo>
                    <a:pt x="10612793" y="523684"/>
                  </a:moveTo>
                  <a:lnTo>
                    <a:pt x="10599877" y="478370"/>
                  </a:lnTo>
                  <a:lnTo>
                    <a:pt x="10557713" y="490385"/>
                  </a:lnTo>
                  <a:lnTo>
                    <a:pt x="10510431" y="503301"/>
                  </a:lnTo>
                  <a:lnTo>
                    <a:pt x="10464000" y="515467"/>
                  </a:lnTo>
                  <a:lnTo>
                    <a:pt x="10475951" y="561047"/>
                  </a:lnTo>
                  <a:lnTo>
                    <a:pt x="10522852" y="548754"/>
                  </a:lnTo>
                  <a:lnTo>
                    <a:pt x="10570629" y="535698"/>
                  </a:lnTo>
                  <a:lnTo>
                    <a:pt x="10612793" y="523684"/>
                  </a:lnTo>
                  <a:close/>
                </a:path>
                <a:path w="11403330" h="1652270">
                  <a:moveTo>
                    <a:pt x="10690466" y="624344"/>
                  </a:moveTo>
                  <a:lnTo>
                    <a:pt x="10672305" y="580859"/>
                  </a:lnTo>
                  <a:lnTo>
                    <a:pt x="10663517" y="584530"/>
                  </a:lnTo>
                  <a:lnTo>
                    <a:pt x="10606354" y="607301"/>
                  </a:lnTo>
                  <a:lnTo>
                    <a:pt x="10547299" y="629780"/>
                  </a:lnTo>
                  <a:lnTo>
                    <a:pt x="10541660" y="631825"/>
                  </a:lnTo>
                  <a:lnTo>
                    <a:pt x="10557764" y="676109"/>
                  </a:lnTo>
                  <a:lnTo>
                    <a:pt x="10564063" y="673811"/>
                  </a:lnTo>
                  <a:lnTo>
                    <a:pt x="10623804" y="651078"/>
                  </a:lnTo>
                  <a:lnTo>
                    <a:pt x="10681665" y="628015"/>
                  </a:lnTo>
                  <a:lnTo>
                    <a:pt x="10690466" y="624344"/>
                  </a:lnTo>
                  <a:close/>
                </a:path>
                <a:path w="11403330" h="1652270">
                  <a:moveTo>
                    <a:pt x="10736745" y="353618"/>
                  </a:moveTo>
                  <a:lnTo>
                    <a:pt x="10727817" y="307352"/>
                  </a:lnTo>
                  <a:lnTo>
                    <a:pt x="10685704" y="315480"/>
                  </a:lnTo>
                  <a:lnTo>
                    <a:pt x="10628948" y="325412"/>
                  </a:lnTo>
                  <a:lnTo>
                    <a:pt x="10589387" y="331660"/>
                  </a:lnTo>
                  <a:lnTo>
                    <a:pt x="10596740" y="378206"/>
                  </a:lnTo>
                  <a:lnTo>
                    <a:pt x="10637076" y="371830"/>
                  </a:lnTo>
                  <a:lnTo>
                    <a:pt x="10694619" y="361746"/>
                  </a:lnTo>
                  <a:lnTo>
                    <a:pt x="10736745" y="353618"/>
                  </a:lnTo>
                  <a:close/>
                </a:path>
                <a:path w="11403330" h="1652270">
                  <a:moveTo>
                    <a:pt x="10767632" y="706069"/>
                  </a:moveTo>
                  <a:lnTo>
                    <a:pt x="10745711" y="664349"/>
                  </a:lnTo>
                  <a:lnTo>
                    <a:pt x="10684955" y="696264"/>
                  </a:lnTo>
                  <a:lnTo>
                    <a:pt x="10620299" y="728433"/>
                  </a:lnTo>
                  <a:lnTo>
                    <a:pt x="10641305" y="770623"/>
                  </a:lnTo>
                  <a:lnTo>
                    <a:pt x="10706849" y="737984"/>
                  </a:lnTo>
                  <a:lnTo>
                    <a:pt x="10767632" y="706069"/>
                  </a:lnTo>
                  <a:close/>
                </a:path>
                <a:path w="11403330" h="1652270">
                  <a:moveTo>
                    <a:pt x="10793882" y="466483"/>
                  </a:moveTo>
                  <a:lnTo>
                    <a:pt x="10778198" y="422046"/>
                  </a:lnTo>
                  <a:lnTo>
                    <a:pt x="10736123" y="436257"/>
                  </a:lnTo>
                  <a:lnTo>
                    <a:pt x="10693197" y="450138"/>
                  </a:lnTo>
                  <a:lnTo>
                    <a:pt x="10649128" y="463791"/>
                  </a:lnTo>
                  <a:lnTo>
                    <a:pt x="10644810" y="465074"/>
                  </a:lnTo>
                  <a:lnTo>
                    <a:pt x="10658221" y="510235"/>
                  </a:lnTo>
                  <a:lnTo>
                    <a:pt x="10663072" y="508800"/>
                  </a:lnTo>
                  <a:lnTo>
                    <a:pt x="10707688" y="494969"/>
                  </a:lnTo>
                  <a:lnTo>
                    <a:pt x="10751198" y="480898"/>
                  </a:lnTo>
                  <a:lnTo>
                    <a:pt x="10793882" y="466483"/>
                  </a:lnTo>
                  <a:close/>
                </a:path>
                <a:path w="11403330" h="1652270">
                  <a:moveTo>
                    <a:pt x="10863859" y="547230"/>
                  </a:moveTo>
                  <a:lnTo>
                    <a:pt x="10843298" y="504825"/>
                  </a:lnTo>
                  <a:lnTo>
                    <a:pt x="10823169" y="514591"/>
                  </a:lnTo>
                  <a:lnTo>
                    <a:pt x="10771975" y="538162"/>
                  </a:lnTo>
                  <a:lnTo>
                    <a:pt x="10718737" y="561479"/>
                  </a:lnTo>
                  <a:lnTo>
                    <a:pt x="10715790" y="562698"/>
                  </a:lnTo>
                  <a:lnTo>
                    <a:pt x="10733951" y="606183"/>
                  </a:lnTo>
                  <a:lnTo>
                    <a:pt x="10737647" y="604634"/>
                  </a:lnTo>
                  <a:lnTo>
                    <a:pt x="10791673" y="580961"/>
                  </a:lnTo>
                  <a:lnTo>
                    <a:pt x="10843717" y="556983"/>
                  </a:lnTo>
                  <a:lnTo>
                    <a:pt x="10863859" y="547230"/>
                  </a:lnTo>
                  <a:close/>
                </a:path>
                <a:path w="11403330" h="1652270">
                  <a:moveTo>
                    <a:pt x="10922102" y="310845"/>
                  </a:moveTo>
                  <a:lnTo>
                    <a:pt x="10909681" y="265391"/>
                  </a:lnTo>
                  <a:lnTo>
                    <a:pt x="10897527" y="268706"/>
                  </a:lnTo>
                  <a:lnTo>
                    <a:pt x="10847095" y="281381"/>
                  </a:lnTo>
                  <a:lnTo>
                    <a:pt x="10794898" y="293420"/>
                  </a:lnTo>
                  <a:lnTo>
                    <a:pt x="10773550" y="297929"/>
                  </a:lnTo>
                  <a:lnTo>
                    <a:pt x="10783303" y="344030"/>
                  </a:lnTo>
                  <a:lnTo>
                    <a:pt x="10805503" y="339331"/>
                  </a:lnTo>
                  <a:lnTo>
                    <a:pt x="10858589" y="327075"/>
                  </a:lnTo>
                  <a:lnTo>
                    <a:pt x="10909948" y="314159"/>
                  </a:lnTo>
                  <a:lnTo>
                    <a:pt x="10922102" y="310845"/>
                  </a:lnTo>
                  <a:close/>
                </a:path>
                <a:path w="11403330" h="1652270">
                  <a:moveTo>
                    <a:pt x="10932008" y="610336"/>
                  </a:moveTo>
                  <a:lnTo>
                    <a:pt x="10906989" y="570407"/>
                  </a:lnTo>
                  <a:lnTo>
                    <a:pt x="10871340" y="592747"/>
                  </a:lnTo>
                  <a:lnTo>
                    <a:pt x="10812259" y="627532"/>
                  </a:lnTo>
                  <a:lnTo>
                    <a:pt x="10786491" y="641845"/>
                  </a:lnTo>
                  <a:lnTo>
                    <a:pt x="10809364" y="683044"/>
                  </a:lnTo>
                  <a:lnTo>
                    <a:pt x="10836173" y="668134"/>
                  </a:lnTo>
                  <a:lnTo>
                    <a:pt x="10896371" y="632675"/>
                  </a:lnTo>
                  <a:lnTo>
                    <a:pt x="10932008" y="610336"/>
                  </a:lnTo>
                  <a:close/>
                </a:path>
                <a:path w="11403330" h="1652270">
                  <a:moveTo>
                    <a:pt x="10971238" y="398564"/>
                  </a:moveTo>
                  <a:lnTo>
                    <a:pt x="10952810" y="355193"/>
                  </a:lnTo>
                  <a:lnTo>
                    <a:pt x="10932541" y="363804"/>
                  </a:lnTo>
                  <a:lnTo>
                    <a:pt x="10895787" y="378663"/>
                  </a:lnTo>
                  <a:lnTo>
                    <a:pt x="10857751" y="393357"/>
                  </a:lnTo>
                  <a:lnTo>
                    <a:pt x="10822305" y="406425"/>
                  </a:lnTo>
                  <a:lnTo>
                    <a:pt x="10838612" y="450634"/>
                  </a:lnTo>
                  <a:lnTo>
                    <a:pt x="10874718" y="437311"/>
                  </a:lnTo>
                  <a:lnTo>
                    <a:pt x="10913478" y="422338"/>
                  </a:lnTo>
                  <a:lnTo>
                    <a:pt x="10950956" y="407174"/>
                  </a:lnTo>
                  <a:lnTo>
                    <a:pt x="10971238" y="398564"/>
                  </a:lnTo>
                  <a:close/>
                </a:path>
                <a:path w="11403330" h="1652270">
                  <a:moveTo>
                    <a:pt x="11032211" y="457682"/>
                  </a:moveTo>
                  <a:lnTo>
                    <a:pt x="11007662" y="417461"/>
                  </a:lnTo>
                  <a:lnTo>
                    <a:pt x="11006557" y="418147"/>
                  </a:lnTo>
                  <a:lnTo>
                    <a:pt x="10964012" y="442544"/>
                  </a:lnTo>
                  <a:lnTo>
                    <a:pt x="10919231" y="466763"/>
                  </a:lnTo>
                  <a:lnTo>
                    <a:pt x="10885107" y="484212"/>
                  </a:lnTo>
                  <a:lnTo>
                    <a:pt x="10906570" y="526161"/>
                  </a:lnTo>
                  <a:lnTo>
                    <a:pt x="10941647" y="508203"/>
                  </a:lnTo>
                  <a:lnTo>
                    <a:pt x="10987469" y="483412"/>
                  </a:lnTo>
                  <a:lnTo>
                    <a:pt x="11031106" y="458355"/>
                  </a:lnTo>
                  <a:lnTo>
                    <a:pt x="11032211" y="457682"/>
                  </a:lnTo>
                  <a:close/>
                </a:path>
                <a:path w="11403330" h="1652270">
                  <a:moveTo>
                    <a:pt x="11088281" y="501040"/>
                  </a:moveTo>
                  <a:lnTo>
                    <a:pt x="11059452" y="463765"/>
                  </a:lnTo>
                  <a:lnTo>
                    <a:pt x="11029391" y="487019"/>
                  </a:lnTo>
                  <a:lnTo>
                    <a:pt x="10979963" y="522465"/>
                  </a:lnTo>
                  <a:lnTo>
                    <a:pt x="10945952" y="545211"/>
                  </a:lnTo>
                  <a:lnTo>
                    <a:pt x="10972165" y="584365"/>
                  </a:lnTo>
                  <a:lnTo>
                    <a:pt x="11007446" y="560743"/>
                  </a:lnTo>
                  <a:lnTo>
                    <a:pt x="11058220" y="524294"/>
                  </a:lnTo>
                  <a:lnTo>
                    <a:pt x="11088281" y="501040"/>
                  </a:lnTo>
                  <a:close/>
                </a:path>
                <a:path w="11403330" h="1652270">
                  <a:moveTo>
                    <a:pt x="11104004" y="253390"/>
                  </a:moveTo>
                  <a:lnTo>
                    <a:pt x="11087100" y="209397"/>
                  </a:lnTo>
                  <a:lnTo>
                    <a:pt x="11078845" y="212572"/>
                  </a:lnTo>
                  <a:lnTo>
                    <a:pt x="11036833" y="227342"/>
                  </a:lnTo>
                  <a:lnTo>
                    <a:pt x="10992523" y="241655"/>
                  </a:lnTo>
                  <a:lnTo>
                    <a:pt x="10954588" y="252920"/>
                  </a:lnTo>
                  <a:lnTo>
                    <a:pt x="10967999" y="298081"/>
                  </a:lnTo>
                  <a:lnTo>
                    <a:pt x="11007014" y="286486"/>
                  </a:lnTo>
                  <a:lnTo>
                    <a:pt x="11052480" y="271792"/>
                  </a:lnTo>
                  <a:lnTo>
                    <a:pt x="11095736" y="256565"/>
                  </a:lnTo>
                  <a:lnTo>
                    <a:pt x="11104004" y="253390"/>
                  </a:lnTo>
                  <a:close/>
                </a:path>
                <a:path w="11403330" h="1652270">
                  <a:moveTo>
                    <a:pt x="11142764" y="314858"/>
                  </a:moveTo>
                  <a:lnTo>
                    <a:pt x="11119853" y="273672"/>
                  </a:lnTo>
                  <a:lnTo>
                    <a:pt x="11095558" y="287197"/>
                  </a:lnTo>
                  <a:lnTo>
                    <a:pt x="11065828" y="302780"/>
                  </a:lnTo>
                  <a:lnTo>
                    <a:pt x="11034624" y="318249"/>
                  </a:lnTo>
                  <a:lnTo>
                    <a:pt x="11001985" y="333578"/>
                  </a:lnTo>
                  <a:lnTo>
                    <a:pt x="10995571" y="336435"/>
                  </a:lnTo>
                  <a:lnTo>
                    <a:pt x="11014774" y="379463"/>
                  </a:lnTo>
                  <a:lnTo>
                    <a:pt x="11022025" y="376224"/>
                  </a:lnTo>
                  <a:lnTo>
                    <a:pt x="11055553" y="360451"/>
                  </a:lnTo>
                  <a:lnTo>
                    <a:pt x="11087710" y="344512"/>
                  </a:lnTo>
                  <a:lnTo>
                    <a:pt x="11118456" y="328371"/>
                  </a:lnTo>
                  <a:lnTo>
                    <a:pt x="11142764" y="314858"/>
                  </a:lnTo>
                  <a:close/>
                </a:path>
                <a:path w="11403330" h="1652270">
                  <a:moveTo>
                    <a:pt x="11231156" y="371856"/>
                  </a:moveTo>
                  <a:lnTo>
                    <a:pt x="11195964" y="340512"/>
                  </a:lnTo>
                  <a:lnTo>
                    <a:pt x="11192878" y="343979"/>
                  </a:lnTo>
                  <a:lnTo>
                    <a:pt x="11188954" y="347929"/>
                  </a:lnTo>
                  <a:lnTo>
                    <a:pt x="11160608" y="313207"/>
                  </a:lnTo>
                  <a:lnTo>
                    <a:pt x="11153331" y="319151"/>
                  </a:lnTo>
                  <a:lnTo>
                    <a:pt x="11120247" y="344068"/>
                  </a:lnTo>
                  <a:lnTo>
                    <a:pt x="11084712" y="368884"/>
                  </a:lnTo>
                  <a:lnTo>
                    <a:pt x="11047286" y="393268"/>
                  </a:lnTo>
                  <a:lnTo>
                    <a:pt x="11073016" y="432739"/>
                  </a:lnTo>
                  <a:lnTo>
                    <a:pt x="11111713" y="407492"/>
                  </a:lnTo>
                  <a:lnTo>
                    <a:pt x="11148593" y="381698"/>
                  </a:lnTo>
                  <a:lnTo>
                    <a:pt x="11175784" y="361200"/>
                  </a:lnTo>
                  <a:lnTo>
                    <a:pt x="11157255" y="379857"/>
                  </a:lnTo>
                  <a:lnTo>
                    <a:pt x="11118101" y="415683"/>
                  </a:lnTo>
                  <a:lnTo>
                    <a:pt x="11095355" y="434721"/>
                  </a:lnTo>
                  <a:lnTo>
                    <a:pt x="11125632" y="470827"/>
                  </a:lnTo>
                  <a:lnTo>
                    <a:pt x="11149914" y="450430"/>
                  </a:lnTo>
                  <a:lnTo>
                    <a:pt x="11190719" y="413029"/>
                  </a:lnTo>
                  <a:lnTo>
                    <a:pt x="11228057" y="375323"/>
                  </a:lnTo>
                  <a:lnTo>
                    <a:pt x="11231156" y="371856"/>
                  </a:lnTo>
                  <a:close/>
                </a:path>
                <a:path w="11403330" h="1652270">
                  <a:moveTo>
                    <a:pt x="11344694" y="214617"/>
                  </a:moveTo>
                  <a:lnTo>
                    <a:pt x="11302670" y="193306"/>
                  </a:lnTo>
                  <a:lnTo>
                    <a:pt x="11302302" y="194030"/>
                  </a:lnTo>
                  <a:lnTo>
                    <a:pt x="11287963" y="183908"/>
                  </a:lnTo>
                  <a:lnTo>
                    <a:pt x="11285944" y="186753"/>
                  </a:lnTo>
                  <a:lnTo>
                    <a:pt x="11273714" y="173901"/>
                  </a:lnTo>
                  <a:lnTo>
                    <a:pt x="11275174" y="173062"/>
                  </a:lnTo>
                  <a:lnTo>
                    <a:pt x="11278591" y="170840"/>
                  </a:lnTo>
                  <a:lnTo>
                    <a:pt x="11252873" y="131356"/>
                  </a:lnTo>
                  <a:lnTo>
                    <a:pt x="11249470" y="133578"/>
                  </a:lnTo>
                  <a:lnTo>
                    <a:pt x="11221085" y="149860"/>
                  </a:lnTo>
                  <a:lnTo>
                    <a:pt x="11189665" y="165963"/>
                  </a:lnTo>
                  <a:lnTo>
                    <a:pt x="11155401" y="181838"/>
                  </a:lnTo>
                  <a:lnTo>
                    <a:pt x="11130242" y="192405"/>
                  </a:lnTo>
                  <a:lnTo>
                    <a:pt x="11148530" y="235839"/>
                  </a:lnTo>
                  <a:lnTo>
                    <a:pt x="11175213" y="224586"/>
                  </a:lnTo>
                  <a:lnTo>
                    <a:pt x="11211204" y="207873"/>
                  </a:lnTo>
                  <a:lnTo>
                    <a:pt x="11239640" y="193243"/>
                  </a:lnTo>
                  <a:lnTo>
                    <a:pt x="11220895" y="208064"/>
                  </a:lnTo>
                  <a:lnTo>
                    <a:pt x="11199038" y="223989"/>
                  </a:lnTo>
                  <a:lnTo>
                    <a:pt x="11175556" y="239890"/>
                  </a:lnTo>
                  <a:lnTo>
                    <a:pt x="11159185" y="250215"/>
                  </a:lnTo>
                  <a:lnTo>
                    <a:pt x="11184357" y="290042"/>
                  </a:lnTo>
                  <a:lnTo>
                    <a:pt x="11198924" y="280835"/>
                  </a:lnTo>
                  <a:lnTo>
                    <a:pt x="11195876" y="283540"/>
                  </a:lnTo>
                  <a:lnTo>
                    <a:pt x="11227232" y="318693"/>
                  </a:lnTo>
                  <a:lnTo>
                    <a:pt x="11234153" y="312521"/>
                  </a:lnTo>
                  <a:lnTo>
                    <a:pt x="11263287" y="335508"/>
                  </a:lnTo>
                  <a:lnTo>
                    <a:pt x="11292091" y="298932"/>
                  </a:lnTo>
                  <a:lnTo>
                    <a:pt x="11318380" y="260629"/>
                  </a:lnTo>
                  <a:lnTo>
                    <a:pt x="11330229" y="241185"/>
                  </a:lnTo>
                  <a:lnTo>
                    <a:pt x="11341113" y="221665"/>
                  </a:lnTo>
                  <a:lnTo>
                    <a:pt x="11344694" y="214617"/>
                  </a:lnTo>
                  <a:close/>
                </a:path>
                <a:path w="11403330" h="1652270">
                  <a:moveTo>
                    <a:pt x="11403267" y="11620"/>
                  </a:moveTo>
                  <a:lnTo>
                    <a:pt x="11356213" y="9055"/>
                  </a:lnTo>
                  <a:lnTo>
                    <a:pt x="11355718" y="18186"/>
                  </a:lnTo>
                  <a:lnTo>
                    <a:pt x="11354943" y="22364"/>
                  </a:lnTo>
                  <a:lnTo>
                    <a:pt x="11347094" y="21907"/>
                  </a:lnTo>
                  <a:lnTo>
                    <a:pt x="11346701" y="28536"/>
                  </a:lnTo>
                  <a:lnTo>
                    <a:pt x="11346104" y="39039"/>
                  </a:lnTo>
                  <a:lnTo>
                    <a:pt x="11344326" y="48679"/>
                  </a:lnTo>
                  <a:lnTo>
                    <a:pt x="11315103" y="84759"/>
                  </a:lnTo>
                  <a:lnTo>
                    <a:pt x="11290364" y="105473"/>
                  </a:lnTo>
                  <a:lnTo>
                    <a:pt x="11306086" y="126492"/>
                  </a:lnTo>
                  <a:lnTo>
                    <a:pt x="11304308" y="128905"/>
                  </a:lnTo>
                  <a:lnTo>
                    <a:pt x="11298568" y="135699"/>
                  </a:lnTo>
                  <a:lnTo>
                    <a:pt x="11334725" y="165912"/>
                  </a:lnTo>
                  <a:lnTo>
                    <a:pt x="11338484" y="161378"/>
                  </a:lnTo>
                  <a:lnTo>
                    <a:pt x="11352860" y="169989"/>
                  </a:lnTo>
                  <a:lnTo>
                    <a:pt x="11355197" y="165938"/>
                  </a:lnTo>
                  <a:lnTo>
                    <a:pt x="11380711" y="122859"/>
                  </a:lnTo>
                  <a:lnTo>
                    <a:pt x="11389322" y="82880"/>
                  </a:lnTo>
                  <a:lnTo>
                    <a:pt x="11392408" y="58026"/>
                  </a:lnTo>
                  <a:lnTo>
                    <a:pt x="11393957" y="55054"/>
                  </a:lnTo>
                  <a:lnTo>
                    <a:pt x="11394389" y="53911"/>
                  </a:lnTo>
                  <a:lnTo>
                    <a:pt x="11395443" y="50990"/>
                  </a:lnTo>
                  <a:lnTo>
                    <a:pt x="11398060" y="43827"/>
                  </a:lnTo>
                  <a:lnTo>
                    <a:pt x="11401006" y="32372"/>
                  </a:lnTo>
                  <a:lnTo>
                    <a:pt x="11402771" y="20751"/>
                  </a:lnTo>
                  <a:lnTo>
                    <a:pt x="11403267" y="11620"/>
                  </a:lnTo>
                  <a:close/>
                </a:path>
              </a:pathLst>
            </a:custGeom>
            <a:solidFill>
              <a:srgbClr val="404040"/>
            </a:solidFill>
          </p:spPr>
          <p:txBody>
            <a:bodyPr wrap="square" lIns="0" tIns="0" rIns="0" bIns="0" rtlCol="0"/>
            <a:lstStyle/>
            <a:p>
              <a:endParaRPr lang="es-PE" noProof="0" dirty="0">
                <a:latin typeface="Aptos" panose="020B0004020202020204" pitchFamily="34" charset="0"/>
              </a:endParaRPr>
            </a:p>
          </p:txBody>
        </p:sp>
        <p:sp>
          <p:nvSpPr>
            <p:cNvPr id="29" name="object 29"/>
            <p:cNvSpPr/>
            <p:nvPr/>
          </p:nvSpPr>
          <p:spPr>
            <a:xfrm>
              <a:off x="10931687" y="5593376"/>
              <a:ext cx="2817495" cy="2270760"/>
            </a:xfrm>
            <a:custGeom>
              <a:avLst/>
              <a:gdLst/>
              <a:ahLst/>
              <a:cxnLst/>
              <a:rect l="l" t="t" r="r" b="b"/>
              <a:pathLst>
                <a:path w="2817494" h="2270759">
                  <a:moveTo>
                    <a:pt x="2774" y="2219867"/>
                  </a:moveTo>
                  <a:lnTo>
                    <a:pt x="2041" y="2226369"/>
                  </a:lnTo>
                  <a:lnTo>
                    <a:pt x="502" y="2248279"/>
                  </a:lnTo>
                  <a:lnTo>
                    <a:pt x="0" y="2269087"/>
                  </a:lnTo>
                  <a:lnTo>
                    <a:pt x="47108" y="2270214"/>
                  </a:lnTo>
                  <a:lnTo>
                    <a:pt x="47611" y="2249406"/>
                  </a:lnTo>
                  <a:lnTo>
                    <a:pt x="49035" y="2229720"/>
                  </a:lnTo>
                  <a:lnTo>
                    <a:pt x="49569" y="2225389"/>
                  </a:lnTo>
                  <a:lnTo>
                    <a:pt x="2774" y="2219867"/>
                  </a:lnTo>
                  <a:close/>
                </a:path>
                <a:path w="2817494" h="2270759">
                  <a:moveTo>
                    <a:pt x="23266" y="2123391"/>
                  </a:moveTo>
                  <a:lnTo>
                    <a:pt x="18062" y="2139824"/>
                  </a:lnTo>
                  <a:lnTo>
                    <a:pt x="10847" y="2170837"/>
                  </a:lnTo>
                  <a:lnTo>
                    <a:pt x="56752" y="2181502"/>
                  </a:lnTo>
                  <a:lnTo>
                    <a:pt x="63956" y="2150490"/>
                  </a:lnTo>
                  <a:lnTo>
                    <a:pt x="68113" y="2137833"/>
                  </a:lnTo>
                  <a:lnTo>
                    <a:pt x="23266" y="2123391"/>
                  </a:lnTo>
                  <a:close/>
                </a:path>
                <a:path w="2817494" h="2270759">
                  <a:moveTo>
                    <a:pt x="59809" y="2032845"/>
                  </a:moveTo>
                  <a:lnTo>
                    <a:pt x="49192" y="2054300"/>
                  </a:lnTo>
                  <a:lnTo>
                    <a:pt x="39737" y="2077329"/>
                  </a:lnTo>
                  <a:lnTo>
                    <a:pt x="83327" y="2095219"/>
                  </a:lnTo>
                  <a:lnTo>
                    <a:pt x="92782" y="2072191"/>
                  </a:lnTo>
                  <a:lnTo>
                    <a:pt x="101986" y="2053856"/>
                  </a:lnTo>
                  <a:lnTo>
                    <a:pt x="59809" y="2032845"/>
                  </a:lnTo>
                  <a:close/>
                </a:path>
                <a:path w="2817494" h="2270759">
                  <a:moveTo>
                    <a:pt x="108970" y="1948977"/>
                  </a:moveTo>
                  <a:lnTo>
                    <a:pt x="94154" y="1971052"/>
                  </a:lnTo>
                  <a:lnTo>
                    <a:pt x="83023" y="1990048"/>
                  </a:lnTo>
                  <a:lnTo>
                    <a:pt x="123682" y="2013864"/>
                  </a:lnTo>
                  <a:lnTo>
                    <a:pt x="134802" y="1994868"/>
                  </a:lnTo>
                  <a:lnTo>
                    <a:pt x="148047" y="1975305"/>
                  </a:lnTo>
                  <a:lnTo>
                    <a:pt x="108970" y="1948977"/>
                  </a:lnTo>
                  <a:close/>
                </a:path>
                <a:path w="2817494" h="2270759">
                  <a:moveTo>
                    <a:pt x="167659" y="1871955"/>
                  </a:moveTo>
                  <a:lnTo>
                    <a:pt x="151744" y="1890662"/>
                  </a:lnTo>
                  <a:lnTo>
                    <a:pt x="137283" y="1909624"/>
                  </a:lnTo>
                  <a:lnTo>
                    <a:pt x="174748" y="1938199"/>
                  </a:lnTo>
                  <a:lnTo>
                    <a:pt x="189208" y="1919237"/>
                  </a:lnTo>
                  <a:lnTo>
                    <a:pt x="203501" y="1902538"/>
                  </a:lnTo>
                  <a:lnTo>
                    <a:pt x="167659" y="1871955"/>
                  </a:lnTo>
                  <a:close/>
                </a:path>
                <a:path w="2817494" h="2270759">
                  <a:moveTo>
                    <a:pt x="233584" y="1801440"/>
                  </a:moveTo>
                  <a:lnTo>
                    <a:pt x="220872" y="1813675"/>
                  </a:lnTo>
                  <a:lnTo>
                    <a:pt x="199836" y="1835914"/>
                  </a:lnTo>
                  <a:lnTo>
                    <a:pt x="234066" y="1868295"/>
                  </a:lnTo>
                  <a:lnTo>
                    <a:pt x="255102" y="1846056"/>
                  </a:lnTo>
                  <a:lnTo>
                    <a:pt x="266211" y="1835434"/>
                  </a:lnTo>
                  <a:lnTo>
                    <a:pt x="233584" y="1801440"/>
                  </a:lnTo>
                  <a:close/>
                </a:path>
                <a:path w="2817494" h="2270759">
                  <a:moveTo>
                    <a:pt x="305069" y="1736926"/>
                  </a:moveTo>
                  <a:lnTo>
                    <a:pt x="300482" y="1740638"/>
                  </a:lnTo>
                  <a:lnTo>
                    <a:pt x="268714" y="1768465"/>
                  </a:lnTo>
                  <a:lnTo>
                    <a:pt x="299760" y="1803909"/>
                  </a:lnTo>
                  <a:lnTo>
                    <a:pt x="331529" y="1776082"/>
                  </a:lnTo>
                  <a:lnTo>
                    <a:pt x="334555" y="1773677"/>
                  </a:lnTo>
                  <a:lnTo>
                    <a:pt x="305069" y="1736926"/>
                  </a:lnTo>
                  <a:close/>
                </a:path>
                <a:path w="2817494" h="2270759">
                  <a:moveTo>
                    <a:pt x="380459" y="1678811"/>
                  </a:moveTo>
                  <a:lnTo>
                    <a:pt x="343895" y="1705775"/>
                  </a:lnTo>
                  <a:lnTo>
                    <a:pt x="341822" y="1707438"/>
                  </a:lnTo>
                  <a:lnTo>
                    <a:pt x="371308" y="1744189"/>
                  </a:lnTo>
                  <a:lnTo>
                    <a:pt x="373381" y="1742527"/>
                  </a:lnTo>
                  <a:lnTo>
                    <a:pt x="408406" y="1716746"/>
                  </a:lnTo>
                  <a:lnTo>
                    <a:pt x="380459" y="1678811"/>
                  </a:lnTo>
                  <a:close/>
                </a:path>
                <a:path w="2817494" h="2270759">
                  <a:moveTo>
                    <a:pt x="460279" y="1625398"/>
                  </a:moveTo>
                  <a:lnTo>
                    <a:pt x="437326" y="1639723"/>
                  </a:lnTo>
                  <a:lnTo>
                    <a:pt x="419976" y="1651481"/>
                  </a:lnTo>
                  <a:lnTo>
                    <a:pt x="446405" y="1690490"/>
                  </a:lnTo>
                  <a:lnTo>
                    <a:pt x="463755" y="1678733"/>
                  </a:lnTo>
                  <a:lnTo>
                    <a:pt x="485199" y="1665386"/>
                  </a:lnTo>
                  <a:lnTo>
                    <a:pt x="460279" y="1625398"/>
                  </a:lnTo>
                  <a:close/>
                </a:path>
                <a:path w="2817494" h="2270759">
                  <a:moveTo>
                    <a:pt x="542999" y="1576807"/>
                  </a:moveTo>
                  <a:lnTo>
                    <a:pt x="538737" y="1579068"/>
                  </a:lnTo>
                  <a:lnTo>
                    <a:pt x="501304" y="1600520"/>
                  </a:lnTo>
                  <a:lnTo>
                    <a:pt x="524737" y="1641401"/>
                  </a:lnTo>
                  <a:lnTo>
                    <a:pt x="562171" y="1619948"/>
                  </a:lnTo>
                  <a:lnTo>
                    <a:pt x="564946" y="1618504"/>
                  </a:lnTo>
                  <a:lnTo>
                    <a:pt x="542999" y="1576807"/>
                  </a:lnTo>
                  <a:close/>
                </a:path>
                <a:path w="2817494" h="2270759">
                  <a:moveTo>
                    <a:pt x="627750" y="1533763"/>
                  </a:moveTo>
                  <a:lnTo>
                    <a:pt x="592118" y="1550953"/>
                  </a:lnTo>
                  <a:lnTo>
                    <a:pt x="584694" y="1554862"/>
                  </a:lnTo>
                  <a:lnTo>
                    <a:pt x="606641" y="1596559"/>
                  </a:lnTo>
                  <a:lnTo>
                    <a:pt x="614065" y="1592650"/>
                  </a:lnTo>
                  <a:lnTo>
                    <a:pt x="648210" y="1576208"/>
                  </a:lnTo>
                  <a:lnTo>
                    <a:pt x="627750" y="1533763"/>
                  </a:lnTo>
                  <a:close/>
                </a:path>
                <a:path w="2817494" h="2270759">
                  <a:moveTo>
                    <a:pt x="715339" y="1494853"/>
                  </a:moveTo>
                  <a:lnTo>
                    <a:pt x="703643" y="1499540"/>
                  </a:lnTo>
                  <a:lnTo>
                    <a:pt x="671309" y="1513767"/>
                  </a:lnTo>
                  <a:lnTo>
                    <a:pt x="690282" y="1556897"/>
                  </a:lnTo>
                  <a:lnTo>
                    <a:pt x="722627" y="1542670"/>
                  </a:lnTo>
                  <a:lnTo>
                    <a:pt x="732825" y="1538610"/>
                  </a:lnTo>
                  <a:lnTo>
                    <a:pt x="715339" y="1494853"/>
                  </a:lnTo>
                  <a:close/>
                </a:path>
                <a:path w="2817494" h="2270759">
                  <a:moveTo>
                    <a:pt x="804153" y="1461031"/>
                  </a:moveTo>
                  <a:lnTo>
                    <a:pt x="761547" y="1476399"/>
                  </a:lnTo>
                  <a:lnTo>
                    <a:pt x="759097" y="1477373"/>
                  </a:lnTo>
                  <a:lnTo>
                    <a:pt x="776583" y="1521130"/>
                  </a:lnTo>
                  <a:lnTo>
                    <a:pt x="779023" y="1520155"/>
                  </a:lnTo>
                  <a:lnTo>
                    <a:pt x="820121" y="1505361"/>
                  </a:lnTo>
                  <a:lnTo>
                    <a:pt x="804153" y="1461031"/>
                  </a:lnTo>
                  <a:close/>
                </a:path>
                <a:path w="2817494" h="2270759">
                  <a:moveTo>
                    <a:pt x="895333" y="1431541"/>
                  </a:moveTo>
                  <a:lnTo>
                    <a:pt x="880978" y="1435641"/>
                  </a:lnTo>
                  <a:lnTo>
                    <a:pt x="849576" y="1445757"/>
                  </a:lnTo>
                  <a:lnTo>
                    <a:pt x="864015" y="1490608"/>
                  </a:lnTo>
                  <a:lnTo>
                    <a:pt x="895428" y="1480491"/>
                  </a:lnTo>
                  <a:lnTo>
                    <a:pt x="908234" y="1476862"/>
                  </a:lnTo>
                  <a:lnTo>
                    <a:pt x="895333" y="1431541"/>
                  </a:lnTo>
                  <a:close/>
                </a:path>
                <a:path w="2817494" h="2270759">
                  <a:moveTo>
                    <a:pt x="987174" y="1407068"/>
                  </a:moveTo>
                  <a:lnTo>
                    <a:pt x="942285" y="1418186"/>
                  </a:lnTo>
                  <a:lnTo>
                    <a:pt x="940662" y="1418647"/>
                  </a:lnTo>
                  <a:lnTo>
                    <a:pt x="953552" y="1463969"/>
                  </a:lnTo>
                  <a:lnTo>
                    <a:pt x="955175" y="1463507"/>
                  </a:lnTo>
                  <a:lnTo>
                    <a:pt x="998482" y="1452808"/>
                  </a:lnTo>
                  <a:lnTo>
                    <a:pt x="987174" y="1407068"/>
                  </a:lnTo>
                  <a:close/>
                </a:path>
                <a:path w="2817494" h="2270759">
                  <a:moveTo>
                    <a:pt x="1080972" y="1387168"/>
                  </a:moveTo>
                  <a:lnTo>
                    <a:pt x="1067433" y="1389530"/>
                  </a:lnTo>
                  <a:lnTo>
                    <a:pt x="1033947" y="1396573"/>
                  </a:lnTo>
                  <a:lnTo>
                    <a:pt x="1043654" y="1442682"/>
                  </a:lnTo>
                  <a:lnTo>
                    <a:pt x="1077129" y="1435640"/>
                  </a:lnTo>
                  <a:lnTo>
                    <a:pt x="1089024" y="1433595"/>
                  </a:lnTo>
                  <a:lnTo>
                    <a:pt x="1080972" y="1387168"/>
                  </a:lnTo>
                  <a:close/>
                </a:path>
                <a:path w="2817494" h="2270759">
                  <a:moveTo>
                    <a:pt x="1174917" y="1372510"/>
                  </a:moveTo>
                  <a:lnTo>
                    <a:pt x="1131033" y="1378493"/>
                  </a:lnTo>
                  <a:lnTo>
                    <a:pt x="1127400" y="1379122"/>
                  </a:lnTo>
                  <a:lnTo>
                    <a:pt x="1135452" y="1425549"/>
                  </a:lnTo>
                  <a:lnTo>
                    <a:pt x="1139075" y="1424919"/>
                  </a:lnTo>
                  <a:lnTo>
                    <a:pt x="1181262" y="1419199"/>
                  </a:lnTo>
                  <a:lnTo>
                    <a:pt x="1174917" y="1372510"/>
                  </a:lnTo>
                  <a:close/>
                </a:path>
                <a:path w="2817494" h="2270759">
                  <a:moveTo>
                    <a:pt x="1270422" y="1362753"/>
                  </a:moveTo>
                  <a:lnTo>
                    <a:pt x="1259678" y="1363410"/>
                  </a:lnTo>
                  <a:lnTo>
                    <a:pt x="1222601" y="1367049"/>
                  </a:lnTo>
                  <a:lnTo>
                    <a:pt x="1227198" y="1413943"/>
                  </a:lnTo>
                  <a:lnTo>
                    <a:pt x="1264286" y="1410304"/>
                  </a:lnTo>
                  <a:lnTo>
                    <a:pt x="1273228" y="1409789"/>
                  </a:lnTo>
                  <a:lnTo>
                    <a:pt x="1270422" y="1362753"/>
                  </a:lnTo>
                  <a:close/>
                </a:path>
                <a:path w="2817494" h="2270759">
                  <a:moveTo>
                    <a:pt x="1365487" y="1358690"/>
                  </a:moveTo>
                  <a:lnTo>
                    <a:pt x="1324483" y="1359532"/>
                  </a:lnTo>
                  <a:lnTo>
                    <a:pt x="1317457" y="1359951"/>
                  </a:lnTo>
                  <a:lnTo>
                    <a:pt x="1320263" y="1406987"/>
                  </a:lnTo>
                  <a:lnTo>
                    <a:pt x="1327289" y="1406568"/>
                  </a:lnTo>
                  <a:lnTo>
                    <a:pt x="1366429" y="1405800"/>
                  </a:lnTo>
                  <a:lnTo>
                    <a:pt x="1365487" y="1358690"/>
                  </a:lnTo>
                  <a:close/>
                </a:path>
                <a:path w="2817494" h="2270759">
                  <a:moveTo>
                    <a:pt x="1458311" y="1355791"/>
                  </a:moveTo>
                  <a:lnTo>
                    <a:pt x="1452835" y="1356226"/>
                  </a:lnTo>
                  <a:lnTo>
                    <a:pt x="1421569" y="1357703"/>
                  </a:lnTo>
                  <a:lnTo>
                    <a:pt x="1412700" y="1357842"/>
                  </a:lnTo>
                  <a:lnTo>
                    <a:pt x="1413433" y="1404956"/>
                  </a:lnTo>
                  <a:lnTo>
                    <a:pt x="1422302" y="1404816"/>
                  </a:lnTo>
                  <a:lnTo>
                    <a:pt x="1455044" y="1403294"/>
                  </a:lnTo>
                  <a:lnTo>
                    <a:pt x="1461955" y="1402768"/>
                  </a:lnTo>
                  <a:lnTo>
                    <a:pt x="1458311" y="1355791"/>
                  </a:lnTo>
                  <a:close/>
                </a:path>
                <a:path w="2817494" h="2270759">
                  <a:moveTo>
                    <a:pt x="1549858" y="1345529"/>
                  </a:moveTo>
                  <a:lnTo>
                    <a:pt x="1546486" y="1346103"/>
                  </a:lnTo>
                  <a:lnTo>
                    <a:pt x="1515315" y="1350412"/>
                  </a:lnTo>
                  <a:lnTo>
                    <a:pt x="1504519" y="1351576"/>
                  </a:lnTo>
                  <a:lnTo>
                    <a:pt x="1509577" y="1398423"/>
                  </a:lnTo>
                  <a:lnTo>
                    <a:pt x="1520372" y="1397259"/>
                  </a:lnTo>
                  <a:lnTo>
                    <a:pt x="1552926" y="1392781"/>
                  </a:lnTo>
                  <a:lnTo>
                    <a:pt x="1557638" y="1392000"/>
                  </a:lnTo>
                  <a:lnTo>
                    <a:pt x="1549858" y="1345529"/>
                  </a:lnTo>
                  <a:close/>
                </a:path>
                <a:path w="2817494" h="2270759">
                  <a:moveTo>
                    <a:pt x="1640012" y="1327608"/>
                  </a:moveTo>
                  <a:lnTo>
                    <a:pt x="1595197" y="1337136"/>
                  </a:lnTo>
                  <a:lnTo>
                    <a:pt x="1604945" y="1383235"/>
                  </a:lnTo>
                  <a:lnTo>
                    <a:pt x="1649646" y="1373777"/>
                  </a:lnTo>
                  <a:lnTo>
                    <a:pt x="1652284" y="1373102"/>
                  </a:lnTo>
                  <a:lnTo>
                    <a:pt x="1640012" y="1327608"/>
                  </a:lnTo>
                  <a:close/>
                </a:path>
                <a:path w="2817494" h="2270759">
                  <a:moveTo>
                    <a:pt x="1729340" y="1301871"/>
                  </a:moveTo>
                  <a:lnTo>
                    <a:pt x="1701414" y="1311050"/>
                  </a:lnTo>
                  <a:lnTo>
                    <a:pt x="1685508" y="1315339"/>
                  </a:lnTo>
                  <a:lnTo>
                    <a:pt x="1697780" y="1360832"/>
                  </a:lnTo>
                  <a:lnTo>
                    <a:pt x="1713686" y="1356544"/>
                  </a:lnTo>
                  <a:lnTo>
                    <a:pt x="1743999" y="1346652"/>
                  </a:lnTo>
                  <a:lnTo>
                    <a:pt x="1729340" y="1301871"/>
                  </a:lnTo>
                  <a:close/>
                </a:path>
                <a:path w="2817494" h="2270759">
                  <a:moveTo>
                    <a:pt x="1816750" y="1270093"/>
                  </a:moveTo>
                  <a:lnTo>
                    <a:pt x="1772773" y="1287020"/>
                  </a:lnTo>
                  <a:lnTo>
                    <a:pt x="1789704" y="1330994"/>
                  </a:lnTo>
                  <a:lnTo>
                    <a:pt x="1833682" y="1314066"/>
                  </a:lnTo>
                  <a:lnTo>
                    <a:pt x="1816750" y="1270093"/>
                  </a:lnTo>
                  <a:close/>
                </a:path>
                <a:path w="2817494" h="2270759">
                  <a:moveTo>
                    <a:pt x="1900507" y="1232212"/>
                  </a:moveTo>
                  <a:lnTo>
                    <a:pt x="1882078" y="1241475"/>
                  </a:lnTo>
                  <a:lnTo>
                    <a:pt x="1858885" y="1251749"/>
                  </a:lnTo>
                  <a:lnTo>
                    <a:pt x="1877953" y="1294833"/>
                  </a:lnTo>
                  <a:lnTo>
                    <a:pt x="1901156" y="1284560"/>
                  </a:lnTo>
                  <a:lnTo>
                    <a:pt x="1921616" y="1274337"/>
                  </a:lnTo>
                  <a:lnTo>
                    <a:pt x="1900507" y="1232212"/>
                  </a:lnTo>
                  <a:close/>
                </a:path>
                <a:path w="2817494" h="2270759">
                  <a:moveTo>
                    <a:pt x="1982714" y="1188474"/>
                  </a:moveTo>
                  <a:lnTo>
                    <a:pt x="1941616" y="1211519"/>
                  </a:lnTo>
                  <a:lnTo>
                    <a:pt x="1964652" y="1252618"/>
                  </a:lnTo>
                  <a:lnTo>
                    <a:pt x="2005760" y="1229574"/>
                  </a:lnTo>
                  <a:lnTo>
                    <a:pt x="1982714" y="1188474"/>
                  </a:lnTo>
                  <a:close/>
                </a:path>
                <a:path w="2817494" h="2270759">
                  <a:moveTo>
                    <a:pt x="2061130" y="1140165"/>
                  </a:moveTo>
                  <a:lnTo>
                    <a:pt x="2054251" y="1144905"/>
                  </a:lnTo>
                  <a:lnTo>
                    <a:pt x="2022210" y="1164821"/>
                  </a:lnTo>
                  <a:lnTo>
                    <a:pt x="2047089" y="1204837"/>
                  </a:lnTo>
                  <a:lnTo>
                    <a:pt x="2079130" y="1184922"/>
                  </a:lnTo>
                  <a:lnTo>
                    <a:pt x="2087758" y="1179044"/>
                  </a:lnTo>
                  <a:lnTo>
                    <a:pt x="2061130" y="1140165"/>
                  </a:lnTo>
                  <a:close/>
                </a:path>
                <a:path w="2817494" h="2270759">
                  <a:moveTo>
                    <a:pt x="2137160" y="1086253"/>
                  </a:moveTo>
                  <a:lnTo>
                    <a:pt x="2109150" y="1107290"/>
                  </a:lnTo>
                  <a:lnTo>
                    <a:pt x="2100009" y="1113546"/>
                  </a:lnTo>
                  <a:lnTo>
                    <a:pt x="2126636" y="1152426"/>
                  </a:lnTo>
                  <a:lnTo>
                    <a:pt x="2135767" y="1146170"/>
                  </a:lnTo>
                  <a:lnTo>
                    <a:pt x="2165431" y="1123945"/>
                  </a:lnTo>
                  <a:lnTo>
                    <a:pt x="2137160" y="1086253"/>
                  </a:lnTo>
                  <a:close/>
                </a:path>
                <a:path w="2817494" h="2270759">
                  <a:moveTo>
                    <a:pt x="2210110" y="1028227"/>
                  </a:moveTo>
                  <a:lnTo>
                    <a:pt x="2173651" y="1058082"/>
                  </a:lnTo>
                  <a:lnTo>
                    <a:pt x="2203514" y="1094536"/>
                  </a:lnTo>
                  <a:lnTo>
                    <a:pt x="2239963" y="1064680"/>
                  </a:lnTo>
                  <a:lnTo>
                    <a:pt x="2210110" y="1028227"/>
                  </a:lnTo>
                  <a:close/>
                </a:path>
                <a:path w="2817494" h="2270759">
                  <a:moveTo>
                    <a:pt x="2278527" y="966367"/>
                  </a:moveTo>
                  <a:lnTo>
                    <a:pt x="2264580" y="979924"/>
                  </a:lnTo>
                  <a:lnTo>
                    <a:pt x="2244675" y="997686"/>
                  </a:lnTo>
                  <a:lnTo>
                    <a:pt x="2276035" y="1032850"/>
                  </a:lnTo>
                  <a:lnTo>
                    <a:pt x="2295951" y="1015087"/>
                  </a:lnTo>
                  <a:lnTo>
                    <a:pt x="2311343" y="1000189"/>
                  </a:lnTo>
                  <a:lnTo>
                    <a:pt x="2278527" y="966367"/>
                  </a:lnTo>
                  <a:close/>
                </a:path>
                <a:path w="2817494" h="2270759">
                  <a:moveTo>
                    <a:pt x="2344106" y="900093"/>
                  </a:moveTo>
                  <a:lnTo>
                    <a:pt x="2312882" y="933053"/>
                  </a:lnTo>
                  <a:lnTo>
                    <a:pt x="2312348" y="933563"/>
                  </a:lnTo>
                  <a:lnTo>
                    <a:pt x="2345164" y="967381"/>
                  </a:lnTo>
                  <a:lnTo>
                    <a:pt x="2345687" y="966870"/>
                  </a:lnTo>
                  <a:lnTo>
                    <a:pt x="2378294" y="932519"/>
                  </a:lnTo>
                  <a:lnTo>
                    <a:pt x="2344106" y="900093"/>
                  </a:lnTo>
                  <a:close/>
                </a:path>
                <a:path w="2817494" h="2270759">
                  <a:moveTo>
                    <a:pt x="2405308" y="831066"/>
                  </a:moveTo>
                  <a:lnTo>
                    <a:pt x="2403434" y="833441"/>
                  </a:lnTo>
                  <a:lnTo>
                    <a:pt x="2375100" y="865926"/>
                  </a:lnTo>
                  <a:lnTo>
                    <a:pt x="2410607" y="896897"/>
                  </a:lnTo>
                  <a:lnTo>
                    <a:pt x="2438941" y="864412"/>
                  </a:lnTo>
                  <a:lnTo>
                    <a:pt x="2442082" y="860521"/>
                  </a:lnTo>
                  <a:lnTo>
                    <a:pt x="2405308" y="831066"/>
                  </a:lnTo>
                  <a:close/>
                </a:path>
                <a:path w="2817494" h="2270759">
                  <a:moveTo>
                    <a:pt x="2462595" y="757527"/>
                  </a:moveTo>
                  <a:lnTo>
                    <a:pt x="2445433" y="780962"/>
                  </a:lnTo>
                  <a:lnTo>
                    <a:pt x="2434763" y="794287"/>
                  </a:lnTo>
                  <a:lnTo>
                    <a:pt x="2471537" y="823742"/>
                  </a:lnTo>
                  <a:lnTo>
                    <a:pt x="2482207" y="810417"/>
                  </a:lnTo>
                  <a:lnTo>
                    <a:pt x="2500594" y="785398"/>
                  </a:lnTo>
                  <a:lnTo>
                    <a:pt x="2462595" y="757527"/>
                  </a:lnTo>
                  <a:close/>
                </a:path>
                <a:path w="2817494" h="2270759">
                  <a:moveTo>
                    <a:pt x="2515776" y="680984"/>
                  </a:moveTo>
                  <a:lnTo>
                    <a:pt x="2489568" y="720139"/>
                  </a:lnTo>
                  <a:lnTo>
                    <a:pt x="2528718" y="746352"/>
                  </a:lnTo>
                  <a:lnTo>
                    <a:pt x="2554937" y="707197"/>
                  </a:lnTo>
                  <a:lnTo>
                    <a:pt x="2515776" y="680984"/>
                  </a:lnTo>
                  <a:close/>
                </a:path>
                <a:path w="2817494" h="2270759">
                  <a:moveTo>
                    <a:pt x="2563503" y="602177"/>
                  </a:moveTo>
                  <a:lnTo>
                    <a:pt x="2556833" y="614379"/>
                  </a:lnTo>
                  <a:lnTo>
                    <a:pt x="2540132" y="641863"/>
                  </a:lnTo>
                  <a:lnTo>
                    <a:pt x="2580392" y="666338"/>
                  </a:lnTo>
                  <a:lnTo>
                    <a:pt x="2597104" y="638854"/>
                  </a:lnTo>
                  <a:lnTo>
                    <a:pt x="2604821" y="624830"/>
                  </a:lnTo>
                  <a:lnTo>
                    <a:pt x="2563503" y="602177"/>
                  </a:lnTo>
                  <a:close/>
                </a:path>
                <a:path w="2817494" h="2270759">
                  <a:moveTo>
                    <a:pt x="2606601" y="519619"/>
                  </a:moveTo>
                  <a:lnTo>
                    <a:pt x="2588685" y="556234"/>
                  </a:lnTo>
                  <a:lnTo>
                    <a:pt x="2586151" y="560860"/>
                  </a:lnTo>
                  <a:lnTo>
                    <a:pt x="2627469" y="583513"/>
                  </a:lnTo>
                  <a:lnTo>
                    <a:pt x="2630003" y="578887"/>
                  </a:lnTo>
                  <a:lnTo>
                    <a:pt x="2648914" y="540356"/>
                  </a:lnTo>
                  <a:lnTo>
                    <a:pt x="2606601" y="519619"/>
                  </a:lnTo>
                  <a:close/>
                </a:path>
                <a:path w="2817494" h="2270759">
                  <a:moveTo>
                    <a:pt x="2644128" y="435661"/>
                  </a:moveTo>
                  <a:lnTo>
                    <a:pt x="2643731" y="436798"/>
                  </a:lnTo>
                  <a:lnTo>
                    <a:pt x="2625940" y="477883"/>
                  </a:lnTo>
                  <a:lnTo>
                    <a:pt x="2669175" y="496604"/>
                  </a:lnTo>
                  <a:lnTo>
                    <a:pt x="2686965" y="455519"/>
                  </a:lnTo>
                  <a:lnTo>
                    <a:pt x="2688221" y="452260"/>
                  </a:lnTo>
                  <a:lnTo>
                    <a:pt x="2644128" y="435661"/>
                  </a:lnTo>
                  <a:close/>
                </a:path>
                <a:path w="2817494" h="2270759">
                  <a:moveTo>
                    <a:pt x="2675499" y="348082"/>
                  </a:moveTo>
                  <a:lnTo>
                    <a:pt x="2666672" y="375766"/>
                  </a:lnTo>
                  <a:lnTo>
                    <a:pt x="2660725" y="391562"/>
                  </a:lnTo>
                  <a:lnTo>
                    <a:pt x="2704818" y="408161"/>
                  </a:lnTo>
                  <a:lnTo>
                    <a:pt x="2710765" y="392365"/>
                  </a:lnTo>
                  <a:lnTo>
                    <a:pt x="2720377" y="362447"/>
                  </a:lnTo>
                  <a:lnTo>
                    <a:pt x="2675499" y="348082"/>
                  </a:lnTo>
                  <a:close/>
                </a:path>
                <a:path w="2817494" h="2270759">
                  <a:moveTo>
                    <a:pt x="2700975" y="258654"/>
                  </a:moveTo>
                  <a:lnTo>
                    <a:pt x="2688954" y="304215"/>
                  </a:lnTo>
                  <a:lnTo>
                    <a:pt x="2734513" y="316231"/>
                  </a:lnTo>
                  <a:lnTo>
                    <a:pt x="2746534" y="270670"/>
                  </a:lnTo>
                  <a:lnTo>
                    <a:pt x="2700975" y="258654"/>
                  </a:lnTo>
                  <a:close/>
                </a:path>
                <a:path w="2817494" h="2270759">
                  <a:moveTo>
                    <a:pt x="2718116" y="169278"/>
                  </a:moveTo>
                  <a:lnTo>
                    <a:pt x="2715749" y="188967"/>
                  </a:lnTo>
                  <a:lnTo>
                    <a:pt x="2710598" y="213835"/>
                  </a:lnTo>
                  <a:lnTo>
                    <a:pt x="2756743" y="223382"/>
                  </a:lnTo>
                  <a:lnTo>
                    <a:pt x="2761894" y="198514"/>
                  </a:lnTo>
                  <a:lnTo>
                    <a:pt x="2764879" y="175086"/>
                  </a:lnTo>
                  <a:lnTo>
                    <a:pt x="2718116" y="169278"/>
                  </a:lnTo>
                  <a:close/>
                </a:path>
                <a:path w="2817494" h="2270759">
                  <a:moveTo>
                    <a:pt x="2756272" y="0"/>
                  </a:moveTo>
                  <a:lnTo>
                    <a:pt x="2676169" y="136240"/>
                  </a:lnTo>
                  <a:lnTo>
                    <a:pt x="2817202" y="145821"/>
                  </a:lnTo>
                  <a:lnTo>
                    <a:pt x="2809892" y="128326"/>
                  </a:lnTo>
                  <a:lnTo>
                    <a:pt x="2770680" y="128326"/>
                  </a:lnTo>
                  <a:lnTo>
                    <a:pt x="2723927" y="122518"/>
                  </a:lnTo>
                  <a:lnTo>
                    <a:pt x="2724901" y="114621"/>
                  </a:lnTo>
                  <a:lnTo>
                    <a:pt x="2804165" y="114621"/>
                  </a:lnTo>
                  <a:lnTo>
                    <a:pt x="2756272" y="0"/>
                  </a:lnTo>
                  <a:close/>
                </a:path>
                <a:path w="2817494" h="2270759">
                  <a:moveTo>
                    <a:pt x="2724901" y="114621"/>
                  </a:moveTo>
                  <a:lnTo>
                    <a:pt x="2723927" y="122518"/>
                  </a:lnTo>
                  <a:lnTo>
                    <a:pt x="2770680" y="128326"/>
                  </a:lnTo>
                  <a:lnTo>
                    <a:pt x="2771664" y="120429"/>
                  </a:lnTo>
                  <a:lnTo>
                    <a:pt x="2724901" y="114621"/>
                  </a:lnTo>
                  <a:close/>
                </a:path>
                <a:path w="2817494" h="2270759">
                  <a:moveTo>
                    <a:pt x="2804165" y="114621"/>
                  </a:moveTo>
                  <a:lnTo>
                    <a:pt x="2724901" y="114621"/>
                  </a:lnTo>
                  <a:lnTo>
                    <a:pt x="2771664" y="120429"/>
                  </a:lnTo>
                  <a:lnTo>
                    <a:pt x="2770680" y="128326"/>
                  </a:lnTo>
                  <a:lnTo>
                    <a:pt x="2809892" y="128326"/>
                  </a:lnTo>
                  <a:lnTo>
                    <a:pt x="2804165" y="114621"/>
                  </a:lnTo>
                  <a:close/>
                </a:path>
              </a:pathLst>
            </a:custGeom>
            <a:solidFill>
              <a:srgbClr val="FD776E"/>
            </a:solidFill>
          </p:spPr>
          <p:txBody>
            <a:bodyPr wrap="square" lIns="0" tIns="0" rIns="0" bIns="0" rtlCol="0"/>
            <a:lstStyle/>
            <a:p>
              <a:endParaRPr lang="es-PE" noProof="0" dirty="0">
                <a:latin typeface="Aptos" panose="020B0004020202020204" pitchFamily="34" charset="0"/>
              </a:endParaRPr>
            </a:p>
          </p:txBody>
        </p:sp>
      </p:grpSp>
      <p:pic>
        <p:nvPicPr>
          <p:cNvPr id="3" name="Picture 2" descr="Manual de Indentidad Visual Corporativa Marca UNCP - UNCP">
            <a:extLst>
              <a:ext uri="{FF2B5EF4-FFF2-40B4-BE49-F238E27FC236}">
                <a16:creationId xmlns:a16="http://schemas.microsoft.com/office/drawing/2014/main" id="{7209FF30-CD07-3159-FF66-99E1CD9896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9025"/>
            <a:ext cx="11609705" cy="2967992"/>
          </a:xfrm>
          <a:prstGeom prst="rect">
            <a:avLst/>
          </a:prstGeom>
        </p:spPr>
        <p:txBody>
          <a:bodyPr vert="horz" wrap="square" lIns="0" tIns="509905" rIns="0" bIns="0" rtlCol="0">
            <a:spAutoFit/>
          </a:bodyPr>
          <a:lstStyle/>
          <a:p>
            <a:pPr marL="601345" marR="48260" indent="-589280">
              <a:lnSpc>
                <a:spcPct val="70300"/>
              </a:lnSpc>
              <a:spcBef>
                <a:spcPts val="4015"/>
              </a:spcBef>
            </a:pPr>
            <a:r>
              <a:rPr lang="es-PE" sz="10950" b="1" i="1" noProof="0" dirty="0">
                <a:latin typeface="Aptos" panose="020B0004020202020204" pitchFamily="34" charset="0"/>
                <a:cs typeface="Arial"/>
              </a:rPr>
              <a:t>ENTENDIENDO EL  NEGOCIO</a:t>
            </a:r>
            <a:endParaRPr lang="es-PE" sz="10950" noProof="0" dirty="0">
              <a:latin typeface="Aptos" panose="020B0004020202020204" pitchFamily="34" charset="0"/>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2835275"/>
            <a:ext cx="17613630" cy="7038081"/>
          </a:xfrm>
          <a:prstGeom prst="rect">
            <a:avLst/>
          </a:prstGeom>
        </p:spPr>
        <p:txBody>
          <a:bodyPr vert="horz" wrap="square" lIns="0" tIns="60325" rIns="0" bIns="0" rtlCol="0">
            <a:spAutoFit/>
          </a:bodyPr>
          <a:lstStyle/>
          <a:p>
            <a:pPr marL="12700" marR="5080" algn="just">
              <a:lnSpc>
                <a:spcPct val="90100"/>
              </a:lnSpc>
              <a:spcBef>
                <a:spcPts val="2705"/>
              </a:spcBef>
            </a:pPr>
            <a:r>
              <a:rPr lang="es-PE" sz="3300" dirty="0">
                <a:latin typeface="Aptos" panose="020B0004020202020204" pitchFamily="34" charset="0"/>
                <a:cs typeface="Tahoma"/>
              </a:rPr>
              <a:t>Cuando se trabajan en un proyecto de Aprendizaje Automático, los científicos de datos tienden a  preocuparse por los objetivos de Aprendizaje Automático: Las métricas que pueden medir sobre el  rendimiento, como la precisión, F1, la latencia de inferencia, etc.</a:t>
            </a:r>
          </a:p>
          <a:p>
            <a:pPr marL="12700" marR="5080" algn="just">
              <a:lnSpc>
                <a:spcPct val="90100"/>
              </a:lnSpc>
              <a:spcBef>
                <a:spcPts val="2705"/>
              </a:spcBef>
            </a:pPr>
            <a:r>
              <a:rPr lang="es-PE" sz="3300" noProof="0" dirty="0">
                <a:latin typeface="Aptos" panose="020B0004020202020204" pitchFamily="34" charset="0"/>
                <a:cs typeface="Tahoma"/>
              </a:rPr>
              <a:t>Los equipos dan mucha significancia a mejorar la exactitud de 94% a 94.5%, inclusive gastando muchos  recursos. La verdad es que es que a la mayoría de las empresas no les importan las sofisticadas métricas  de ML. No les importa aumentar la precisión de un modelo del 94% al 94,2% a menos que cambie algunas  métricas comerciales.</a:t>
            </a:r>
          </a:p>
          <a:p>
            <a:pPr marL="12700" marR="75565" algn="just">
              <a:lnSpc>
                <a:spcPct val="87400"/>
              </a:lnSpc>
              <a:spcBef>
                <a:spcPts val="2815"/>
              </a:spcBef>
            </a:pPr>
            <a:r>
              <a:rPr lang="es-PE" sz="3300" noProof="0" dirty="0">
                <a:latin typeface="Aptos" panose="020B0004020202020204" pitchFamily="34" charset="0"/>
                <a:cs typeface="Tahoma"/>
              </a:rPr>
              <a:t>Entonces, ¿qué métricas les interesan a las empresas? Para que un proyecto de ML tenga éxito dentro de  una organización empresarial, es fundamental </a:t>
            </a:r>
            <a:r>
              <a:rPr lang="es-PE" sz="3300" b="1" noProof="0" dirty="0">
                <a:latin typeface="Aptos" panose="020B0004020202020204" pitchFamily="34" charset="0"/>
                <a:cs typeface="Calibri"/>
              </a:rPr>
              <a:t>vincular el rendimiento de un sistema de ML con el  rendimiento empresarial general</a:t>
            </a:r>
            <a:r>
              <a:rPr lang="es-PE" sz="3300" noProof="0" dirty="0">
                <a:latin typeface="Aptos" panose="020B0004020202020204" pitchFamily="34" charset="0"/>
                <a:cs typeface="Tahoma"/>
              </a:rPr>
              <a:t>.</a:t>
            </a:r>
          </a:p>
          <a:p>
            <a:pPr marL="12700" marR="5080" algn="just">
              <a:lnSpc>
                <a:spcPct val="90100"/>
              </a:lnSpc>
              <a:spcBef>
                <a:spcPts val="2705"/>
              </a:spcBef>
            </a:pPr>
            <a:r>
              <a:rPr lang="es-PE" sz="3300" dirty="0">
                <a:latin typeface="Aptos" panose="020B0004020202020204" pitchFamily="34" charset="0"/>
                <a:cs typeface="Tahoma"/>
              </a:rPr>
              <a:t>¿En qué métricas de rendimiento de negocio se supone que influirá el nuevo sistema de aprendizaje  automático, por ejemplo, la cantidad de ingresos por publicidad y el número de usuarios activos  mensuales?</a:t>
            </a:r>
          </a:p>
        </p:txBody>
      </p:sp>
      <p:sp>
        <p:nvSpPr>
          <p:cNvPr id="3" name="object 3"/>
          <p:cNvSpPr txBox="1">
            <a:spLocks noGrp="1"/>
          </p:cNvSpPr>
          <p:nvPr>
            <p:ph type="title"/>
          </p:nvPr>
        </p:nvSpPr>
        <p:spPr>
          <a:xfrm>
            <a:off x="1097213" y="1126532"/>
            <a:ext cx="13742035" cy="1282065"/>
          </a:xfrm>
          <a:prstGeom prst="rect">
            <a:avLst/>
          </a:prstGeom>
        </p:spPr>
        <p:txBody>
          <a:bodyPr vert="horz" wrap="square" lIns="0" tIns="12065" rIns="0" bIns="0" rtlCol="0">
            <a:spAutoFit/>
          </a:bodyPr>
          <a:lstStyle/>
          <a:p>
            <a:pPr marL="12700">
              <a:lnSpc>
                <a:spcPct val="100000"/>
              </a:lnSpc>
              <a:spcBef>
                <a:spcPts val="95"/>
              </a:spcBef>
            </a:pPr>
            <a:r>
              <a:rPr lang="es-PE" sz="8250" noProof="0" dirty="0">
                <a:latin typeface="Aptos" panose="020B0004020202020204" pitchFamily="34" charset="0"/>
              </a:rPr>
              <a:t>ENTENDIENDO EL NEGOCIO</a:t>
            </a:r>
          </a:p>
        </p:txBody>
      </p:sp>
      <p:pic>
        <p:nvPicPr>
          <p:cNvPr id="4" name="Picture 2" descr="Manual de Indentidad Visual Corporativa Marca UNCP - UNCP">
            <a:extLst>
              <a:ext uri="{FF2B5EF4-FFF2-40B4-BE49-F238E27FC236}">
                <a16:creationId xmlns:a16="http://schemas.microsoft.com/office/drawing/2014/main" id="{4093725E-CC4C-2FD8-97C9-04FA9BC971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097213" y="3175475"/>
            <a:ext cx="17909672" cy="6722225"/>
          </a:xfrm>
          <a:prstGeom prst="rect">
            <a:avLst/>
          </a:prstGeom>
        </p:spPr>
        <p:txBody>
          <a:bodyPr vert="horz" wrap="square" lIns="0" tIns="11430" rIns="0" bIns="0" rtlCol="0">
            <a:spAutoFit/>
          </a:bodyPr>
          <a:lstStyle/>
          <a:p>
            <a:pPr marL="12700" marR="5080" algn="just">
              <a:lnSpc>
                <a:spcPct val="100800"/>
              </a:lnSpc>
              <a:spcBef>
                <a:spcPts val="90"/>
              </a:spcBef>
            </a:pPr>
            <a:r>
              <a:rPr lang="es-PE" sz="3400" noProof="0" dirty="0">
                <a:latin typeface="Aptos" panose="020B0004020202020204" pitchFamily="34" charset="0"/>
              </a:rPr>
              <a:t>Es importante lograr vincular métricas del modelo con las métricas del negocio. Una de las  razones por las que la predicción de las tasas de clics en anuncios y la detección de fraude se  encuentran entre los casos de uso más populares de ML en la actualidad es que es fácil asignar el  rendimiento de los modelos a las métricas de negocio: cada aumento en la tasa de clics da como  resultado ingresos publicitarios reales , y cada transacción y cada transacción fraudulenta  detenida da como resultado un ahorro de dinero real.</a:t>
            </a:r>
          </a:p>
          <a:p>
            <a:pPr marL="12700" marR="5080" algn="just">
              <a:lnSpc>
                <a:spcPct val="100800"/>
              </a:lnSpc>
              <a:spcBef>
                <a:spcPts val="90"/>
              </a:spcBef>
            </a:pPr>
            <a:endParaRPr lang="es-PE" sz="3400" noProof="0" dirty="0">
              <a:latin typeface="Aptos" panose="020B0004020202020204" pitchFamily="34" charset="0"/>
            </a:endParaRPr>
          </a:p>
          <a:p>
            <a:pPr marL="12700" marR="5080" algn="just">
              <a:lnSpc>
                <a:spcPct val="100800"/>
              </a:lnSpc>
              <a:spcBef>
                <a:spcPts val="90"/>
              </a:spcBef>
            </a:pPr>
            <a:r>
              <a:rPr lang="es-PE" sz="3400" dirty="0">
                <a:latin typeface="Aptos" panose="020B0004020202020204" pitchFamily="34" charset="0"/>
              </a:rPr>
              <a:t>Para obtener una respuesta definitiva a la pregunta de cómo las métricas de ML influyen en las  métricas de negocio, a menudo es necesario realizar experimentos.</a:t>
            </a:r>
          </a:p>
          <a:p>
            <a:pPr marL="12700" marR="34290" algn="just">
              <a:lnSpc>
                <a:spcPct val="100099"/>
              </a:lnSpc>
              <a:spcBef>
                <a:spcPts val="2780"/>
              </a:spcBef>
            </a:pPr>
            <a:r>
              <a:rPr lang="es-PE" sz="3400" noProof="0" dirty="0">
                <a:latin typeface="Aptos" panose="020B0004020202020204" pitchFamily="34" charset="0"/>
              </a:rPr>
              <a:t>Muchas veces se hacen con experimentos como las pruebas A/B y eligen el modelo que conduce  a mejores métricas comerciales, independientemente de si este modelo tiene mejores métricas  de ML.</a:t>
            </a:r>
          </a:p>
        </p:txBody>
      </p:sp>
      <p:sp>
        <p:nvSpPr>
          <p:cNvPr id="3" name="object 3"/>
          <p:cNvSpPr txBox="1">
            <a:spLocks noGrp="1"/>
          </p:cNvSpPr>
          <p:nvPr>
            <p:ph type="title"/>
          </p:nvPr>
        </p:nvSpPr>
        <p:spPr>
          <a:xfrm>
            <a:off x="1097213" y="1126532"/>
            <a:ext cx="13742035" cy="1282065"/>
          </a:xfrm>
          <a:prstGeom prst="rect">
            <a:avLst/>
          </a:prstGeom>
        </p:spPr>
        <p:txBody>
          <a:bodyPr vert="horz" wrap="square" lIns="0" tIns="12065" rIns="0" bIns="0" rtlCol="0">
            <a:spAutoFit/>
          </a:bodyPr>
          <a:lstStyle/>
          <a:p>
            <a:pPr marL="12700">
              <a:spcBef>
                <a:spcPts val="95"/>
              </a:spcBef>
            </a:pPr>
            <a:r>
              <a:rPr lang="es-PE" sz="8250" dirty="0">
                <a:latin typeface="Aptos" panose="020B0004020202020204" pitchFamily="34" charset="0"/>
              </a:rPr>
              <a:t>ENTENDIENDO EL NEGOCIO</a:t>
            </a:r>
          </a:p>
        </p:txBody>
      </p:sp>
      <p:pic>
        <p:nvPicPr>
          <p:cNvPr id="4" name="Picture 2" descr="Manual de Indentidad Visual Corporativa Marca UNCP - UNCP">
            <a:extLst>
              <a:ext uri="{FF2B5EF4-FFF2-40B4-BE49-F238E27FC236}">
                <a16:creationId xmlns:a16="http://schemas.microsoft.com/office/drawing/2014/main" id="{365FE79C-7CD1-8D1B-EC5E-9A969BA9E2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176312"/>
            <a:ext cx="17855565" cy="5614999"/>
          </a:xfrm>
          <a:prstGeom prst="rect">
            <a:avLst/>
          </a:prstGeom>
        </p:spPr>
        <p:txBody>
          <a:bodyPr vert="horz" wrap="square" lIns="0" tIns="10160" rIns="0" bIns="0" rtlCol="0">
            <a:spAutoFit/>
          </a:bodyPr>
          <a:lstStyle/>
          <a:p>
            <a:pPr marL="12700" marR="5080" algn="just">
              <a:lnSpc>
                <a:spcPct val="100600"/>
              </a:lnSpc>
              <a:spcBef>
                <a:spcPts val="80"/>
              </a:spcBef>
            </a:pPr>
            <a:r>
              <a:rPr lang="es-PE" sz="3950" noProof="0" dirty="0">
                <a:latin typeface="Aptos" panose="020B0004020202020204" pitchFamily="34" charset="0"/>
                <a:cs typeface="Tahoma"/>
              </a:rPr>
              <a:t>A veces, es difícil manejar expectativas de negocios. Debido al </a:t>
            </a:r>
            <a:r>
              <a:rPr lang="es-PE" sz="3950" noProof="0" dirty="0" err="1">
                <a:latin typeface="Aptos" panose="020B0004020202020204" pitchFamily="34" charset="0"/>
                <a:cs typeface="Tahoma"/>
              </a:rPr>
              <a:t>hype</a:t>
            </a:r>
            <a:r>
              <a:rPr lang="es-PE" sz="3950" noProof="0" dirty="0">
                <a:latin typeface="Aptos" panose="020B0004020202020204" pitchFamily="34" charset="0"/>
                <a:cs typeface="Tahoma"/>
              </a:rPr>
              <a:t> que genera Machine  </a:t>
            </a:r>
            <a:r>
              <a:rPr lang="es-PE" sz="3950" noProof="0" dirty="0" err="1">
                <a:latin typeface="Aptos" panose="020B0004020202020204" pitchFamily="34" charset="0"/>
                <a:cs typeface="Tahoma"/>
              </a:rPr>
              <a:t>Learning</a:t>
            </a:r>
            <a:r>
              <a:rPr lang="es-PE" sz="3950" noProof="0" dirty="0">
                <a:latin typeface="Aptos" panose="020B0004020202020204" pitchFamily="34" charset="0"/>
                <a:cs typeface="Tahoma"/>
              </a:rPr>
              <a:t>, se debe ser realista acerca de los beneficios que pueden dar un modelo.</a:t>
            </a:r>
          </a:p>
          <a:p>
            <a:pPr marL="12700" marR="5080" algn="just">
              <a:lnSpc>
                <a:spcPct val="100600"/>
              </a:lnSpc>
              <a:spcBef>
                <a:spcPts val="80"/>
              </a:spcBef>
            </a:pPr>
            <a:endParaRPr lang="es-PE" sz="3950" noProof="0" dirty="0">
              <a:latin typeface="Aptos" panose="020B0004020202020204" pitchFamily="34" charset="0"/>
              <a:cs typeface="Tahoma"/>
            </a:endParaRPr>
          </a:p>
          <a:p>
            <a:pPr marL="12700" marR="5080" algn="just">
              <a:lnSpc>
                <a:spcPct val="100600"/>
              </a:lnSpc>
              <a:spcBef>
                <a:spcPts val="80"/>
              </a:spcBef>
            </a:pPr>
            <a:r>
              <a:rPr lang="es-PE" sz="3950" dirty="0">
                <a:latin typeface="Aptos" panose="020B0004020202020204" pitchFamily="34" charset="0"/>
                <a:cs typeface="Tahoma"/>
              </a:rPr>
              <a:t>Algunos negocios pueden tener la noción de que el Aprendizaje Automático puede  transformar una solución mágicamente de la noche a la mañana.</a:t>
            </a:r>
          </a:p>
          <a:p>
            <a:pPr marL="577850" indent="-565785" algn="just">
              <a:lnSpc>
                <a:spcPct val="100000"/>
              </a:lnSpc>
              <a:spcBef>
                <a:spcPts val="2520"/>
              </a:spcBef>
              <a:buFont typeface="Arial MT"/>
              <a:buChar char="•"/>
              <a:tabLst>
                <a:tab pos="577850" algn="l"/>
                <a:tab pos="578485" algn="l"/>
              </a:tabLst>
            </a:pPr>
            <a:r>
              <a:rPr lang="es-PE" sz="3950" b="1" noProof="0" dirty="0">
                <a:solidFill>
                  <a:srgbClr val="19BD1B"/>
                </a:solidFill>
                <a:latin typeface="Aptos" panose="020B0004020202020204" pitchFamily="34" charset="0"/>
                <a:cs typeface="Calibri"/>
              </a:rPr>
              <a:t>Mágicamente: Posible</a:t>
            </a:r>
            <a:endParaRPr lang="es-PE" sz="3950" noProof="0" dirty="0">
              <a:latin typeface="Aptos" panose="020B0004020202020204" pitchFamily="34" charset="0"/>
              <a:cs typeface="Calibri"/>
            </a:endParaRPr>
          </a:p>
          <a:p>
            <a:pPr marL="577850" indent="-565785" algn="just">
              <a:lnSpc>
                <a:spcPct val="100000"/>
              </a:lnSpc>
              <a:spcBef>
                <a:spcPts val="2760"/>
              </a:spcBef>
              <a:buFont typeface="Arial MT"/>
              <a:buChar char="•"/>
              <a:tabLst>
                <a:tab pos="577850" algn="l"/>
                <a:tab pos="578485" algn="l"/>
              </a:tabLst>
            </a:pPr>
            <a:r>
              <a:rPr lang="es-PE" sz="3950" b="1" noProof="0" dirty="0">
                <a:solidFill>
                  <a:srgbClr val="FF7D74"/>
                </a:solidFill>
                <a:latin typeface="Aptos" panose="020B0004020202020204" pitchFamily="34" charset="0"/>
                <a:cs typeface="Calibri"/>
              </a:rPr>
              <a:t>De la noche a la mañana: No</a:t>
            </a:r>
            <a:endParaRPr lang="es-PE" sz="3950" noProof="0" dirty="0">
              <a:latin typeface="Aptos" panose="020B0004020202020204" pitchFamily="34" charset="0"/>
              <a:cs typeface="Calibri"/>
            </a:endParaRPr>
          </a:p>
        </p:txBody>
      </p:sp>
      <p:sp>
        <p:nvSpPr>
          <p:cNvPr id="3" name="object 3"/>
          <p:cNvSpPr txBox="1">
            <a:spLocks noGrp="1"/>
          </p:cNvSpPr>
          <p:nvPr>
            <p:ph type="title"/>
          </p:nvPr>
        </p:nvSpPr>
        <p:spPr>
          <a:xfrm>
            <a:off x="1097213" y="1126532"/>
            <a:ext cx="13742035" cy="1282065"/>
          </a:xfrm>
          <a:prstGeom prst="rect">
            <a:avLst/>
          </a:prstGeom>
        </p:spPr>
        <p:txBody>
          <a:bodyPr vert="horz" wrap="square" lIns="0" tIns="12065" rIns="0" bIns="0" rtlCol="0">
            <a:spAutoFit/>
          </a:bodyPr>
          <a:lstStyle/>
          <a:p>
            <a:pPr marL="12700">
              <a:lnSpc>
                <a:spcPct val="100000"/>
              </a:lnSpc>
              <a:spcBef>
                <a:spcPts val="95"/>
              </a:spcBef>
            </a:pPr>
            <a:r>
              <a:rPr lang="es-PE" sz="8250" dirty="0">
                <a:latin typeface="Aptos" panose="020B0004020202020204" pitchFamily="34" charset="0"/>
              </a:rPr>
              <a:t>ENTENDIENDO</a:t>
            </a:r>
            <a:r>
              <a:rPr lang="es-PE" sz="8250" noProof="0" dirty="0">
                <a:latin typeface="Aptos" panose="020B0004020202020204" pitchFamily="34" charset="0"/>
              </a:rPr>
              <a:t> EL NEGOCIO</a:t>
            </a:r>
          </a:p>
        </p:txBody>
      </p:sp>
      <p:pic>
        <p:nvPicPr>
          <p:cNvPr id="4" name="Picture 2" descr="Manual de Indentidad Visual Corporativa Marca UNCP - UNCP">
            <a:extLst>
              <a:ext uri="{FF2B5EF4-FFF2-40B4-BE49-F238E27FC236}">
                <a16:creationId xmlns:a16="http://schemas.microsoft.com/office/drawing/2014/main" id="{9B84DA9A-5ED3-806C-D78F-11574D2B82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0" y="5229025"/>
            <a:ext cx="17065289" cy="2898742"/>
          </a:xfrm>
          <a:prstGeom prst="rect">
            <a:avLst/>
          </a:prstGeom>
        </p:spPr>
        <p:txBody>
          <a:bodyPr vert="horz" wrap="square" lIns="0" tIns="509905" rIns="0" bIns="0" rtlCol="0">
            <a:spAutoFit/>
          </a:bodyPr>
          <a:lstStyle/>
          <a:p>
            <a:pPr marL="601345" marR="5080" indent="-589280">
              <a:lnSpc>
                <a:spcPct val="70300"/>
              </a:lnSpc>
              <a:spcBef>
                <a:spcPts val="4015"/>
              </a:spcBef>
            </a:pPr>
            <a:r>
              <a:rPr lang="es-PE" sz="10950" b="1" i="1" noProof="0" dirty="0">
                <a:latin typeface="Arial"/>
                <a:cs typeface="Arial"/>
              </a:rPr>
              <a:t>METODOLOGÍA PARA  CONSTRUIR MODELOS</a:t>
            </a:r>
            <a:endParaRPr lang="es-PE" sz="10950" noProof="0" dirty="0">
              <a:latin typeface="Arial"/>
              <a:cs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0196" y="1198572"/>
            <a:ext cx="18023707" cy="2042867"/>
          </a:xfrm>
          <a:prstGeom prst="rect">
            <a:avLst/>
          </a:prstGeom>
        </p:spPr>
        <p:txBody>
          <a:bodyPr vert="horz" wrap="square" lIns="0" tIns="11430" rIns="0" bIns="0" rtlCol="0">
            <a:spAutoFit/>
          </a:bodyPr>
          <a:lstStyle/>
          <a:p>
            <a:pPr marL="69215" algn="ctr">
              <a:lnSpc>
                <a:spcPct val="100000"/>
              </a:lnSpc>
              <a:spcBef>
                <a:spcPts val="90"/>
              </a:spcBef>
            </a:pPr>
            <a:r>
              <a:rPr lang="es-PE" sz="6600" dirty="0">
                <a:latin typeface="Aptos" panose="020B0004020202020204" pitchFamily="34" charset="0"/>
              </a:rPr>
              <a:t>METODOLOGÍA PARA CONSTRUIR ALGORITMOS DE  ML</a:t>
            </a:r>
          </a:p>
        </p:txBody>
      </p:sp>
      <p:sp>
        <p:nvSpPr>
          <p:cNvPr id="3" name="object 3"/>
          <p:cNvSpPr/>
          <p:nvPr/>
        </p:nvSpPr>
        <p:spPr>
          <a:xfrm>
            <a:off x="1361215" y="4460597"/>
            <a:ext cx="5088890" cy="3907790"/>
          </a:xfrm>
          <a:custGeom>
            <a:avLst/>
            <a:gdLst/>
            <a:ahLst/>
            <a:cxnLst/>
            <a:rect l="l" t="t" r="r" b="b"/>
            <a:pathLst>
              <a:path w="5088890" h="3907790">
                <a:moveTo>
                  <a:pt x="0" y="586124"/>
                </a:moveTo>
                <a:lnTo>
                  <a:pt x="1942" y="538053"/>
                </a:lnTo>
                <a:lnTo>
                  <a:pt x="7671" y="491052"/>
                </a:lnTo>
                <a:lnTo>
                  <a:pt x="17034" y="445272"/>
                </a:lnTo>
                <a:lnTo>
                  <a:pt x="29881" y="400863"/>
                </a:lnTo>
                <a:lnTo>
                  <a:pt x="46060" y="357978"/>
                </a:lnTo>
                <a:lnTo>
                  <a:pt x="65422" y="316766"/>
                </a:lnTo>
                <a:lnTo>
                  <a:pt x="87814" y="277379"/>
                </a:lnTo>
                <a:lnTo>
                  <a:pt x="113087" y="239967"/>
                </a:lnTo>
                <a:lnTo>
                  <a:pt x="141090" y="204680"/>
                </a:lnTo>
                <a:lnTo>
                  <a:pt x="171671" y="171671"/>
                </a:lnTo>
                <a:lnTo>
                  <a:pt x="204680" y="141090"/>
                </a:lnTo>
                <a:lnTo>
                  <a:pt x="239966" y="113088"/>
                </a:lnTo>
                <a:lnTo>
                  <a:pt x="277379" y="87814"/>
                </a:lnTo>
                <a:lnTo>
                  <a:pt x="316766" y="65422"/>
                </a:lnTo>
                <a:lnTo>
                  <a:pt x="357978" y="46060"/>
                </a:lnTo>
                <a:lnTo>
                  <a:pt x="400863" y="29881"/>
                </a:lnTo>
                <a:lnTo>
                  <a:pt x="445271" y="17034"/>
                </a:lnTo>
                <a:lnTo>
                  <a:pt x="491051" y="7671"/>
                </a:lnTo>
                <a:lnTo>
                  <a:pt x="538053" y="1942"/>
                </a:lnTo>
                <a:lnTo>
                  <a:pt x="586124" y="0"/>
                </a:lnTo>
                <a:lnTo>
                  <a:pt x="4502673" y="0"/>
                </a:lnTo>
                <a:lnTo>
                  <a:pt x="4550744" y="1942"/>
                </a:lnTo>
                <a:lnTo>
                  <a:pt x="4597745" y="7671"/>
                </a:lnTo>
                <a:lnTo>
                  <a:pt x="4643525" y="17034"/>
                </a:lnTo>
                <a:lnTo>
                  <a:pt x="4687933" y="29881"/>
                </a:lnTo>
                <a:lnTo>
                  <a:pt x="4730818" y="46060"/>
                </a:lnTo>
                <a:lnTo>
                  <a:pt x="4772030" y="65422"/>
                </a:lnTo>
                <a:lnTo>
                  <a:pt x="4811418" y="87814"/>
                </a:lnTo>
                <a:lnTo>
                  <a:pt x="4848830" y="113088"/>
                </a:lnTo>
                <a:lnTo>
                  <a:pt x="4884116" y="141090"/>
                </a:lnTo>
                <a:lnTo>
                  <a:pt x="4917125" y="171671"/>
                </a:lnTo>
                <a:lnTo>
                  <a:pt x="4947706" y="204680"/>
                </a:lnTo>
                <a:lnTo>
                  <a:pt x="4975708" y="239967"/>
                </a:lnTo>
                <a:lnTo>
                  <a:pt x="5000982" y="277379"/>
                </a:lnTo>
                <a:lnTo>
                  <a:pt x="5023374" y="316766"/>
                </a:lnTo>
                <a:lnTo>
                  <a:pt x="5042736" y="357978"/>
                </a:lnTo>
                <a:lnTo>
                  <a:pt x="5058915" y="400863"/>
                </a:lnTo>
                <a:lnTo>
                  <a:pt x="5071762" y="445272"/>
                </a:lnTo>
                <a:lnTo>
                  <a:pt x="5081125" y="491052"/>
                </a:lnTo>
                <a:lnTo>
                  <a:pt x="5086853" y="538053"/>
                </a:lnTo>
                <a:lnTo>
                  <a:pt x="5088796" y="586124"/>
                </a:lnTo>
                <a:lnTo>
                  <a:pt x="5088796" y="3321370"/>
                </a:lnTo>
                <a:lnTo>
                  <a:pt x="5086853" y="3369442"/>
                </a:lnTo>
                <a:lnTo>
                  <a:pt x="5081125" y="3416443"/>
                </a:lnTo>
                <a:lnTo>
                  <a:pt x="5071762" y="3462223"/>
                </a:lnTo>
                <a:lnTo>
                  <a:pt x="5058915" y="3506631"/>
                </a:lnTo>
                <a:lnTo>
                  <a:pt x="5042736" y="3549517"/>
                </a:lnTo>
                <a:lnTo>
                  <a:pt x="5023374" y="3590728"/>
                </a:lnTo>
                <a:lnTo>
                  <a:pt x="5000982" y="3630116"/>
                </a:lnTo>
                <a:lnTo>
                  <a:pt x="4975708" y="3667528"/>
                </a:lnTo>
                <a:lnTo>
                  <a:pt x="4947706" y="3702814"/>
                </a:lnTo>
                <a:lnTo>
                  <a:pt x="4917125" y="3735823"/>
                </a:lnTo>
                <a:lnTo>
                  <a:pt x="4884116" y="3766404"/>
                </a:lnTo>
                <a:lnTo>
                  <a:pt x="4848830" y="3794407"/>
                </a:lnTo>
                <a:lnTo>
                  <a:pt x="4811418" y="3819680"/>
                </a:lnTo>
                <a:lnTo>
                  <a:pt x="4772030" y="3842073"/>
                </a:lnTo>
                <a:lnTo>
                  <a:pt x="4730818" y="3861434"/>
                </a:lnTo>
                <a:lnTo>
                  <a:pt x="4687933" y="3877614"/>
                </a:lnTo>
                <a:lnTo>
                  <a:pt x="4643525" y="3890461"/>
                </a:lnTo>
                <a:lnTo>
                  <a:pt x="4597745" y="3899824"/>
                </a:lnTo>
                <a:lnTo>
                  <a:pt x="4550744" y="3905552"/>
                </a:lnTo>
                <a:lnTo>
                  <a:pt x="4502673" y="3907495"/>
                </a:lnTo>
                <a:lnTo>
                  <a:pt x="586124" y="3907495"/>
                </a:lnTo>
                <a:lnTo>
                  <a:pt x="538053" y="3905552"/>
                </a:lnTo>
                <a:lnTo>
                  <a:pt x="491051" y="3899824"/>
                </a:lnTo>
                <a:lnTo>
                  <a:pt x="445271" y="3890461"/>
                </a:lnTo>
                <a:lnTo>
                  <a:pt x="400863" y="3877614"/>
                </a:lnTo>
                <a:lnTo>
                  <a:pt x="357978" y="3861434"/>
                </a:lnTo>
                <a:lnTo>
                  <a:pt x="316766" y="3842073"/>
                </a:lnTo>
                <a:lnTo>
                  <a:pt x="277379" y="3819680"/>
                </a:lnTo>
                <a:lnTo>
                  <a:pt x="239966" y="3794407"/>
                </a:lnTo>
                <a:lnTo>
                  <a:pt x="204680" y="3766404"/>
                </a:lnTo>
                <a:lnTo>
                  <a:pt x="171671" y="3735823"/>
                </a:lnTo>
                <a:lnTo>
                  <a:pt x="141090" y="3702814"/>
                </a:lnTo>
                <a:lnTo>
                  <a:pt x="113087" y="3667528"/>
                </a:lnTo>
                <a:lnTo>
                  <a:pt x="87814" y="3630116"/>
                </a:lnTo>
                <a:lnTo>
                  <a:pt x="65422" y="3590728"/>
                </a:lnTo>
                <a:lnTo>
                  <a:pt x="46060" y="3549517"/>
                </a:lnTo>
                <a:lnTo>
                  <a:pt x="29881" y="3506631"/>
                </a:lnTo>
                <a:lnTo>
                  <a:pt x="17034" y="3462223"/>
                </a:lnTo>
                <a:lnTo>
                  <a:pt x="7671" y="3416443"/>
                </a:lnTo>
                <a:lnTo>
                  <a:pt x="1942" y="3369442"/>
                </a:lnTo>
                <a:lnTo>
                  <a:pt x="0" y="3321370"/>
                </a:lnTo>
                <a:lnTo>
                  <a:pt x="0" y="586124"/>
                </a:lnTo>
                <a:close/>
              </a:path>
            </a:pathLst>
          </a:custGeom>
          <a:ln w="73296">
            <a:solidFill>
              <a:srgbClr val="FF80E9"/>
            </a:solidFill>
          </a:ln>
        </p:spPr>
        <p:txBody>
          <a:bodyPr wrap="square" lIns="0" tIns="0" rIns="0" bIns="0" rtlCol="0"/>
          <a:lstStyle/>
          <a:p>
            <a:endParaRPr lang="es-PE" noProof="0" dirty="0">
              <a:latin typeface="Aptos" panose="020B0004020202020204" pitchFamily="34" charset="0"/>
            </a:endParaRPr>
          </a:p>
        </p:txBody>
      </p:sp>
      <p:sp>
        <p:nvSpPr>
          <p:cNvPr id="4" name="object 4"/>
          <p:cNvSpPr txBox="1"/>
          <p:nvPr/>
        </p:nvSpPr>
        <p:spPr>
          <a:xfrm>
            <a:off x="1605096" y="5740116"/>
            <a:ext cx="1704975" cy="797719"/>
          </a:xfrm>
          <a:prstGeom prst="rect">
            <a:avLst/>
          </a:prstGeom>
          <a:solidFill>
            <a:srgbClr val="9BC4FF"/>
          </a:solidFill>
        </p:spPr>
        <p:txBody>
          <a:bodyPr vert="horz" wrap="square" lIns="0" tIns="43815" rIns="0" bIns="0" rtlCol="0">
            <a:spAutoFit/>
          </a:bodyPr>
          <a:lstStyle/>
          <a:p>
            <a:pPr marL="348615" marR="334645" indent="84455">
              <a:lnSpc>
                <a:spcPct val="101000"/>
              </a:lnSpc>
              <a:spcBef>
                <a:spcPts val="345"/>
              </a:spcBef>
            </a:pPr>
            <a:r>
              <a:rPr lang="es-PE" sz="2450" b="1" i="1" noProof="0" dirty="0">
                <a:solidFill>
                  <a:srgbClr val="404040"/>
                </a:solidFill>
                <a:latin typeface="Aptos" panose="020B0004020202020204" pitchFamily="34" charset="0"/>
                <a:cs typeface="Arial"/>
              </a:rPr>
              <a:t>Datos  crudos</a:t>
            </a:r>
            <a:endParaRPr lang="es-PE" sz="2450" noProof="0" dirty="0">
              <a:latin typeface="Aptos" panose="020B0004020202020204" pitchFamily="34" charset="0"/>
              <a:cs typeface="Arial"/>
            </a:endParaRPr>
          </a:p>
        </p:txBody>
      </p:sp>
      <p:sp>
        <p:nvSpPr>
          <p:cNvPr id="5" name="object 5"/>
          <p:cNvSpPr txBox="1"/>
          <p:nvPr/>
        </p:nvSpPr>
        <p:spPr>
          <a:xfrm>
            <a:off x="1605096" y="6573287"/>
            <a:ext cx="1704975" cy="423834"/>
          </a:xfrm>
          <a:prstGeom prst="rect">
            <a:avLst/>
          </a:prstGeom>
          <a:solidFill>
            <a:srgbClr val="FFFC66"/>
          </a:solidFill>
        </p:spPr>
        <p:txBody>
          <a:bodyPr vert="horz" wrap="square" lIns="0" tIns="46355" rIns="0" bIns="0" rtlCol="0">
            <a:spAutoFit/>
          </a:bodyPr>
          <a:lstStyle/>
          <a:p>
            <a:pPr marL="456565">
              <a:lnSpc>
                <a:spcPct val="100000"/>
              </a:lnSpc>
              <a:spcBef>
                <a:spcPts val="365"/>
              </a:spcBef>
            </a:pPr>
            <a:r>
              <a:rPr lang="es-PE" sz="2450" b="1" i="1" noProof="0" dirty="0" err="1">
                <a:solidFill>
                  <a:srgbClr val="404040"/>
                </a:solidFill>
                <a:latin typeface="Aptos" panose="020B0004020202020204" pitchFamily="34" charset="0"/>
                <a:cs typeface="Arial"/>
              </a:rPr>
              <a:t>Label</a:t>
            </a:r>
            <a:endParaRPr lang="es-PE" sz="2450" noProof="0" dirty="0">
              <a:latin typeface="Aptos" panose="020B0004020202020204" pitchFamily="34" charset="0"/>
              <a:cs typeface="Arial"/>
            </a:endParaRPr>
          </a:p>
        </p:txBody>
      </p:sp>
      <p:sp>
        <p:nvSpPr>
          <p:cNvPr id="6" name="object 6"/>
          <p:cNvSpPr txBox="1"/>
          <p:nvPr/>
        </p:nvSpPr>
        <p:spPr>
          <a:xfrm>
            <a:off x="4010155" y="5740116"/>
            <a:ext cx="2297430" cy="1178528"/>
          </a:xfrm>
          <a:prstGeom prst="rect">
            <a:avLst/>
          </a:prstGeom>
          <a:solidFill>
            <a:srgbClr val="FF7D74"/>
          </a:solidFill>
        </p:spPr>
        <p:txBody>
          <a:bodyPr vert="horz" wrap="square" lIns="0" tIns="43815" rIns="0" bIns="0" rtlCol="0">
            <a:spAutoFit/>
          </a:bodyPr>
          <a:lstStyle/>
          <a:p>
            <a:pPr marL="208915" marR="193675" indent="568960">
              <a:lnSpc>
                <a:spcPct val="101000"/>
              </a:lnSpc>
              <a:spcBef>
                <a:spcPts val="345"/>
              </a:spcBef>
            </a:pPr>
            <a:r>
              <a:rPr lang="es-PE" sz="2450" b="1" noProof="0" dirty="0">
                <a:solidFill>
                  <a:srgbClr val="404040"/>
                </a:solidFill>
                <a:latin typeface="Aptos" panose="020B0004020202020204" pitchFamily="34" charset="0"/>
                <a:cs typeface="Trebuchet MS"/>
              </a:rPr>
              <a:t>Datos  entrenamiento</a:t>
            </a:r>
            <a:endParaRPr lang="es-PE" sz="2450" noProof="0" dirty="0">
              <a:latin typeface="Aptos" panose="020B0004020202020204" pitchFamily="34" charset="0"/>
              <a:cs typeface="Trebuchet MS"/>
            </a:endParaRPr>
          </a:p>
        </p:txBody>
      </p:sp>
      <p:sp>
        <p:nvSpPr>
          <p:cNvPr id="7" name="object 7"/>
          <p:cNvSpPr txBox="1"/>
          <p:nvPr/>
        </p:nvSpPr>
        <p:spPr>
          <a:xfrm>
            <a:off x="4010155" y="6585966"/>
            <a:ext cx="2297430" cy="423834"/>
          </a:xfrm>
          <a:prstGeom prst="rect">
            <a:avLst/>
          </a:prstGeom>
          <a:solidFill>
            <a:srgbClr val="88FFFE"/>
          </a:solidFill>
        </p:spPr>
        <p:txBody>
          <a:bodyPr vert="horz" wrap="square" lIns="0" tIns="46355" rIns="0" bIns="0" rtlCol="0">
            <a:spAutoFit/>
          </a:bodyPr>
          <a:lstStyle/>
          <a:p>
            <a:pPr marL="310515">
              <a:lnSpc>
                <a:spcPct val="100000"/>
              </a:lnSpc>
              <a:spcBef>
                <a:spcPts val="365"/>
              </a:spcBef>
            </a:pPr>
            <a:r>
              <a:rPr lang="es-PE" sz="2450" b="1" noProof="0" dirty="0">
                <a:solidFill>
                  <a:srgbClr val="404040"/>
                </a:solidFill>
                <a:latin typeface="Aptos" panose="020B0004020202020204" pitchFamily="34" charset="0"/>
                <a:cs typeface="Trebuchet MS"/>
              </a:rPr>
              <a:t>Datos </a:t>
            </a:r>
            <a:r>
              <a:rPr lang="es-PE" sz="2450" b="1" noProof="0" dirty="0" err="1">
                <a:solidFill>
                  <a:srgbClr val="404040"/>
                </a:solidFill>
                <a:latin typeface="Aptos" panose="020B0004020202020204" pitchFamily="34" charset="0"/>
                <a:cs typeface="Trebuchet MS"/>
              </a:rPr>
              <a:t>testing</a:t>
            </a:r>
            <a:endParaRPr lang="es-PE" sz="2450" noProof="0" dirty="0">
              <a:latin typeface="Aptos" panose="020B0004020202020204" pitchFamily="34" charset="0"/>
              <a:cs typeface="Trebuchet MS"/>
            </a:endParaRPr>
          </a:p>
        </p:txBody>
      </p:sp>
      <p:grpSp>
        <p:nvGrpSpPr>
          <p:cNvPr id="8" name="object 8"/>
          <p:cNvGrpSpPr/>
          <p:nvPr/>
        </p:nvGrpSpPr>
        <p:grpSpPr>
          <a:xfrm>
            <a:off x="3403473" y="4423767"/>
            <a:ext cx="7292975" cy="3981450"/>
            <a:chOff x="3403473" y="4423767"/>
            <a:chExt cx="7292975" cy="3981450"/>
          </a:xfrm>
        </p:grpSpPr>
        <p:sp>
          <p:nvSpPr>
            <p:cNvPr id="9" name="object 9"/>
            <p:cNvSpPr/>
            <p:nvPr/>
          </p:nvSpPr>
          <p:spPr>
            <a:xfrm>
              <a:off x="3403473" y="6257280"/>
              <a:ext cx="513715" cy="314325"/>
            </a:xfrm>
            <a:custGeom>
              <a:avLst/>
              <a:gdLst/>
              <a:ahLst/>
              <a:cxnLst/>
              <a:rect l="l" t="t" r="r" b="b"/>
              <a:pathLst>
                <a:path w="513714" h="314325">
                  <a:moveTo>
                    <a:pt x="199030" y="0"/>
                  </a:moveTo>
                  <a:lnTo>
                    <a:pt x="199030" y="314126"/>
                  </a:lnTo>
                  <a:lnTo>
                    <a:pt x="408449" y="209417"/>
                  </a:lnTo>
                  <a:lnTo>
                    <a:pt x="251385" y="209417"/>
                  </a:lnTo>
                  <a:lnTo>
                    <a:pt x="251385" y="104708"/>
                  </a:lnTo>
                  <a:lnTo>
                    <a:pt x="408446" y="104708"/>
                  </a:lnTo>
                  <a:lnTo>
                    <a:pt x="199030" y="0"/>
                  </a:lnTo>
                  <a:close/>
                </a:path>
                <a:path w="513714" h="314325">
                  <a:moveTo>
                    <a:pt x="199030" y="104708"/>
                  </a:moveTo>
                  <a:lnTo>
                    <a:pt x="1" y="104708"/>
                  </a:lnTo>
                  <a:lnTo>
                    <a:pt x="0" y="209417"/>
                  </a:lnTo>
                  <a:lnTo>
                    <a:pt x="199030" y="209417"/>
                  </a:lnTo>
                  <a:lnTo>
                    <a:pt x="199030" y="104708"/>
                  </a:lnTo>
                  <a:close/>
                </a:path>
                <a:path w="513714" h="314325">
                  <a:moveTo>
                    <a:pt x="408446" y="104708"/>
                  </a:moveTo>
                  <a:lnTo>
                    <a:pt x="251385" y="104708"/>
                  </a:lnTo>
                  <a:lnTo>
                    <a:pt x="251385" y="209417"/>
                  </a:lnTo>
                  <a:lnTo>
                    <a:pt x="408449" y="209417"/>
                  </a:lnTo>
                  <a:lnTo>
                    <a:pt x="513157" y="157064"/>
                  </a:lnTo>
                  <a:lnTo>
                    <a:pt x="408446" y="104708"/>
                  </a:lnTo>
                  <a:close/>
                </a:path>
              </a:pathLst>
            </a:custGeom>
            <a:solidFill>
              <a:srgbClr val="19BD1B"/>
            </a:solidFill>
          </p:spPr>
          <p:txBody>
            <a:bodyPr wrap="square" lIns="0" tIns="0" rIns="0" bIns="0" rtlCol="0"/>
            <a:lstStyle/>
            <a:p>
              <a:endParaRPr lang="es-PE" noProof="0" dirty="0">
                <a:latin typeface="Aptos" panose="020B0004020202020204" pitchFamily="34" charset="0"/>
              </a:endParaRPr>
            </a:p>
          </p:txBody>
        </p:sp>
        <p:sp>
          <p:nvSpPr>
            <p:cNvPr id="10" name="object 10"/>
            <p:cNvSpPr/>
            <p:nvPr/>
          </p:nvSpPr>
          <p:spPr>
            <a:xfrm>
              <a:off x="7043958" y="4460597"/>
              <a:ext cx="3615690" cy="3907790"/>
            </a:xfrm>
            <a:custGeom>
              <a:avLst/>
              <a:gdLst/>
              <a:ahLst/>
              <a:cxnLst/>
              <a:rect l="l" t="t" r="r" b="b"/>
              <a:pathLst>
                <a:path w="3615690" h="3907790">
                  <a:moveTo>
                    <a:pt x="0" y="586111"/>
                  </a:moveTo>
                  <a:lnTo>
                    <a:pt x="1942" y="538041"/>
                  </a:lnTo>
                  <a:lnTo>
                    <a:pt x="7671" y="491041"/>
                  </a:lnTo>
                  <a:lnTo>
                    <a:pt x="17033" y="445262"/>
                  </a:lnTo>
                  <a:lnTo>
                    <a:pt x="29880" y="400854"/>
                  </a:lnTo>
                  <a:lnTo>
                    <a:pt x="46059" y="357970"/>
                  </a:lnTo>
                  <a:lnTo>
                    <a:pt x="65420" y="316759"/>
                  </a:lnTo>
                  <a:lnTo>
                    <a:pt x="87813" y="277372"/>
                  </a:lnTo>
                  <a:lnTo>
                    <a:pt x="113085" y="239961"/>
                  </a:lnTo>
                  <a:lnTo>
                    <a:pt x="141087" y="204676"/>
                  </a:lnTo>
                  <a:lnTo>
                    <a:pt x="171668" y="171668"/>
                  </a:lnTo>
                  <a:lnTo>
                    <a:pt x="204676" y="141087"/>
                  </a:lnTo>
                  <a:lnTo>
                    <a:pt x="239961" y="113085"/>
                  </a:lnTo>
                  <a:lnTo>
                    <a:pt x="277373" y="87812"/>
                  </a:lnTo>
                  <a:lnTo>
                    <a:pt x="316759" y="65420"/>
                  </a:lnTo>
                  <a:lnTo>
                    <a:pt x="357970" y="46059"/>
                  </a:lnTo>
                  <a:lnTo>
                    <a:pt x="400855" y="29880"/>
                  </a:lnTo>
                  <a:lnTo>
                    <a:pt x="445262" y="17033"/>
                  </a:lnTo>
                  <a:lnTo>
                    <a:pt x="491041" y="7671"/>
                  </a:lnTo>
                  <a:lnTo>
                    <a:pt x="538041" y="1942"/>
                  </a:lnTo>
                  <a:lnTo>
                    <a:pt x="586112" y="0"/>
                  </a:lnTo>
                  <a:lnTo>
                    <a:pt x="3029179" y="0"/>
                  </a:lnTo>
                  <a:lnTo>
                    <a:pt x="3077249" y="1942"/>
                  </a:lnTo>
                  <a:lnTo>
                    <a:pt x="3124250" y="7671"/>
                  </a:lnTo>
                  <a:lnTo>
                    <a:pt x="3170029" y="17033"/>
                  </a:lnTo>
                  <a:lnTo>
                    <a:pt x="3214436" y="29880"/>
                  </a:lnTo>
                  <a:lnTo>
                    <a:pt x="3257321" y="46059"/>
                  </a:lnTo>
                  <a:lnTo>
                    <a:pt x="3298532" y="65420"/>
                  </a:lnTo>
                  <a:lnTo>
                    <a:pt x="3337918" y="87812"/>
                  </a:lnTo>
                  <a:lnTo>
                    <a:pt x="3375329" y="113085"/>
                  </a:lnTo>
                  <a:lnTo>
                    <a:pt x="3410615" y="141087"/>
                  </a:lnTo>
                  <a:lnTo>
                    <a:pt x="3443623" y="171668"/>
                  </a:lnTo>
                  <a:lnTo>
                    <a:pt x="3474204" y="204676"/>
                  </a:lnTo>
                  <a:lnTo>
                    <a:pt x="3502206" y="239961"/>
                  </a:lnTo>
                  <a:lnTo>
                    <a:pt x="3527478" y="277372"/>
                  </a:lnTo>
                  <a:lnTo>
                    <a:pt x="3549871" y="316759"/>
                  </a:lnTo>
                  <a:lnTo>
                    <a:pt x="3569232" y="357970"/>
                  </a:lnTo>
                  <a:lnTo>
                    <a:pt x="3585411" y="400854"/>
                  </a:lnTo>
                  <a:lnTo>
                    <a:pt x="3598257" y="445262"/>
                  </a:lnTo>
                  <a:lnTo>
                    <a:pt x="3607620" y="491041"/>
                  </a:lnTo>
                  <a:lnTo>
                    <a:pt x="3613348" y="538041"/>
                  </a:lnTo>
                  <a:lnTo>
                    <a:pt x="3615291" y="586111"/>
                  </a:lnTo>
                  <a:lnTo>
                    <a:pt x="3615291" y="3321383"/>
                  </a:lnTo>
                  <a:lnTo>
                    <a:pt x="3613348" y="3369454"/>
                  </a:lnTo>
                  <a:lnTo>
                    <a:pt x="3607620" y="3416454"/>
                  </a:lnTo>
                  <a:lnTo>
                    <a:pt x="3598257" y="3462233"/>
                  </a:lnTo>
                  <a:lnTo>
                    <a:pt x="3585411" y="3506640"/>
                  </a:lnTo>
                  <a:lnTo>
                    <a:pt x="3569232" y="3549525"/>
                  </a:lnTo>
                  <a:lnTo>
                    <a:pt x="3549871" y="3590735"/>
                  </a:lnTo>
                  <a:lnTo>
                    <a:pt x="3527478" y="3630122"/>
                  </a:lnTo>
                  <a:lnTo>
                    <a:pt x="3502206" y="3667533"/>
                  </a:lnTo>
                  <a:lnTo>
                    <a:pt x="3474204" y="3702819"/>
                  </a:lnTo>
                  <a:lnTo>
                    <a:pt x="3443623" y="3735827"/>
                  </a:lnTo>
                  <a:lnTo>
                    <a:pt x="3410615" y="3766408"/>
                  </a:lnTo>
                  <a:lnTo>
                    <a:pt x="3375329" y="3794409"/>
                  </a:lnTo>
                  <a:lnTo>
                    <a:pt x="3337918" y="3819682"/>
                  </a:lnTo>
                  <a:lnTo>
                    <a:pt x="3298532" y="3842074"/>
                  </a:lnTo>
                  <a:lnTo>
                    <a:pt x="3257321" y="3861435"/>
                  </a:lnTo>
                  <a:lnTo>
                    <a:pt x="3214436" y="3877615"/>
                  </a:lnTo>
                  <a:lnTo>
                    <a:pt x="3170029" y="3890461"/>
                  </a:lnTo>
                  <a:lnTo>
                    <a:pt x="3124250" y="3899824"/>
                  </a:lnTo>
                  <a:lnTo>
                    <a:pt x="3077249" y="3905552"/>
                  </a:lnTo>
                  <a:lnTo>
                    <a:pt x="3029179" y="3907495"/>
                  </a:lnTo>
                  <a:lnTo>
                    <a:pt x="586112" y="3907495"/>
                  </a:lnTo>
                  <a:lnTo>
                    <a:pt x="538041" y="3905552"/>
                  </a:lnTo>
                  <a:lnTo>
                    <a:pt x="491041" y="3899824"/>
                  </a:lnTo>
                  <a:lnTo>
                    <a:pt x="445262" y="3890461"/>
                  </a:lnTo>
                  <a:lnTo>
                    <a:pt x="400855" y="3877615"/>
                  </a:lnTo>
                  <a:lnTo>
                    <a:pt x="357970" y="3861435"/>
                  </a:lnTo>
                  <a:lnTo>
                    <a:pt x="316759" y="3842074"/>
                  </a:lnTo>
                  <a:lnTo>
                    <a:pt x="277373" y="3819682"/>
                  </a:lnTo>
                  <a:lnTo>
                    <a:pt x="239961" y="3794409"/>
                  </a:lnTo>
                  <a:lnTo>
                    <a:pt x="204676" y="3766408"/>
                  </a:lnTo>
                  <a:lnTo>
                    <a:pt x="171668" y="3735827"/>
                  </a:lnTo>
                  <a:lnTo>
                    <a:pt x="141087" y="3702819"/>
                  </a:lnTo>
                  <a:lnTo>
                    <a:pt x="113085" y="3667533"/>
                  </a:lnTo>
                  <a:lnTo>
                    <a:pt x="87813" y="3630122"/>
                  </a:lnTo>
                  <a:lnTo>
                    <a:pt x="65420" y="3590735"/>
                  </a:lnTo>
                  <a:lnTo>
                    <a:pt x="46059" y="3549525"/>
                  </a:lnTo>
                  <a:lnTo>
                    <a:pt x="29880" y="3506640"/>
                  </a:lnTo>
                  <a:lnTo>
                    <a:pt x="17033" y="3462233"/>
                  </a:lnTo>
                  <a:lnTo>
                    <a:pt x="7671" y="3416454"/>
                  </a:lnTo>
                  <a:lnTo>
                    <a:pt x="1942" y="3369454"/>
                  </a:lnTo>
                  <a:lnTo>
                    <a:pt x="0" y="3321383"/>
                  </a:lnTo>
                  <a:lnTo>
                    <a:pt x="0" y="586111"/>
                  </a:lnTo>
                  <a:close/>
                </a:path>
              </a:pathLst>
            </a:custGeom>
            <a:ln w="73296">
              <a:solidFill>
                <a:srgbClr val="FF80E9"/>
              </a:solidFill>
            </a:ln>
          </p:spPr>
          <p:txBody>
            <a:bodyPr wrap="square" lIns="0" tIns="0" rIns="0" bIns="0" rtlCol="0"/>
            <a:lstStyle/>
            <a:p>
              <a:endParaRPr lang="es-PE" noProof="0" dirty="0">
                <a:latin typeface="Aptos" panose="020B0004020202020204" pitchFamily="34" charset="0"/>
              </a:endParaRPr>
            </a:p>
          </p:txBody>
        </p:sp>
      </p:grpSp>
      <p:sp>
        <p:nvSpPr>
          <p:cNvPr id="11" name="object 11"/>
          <p:cNvSpPr txBox="1"/>
          <p:nvPr/>
        </p:nvSpPr>
        <p:spPr>
          <a:xfrm>
            <a:off x="2279651" y="4641399"/>
            <a:ext cx="2860706" cy="392415"/>
          </a:xfrm>
          <a:prstGeom prst="rect">
            <a:avLst/>
          </a:prstGeom>
        </p:spPr>
        <p:txBody>
          <a:bodyPr vert="horz" wrap="square" lIns="0" tIns="15240" rIns="0" bIns="0" rtlCol="0">
            <a:spAutoFit/>
          </a:bodyPr>
          <a:lstStyle/>
          <a:p>
            <a:pPr marL="12700">
              <a:lnSpc>
                <a:spcPct val="100000"/>
              </a:lnSpc>
              <a:spcBef>
                <a:spcPts val="120"/>
              </a:spcBef>
            </a:pPr>
            <a:r>
              <a:rPr lang="es-PE" sz="2450" b="1" noProof="0" dirty="0" err="1">
                <a:latin typeface="Aptos" panose="020B0004020202020204" pitchFamily="34" charset="0"/>
                <a:cs typeface="Calibri"/>
              </a:rPr>
              <a:t>Pre-procesamiento</a:t>
            </a:r>
            <a:endParaRPr lang="es-PE" sz="2450" noProof="0" dirty="0">
              <a:latin typeface="Aptos" panose="020B0004020202020204" pitchFamily="34" charset="0"/>
              <a:cs typeface="Calibri"/>
            </a:endParaRPr>
          </a:p>
        </p:txBody>
      </p:sp>
      <p:sp>
        <p:nvSpPr>
          <p:cNvPr id="12" name="object 12"/>
          <p:cNvSpPr txBox="1"/>
          <p:nvPr/>
        </p:nvSpPr>
        <p:spPr>
          <a:xfrm>
            <a:off x="7878302" y="4641399"/>
            <a:ext cx="2297429" cy="392415"/>
          </a:xfrm>
          <a:prstGeom prst="rect">
            <a:avLst/>
          </a:prstGeom>
        </p:spPr>
        <p:txBody>
          <a:bodyPr vert="horz" wrap="square" lIns="0" tIns="15240" rIns="0" bIns="0" rtlCol="0">
            <a:spAutoFit/>
          </a:bodyPr>
          <a:lstStyle/>
          <a:p>
            <a:pPr marL="12700">
              <a:lnSpc>
                <a:spcPct val="100000"/>
              </a:lnSpc>
              <a:spcBef>
                <a:spcPts val="120"/>
              </a:spcBef>
            </a:pPr>
            <a:r>
              <a:rPr lang="es-PE" sz="2450" b="1" noProof="0" dirty="0">
                <a:latin typeface="Aptos" panose="020B0004020202020204" pitchFamily="34" charset="0"/>
                <a:cs typeface="Calibri"/>
              </a:rPr>
              <a:t>Entrenamiento</a:t>
            </a:r>
            <a:endParaRPr lang="es-PE" sz="2450" noProof="0" dirty="0">
              <a:latin typeface="Aptos" panose="020B0004020202020204" pitchFamily="34" charset="0"/>
              <a:cs typeface="Calibri"/>
            </a:endParaRPr>
          </a:p>
        </p:txBody>
      </p:sp>
      <p:sp>
        <p:nvSpPr>
          <p:cNvPr id="13" name="object 13"/>
          <p:cNvSpPr txBox="1"/>
          <p:nvPr/>
        </p:nvSpPr>
        <p:spPr>
          <a:xfrm>
            <a:off x="7703090" y="5934436"/>
            <a:ext cx="2297430" cy="380232"/>
          </a:xfrm>
          <a:prstGeom prst="rect">
            <a:avLst/>
          </a:prstGeom>
          <a:solidFill>
            <a:srgbClr val="FFFFFF">
              <a:alpha val="85099"/>
            </a:srgbClr>
          </a:solidFill>
          <a:ln w="52354">
            <a:solidFill>
              <a:srgbClr val="FF7D74"/>
            </a:solidFill>
          </a:ln>
        </p:spPr>
        <p:txBody>
          <a:bodyPr vert="horz" wrap="square" lIns="0" tIns="3175" rIns="0" bIns="0" rtlCol="0">
            <a:spAutoFit/>
          </a:bodyPr>
          <a:lstStyle/>
          <a:p>
            <a:pPr marL="128270">
              <a:lnSpc>
                <a:spcPct val="100000"/>
              </a:lnSpc>
            </a:pPr>
            <a:r>
              <a:rPr lang="es-PE" sz="2450" b="1" i="1" noProof="0" dirty="0">
                <a:latin typeface="Aptos" panose="020B0004020202020204" pitchFamily="34" charset="0"/>
                <a:cs typeface="Arial"/>
              </a:rPr>
              <a:t>Modelo de ML</a:t>
            </a:r>
            <a:endParaRPr lang="es-PE" sz="2450" noProof="0" dirty="0">
              <a:latin typeface="Aptos" panose="020B0004020202020204" pitchFamily="34" charset="0"/>
              <a:cs typeface="Arial"/>
            </a:endParaRPr>
          </a:p>
        </p:txBody>
      </p:sp>
      <p:grpSp>
        <p:nvGrpSpPr>
          <p:cNvPr id="14" name="object 14"/>
          <p:cNvGrpSpPr/>
          <p:nvPr/>
        </p:nvGrpSpPr>
        <p:grpSpPr>
          <a:xfrm>
            <a:off x="6400628" y="4423767"/>
            <a:ext cx="8128000" cy="3981450"/>
            <a:chOff x="6400628" y="4423767"/>
            <a:chExt cx="8128000" cy="3981450"/>
          </a:xfrm>
        </p:grpSpPr>
        <p:sp>
          <p:nvSpPr>
            <p:cNvPr id="15" name="object 15"/>
            <p:cNvSpPr/>
            <p:nvPr/>
          </p:nvSpPr>
          <p:spPr>
            <a:xfrm>
              <a:off x="6400628" y="6020759"/>
              <a:ext cx="1183005" cy="314325"/>
            </a:xfrm>
            <a:custGeom>
              <a:avLst/>
              <a:gdLst/>
              <a:ahLst/>
              <a:cxnLst/>
              <a:rect l="l" t="t" r="r" b="b"/>
              <a:pathLst>
                <a:path w="1183004" h="314325">
                  <a:moveTo>
                    <a:pt x="868673" y="0"/>
                  </a:moveTo>
                  <a:lnTo>
                    <a:pt x="868673" y="314126"/>
                  </a:lnTo>
                  <a:lnTo>
                    <a:pt x="1078090" y="209417"/>
                  </a:lnTo>
                  <a:lnTo>
                    <a:pt x="921027" y="209417"/>
                  </a:lnTo>
                  <a:lnTo>
                    <a:pt x="921027" y="104708"/>
                  </a:lnTo>
                  <a:lnTo>
                    <a:pt x="1078090" y="104708"/>
                  </a:lnTo>
                  <a:lnTo>
                    <a:pt x="868673" y="0"/>
                  </a:lnTo>
                  <a:close/>
                </a:path>
                <a:path w="1183004" h="314325">
                  <a:moveTo>
                    <a:pt x="868673" y="104708"/>
                  </a:moveTo>
                  <a:lnTo>
                    <a:pt x="0" y="104708"/>
                  </a:lnTo>
                  <a:lnTo>
                    <a:pt x="0" y="209417"/>
                  </a:lnTo>
                  <a:lnTo>
                    <a:pt x="868673" y="209417"/>
                  </a:lnTo>
                  <a:lnTo>
                    <a:pt x="868673" y="104708"/>
                  </a:lnTo>
                  <a:close/>
                </a:path>
                <a:path w="1183004" h="314325">
                  <a:moveTo>
                    <a:pt x="1078090" y="104708"/>
                  </a:moveTo>
                  <a:lnTo>
                    <a:pt x="921027" y="104708"/>
                  </a:lnTo>
                  <a:lnTo>
                    <a:pt x="921027" y="209417"/>
                  </a:lnTo>
                  <a:lnTo>
                    <a:pt x="1078090" y="209417"/>
                  </a:lnTo>
                  <a:lnTo>
                    <a:pt x="1182799" y="157063"/>
                  </a:lnTo>
                  <a:lnTo>
                    <a:pt x="1078090" y="104708"/>
                  </a:lnTo>
                  <a:close/>
                </a:path>
              </a:pathLst>
            </a:custGeom>
            <a:solidFill>
              <a:srgbClr val="19BD1B"/>
            </a:solidFill>
          </p:spPr>
          <p:txBody>
            <a:bodyPr wrap="square" lIns="0" tIns="0" rIns="0" bIns="0" rtlCol="0"/>
            <a:lstStyle/>
            <a:p>
              <a:endParaRPr lang="es-PE" noProof="0" dirty="0">
                <a:latin typeface="Aptos" panose="020B0004020202020204" pitchFamily="34" charset="0"/>
              </a:endParaRPr>
            </a:p>
          </p:txBody>
        </p:sp>
        <p:sp>
          <p:nvSpPr>
            <p:cNvPr id="16" name="object 16"/>
            <p:cNvSpPr/>
            <p:nvPr/>
          </p:nvSpPr>
          <p:spPr>
            <a:xfrm>
              <a:off x="10876297" y="4460597"/>
              <a:ext cx="3615690" cy="3907790"/>
            </a:xfrm>
            <a:custGeom>
              <a:avLst/>
              <a:gdLst/>
              <a:ahLst/>
              <a:cxnLst/>
              <a:rect l="l" t="t" r="r" b="b"/>
              <a:pathLst>
                <a:path w="3615690" h="3907790">
                  <a:moveTo>
                    <a:pt x="0" y="586111"/>
                  </a:moveTo>
                  <a:lnTo>
                    <a:pt x="1942" y="538041"/>
                  </a:lnTo>
                  <a:lnTo>
                    <a:pt x="7671" y="491041"/>
                  </a:lnTo>
                  <a:lnTo>
                    <a:pt x="17033" y="445262"/>
                  </a:lnTo>
                  <a:lnTo>
                    <a:pt x="29880" y="400854"/>
                  </a:lnTo>
                  <a:lnTo>
                    <a:pt x="46059" y="357970"/>
                  </a:lnTo>
                  <a:lnTo>
                    <a:pt x="65420" y="316759"/>
                  </a:lnTo>
                  <a:lnTo>
                    <a:pt x="87813" y="277372"/>
                  </a:lnTo>
                  <a:lnTo>
                    <a:pt x="113085" y="239961"/>
                  </a:lnTo>
                  <a:lnTo>
                    <a:pt x="141087" y="204676"/>
                  </a:lnTo>
                  <a:lnTo>
                    <a:pt x="171668" y="171668"/>
                  </a:lnTo>
                  <a:lnTo>
                    <a:pt x="204676" y="141087"/>
                  </a:lnTo>
                  <a:lnTo>
                    <a:pt x="239961" y="113085"/>
                  </a:lnTo>
                  <a:lnTo>
                    <a:pt x="277373" y="87812"/>
                  </a:lnTo>
                  <a:lnTo>
                    <a:pt x="316759" y="65420"/>
                  </a:lnTo>
                  <a:lnTo>
                    <a:pt x="357970" y="46059"/>
                  </a:lnTo>
                  <a:lnTo>
                    <a:pt x="400855" y="29880"/>
                  </a:lnTo>
                  <a:lnTo>
                    <a:pt x="445262" y="17033"/>
                  </a:lnTo>
                  <a:lnTo>
                    <a:pt x="491041" y="7671"/>
                  </a:lnTo>
                  <a:lnTo>
                    <a:pt x="538041" y="1942"/>
                  </a:lnTo>
                  <a:lnTo>
                    <a:pt x="586112" y="0"/>
                  </a:lnTo>
                  <a:lnTo>
                    <a:pt x="3029179" y="0"/>
                  </a:lnTo>
                  <a:lnTo>
                    <a:pt x="3077249" y="1942"/>
                  </a:lnTo>
                  <a:lnTo>
                    <a:pt x="3124250" y="7671"/>
                  </a:lnTo>
                  <a:lnTo>
                    <a:pt x="3170029" y="17033"/>
                  </a:lnTo>
                  <a:lnTo>
                    <a:pt x="3214436" y="29880"/>
                  </a:lnTo>
                  <a:lnTo>
                    <a:pt x="3257321" y="46059"/>
                  </a:lnTo>
                  <a:lnTo>
                    <a:pt x="3298532" y="65420"/>
                  </a:lnTo>
                  <a:lnTo>
                    <a:pt x="3337918" y="87812"/>
                  </a:lnTo>
                  <a:lnTo>
                    <a:pt x="3375329" y="113085"/>
                  </a:lnTo>
                  <a:lnTo>
                    <a:pt x="3410615" y="141087"/>
                  </a:lnTo>
                  <a:lnTo>
                    <a:pt x="3443623" y="171668"/>
                  </a:lnTo>
                  <a:lnTo>
                    <a:pt x="3474204" y="204676"/>
                  </a:lnTo>
                  <a:lnTo>
                    <a:pt x="3502206" y="239961"/>
                  </a:lnTo>
                  <a:lnTo>
                    <a:pt x="3527478" y="277372"/>
                  </a:lnTo>
                  <a:lnTo>
                    <a:pt x="3549871" y="316759"/>
                  </a:lnTo>
                  <a:lnTo>
                    <a:pt x="3569232" y="357970"/>
                  </a:lnTo>
                  <a:lnTo>
                    <a:pt x="3585411" y="400854"/>
                  </a:lnTo>
                  <a:lnTo>
                    <a:pt x="3598257" y="445262"/>
                  </a:lnTo>
                  <a:lnTo>
                    <a:pt x="3607620" y="491041"/>
                  </a:lnTo>
                  <a:lnTo>
                    <a:pt x="3613348" y="538041"/>
                  </a:lnTo>
                  <a:lnTo>
                    <a:pt x="3615291" y="586111"/>
                  </a:lnTo>
                  <a:lnTo>
                    <a:pt x="3615291" y="3321383"/>
                  </a:lnTo>
                  <a:lnTo>
                    <a:pt x="3613348" y="3369454"/>
                  </a:lnTo>
                  <a:lnTo>
                    <a:pt x="3607620" y="3416454"/>
                  </a:lnTo>
                  <a:lnTo>
                    <a:pt x="3598257" y="3462233"/>
                  </a:lnTo>
                  <a:lnTo>
                    <a:pt x="3585411" y="3506640"/>
                  </a:lnTo>
                  <a:lnTo>
                    <a:pt x="3569232" y="3549525"/>
                  </a:lnTo>
                  <a:lnTo>
                    <a:pt x="3549871" y="3590735"/>
                  </a:lnTo>
                  <a:lnTo>
                    <a:pt x="3527478" y="3630122"/>
                  </a:lnTo>
                  <a:lnTo>
                    <a:pt x="3502206" y="3667533"/>
                  </a:lnTo>
                  <a:lnTo>
                    <a:pt x="3474204" y="3702819"/>
                  </a:lnTo>
                  <a:lnTo>
                    <a:pt x="3443623" y="3735827"/>
                  </a:lnTo>
                  <a:lnTo>
                    <a:pt x="3410615" y="3766408"/>
                  </a:lnTo>
                  <a:lnTo>
                    <a:pt x="3375329" y="3794409"/>
                  </a:lnTo>
                  <a:lnTo>
                    <a:pt x="3337918" y="3819682"/>
                  </a:lnTo>
                  <a:lnTo>
                    <a:pt x="3298532" y="3842074"/>
                  </a:lnTo>
                  <a:lnTo>
                    <a:pt x="3257321" y="3861435"/>
                  </a:lnTo>
                  <a:lnTo>
                    <a:pt x="3214436" y="3877615"/>
                  </a:lnTo>
                  <a:lnTo>
                    <a:pt x="3170029" y="3890461"/>
                  </a:lnTo>
                  <a:lnTo>
                    <a:pt x="3124250" y="3899824"/>
                  </a:lnTo>
                  <a:lnTo>
                    <a:pt x="3077249" y="3905552"/>
                  </a:lnTo>
                  <a:lnTo>
                    <a:pt x="3029179" y="3907495"/>
                  </a:lnTo>
                  <a:lnTo>
                    <a:pt x="586112" y="3907495"/>
                  </a:lnTo>
                  <a:lnTo>
                    <a:pt x="538041" y="3905552"/>
                  </a:lnTo>
                  <a:lnTo>
                    <a:pt x="491041" y="3899824"/>
                  </a:lnTo>
                  <a:lnTo>
                    <a:pt x="445262" y="3890461"/>
                  </a:lnTo>
                  <a:lnTo>
                    <a:pt x="400855" y="3877615"/>
                  </a:lnTo>
                  <a:lnTo>
                    <a:pt x="357970" y="3861435"/>
                  </a:lnTo>
                  <a:lnTo>
                    <a:pt x="316759" y="3842074"/>
                  </a:lnTo>
                  <a:lnTo>
                    <a:pt x="277373" y="3819682"/>
                  </a:lnTo>
                  <a:lnTo>
                    <a:pt x="239961" y="3794409"/>
                  </a:lnTo>
                  <a:lnTo>
                    <a:pt x="204676" y="3766408"/>
                  </a:lnTo>
                  <a:lnTo>
                    <a:pt x="171668" y="3735827"/>
                  </a:lnTo>
                  <a:lnTo>
                    <a:pt x="141087" y="3702819"/>
                  </a:lnTo>
                  <a:lnTo>
                    <a:pt x="113085" y="3667533"/>
                  </a:lnTo>
                  <a:lnTo>
                    <a:pt x="87813" y="3630122"/>
                  </a:lnTo>
                  <a:lnTo>
                    <a:pt x="65420" y="3590735"/>
                  </a:lnTo>
                  <a:lnTo>
                    <a:pt x="46059" y="3549525"/>
                  </a:lnTo>
                  <a:lnTo>
                    <a:pt x="29880" y="3506640"/>
                  </a:lnTo>
                  <a:lnTo>
                    <a:pt x="17033" y="3462233"/>
                  </a:lnTo>
                  <a:lnTo>
                    <a:pt x="7671" y="3416454"/>
                  </a:lnTo>
                  <a:lnTo>
                    <a:pt x="1942" y="3369454"/>
                  </a:lnTo>
                  <a:lnTo>
                    <a:pt x="0" y="3321383"/>
                  </a:lnTo>
                  <a:lnTo>
                    <a:pt x="0" y="586111"/>
                  </a:lnTo>
                  <a:close/>
                </a:path>
              </a:pathLst>
            </a:custGeom>
            <a:ln w="73296">
              <a:solidFill>
                <a:srgbClr val="FF80E9"/>
              </a:solidFill>
            </a:ln>
          </p:spPr>
          <p:txBody>
            <a:bodyPr wrap="square" lIns="0" tIns="0" rIns="0" bIns="0" rtlCol="0"/>
            <a:lstStyle/>
            <a:p>
              <a:endParaRPr lang="es-PE" noProof="0" dirty="0">
                <a:latin typeface="Aptos" panose="020B0004020202020204" pitchFamily="34" charset="0"/>
              </a:endParaRPr>
            </a:p>
          </p:txBody>
        </p:sp>
      </p:grpSp>
      <p:sp>
        <p:nvSpPr>
          <p:cNvPr id="17" name="object 17"/>
          <p:cNvSpPr txBox="1"/>
          <p:nvPr/>
        </p:nvSpPr>
        <p:spPr>
          <a:xfrm>
            <a:off x="11984882" y="4641399"/>
            <a:ext cx="1848019" cy="392415"/>
          </a:xfrm>
          <a:prstGeom prst="rect">
            <a:avLst/>
          </a:prstGeom>
        </p:spPr>
        <p:txBody>
          <a:bodyPr vert="horz" wrap="square" lIns="0" tIns="15240" rIns="0" bIns="0" rtlCol="0">
            <a:spAutoFit/>
          </a:bodyPr>
          <a:lstStyle/>
          <a:p>
            <a:pPr marL="12700">
              <a:lnSpc>
                <a:spcPct val="100000"/>
              </a:lnSpc>
              <a:spcBef>
                <a:spcPts val="120"/>
              </a:spcBef>
            </a:pPr>
            <a:r>
              <a:rPr lang="es-PE" sz="2450" b="1" noProof="0" dirty="0">
                <a:latin typeface="Aptos" panose="020B0004020202020204" pitchFamily="34" charset="0"/>
                <a:cs typeface="Calibri"/>
              </a:rPr>
              <a:t>Evaluación</a:t>
            </a:r>
            <a:endParaRPr lang="es-PE" sz="2450" noProof="0" dirty="0">
              <a:latin typeface="Aptos" panose="020B0004020202020204" pitchFamily="34" charset="0"/>
              <a:cs typeface="Calibri"/>
            </a:endParaRPr>
          </a:p>
        </p:txBody>
      </p:sp>
      <p:sp>
        <p:nvSpPr>
          <p:cNvPr id="18" name="object 18"/>
          <p:cNvSpPr txBox="1"/>
          <p:nvPr/>
        </p:nvSpPr>
        <p:spPr>
          <a:xfrm>
            <a:off x="11551225" y="5772620"/>
            <a:ext cx="2297430" cy="759247"/>
          </a:xfrm>
          <a:prstGeom prst="rect">
            <a:avLst/>
          </a:prstGeom>
          <a:solidFill>
            <a:srgbClr val="FFFFFF">
              <a:alpha val="85099"/>
            </a:srgbClr>
          </a:solidFill>
          <a:ln w="52354">
            <a:solidFill>
              <a:srgbClr val="19BD1B"/>
            </a:solidFill>
          </a:ln>
        </p:spPr>
        <p:txBody>
          <a:bodyPr vert="horz" wrap="square" lIns="0" tIns="5715" rIns="0" bIns="0" rtlCol="0">
            <a:spAutoFit/>
          </a:bodyPr>
          <a:lstStyle/>
          <a:p>
            <a:pPr marL="396240" marR="388620" indent="203200" algn="ctr">
              <a:lnSpc>
                <a:spcPct val="101000"/>
              </a:lnSpc>
            </a:pPr>
            <a:r>
              <a:rPr lang="es-PE" sz="2450" b="1" i="1" noProof="0" dirty="0">
                <a:latin typeface="Aptos" panose="020B0004020202020204" pitchFamily="34" charset="0"/>
                <a:cs typeface="Arial"/>
              </a:rPr>
              <a:t>Modelo  entrenado</a:t>
            </a:r>
            <a:endParaRPr lang="es-PE" sz="2450" noProof="0" dirty="0">
              <a:latin typeface="Aptos" panose="020B0004020202020204" pitchFamily="34" charset="0"/>
              <a:cs typeface="Arial"/>
            </a:endParaRPr>
          </a:p>
        </p:txBody>
      </p:sp>
      <p:grpSp>
        <p:nvGrpSpPr>
          <p:cNvPr id="19" name="object 19"/>
          <p:cNvGrpSpPr/>
          <p:nvPr/>
        </p:nvGrpSpPr>
        <p:grpSpPr>
          <a:xfrm>
            <a:off x="5210630" y="4423767"/>
            <a:ext cx="13136244" cy="3981450"/>
            <a:chOff x="5210630" y="4423767"/>
            <a:chExt cx="13136244" cy="3981450"/>
          </a:xfrm>
        </p:grpSpPr>
        <p:sp>
          <p:nvSpPr>
            <p:cNvPr id="20" name="object 20"/>
            <p:cNvSpPr/>
            <p:nvPr/>
          </p:nvSpPr>
          <p:spPr>
            <a:xfrm>
              <a:off x="10232972" y="6020759"/>
              <a:ext cx="1183005" cy="314325"/>
            </a:xfrm>
            <a:custGeom>
              <a:avLst/>
              <a:gdLst/>
              <a:ahLst/>
              <a:cxnLst/>
              <a:rect l="l" t="t" r="r" b="b"/>
              <a:pathLst>
                <a:path w="1183004" h="314325">
                  <a:moveTo>
                    <a:pt x="868668" y="0"/>
                  </a:moveTo>
                  <a:lnTo>
                    <a:pt x="868668" y="314126"/>
                  </a:lnTo>
                  <a:lnTo>
                    <a:pt x="1078086" y="209417"/>
                  </a:lnTo>
                  <a:lnTo>
                    <a:pt x="921023" y="209417"/>
                  </a:lnTo>
                  <a:lnTo>
                    <a:pt x="921023" y="104708"/>
                  </a:lnTo>
                  <a:lnTo>
                    <a:pt x="1078086" y="104708"/>
                  </a:lnTo>
                  <a:lnTo>
                    <a:pt x="868668" y="0"/>
                  </a:lnTo>
                  <a:close/>
                </a:path>
                <a:path w="1183004" h="314325">
                  <a:moveTo>
                    <a:pt x="868668" y="104708"/>
                  </a:moveTo>
                  <a:lnTo>
                    <a:pt x="0" y="104708"/>
                  </a:lnTo>
                  <a:lnTo>
                    <a:pt x="0" y="209417"/>
                  </a:lnTo>
                  <a:lnTo>
                    <a:pt x="868668" y="209417"/>
                  </a:lnTo>
                  <a:lnTo>
                    <a:pt x="868668" y="104708"/>
                  </a:lnTo>
                  <a:close/>
                </a:path>
                <a:path w="1183004" h="314325">
                  <a:moveTo>
                    <a:pt x="1078086" y="104708"/>
                  </a:moveTo>
                  <a:lnTo>
                    <a:pt x="921023" y="104708"/>
                  </a:lnTo>
                  <a:lnTo>
                    <a:pt x="921023" y="209417"/>
                  </a:lnTo>
                  <a:lnTo>
                    <a:pt x="1078086" y="209417"/>
                  </a:lnTo>
                  <a:lnTo>
                    <a:pt x="1182795" y="157063"/>
                  </a:lnTo>
                  <a:lnTo>
                    <a:pt x="1078086" y="104708"/>
                  </a:lnTo>
                  <a:close/>
                </a:path>
              </a:pathLst>
            </a:custGeom>
            <a:solidFill>
              <a:srgbClr val="19BD1B"/>
            </a:solidFill>
          </p:spPr>
          <p:txBody>
            <a:bodyPr wrap="square" lIns="0" tIns="0" rIns="0" bIns="0" rtlCol="0"/>
            <a:lstStyle/>
            <a:p>
              <a:endParaRPr lang="es-PE" noProof="0" dirty="0">
                <a:latin typeface="Aptos" panose="020B0004020202020204" pitchFamily="34" charset="0"/>
              </a:endParaRPr>
            </a:p>
          </p:txBody>
        </p:sp>
        <p:sp>
          <p:nvSpPr>
            <p:cNvPr id="21" name="object 21"/>
            <p:cNvSpPr/>
            <p:nvPr/>
          </p:nvSpPr>
          <p:spPr>
            <a:xfrm>
              <a:off x="5210630" y="7206121"/>
              <a:ext cx="7392034" cy="789305"/>
            </a:xfrm>
            <a:custGeom>
              <a:avLst/>
              <a:gdLst/>
              <a:ahLst/>
              <a:cxnLst/>
              <a:rect l="l" t="t" r="r" b="b"/>
              <a:pathLst>
                <a:path w="7392034" h="789304">
                  <a:moveTo>
                    <a:pt x="34463" y="0"/>
                  </a:moveTo>
                  <a:lnTo>
                    <a:pt x="0" y="98874"/>
                  </a:lnTo>
                  <a:lnTo>
                    <a:pt x="120311" y="140810"/>
                  </a:lnTo>
                  <a:lnTo>
                    <a:pt x="240706" y="181508"/>
                  </a:lnTo>
                  <a:lnTo>
                    <a:pt x="360952" y="220889"/>
                  </a:lnTo>
                  <a:lnTo>
                    <a:pt x="481049" y="258952"/>
                  </a:lnTo>
                  <a:lnTo>
                    <a:pt x="600998" y="295697"/>
                  </a:lnTo>
                  <a:lnTo>
                    <a:pt x="720798" y="331123"/>
                  </a:lnTo>
                  <a:lnTo>
                    <a:pt x="840450" y="365232"/>
                  </a:lnTo>
                  <a:lnTo>
                    <a:pt x="959955" y="398023"/>
                  </a:lnTo>
                  <a:lnTo>
                    <a:pt x="1079309" y="429495"/>
                  </a:lnTo>
                  <a:lnTo>
                    <a:pt x="1198514" y="459648"/>
                  </a:lnTo>
                  <a:lnTo>
                    <a:pt x="1317572" y="488482"/>
                  </a:lnTo>
                  <a:lnTo>
                    <a:pt x="1436479" y="515997"/>
                  </a:lnTo>
                  <a:lnTo>
                    <a:pt x="1555239" y="542193"/>
                  </a:lnTo>
                  <a:lnTo>
                    <a:pt x="1673850" y="567071"/>
                  </a:lnTo>
                  <a:lnTo>
                    <a:pt x="1792310" y="590629"/>
                  </a:lnTo>
                  <a:lnTo>
                    <a:pt x="1910622" y="612867"/>
                  </a:lnTo>
                  <a:lnTo>
                    <a:pt x="2028785" y="633784"/>
                  </a:lnTo>
                  <a:lnTo>
                    <a:pt x="2146796" y="653383"/>
                  </a:lnTo>
                  <a:lnTo>
                    <a:pt x="2264659" y="671662"/>
                  </a:lnTo>
                  <a:lnTo>
                    <a:pt x="2382373" y="688620"/>
                  </a:lnTo>
                  <a:lnTo>
                    <a:pt x="2499935" y="704258"/>
                  </a:lnTo>
                  <a:lnTo>
                    <a:pt x="2617348" y="718576"/>
                  </a:lnTo>
                  <a:lnTo>
                    <a:pt x="2734610" y="731573"/>
                  </a:lnTo>
                  <a:lnTo>
                    <a:pt x="2851723" y="743250"/>
                  </a:lnTo>
                  <a:lnTo>
                    <a:pt x="2968683" y="753606"/>
                  </a:lnTo>
                  <a:lnTo>
                    <a:pt x="3085494" y="762641"/>
                  </a:lnTo>
                  <a:lnTo>
                    <a:pt x="3202153" y="770355"/>
                  </a:lnTo>
                  <a:lnTo>
                    <a:pt x="3318661" y="776749"/>
                  </a:lnTo>
                  <a:lnTo>
                    <a:pt x="3435017" y="781821"/>
                  </a:lnTo>
                  <a:lnTo>
                    <a:pt x="3551222" y="785572"/>
                  </a:lnTo>
                  <a:lnTo>
                    <a:pt x="3667274" y="788002"/>
                  </a:lnTo>
                  <a:lnTo>
                    <a:pt x="3783175" y="789111"/>
                  </a:lnTo>
                  <a:lnTo>
                    <a:pt x="3898923" y="788897"/>
                  </a:lnTo>
                  <a:lnTo>
                    <a:pt x="4014519" y="787363"/>
                  </a:lnTo>
                  <a:lnTo>
                    <a:pt x="4129962" y="784508"/>
                  </a:lnTo>
                  <a:lnTo>
                    <a:pt x="4245251" y="780330"/>
                  </a:lnTo>
                  <a:lnTo>
                    <a:pt x="4360388" y="774831"/>
                  </a:lnTo>
                  <a:lnTo>
                    <a:pt x="4475371" y="768011"/>
                  </a:lnTo>
                  <a:lnTo>
                    <a:pt x="4590200" y="759869"/>
                  </a:lnTo>
                  <a:lnTo>
                    <a:pt x="4704875" y="750405"/>
                  </a:lnTo>
                  <a:lnTo>
                    <a:pt x="4819397" y="739620"/>
                  </a:lnTo>
                  <a:lnTo>
                    <a:pt x="4933762" y="727513"/>
                  </a:lnTo>
                  <a:lnTo>
                    <a:pt x="5047975" y="714085"/>
                  </a:lnTo>
                  <a:lnTo>
                    <a:pt x="5162031" y="699335"/>
                  </a:lnTo>
                  <a:lnTo>
                    <a:pt x="5267849" y="684404"/>
                  </a:lnTo>
                  <a:lnTo>
                    <a:pt x="3783878" y="684404"/>
                  </a:lnTo>
                  <a:lnTo>
                    <a:pt x="3668574" y="683300"/>
                  </a:lnTo>
                  <a:lnTo>
                    <a:pt x="3668718" y="683300"/>
                  </a:lnTo>
                  <a:lnTo>
                    <a:pt x="3553710" y="680892"/>
                  </a:lnTo>
                  <a:lnTo>
                    <a:pt x="3438691" y="677176"/>
                  </a:lnTo>
                  <a:lnTo>
                    <a:pt x="3323515" y="672152"/>
                  </a:lnTo>
                  <a:lnTo>
                    <a:pt x="3208183" y="665820"/>
                  </a:lnTo>
                  <a:lnTo>
                    <a:pt x="3092695" y="658179"/>
                  </a:lnTo>
                  <a:lnTo>
                    <a:pt x="2977048" y="649231"/>
                  </a:lnTo>
                  <a:lnTo>
                    <a:pt x="2861246" y="638975"/>
                  </a:lnTo>
                  <a:lnTo>
                    <a:pt x="2745286" y="627410"/>
                  </a:lnTo>
                  <a:lnTo>
                    <a:pt x="2629169" y="614536"/>
                  </a:lnTo>
                  <a:lnTo>
                    <a:pt x="2512894" y="600354"/>
                  </a:lnTo>
                  <a:lnTo>
                    <a:pt x="2396461" y="584862"/>
                  </a:lnTo>
                  <a:lnTo>
                    <a:pt x="2279869" y="568063"/>
                  </a:lnTo>
                  <a:lnTo>
                    <a:pt x="2163120" y="549954"/>
                  </a:lnTo>
                  <a:lnTo>
                    <a:pt x="2046214" y="530536"/>
                  </a:lnTo>
                  <a:lnTo>
                    <a:pt x="1929147" y="509809"/>
                  </a:lnTo>
                  <a:lnTo>
                    <a:pt x="1811923" y="487772"/>
                  </a:lnTo>
                  <a:lnTo>
                    <a:pt x="1694541" y="464426"/>
                  </a:lnTo>
                  <a:lnTo>
                    <a:pt x="1576999" y="439770"/>
                  </a:lnTo>
                  <a:lnTo>
                    <a:pt x="1459297" y="413805"/>
                  </a:lnTo>
                  <a:lnTo>
                    <a:pt x="1341438" y="386529"/>
                  </a:lnTo>
                  <a:lnTo>
                    <a:pt x="1223420" y="357944"/>
                  </a:lnTo>
                  <a:lnTo>
                    <a:pt x="1105241" y="328048"/>
                  </a:lnTo>
                  <a:lnTo>
                    <a:pt x="986905" y="296842"/>
                  </a:lnTo>
                  <a:lnTo>
                    <a:pt x="868408" y="264324"/>
                  </a:lnTo>
                  <a:lnTo>
                    <a:pt x="749752" y="230497"/>
                  </a:lnTo>
                  <a:lnTo>
                    <a:pt x="630935" y="195359"/>
                  </a:lnTo>
                  <a:lnTo>
                    <a:pt x="511961" y="158910"/>
                  </a:lnTo>
                  <a:lnTo>
                    <a:pt x="392825" y="121149"/>
                  </a:lnTo>
                  <a:lnTo>
                    <a:pt x="273531" y="82078"/>
                  </a:lnTo>
                  <a:lnTo>
                    <a:pt x="154076" y="41694"/>
                  </a:lnTo>
                  <a:lnTo>
                    <a:pt x="34463" y="0"/>
                  </a:lnTo>
                  <a:close/>
                </a:path>
                <a:path w="7392034" h="789304">
                  <a:moveTo>
                    <a:pt x="3898103" y="684190"/>
                  </a:moveTo>
                  <a:lnTo>
                    <a:pt x="3783507" y="684400"/>
                  </a:lnTo>
                  <a:lnTo>
                    <a:pt x="5267874" y="684400"/>
                  </a:lnTo>
                  <a:lnTo>
                    <a:pt x="5269340" y="684193"/>
                  </a:lnTo>
                  <a:lnTo>
                    <a:pt x="3897833" y="684193"/>
                  </a:lnTo>
                  <a:lnTo>
                    <a:pt x="3898103" y="684190"/>
                  </a:lnTo>
                  <a:close/>
                </a:path>
                <a:path w="7392034" h="789304">
                  <a:moveTo>
                    <a:pt x="4012539" y="682672"/>
                  </a:moveTo>
                  <a:lnTo>
                    <a:pt x="3898103" y="684190"/>
                  </a:lnTo>
                  <a:lnTo>
                    <a:pt x="5269370" y="684189"/>
                  </a:lnTo>
                  <a:lnTo>
                    <a:pt x="5275930" y="683264"/>
                  </a:lnTo>
                  <a:lnTo>
                    <a:pt x="5279751" y="682679"/>
                  </a:lnTo>
                  <a:lnTo>
                    <a:pt x="4012229" y="682679"/>
                  </a:lnTo>
                  <a:lnTo>
                    <a:pt x="4012539" y="682672"/>
                  </a:lnTo>
                  <a:close/>
                </a:path>
                <a:path w="7392034" h="789304">
                  <a:moveTo>
                    <a:pt x="3668840" y="683303"/>
                  </a:moveTo>
                  <a:lnTo>
                    <a:pt x="3669168" y="683310"/>
                  </a:lnTo>
                  <a:lnTo>
                    <a:pt x="3669558" y="683310"/>
                  </a:lnTo>
                  <a:lnTo>
                    <a:pt x="3668840" y="683303"/>
                  </a:lnTo>
                  <a:close/>
                </a:path>
                <a:path w="7392034" h="789304">
                  <a:moveTo>
                    <a:pt x="3668718" y="683300"/>
                  </a:moveTo>
                  <a:lnTo>
                    <a:pt x="3668574" y="683300"/>
                  </a:lnTo>
                  <a:lnTo>
                    <a:pt x="3668840" y="683303"/>
                  </a:lnTo>
                  <a:close/>
                </a:path>
                <a:path w="7392034" h="789304">
                  <a:moveTo>
                    <a:pt x="4126817" y="679844"/>
                  </a:moveTo>
                  <a:lnTo>
                    <a:pt x="4012539" y="682672"/>
                  </a:lnTo>
                  <a:lnTo>
                    <a:pt x="4012829" y="682668"/>
                  </a:lnTo>
                  <a:lnTo>
                    <a:pt x="5279826" y="682668"/>
                  </a:lnTo>
                  <a:lnTo>
                    <a:pt x="5298212" y="679856"/>
                  </a:lnTo>
                  <a:lnTo>
                    <a:pt x="4126471" y="679856"/>
                  </a:lnTo>
                  <a:lnTo>
                    <a:pt x="4126817" y="679844"/>
                  </a:lnTo>
                  <a:close/>
                </a:path>
                <a:path w="7392034" h="789304">
                  <a:moveTo>
                    <a:pt x="3554012" y="680898"/>
                  </a:moveTo>
                  <a:lnTo>
                    <a:pt x="3554303" y="680908"/>
                  </a:lnTo>
                  <a:lnTo>
                    <a:pt x="3554460" y="680908"/>
                  </a:lnTo>
                  <a:lnTo>
                    <a:pt x="3554012" y="680898"/>
                  </a:lnTo>
                  <a:close/>
                </a:path>
                <a:path w="7392034" h="789304">
                  <a:moveTo>
                    <a:pt x="3553816" y="680892"/>
                  </a:moveTo>
                  <a:lnTo>
                    <a:pt x="3554012" y="680898"/>
                  </a:lnTo>
                  <a:lnTo>
                    <a:pt x="3553816" y="680892"/>
                  </a:lnTo>
                  <a:close/>
                </a:path>
                <a:path w="7392034" h="789304">
                  <a:moveTo>
                    <a:pt x="5298335" y="679837"/>
                  </a:moveTo>
                  <a:lnTo>
                    <a:pt x="4127072" y="679837"/>
                  </a:lnTo>
                  <a:lnTo>
                    <a:pt x="4126471" y="679856"/>
                  </a:lnTo>
                  <a:lnTo>
                    <a:pt x="5298212" y="679856"/>
                  </a:lnTo>
                  <a:close/>
                </a:path>
                <a:path w="7392034" h="789304">
                  <a:moveTo>
                    <a:pt x="5325390" y="675700"/>
                  </a:moveTo>
                  <a:lnTo>
                    <a:pt x="4241159" y="675700"/>
                  </a:lnTo>
                  <a:lnTo>
                    <a:pt x="4126817" y="679844"/>
                  </a:lnTo>
                  <a:lnTo>
                    <a:pt x="4127072" y="679837"/>
                  </a:lnTo>
                  <a:lnTo>
                    <a:pt x="5298335" y="679837"/>
                  </a:lnTo>
                  <a:lnTo>
                    <a:pt x="5325390" y="675700"/>
                  </a:lnTo>
                  <a:close/>
                </a:path>
                <a:path w="7392034" h="789304">
                  <a:moveTo>
                    <a:pt x="3438934" y="677184"/>
                  </a:moveTo>
                  <a:lnTo>
                    <a:pt x="3439282" y="677199"/>
                  </a:lnTo>
                  <a:lnTo>
                    <a:pt x="3438934" y="677184"/>
                  </a:lnTo>
                  <a:close/>
                </a:path>
                <a:path w="7392034" h="789304">
                  <a:moveTo>
                    <a:pt x="3438754" y="677176"/>
                  </a:moveTo>
                  <a:lnTo>
                    <a:pt x="3438934" y="677184"/>
                  </a:lnTo>
                  <a:lnTo>
                    <a:pt x="3438754" y="677176"/>
                  </a:lnTo>
                  <a:close/>
                </a:path>
                <a:path w="7392034" h="789304">
                  <a:moveTo>
                    <a:pt x="5360997" y="670256"/>
                  </a:moveTo>
                  <a:lnTo>
                    <a:pt x="4355091" y="670256"/>
                  </a:lnTo>
                  <a:lnTo>
                    <a:pt x="4240845" y="675712"/>
                  </a:lnTo>
                  <a:lnTo>
                    <a:pt x="4241159" y="675700"/>
                  </a:lnTo>
                  <a:lnTo>
                    <a:pt x="5325390" y="675700"/>
                  </a:lnTo>
                  <a:lnTo>
                    <a:pt x="5360997" y="670256"/>
                  </a:lnTo>
                  <a:close/>
                </a:path>
                <a:path w="7392034" h="789304">
                  <a:moveTo>
                    <a:pt x="3323779" y="672163"/>
                  </a:moveTo>
                  <a:lnTo>
                    <a:pt x="3324104" y="672181"/>
                  </a:lnTo>
                  <a:lnTo>
                    <a:pt x="3323779" y="672163"/>
                  </a:lnTo>
                  <a:close/>
                </a:path>
                <a:path w="7392034" h="789304">
                  <a:moveTo>
                    <a:pt x="3323569" y="672152"/>
                  </a:moveTo>
                  <a:lnTo>
                    <a:pt x="3323779" y="672163"/>
                  </a:lnTo>
                  <a:lnTo>
                    <a:pt x="3323569" y="672152"/>
                  </a:lnTo>
                  <a:close/>
                </a:path>
                <a:path w="7392034" h="789304">
                  <a:moveTo>
                    <a:pt x="5404047" y="663503"/>
                  </a:moveTo>
                  <a:lnTo>
                    <a:pt x="4468870" y="663503"/>
                  </a:lnTo>
                  <a:lnTo>
                    <a:pt x="4354809" y="670269"/>
                  </a:lnTo>
                  <a:lnTo>
                    <a:pt x="4355091" y="670256"/>
                  </a:lnTo>
                  <a:lnTo>
                    <a:pt x="5360997" y="670256"/>
                  </a:lnTo>
                  <a:lnTo>
                    <a:pt x="5389980" y="665820"/>
                  </a:lnTo>
                  <a:lnTo>
                    <a:pt x="5404047" y="663503"/>
                  </a:lnTo>
                  <a:close/>
                </a:path>
                <a:path w="7392034" h="789304">
                  <a:moveTo>
                    <a:pt x="3208460" y="665835"/>
                  </a:moveTo>
                  <a:lnTo>
                    <a:pt x="3208769" y="665856"/>
                  </a:lnTo>
                  <a:lnTo>
                    <a:pt x="3208460" y="665835"/>
                  </a:lnTo>
                  <a:close/>
                </a:path>
                <a:path w="7392034" h="789304">
                  <a:moveTo>
                    <a:pt x="3208230" y="665820"/>
                  </a:moveTo>
                  <a:lnTo>
                    <a:pt x="3208460" y="665835"/>
                  </a:lnTo>
                  <a:lnTo>
                    <a:pt x="3208230" y="665820"/>
                  </a:lnTo>
                  <a:close/>
                </a:path>
                <a:path w="7392034" h="789304">
                  <a:moveTo>
                    <a:pt x="5452971" y="655443"/>
                  </a:moveTo>
                  <a:lnTo>
                    <a:pt x="4582493" y="655443"/>
                  </a:lnTo>
                  <a:lnTo>
                    <a:pt x="4468613" y="663518"/>
                  </a:lnTo>
                  <a:lnTo>
                    <a:pt x="4468870" y="663503"/>
                  </a:lnTo>
                  <a:lnTo>
                    <a:pt x="5404047" y="663503"/>
                  </a:lnTo>
                  <a:lnTo>
                    <a:pt x="5452971" y="655443"/>
                  </a:lnTo>
                  <a:close/>
                </a:path>
                <a:path w="7392034" h="789304">
                  <a:moveTo>
                    <a:pt x="3092975" y="658198"/>
                  </a:moveTo>
                  <a:lnTo>
                    <a:pt x="3093277" y="658221"/>
                  </a:lnTo>
                  <a:lnTo>
                    <a:pt x="3092975" y="658198"/>
                  </a:lnTo>
                  <a:close/>
                </a:path>
                <a:path w="7392034" h="789304">
                  <a:moveTo>
                    <a:pt x="3092736" y="658179"/>
                  </a:moveTo>
                  <a:lnTo>
                    <a:pt x="3092975" y="658198"/>
                  </a:lnTo>
                  <a:lnTo>
                    <a:pt x="3092736" y="658179"/>
                  </a:lnTo>
                  <a:close/>
                </a:path>
                <a:path w="7392034" h="789304">
                  <a:moveTo>
                    <a:pt x="5509391" y="646076"/>
                  </a:moveTo>
                  <a:lnTo>
                    <a:pt x="4695962" y="646076"/>
                  </a:lnTo>
                  <a:lnTo>
                    <a:pt x="4582175" y="655466"/>
                  </a:lnTo>
                  <a:lnTo>
                    <a:pt x="4582493" y="655443"/>
                  </a:lnTo>
                  <a:lnTo>
                    <a:pt x="5452971" y="655443"/>
                  </a:lnTo>
                  <a:lnTo>
                    <a:pt x="5503274" y="647157"/>
                  </a:lnTo>
                  <a:lnTo>
                    <a:pt x="5509391" y="646076"/>
                  </a:lnTo>
                  <a:close/>
                </a:path>
                <a:path w="7392034" h="789304">
                  <a:moveTo>
                    <a:pt x="2977334" y="649253"/>
                  </a:moveTo>
                  <a:lnTo>
                    <a:pt x="2977628" y="649279"/>
                  </a:lnTo>
                  <a:lnTo>
                    <a:pt x="2977334" y="649253"/>
                  </a:lnTo>
                  <a:close/>
                </a:path>
                <a:path w="7392034" h="789304">
                  <a:moveTo>
                    <a:pt x="2977084" y="649231"/>
                  </a:moveTo>
                  <a:lnTo>
                    <a:pt x="2977334" y="649253"/>
                  </a:lnTo>
                  <a:lnTo>
                    <a:pt x="2977084" y="649231"/>
                  </a:lnTo>
                  <a:close/>
                </a:path>
                <a:path w="7392034" h="789304">
                  <a:moveTo>
                    <a:pt x="5569833" y="635400"/>
                  </a:moveTo>
                  <a:lnTo>
                    <a:pt x="4809277" y="635400"/>
                  </a:lnTo>
                  <a:lnTo>
                    <a:pt x="4695581" y="646108"/>
                  </a:lnTo>
                  <a:lnTo>
                    <a:pt x="4695962" y="646076"/>
                  </a:lnTo>
                  <a:lnTo>
                    <a:pt x="5509391" y="646076"/>
                  </a:lnTo>
                  <a:lnTo>
                    <a:pt x="5569833" y="635400"/>
                  </a:lnTo>
                  <a:close/>
                </a:path>
                <a:path w="7392034" h="789304">
                  <a:moveTo>
                    <a:pt x="2861513" y="638998"/>
                  </a:moveTo>
                  <a:lnTo>
                    <a:pt x="2861822" y="639029"/>
                  </a:lnTo>
                  <a:lnTo>
                    <a:pt x="2861513" y="638998"/>
                  </a:lnTo>
                  <a:close/>
                </a:path>
                <a:path w="7392034" h="789304">
                  <a:moveTo>
                    <a:pt x="2861276" y="638975"/>
                  </a:moveTo>
                  <a:lnTo>
                    <a:pt x="2861513" y="638998"/>
                  </a:lnTo>
                  <a:lnTo>
                    <a:pt x="2861276" y="638975"/>
                  </a:lnTo>
                  <a:close/>
                </a:path>
                <a:path w="7392034" h="789304">
                  <a:moveTo>
                    <a:pt x="5636343" y="623418"/>
                  </a:moveTo>
                  <a:lnTo>
                    <a:pt x="4922439" y="623418"/>
                  </a:lnTo>
                  <a:lnTo>
                    <a:pt x="4809020" y="635424"/>
                  </a:lnTo>
                  <a:lnTo>
                    <a:pt x="4809277" y="635400"/>
                  </a:lnTo>
                  <a:lnTo>
                    <a:pt x="5569833" y="635400"/>
                  </a:lnTo>
                  <a:lnTo>
                    <a:pt x="5616705" y="627121"/>
                  </a:lnTo>
                  <a:lnTo>
                    <a:pt x="5636343" y="623418"/>
                  </a:lnTo>
                  <a:close/>
                </a:path>
                <a:path w="7392034" h="789304">
                  <a:moveTo>
                    <a:pt x="2745637" y="627445"/>
                  </a:moveTo>
                  <a:lnTo>
                    <a:pt x="2745859" y="627469"/>
                  </a:lnTo>
                  <a:lnTo>
                    <a:pt x="2745637" y="627445"/>
                  </a:lnTo>
                  <a:close/>
                </a:path>
                <a:path w="7392034" h="789304">
                  <a:moveTo>
                    <a:pt x="2745321" y="627410"/>
                  </a:moveTo>
                  <a:lnTo>
                    <a:pt x="2745637" y="627445"/>
                  </a:lnTo>
                  <a:lnTo>
                    <a:pt x="2745321" y="627410"/>
                  </a:lnTo>
                  <a:close/>
                </a:path>
                <a:path w="7392034" h="789304">
                  <a:moveTo>
                    <a:pt x="5706837" y="610128"/>
                  </a:moveTo>
                  <a:lnTo>
                    <a:pt x="5035447" y="610128"/>
                  </a:lnTo>
                  <a:lnTo>
                    <a:pt x="4922117" y="623452"/>
                  </a:lnTo>
                  <a:lnTo>
                    <a:pt x="4922439" y="623418"/>
                  </a:lnTo>
                  <a:lnTo>
                    <a:pt x="5636343" y="623418"/>
                  </a:lnTo>
                  <a:lnTo>
                    <a:pt x="5706837" y="610128"/>
                  </a:lnTo>
                  <a:close/>
                </a:path>
                <a:path w="7392034" h="789304">
                  <a:moveTo>
                    <a:pt x="2629483" y="614571"/>
                  </a:moveTo>
                  <a:lnTo>
                    <a:pt x="2629738" y="614602"/>
                  </a:lnTo>
                  <a:lnTo>
                    <a:pt x="2629483" y="614571"/>
                  </a:lnTo>
                  <a:close/>
                </a:path>
                <a:path w="7392034" h="789304">
                  <a:moveTo>
                    <a:pt x="2629197" y="614536"/>
                  </a:moveTo>
                  <a:lnTo>
                    <a:pt x="2629483" y="614571"/>
                  </a:lnTo>
                  <a:lnTo>
                    <a:pt x="2629197" y="614536"/>
                  </a:lnTo>
                  <a:close/>
                </a:path>
                <a:path w="7392034" h="789304">
                  <a:moveTo>
                    <a:pt x="5781032" y="595530"/>
                  </a:moveTo>
                  <a:lnTo>
                    <a:pt x="5148301" y="595530"/>
                  </a:lnTo>
                  <a:lnTo>
                    <a:pt x="5035159" y="610161"/>
                  </a:lnTo>
                  <a:lnTo>
                    <a:pt x="5035447" y="610128"/>
                  </a:lnTo>
                  <a:lnTo>
                    <a:pt x="5706837" y="610128"/>
                  </a:lnTo>
                  <a:lnTo>
                    <a:pt x="5729979" y="605764"/>
                  </a:lnTo>
                  <a:lnTo>
                    <a:pt x="5781032" y="595530"/>
                  </a:lnTo>
                  <a:close/>
                </a:path>
                <a:path w="7392034" h="789304">
                  <a:moveTo>
                    <a:pt x="2513161" y="600387"/>
                  </a:moveTo>
                  <a:lnTo>
                    <a:pt x="2513459" y="600426"/>
                  </a:lnTo>
                  <a:lnTo>
                    <a:pt x="2513161" y="600387"/>
                  </a:lnTo>
                  <a:close/>
                </a:path>
                <a:path w="7392034" h="789304">
                  <a:moveTo>
                    <a:pt x="2512916" y="600354"/>
                  </a:moveTo>
                  <a:lnTo>
                    <a:pt x="2513161" y="600387"/>
                  </a:lnTo>
                  <a:lnTo>
                    <a:pt x="2512916" y="600354"/>
                  </a:lnTo>
                  <a:close/>
                </a:path>
                <a:path w="7392034" h="789304">
                  <a:moveTo>
                    <a:pt x="5859405" y="579624"/>
                  </a:moveTo>
                  <a:lnTo>
                    <a:pt x="5260998" y="579624"/>
                  </a:lnTo>
                  <a:lnTo>
                    <a:pt x="5147959" y="595574"/>
                  </a:lnTo>
                  <a:lnTo>
                    <a:pt x="5148301" y="595530"/>
                  </a:lnTo>
                  <a:lnTo>
                    <a:pt x="5781032" y="595530"/>
                  </a:lnTo>
                  <a:lnTo>
                    <a:pt x="5843106" y="583086"/>
                  </a:lnTo>
                  <a:lnTo>
                    <a:pt x="5859405" y="579624"/>
                  </a:lnTo>
                  <a:close/>
                </a:path>
                <a:path w="7392034" h="789304">
                  <a:moveTo>
                    <a:pt x="2396685" y="584892"/>
                  </a:moveTo>
                  <a:lnTo>
                    <a:pt x="2397023" y="584941"/>
                  </a:lnTo>
                  <a:lnTo>
                    <a:pt x="2396685" y="584892"/>
                  </a:lnTo>
                  <a:close/>
                </a:path>
                <a:path w="7392034" h="789304">
                  <a:moveTo>
                    <a:pt x="2396478" y="584862"/>
                  </a:moveTo>
                  <a:lnTo>
                    <a:pt x="2396685" y="584892"/>
                  </a:lnTo>
                  <a:lnTo>
                    <a:pt x="2396478" y="584862"/>
                  </a:lnTo>
                  <a:close/>
                </a:path>
                <a:path w="7392034" h="789304">
                  <a:moveTo>
                    <a:pt x="5940423" y="562411"/>
                  </a:moveTo>
                  <a:lnTo>
                    <a:pt x="5373550" y="562411"/>
                  </a:lnTo>
                  <a:lnTo>
                    <a:pt x="5260718" y="579663"/>
                  </a:lnTo>
                  <a:lnTo>
                    <a:pt x="5260998" y="579624"/>
                  </a:lnTo>
                  <a:lnTo>
                    <a:pt x="5859405" y="579624"/>
                  </a:lnTo>
                  <a:lnTo>
                    <a:pt x="5940423" y="562411"/>
                  </a:lnTo>
                  <a:close/>
                </a:path>
                <a:path w="7392034" h="789304">
                  <a:moveTo>
                    <a:pt x="2280122" y="568099"/>
                  </a:moveTo>
                  <a:lnTo>
                    <a:pt x="2280427" y="568147"/>
                  </a:lnTo>
                  <a:lnTo>
                    <a:pt x="2280122" y="568099"/>
                  </a:lnTo>
                  <a:close/>
                </a:path>
                <a:path w="7392034" h="789304">
                  <a:moveTo>
                    <a:pt x="2279887" y="568063"/>
                  </a:moveTo>
                  <a:lnTo>
                    <a:pt x="2280122" y="568099"/>
                  </a:lnTo>
                  <a:lnTo>
                    <a:pt x="2279887" y="568063"/>
                  </a:lnTo>
                  <a:close/>
                </a:path>
                <a:path w="7392034" h="789304">
                  <a:moveTo>
                    <a:pt x="6023779" y="543890"/>
                  </a:moveTo>
                  <a:lnTo>
                    <a:pt x="5485955" y="543890"/>
                  </a:lnTo>
                  <a:lnTo>
                    <a:pt x="5373293" y="562450"/>
                  </a:lnTo>
                  <a:lnTo>
                    <a:pt x="5373550" y="562411"/>
                  </a:lnTo>
                  <a:lnTo>
                    <a:pt x="5940423" y="562411"/>
                  </a:lnTo>
                  <a:lnTo>
                    <a:pt x="5956066" y="559087"/>
                  </a:lnTo>
                  <a:lnTo>
                    <a:pt x="6023779" y="543890"/>
                  </a:lnTo>
                  <a:close/>
                </a:path>
                <a:path w="7392034" h="789304">
                  <a:moveTo>
                    <a:pt x="2163392" y="549997"/>
                  </a:moveTo>
                  <a:lnTo>
                    <a:pt x="2163674" y="550043"/>
                  </a:lnTo>
                  <a:lnTo>
                    <a:pt x="2163392" y="549997"/>
                  </a:lnTo>
                  <a:close/>
                </a:path>
                <a:path w="7392034" h="789304">
                  <a:moveTo>
                    <a:pt x="2163138" y="549954"/>
                  </a:moveTo>
                  <a:lnTo>
                    <a:pt x="2163392" y="549997"/>
                  </a:lnTo>
                  <a:lnTo>
                    <a:pt x="2163138" y="549954"/>
                  </a:lnTo>
                  <a:close/>
                </a:path>
                <a:path w="7392034" h="789304">
                  <a:moveTo>
                    <a:pt x="6109921" y="524061"/>
                  </a:moveTo>
                  <a:lnTo>
                    <a:pt x="5598192" y="524061"/>
                  </a:lnTo>
                  <a:lnTo>
                    <a:pt x="5485631" y="543943"/>
                  </a:lnTo>
                  <a:lnTo>
                    <a:pt x="5485955" y="543890"/>
                  </a:lnTo>
                  <a:lnTo>
                    <a:pt x="6023779" y="543890"/>
                  </a:lnTo>
                  <a:lnTo>
                    <a:pt x="6068880" y="533768"/>
                  </a:lnTo>
                  <a:lnTo>
                    <a:pt x="6109921" y="524061"/>
                  </a:lnTo>
                  <a:close/>
                </a:path>
                <a:path w="7392034" h="789304">
                  <a:moveTo>
                    <a:pt x="2046478" y="530580"/>
                  </a:moveTo>
                  <a:lnTo>
                    <a:pt x="2046762" y="530630"/>
                  </a:lnTo>
                  <a:lnTo>
                    <a:pt x="2046478" y="530580"/>
                  </a:lnTo>
                  <a:close/>
                </a:path>
                <a:path w="7392034" h="789304">
                  <a:moveTo>
                    <a:pt x="2046230" y="530536"/>
                  </a:moveTo>
                  <a:lnTo>
                    <a:pt x="2046478" y="530580"/>
                  </a:lnTo>
                  <a:lnTo>
                    <a:pt x="2046230" y="530536"/>
                  </a:lnTo>
                  <a:close/>
                </a:path>
                <a:path w="7392034" h="789304">
                  <a:moveTo>
                    <a:pt x="6198431" y="502925"/>
                  </a:moveTo>
                  <a:lnTo>
                    <a:pt x="5710283" y="502925"/>
                  </a:lnTo>
                  <a:lnTo>
                    <a:pt x="5597965" y="524101"/>
                  </a:lnTo>
                  <a:lnTo>
                    <a:pt x="5598192" y="524061"/>
                  </a:lnTo>
                  <a:lnTo>
                    <a:pt x="6109921" y="524061"/>
                  </a:lnTo>
                  <a:lnTo>
                    <a:pt x="6181525" y="507126"/>
                  </a:lnTo>
                  <a:lnTo>
                    <a:pt x="6198431" y="502925"/>
                  </a:lnTo>
                  <a:close/>
                </a:path>
                <a:path w="7392034" h="789304">
                  <a:moveTo>
                    <a:pt x="1929428" y="509859"/>
                  </a:moveTo>
                  <a:lnTo>
                    <a:pt x="1929693" y="509909"/>
                  </a:lnTo>
                  <a:lnTo>
                    <a:pt x="1929428" y="509859"/>
                  </a:lnTo>
                  <a:close/>
                </a:path>
                <a:path w="7392034" h="789304">
                  <a:moveTo>
                    <a:pt x="1929163" y="509809"/>
                  </a:moveTo>
                  <a:lnTo>
                    <a:pt x="1929428" y="509859"/>
                  </a:lnTo>
                  <a:lnTo>
                    <a:pt x="1929163" y="509809"/>
                  </a:lnTo>
                  <a:close/>
                </a:path>
                <a:path w="7392034" h="789304">
                  <a:moveTo>
                    <a:pt x="6288738" y="480479"/>
                  </a:moveTo>
                  <a:lnTo>
                    <a:pt x="5822227" y="480479"/>
                  </a:lnTo>
                  <a:lnTo>
                    <a:pt x="5710084" y="502962"/>
                  </a:lnTo>
                  <a:lnTo>
                    <a:pt x="5710283" y="502925"/>
                  </a:lnTo>
                  <a:lnTo>
                    <a:pt x="6198431" y="502925"/>
                  </a:lnTo>
                  <a:lnTo>
                    <a:pt x="6288738" y="480479"/>
                  </a:lnTo>
                  <a:close/>
                </a:path>
                <a:path w="7392034" h="789304">
                  <a:moveTo>
                    <a:pt x="1812174" y="487819"/>
                  </a:moveTo>
                  <a:lnTo>
                    <a:pt x="1812464" y="487877"/>
                  </a:lnTo>
                  <a:lnTo>
                    <a:pt x="1812174" y="487819"/>
                  </a:lnTo>
                  <a:close/>
                </a:path>
                <a:path w="7392034" h="789304">
                  <a:moveTo>
                    <a:pt x="1811937" y="487772"/>
                  </a:moveTo>
                  <a:lnTo>
                    <a:pt x="1812174" y="487819"/>
                  </a:lnTo>
                  <a:lnTo>
                    <a:pt x="1811937" y="487772"/>
                  </a:lnTo>
                  <a:close/>
                </a:path>
                <a:path w="7392034" h="789304">
                  <a:moveTo>
                    <a:pt x="6380102" y="456727"/>
                  </a:moveTo>
                  <a:lnTo>
                    <a:pt x="5934015" y="456727"/>
                  </a:lnTo>
                  <a:lnTo>
                    <a:pt x="5822055" y="480514"/>
                  </a:lnTo>
                  <a:lnTo>
                    <a:pt x="5822227" y="480479"/>
                  </a:lnTo>
                  <a:lnTo>
                    <a:pt x="6288738" y="480479"/>
                  </a:lnTo>
                  <a:lnTo>
                    <a:pt x="6294025" y="479165"/>
                  </a:lnTo>
                  <a:lnTo>
                    <a:pt x="6380102" y="456727"/>
                  </a:lnTo>
                  <a:close/>
                </a:path>
                <a:path w="7392034" h="789304">
                  <a:moveTo>
                    <a:pt x="1694750" y="464468"/>
                  </a:moveTo>
                  <a:lnTo>
                    <a:pt x="1695076" y="464536"/>
                  </a:lnTo>
                  <a:lnTo>
                    <a:pt x="1694750" y="464468"/>
                  </a:lnTo>
                  <a:close/>
                </a:path>
                <a:path w="7392034" h="789304">
                  <a:moveTo>
                    <a:pt x="1694551" y="464426"/>
                  </a:moveTo>
                  <a:lnTo>
                    <a:pt x="1694750" y="464468"/>
                  </a:lnTo>
                  <a:lnTo>
                    <a:pt x="1694551" y="464426"/>
                  </a:lnTo>
                  <a:close/>
                </a:path>
                <a:path w="7392034" h="789304">
                  <a:moveTo>
                    <a:pt x="6473137" y="431666"/>
                  </a:moveTo>
                  <a:lnTo>
                    <a:pt x="6045655" y="431666"/>
                  </a:lnTo>
                  <a:lnTo>
                    <a:pt x="5933692" y="456795"/>
                  </a:lnTo>
                  <a:lnTo>
                    <a:pt x="5934015" y="456727"/>
                  </a:lnTo>
                  <a:lnTo>
                    <a:pt x="6380102" y="456727"/>
                  </a:lnTo>
                  <a:lnTo>
                    <a:pt x="6406356" y="449883"/>
                  </a:lnTo>
                  <a:lnTo>
                    <a:pt x="6473137" y="431666"/>
                  </a:lnTo>
                  <a:close/>
                </a:path>
                <a:path w="7392034" h="789304">
                  <a:moveTo>
                    <a:pt x="1577272" y="439828"/>
                  </a:moveTo>
                  <a:lnTo>
                    <a:pt x="1577529" y="439885"/>
                  </a:lnTo>
                  <a:lnTo>
                    <a:pt x="1577272" y="439828"/>
                  </a:lnTo>
                  <a:close/>
                </a:path>
                <a:path w="7392034" h="789304">
                  <a:moveTo>
                    <a:pt x="1577012" y="439770"/>
                  </a:moveTo>
                  <a:lnTo>
                    <a:pt x="1577272" y="439828"/>
                  </a:lnTo>
                  <a:lnTo>
                    <a:pt x="1577012" y="439770"/>
                  </a:lnTo>
                  <a:close/>
                </a:path>
                <a:path w="7392034" h="789304">
                  <a:moveTo>
                    <a:pt x="6567606" y="405297"/>
                  </a:moveTo>
                  <a:lnTo>
                    <a:pt x="6157139" y="405297"/>
                  </a:lnTo>
                  <a:lnTo>
                    <a:pt x="6045357" y="431733"/>
                  </a:lnTo>
                  <a:lnTo>
                    <a:pt x="6045655" y="431666"/>
                  </a:lnTo>
                  <a:lnTo>
                    <a:pt x="6473137" y="431666"/>
                  </a:lnTo>
                  <a:lnTo>
                    <a:pt x="6518541" y="419280"/>
                  </a:lnTo>
                  <a:lnTo>
                    <a:pt x="6567606" y="405297"/>
                  </a:lnTo>
                  <a:close/>
                </a:path>
                <a:path w="7392034" h="789304">
                  <a:moveTo>
                    <a:pt x="1459507" y="413851"/>
                  </a:moveTo>
                  <a:lnTo>
                    <a:pt x="1459823" y="413924"/>
                  </a:lnTo>
                  <a:lnTo>
                    <a:pt x="1459507" y="413851"/>
                  </a:lnTo>
                  <a:close/>
                </a:path>
                <a:path w="7392034" h="789304">
                  <a:moveTo>
                    <a:pt x="1459307" y="413805"/>
                  </a:moveTo>
                  <a:lnTo>
                    <a:pt x="1459507" y="413851"/>
                  </a:lnTo>
                  <a:lnTo>
                    <a:pt x="1459307" y="413805"/>
                  </a:lnTo>
                  <a:close/>
                </a:path>
                <a:path w="7392034" h="789304">
                  <a:moveTo>
                    <a:pt x="6663318" y="377620"/>
                  </a:moveTo>
                  <a:lnTo>
                    <a:pt x="6268476" y="377620"/>
                  </a:lnTo>
                  <a:lnTo>
                    <a:pt x="6156904" y="405353"/>
                  </a:lnTo>
                  <a:lnTo>
                    <a:pt x="6157139" y="405297"/>
                  </a:lnTo>
                  <a:lnTo>
                    <a:pt x="6567606" y="405297"/>
                  </a:lnTo>
                  <a:lnTo>
                    <a:pt x="6630559" y="387356"/>
                  </a:lnTo>
                  <a:lnTo>
                    <a:pt x="6663318" y="377620"/>
                  </a:lnTo>
                  <a:close/>
                </a:path>
                <a:path w="7392034" h="789304">
                  <a:moveTo>
                    <a:pt x="1341668" y="386582"/>
                  </a:moveTo>
                  <a:lnTo>
                    <a:pt x="1341959" y="386653"/>
                  </a:lnTo>
                  <a:lnTo>
                    <a:pt x="1341668" y="386582"/>
                  </a:lnTo>
                  <a:close/>
                </a:path>
                <a:path w="7392034" h="789304">
                  <a:moveTo>
                    <a:pt x="1341448" y="386529"/>
                  </a:moveTo>
                  <a:lnTo>
                    <a:pt x="1341668" y="386582"/>
                  </a:lnTo>
                  <a:lnTo>
                    <a:pt x="1341448" y="386529"/>
                  </a:lnTo>
                  <a:close/>
                </a:path>
                <a:path w="7392034" h="789304">
                  <a:moveTo>
                    <a:pt x="6760125" y="348634"/>
                  </a:moveTo>
                  <a:lnTo>
                    <a:pt x="6379666" y="348634"/>
                  </a:lnTo>
                  <a:lnTo>
                    <a:pt x="6268185" y="377693"/>
                  </a:lnTo>
                  <a:lnTo>
                    <a:pt x="6268476" y="377620"/>
                  </a:lnTo>
                  <a:lnTo>
                    <a:pt x="6663318" y="377620"/>
                  </a:lnTo>
                  <a:lnTo>
                    <a:pt x="6742419" y="354112"/>
                  </a:lnTo>
                  <a:lnTo>
                    <a:pt x="6760125" y="348634"/>
                  </a:lnTo>
                  <a:close/>
                </a:path>
                <a:path w="7392034" h="789304">
                  <a:moveTo>
                    <a:pt x="1223658" y="358001"/>
                  </a:moveTo>
                  <a:lnTo>
                    <a:pt x="1223935" y="358071"/>
                  </a:lnTo>
                  <a:lnTo>
                    <a:pt x="1223658" y="358001"/>
                  </a:lnTo>
                  <a:close/>
                </a:path>
                <a:path w="7392034" h="789304">
                  <a:moveTo>
                    <a:pt x="1223430" y="357944"/>
                  </a:moveTo>
                  <a:lnTo>
                    <a:pt x="1223658" y="358001"/>
                  </a:lnTo>
                  <a:lnTo>
                    <a:pt x="1223430" y="357944"/>
                  </a:lnTo>
                  <a:close/>
                </a:path>
                <a:path w="7392034" h="789304">
                  <a:moveTo>
                    <a:pt x="6857879" y="318341"/>
                  </a:moveTo>
                  <a:lnTo>
                    <a:pt x="6490699" y="318341"/>
                  </a:lnTo>
                  <a:lnTo>
                    <a:pt x="6379318" y="348725"/>
                  </a:lnTo>
                  <a:lnTo>
                    <a:pt x="6379666" y="348634"/>
                  </a:lnTo>
                  <a:lnTo>
                    <a:pt x="6760125" y="348634"/>
                  </a:lnTo>
                  <a:lnTo>
                    <a:pt x="6854123" y="319549"/>
                  </a:lnTo>
                  <a:lnTo>
                    <a:pt x="6857879" y="318341"/>
                  </a:lnTo>
                  <a:close/>
                </a:path>
                <a:path w="7392034" h="789304">
                  <a:moveTo>
                    <a:pt x="7354269" y="117317"/>
                  </a:moveTo>
                  <a:lnTo>
                    <a:pt x="7128020" y="117317"/>
                  </a:lnTo>
                  <a:lnTo>
                    <a:pt x="7162993" y="216013"/>
                  </a:lnTo>
                  <a:lnTo>
                    <a:pt x="7113907" y="233407"/>
                  </a:lnTo>
                  <a:lnTo>
                    <a:pt x="7149485" y="332177"/>
                  </a:lnTo>
                  <a:lnTo>
                    <a:pt x="7354269" y="117317"/>
                  </a:lnTo>
                  <a:close/>
                </a:path>
                <a:path w="7392034" h="789304">
                  <a:moveTo>
                    <a:pt x="1105574" y="328132"/>
                  </a:moveTo>
                  <a:lnTo>
                    <a:pt x="1105751" y="328179"/>
                  </a:lnTo>
                  <a:lnTo>
                    <a:pt x="1105574" y="328132"/>
                  </a:lnTo>
                  <a:close/>
                </a:path>
                <a:path w="7392034" h="789304">
                  <a:moveTo>
                    <a:pt x="1105255" y="328048"/>
                  </a:moveTo>
                  <a:lnTo>
                    <a:pt x="1105574" y="328132"/>
                  </a:lnTo>
                  <a:lnTo>
                    <a:pt x="1105255" y="328048"/>
                  </a:lnTo>
                  <a:close/>
                </a:path>
                <a:path w="7392034" h="789304">
                  <a:moveTo>
                    <a:pt x="6956126" y="286737"/>
                  </a:moveTo>
                  <a:lnTo>
                    <a:pt x="6601575" y="286737"/>
                  </a:lnTo>
                  <a:lnTo>
                    <a:pt x="6490206" y="318475"/>
                  </a:lnTo>
                  <a:lnTo>
                    <a:pt x="6490699" y="318341"/>
                  </a:lnTo>
                  <a:lnTo>
                    <a:pt x="6857879" y="318341"/>
                  </a:lnTo>
                  <a:lnTo>
                    <a:pt x="6956126" y="286737"/>
                  </a:lnTo>
                  <a:close/>
                </a:path>
                <a:path w="7392034" h="789304">
                  <a:moveTo>
                    <a:pt x="987223" y="296926"/>
                  </a:moveTo>
                  <a:lnTo>
                    <a:pt x="987409" y="296977"/>
                  </a:lnTo>
                  <a:lnTo>
                    <a:pt x="987223" y="296926"/>
                  </a:lnTo>
                  <a:close/>
                </a:path>
                <a:path w="7392034" h="789304">
                  <a:moveTo>
                    <a:pt x="986917" y="296842"/>
                  </a:moveTo>
                  <a:lnTo>
                    <a:pt x="987223" y="296926"/>
                  </a:lnTo>
                  <a:lnTo>
                    <a:pt x="986917" y="296842"/>
                  </a:lnTo>
                  <a:close/>
                </a:path>
                <a:path w="7392034" h="789304">
                  <a:moveTo>
                    <a:pt x="7055011" y="253825"/>
                  </a:moveTo>
                  <a:lnTo>
                    <a:pt x="6712316" y="253825"/>
                  </a:lnTo>
                  <a:lnTo>
                    <a:pt x="6601277" y="286822"/>
                  </a:lnTo>
                  <a:lnTo>
                    <a:pt x="6601575" y="286737"/>
                  </a:lnTo>
                  <a:lnTo>
                    <a:pt x="6956126" y="286737"/>
                  </a:lnTo>
                  <a:lnTo>
                    <a:pt x="6965680" y="283664"/>
                  </a:lnTo>
                  <a:lnTo>
                    <a:pt x="7055011" y="253825"/>
                  </a:lnTo>
                  <a:close/>
                </a:path>
                <a:path w="7392034" h="789304">
                  <a:moveTo>
                    <a:pt x="868601" y="264378"/>
                  </a:moveTo>
                  <a:lnTo>
                    <a:pt x="868907" y="264465"/>
                  </a:lnTo>
                  <a:lnTo>
                    <a:pt x="868601" y="264378"/>
                  </a:lnTo>
                  <a:close/>
                </a:path>
                <a:path w="7392034" h="789304">
                  <a:moveTo>
                    <a:pt x="868415" y="264324"/>
                  </a:moveTo>
                  <a:lnTo>
                    <a:pt x="868601" y="264378"/>
                  </a:lnTo>
                  <a:lnTo>
                    <a:pt x="868415" y="264324"/>
                  </a:lnTo>
                  <a:close/>
                </a:path>
                <a:path w="7392034" h="789304">
                  <a:moveTo>
                    <a:pt x="7108935" y="219605"/>
                  </a:moveTo>
                  <a:lnTo>
                    <a:pt x="6822899" y="219605"/>
                  </a:lnTo>
                  <a:lnTo>
                    <a:pt x="6711966" y="253929"/>
                  </a:lnTo>
                  <a:lnTo>
                    <a:pt x="6712316" y="253825"/>
                  </a:lnTo>
                  <a:lnTo>
                    <a:pt x="7055011" y="253825"/>
                  </a:lnTo>
                  <a:lnTo>
                    <a:pt x="7077236" y="246401"/>
                  </a:lnTo>
                  <a:lnTo>
                    <a:pt x="7113907" y="233407"/>
                  </a:lnTo>
                  <a:lnTo>
                    <a:pt x="7108935" y="219605"/>
                  </a:lnTo>
                  <a:close/>
                </a:path>
                <a:path w="7392034" h="789304">
                  <a:moveTo>
                    <a:pt x="7128020" y="117317"/>
                  </a:moveTo>
                  <a:lnTo>
                    <a:pt x="7078421" y="134894"/>
                  </a:lnTo>
                  <a:lnTo>
                    <a:pt x="7113907" y="233407"/>
                  </a:lnTo>
                  <a:lnTo>
                    <a:pt x="7162993" y="216013"/>
                  </a:lnTo>
                  <a:lnTo>
                    <a:pt x="7128020" y="117317"/>
                  </a:lnTo>
                  <a:close/>
                </a:path>
                <a:path w="7392034" h="789304">
                  <a:moveTo>
                    <a:pt x="749976" y="230561"/>
                  </a:moveTo>
                  <a:lnTo>
                    <a:pt x="750245" y="230641"/>
                  </a:lnTo>
                  <a:lnTo>
                    <a:pt x="749976" y="230561"/>
                  </a:lnTo>
                  <a:close/>
                </a:path>
                <a:path w="7392034" h="789304">
                  <a:moveTo>
                    <a:pt x="749760" y="230497"/>
                  </a:moveTo>
                  <a:lnTo>
                    <a:pt x="749976" y="230561"/>
                  </a:lnTo>
                  <a:lnTo>
                    <a:pt x="749760" y="230497"/>
                  </a:lnTo>
                  <a:close/>
                </a:path>
                <a:path w="7392034" h="789304">
                  <a:moveTo>
                    <a:pt x="7096137" y="184076"/>
                  </a:moveTo>
                  <a:lnTo>
                    <a:pt x="6933335" y="184076"/>
                  </a:lnTo>
                  <a:lnTo>
                    <a:pt x="6822686" y="219671"/>
                  </a:lnTo>
                  <a:lnTo>
                    <a:pt x="6822899" y="219605"/>
                  </a:lnTo>
                  <a:lnTo>
                    <a:pt x="7108935" y="219605"/>
                  </a:lnTo>
                  <a:lnTo>
                    <a:pt x="7096137" y="184076"/>
                  </a:lnTo>
                  <a:close/>
                </a:path>
                <a:path w="7392034" h="789304">
                  <a:moveTo>
                    <a:pt x="631237" y="195448"/>
                  </a:moveTo>
                  <a:lnTo>
                    <a:pt x="631424" y="195506"/>
                  </a:lnTo>
                  <a:lnTo>
                    <a:pt x="631237" y="195448"/>
                  </a:lnTo>
                  <a:close/>
                </a:path>
                <a:path w="7392034" h="789304">
                  <a:moveTo>
                    <a:pt x="630946" y="195359"/>
                  </a:moveTo>
                  <a:lnTo>
                    <a:pt x="631237" y="195448"/>
                  </a:lnTo>
                  <a:lnTo>
                    <a:pt x="630946" y="195359"/>
                  </a:lnTo>
                  <a:close/>
                </a:path>
                <a:path w="7392034" h="789304">
                  <a:moveTo>
                    <a:pt x="7082867" y="147237"/>
                  </a:moveTo>
                  <a:lnTo>
                    <a:pt x="7043614" y="147237"/>
                  </a:lnTo>
                  <a:lnTo>
                    <a:pt x="6932993" y="184186"/>
                  </a:lnTo>
                  <a:lnTo>
                    <a:pt x="6933335" y="184076"/>
                  </a:lnTo>
                  <a:lnTo>
                    <a:pt x="7096137" y="184076"/>
                  </a:lnTo>
                  <a:lnTo>
                    <a:pt x="7082867" y="147237"/>
                  </a:lnTo>
                  <a:close/>
                </a:path>
                <a:path w="7392034" h="789304">
                  <a:moveTo>
                    <a:pt x="512268" y="159004"/>
                  </a:moveTo>
                  <a:lnTo>
                    <a:pt x="512444" y="159060"/>
                  </a:lnTo>
                  <a:lnTo>
                    <a:pt x="512268" y="159004"/>
                  </a:lnTo>
                  <a:close/>
                </a:path>
                <a:path w="7392034" h="789304">
                  <a:moveTo>
                    <a:pt x="511971" y="158910"/>
                  </a:moveTo>
                  <a:lnTo>
                    <a:pt x="512268" y="159004"/>
                  </a:lnTo>
                  <a:lnTo>
                    <a:pt x="511971" y="158910"/>
                  </a:lnTo>
                  <a:close/>
                </a:path>
                <a:path w="7392034" h="789304">
                  <a:moveTo>
                    <a:pt x="7078421" y="134894"/>
                  </a:moveTo>
                  <a:lnTo>
                    <a:pt x="7043164" y="147387"/>
                  </a:lnTo>
                  <a:lnTo>
                    <a:pt x="7043614" y="147237"/>
                  </a:lnTo>
                  <a:lnTo>
                    <a:pt x="7082867" y="147237"/>
                  </a:lnTo>
                  <a:lnTo>
                    <a:pt x="7078421" y="134894"/>
                  </a:lnTo>
                  <a:close/>
                </a:path>
                <a:path w="7392034" h="789304">
                  <a:moveTo>
                    <a:pt x="7043028" y="36640"/>
                  </a:moveTo>
                  <a:lnTo>
                    <a:pt x="7078421" y="134894"/>
                  </a:lnTo>
                  <a:lnTo>
                    <a:pt x="7128020" y="117317"/>
                  </a:lnTo>
                  <a:lnTo>
                    <a:pt x="7354269" y="117317"/>
                  </a:lnTo>
                  <a:lnTo>
                    <a:pt x="7391792" y="77948"/>
                  </a:lnTo>
                  <a:lnTo>
                    <a:pt x="7043028" y="36640"/>
                  </a:lnTo>
                  <a:close/>
                </a:path>
                <a:path w="7392034" h="789304">
                  <a:moveTo>
                    <a:pt x="393057" y="121222"/>
                  </a:moveTo>
                  <a:lnTo>
                    <a:pt x="393303" y="121303"/>
                  </a:lnTo>
                  <a:lnTo>
                    <a:pt x="393057" y="121222"/>
                  </a:lnTo>
                  <a:close/>
                </a:path>
                <a:path w="7392034" h="789304">
                  <a:moveTo>
                    <a:pt x="392833" y="121149"/>
                  </a:moveTo>
                  <a:lnTo>
                    <a:pt x="393057" y="121222"/>
                  </a:lnTo>
                  <a:lnTo>
                    <a:pt x="392833" y="121149"/>
                  </a:lnTo>
                  <a:close/>
                </a:path>
                <a:path w="7392034" h="789304">
                  <a:moveTo>
                    <a:pt x="273841" y="82179"/>
                  </a:moveTo>
                  <a:lnTo>
                    <a:pt x="274003" y="82234"/>
                  </a:lnTo>
                  <a:lnTo>
                    <a:pt x="273841" y="82179"/>
                  </a:lnTo>
                  <a:close/>
                </a:path>
                <a:path w="7392034" h="789304">
                  <a:moveTo>
                    <a:pt x="273541" y="82078"/>
                  </a:moveTo>
                  <a:lnTo>
                    <a:pt x="273841" y="82179"/>
                  </a:lnTo>
                  <a:lnTo>
                    <a:pt x="273541" y="82078"/>
                  </a:lnTo>
                  <a:close/>
                </a:path>
                <a:path w="7392034" h="789304">
                  <a:moveTo>
                    <a:pt x="154286" y="41764"/>
                  </a:moveTo>
                  <a:lnTo>
                    <a:pt x="154542" y="41854"/>
                  </a:lnTo>
                  <a:lnTo>
                    <a:pt x="154286" y="41764"/>
                  </a:lnTo>
                  <a:close/>
                </a:path>
                <a:path w="7392034" h="789304">
                  <a:moveTo>
                    <a:pt x="154083" y="41694"/>
                  </a:moveTo>
                  <a:lnTo>
                    <a:pt x="154286" y="41764"/>
                  </a:lnTo>
                  <a:lnTo>
                    <a:pt x="154083" y="41694"/>
                  </a:lnTo>
                  <a:close/>
                </a:path>
              </a:pathLst>
            </a:custGeom>
            <a:solidFill>
              <a:srgbClr val="FFA500"/>
            </a:solidFill>
          </p:spPr>
          <p:txBody>
            <a:bodyPr wrap="square" lIns="0" tIns="0" rIns="0" bIns="0" rtlCol="0"/>
            <a:lstStyle/>
            <a:p>
              <a:endParaRPr lang="es-PE" noProof="0" dirty="0">
                <a:latin typeface="Aptos" panose="020B0004020202020204" pitchFamily="34" charset="0"/>
              </a:endParaRPr>
            </a:p>
          </p:txBody>
        </p:sp>
        <p:sp>
          <p:nvSpPr>
            <p:cNvPr id="22" name="object 22"/>
            <p:cNvSpPr/>
            <p:nvPr/>
          </p:nvSpPr>
          <p:spPr>
            <a:xfrm>
              <a:off x="14694683" y="4460597"/>
              <a:ext cx="3615690" cy="3907790"/>
            </a:xfrm>
            <a:custGeom>
              <a:avLst/>
              <a:gdLst/>
              <a:ahLst/>
              <a:cxnLst/>
              <a:rect l="l" t="t" r="r" b="b"/>
              <a:pathLst>
                <a:path w="3615690" h="3907790">
                  <a:moveTo>
                    <a:pt x="0" y="586111"/>
                  </a:moveTo>
                  <a:lnTo>
                    <a:pt x="1942" y="538041"/>
                  </a:lnTo>
                  <a:lnTo>
                    <a:pt x="7671" y="491041"/>
                  </a:lnTo>
                  <a:lnTo>
                    <a:pt x="17033" y="445262"/>
                  </a:lnTo>
                  <a:lnTo>
                    <a:pt x="29880" y="400854"/>
                  </a:lnTo>
                  <a:lnTo>
                    <a:pt x="46059" y="357970"/>
                  </a:lnTo>
                  <a:lnTo>
                    <a:pt x="65420" y="316759"/>
                  </a:lnTo>
                  <a:lnTo>
                    <a:pt x="87813" y="277372"/>
                  </a:lnTo>
                  <a:lnTo>
                    <a:pt x="113085" y="239961"/>
                  </a:lnTo>
                  <a:lnTo>
                    <a:pt x="141087" y="204676"/>
                  </a:lnTo>
                  <a:lnTo>
                    <a:pt x="171668" y="171668"/>
                  </a:lnTo>
                  <a:lnTo>
                    <a:pt x="204676" y="141087"/>
                  </a:lnTo>
                  <a:lnTo>
                    <a:pt x="239961" y="113085"/>
                  </a:lnTo>
                  <a:lnTo>
                    <a:pt x="277373" y="87812"/>
                  </a:lnTo>
                  <a:lnTo>
                    <a:pt x="316759" y="65420"/>
                  </a:lnTo>
                  <a:lnTo>
                    <a:pt x="357970" y="46059"/>
                  </a:lnTo>
                  <a:lnTo>
                    <a:pt x="400855" y="29880"/>
                  </a:lnTo>
                  <a:lnTo>
                    <a:pt x="445262" y="17033"/>
                  </a:lnTo>
                  <a:lnTo>
                    <a:pt x="491041" y="7671"/>
                  </a:lnTo>
                  <a:lnTo>
                    <a:pt x="538041" y="1942"/>
                  </a:lnTo>
                  <a:lnTo>
                    <a:pt x="586112" y="0"/>
                  </a:lnTo>
                  <a:lnTo>
                    <a:pt x="3029179" y="0"/>
                  </a:lnTo>
                  <a:lnTo>
                    <a:pt x="3077249" y="1942"/>
                  </a:lnTo>
                  <a:lnTo>
                    <a:pt x="3124250" y="7671"/>
                  </a:lnTo>
                  <a:lnTo>
                    <a:pt x="3170029" y="17033"/>
                  </a:lnTo>
                  <a:lnTo>
                    <a:pt x="3214436" y="29880"/>
                  </a:lnTo>
                  <a:lnTo>
                    <a:pt x="3257321" y="46059"/>
                  </a:lnTo>
                  <a:lnTo>
                    <a:pt x="3298532" y="65420"/>
                  </a:lnTo>
                  <a:lnTo>
                    <a:pt x="3337918" y="87812"/>
                  </a:lnTo>
                  <a:lnTo>
                    <a:pt x="3375329" y="113085"/>
                  </a:lnTo>
                  <a:lnTo>
                    <a:pt x="3410615" y="141087"/>
                  </a:lnTo>
                  <a:lnTo>
                    <a:pt x="3443623" y="171668"/>
                  </a:lnTo>
                  <a:lnTo>
                    <a:pt x="3474204" y="204676"/>
                  </a:lnTo>
                  <a:lnTo>
                    <a:pt x="3502206" y="239961"/>
                  </a:lnTo>
                  <a:lnTo>
                    <a:pt x="3527478" y="277372"/>
                  </a:lnTo>
                  <a:lnTo>
                    <a:pt x="3549871" y="316759"/>
                  </a:lnTo>
                  <a:lnTo>
                    <a:pt x="3569232" y="357970"/>
                  </a:lnTo>
                  <a:lnTo>
                    <a:pt x="3585411" y="400854"/>
                  </a:lnTo>
                  <a:lnTo>
                    <a:pt x="3598257" y="445262"/>
                  </a:lnTo>
                  <a:lnTo>
                    <a:pt x="3607620" y="491041"/>
                  </a:lnTo>
                  <a:lnTo>
                    <a:pt x="3613348" y="538041"/>
                  </a:lnTo>
                  <a:lnTo>
                    <a:pt x="3615291" y="586111"/>
                  </a:lnTo>
                  <a:lnTo>
                    <a:pt x="3615291" y="3321383"/>
                  </a:lnTo>
                  <a:lnTo>
                    <a:pt x="3613348" y="3369454"/>
                  </a:lnTo>
                  <a:lnTo>
                    <a:pt x="3607620" y="3416454"/>
                  </a:lnTo>
                  <a:lnTo>
                    <a:pt x="3598257" y="3462233"/>
                  </a:lnTo>
                  <a:lnTo>
                    <a:pt x="3585411" y="3506640"/>
                  </a:lnTo>
                  <a:lnTo>
                    <a:pt x="3569232" y="3549525"/>
                  </a:lnTo>
                  <a:lnTo>
                    <a:pt x="3549871" y="3590735"/>
                  </a:lnTo>
                  <a:lnTo>
                    <a:pt x="3527478" y="3630122"/>
                  </a:lnTo>
                  <a:lnTo>
                    <a:pt x="3502206" y="3667533"/>
                  </a:lnTo>
                  <a:lnTo>
                    <a:pt x="3474204" y="3702819"/>
                  </a:lnTo>
                  <a:lnTo>
                    <a:pt x="3443623" y="3735827"/>
                  </a:lnTo>
                  <a:lnTo>
                    <a:pt x="3410615" y="3766408"/>
                  </a:lnTo>
                  <a:lnTo>
                    <a:pt x="3375329" y="3794409"/>
                  </a:lnTo>
                  <a:lnTo>
                    <a:pt x="3337918" y="3819682"/>
                  </a:lnTo>
                  <a:lnTo>
                    <a:pt x="3298532" y="3842074"/>
                  </a:lnTo>
                  <a:lnTo>
                    <a:pt x="3257321" y="3861435"/>
                  </a:lnTo>
                  <a:lnTo>
                    <a:pt x="3214436" y="3877615"/>
                  </a:lnTo>
                  <a:lnTo>
                    <a:pt x="3170029" y="3890461"/>
                  </a:lnTo>
                  <a:lnTo>
                    <a:pt x="3124250" y="3899824"/>
                  </a:lnTo>
                  <a:lnTo>
                    <a:pt x="3077249" y="3905552"/>
                  </a:lnTo>
                  <a:lnTo>
                    <a:pt x="3029179" y="3907495"/>
                  </a:lnTo>
                  <a:lnTo>
                    <a:pt x="586112" y="3907495"/>
                  </a:lnTo>
                  <a:lnTo>
                    <a:pt x="538041" y="3905552"/>
                  </a:lnTo>
                  <a:lnTo>
                    <a:pt x="491041" y="3899824"/>
                  </a:lnTo>
                  <a:lnTo>
                    <a:pt x="445262" y="3890461"/>
                  </a:lnTo>
                  <a:lnTo>
                    <a:pt x="400855" y="3877615"/>
                  </a:lnTo>
                  <a:lnTo>
                    <a:pt x="357970" y="3861435"/>
                  </a:lnTo>
                  <a:lnTo>
                    <a:pt x="316759" y="3842074"/>
                  </a:lnTo>
                  <a:lnTo>
                    <a:pt x="277373" y="3819682"/>
                  </a:lnTo>
                  <a:lnTo>
                    <a:pt x="239961" y="3794409"/>
                  </a:lnTo>
                  <a:lnTo>
                    <a:pt x="204676" y="3766408"/>
                  </a:lnTo>
                  <a:lnTo>
                    <a:pt x="171668" y="3735827"/>
                  </a:lnTo>
                  <a:lnTo>
                    <a:pt x="141087" y="3702819"/>
                  </a:lnTo>
                  <a:lnTo>
                    <a:pt x="113085" y="3667533"/>
                  </a:lnTo>
                  <a:lnTo>
                    <a:pt x="87813" y="3630122"/>
                  </a:lnTo>
                  <a:lnTo>
                    <a:pt x="65420" y="3590735"/>
                  </a:lnTo>
                  <a:lnTo>
                    <a:pt x="46059" y="3549525"/>
                  </a:lnTo>
                  <a:lnTo>
                    <a:pt x="29880" y="3506640"/>
                  </a:lnTo>
                  <a:lnTo>
                    <a:pt x="17033" y="3462233"/>
                  </a:lnTo>
                  <a:lnTo>
                    <a:pt x="7671" y="3416454"/>
                  </a:lnTo>
                  <a:lnTo>
                    <a:pt x="1942" y="3369454"/>
                  </a:lnTo>
                  <a:lnTo>
                    <a:pt x="0" y="3321383"/>
                  </a:lnTo>
                  <a:lnTo>
                    <a:pt x="0" y="586111"/>
                  </a:lnTo>
                  <a:close/>
                </a:path>
              </a:pathLst>
            </a:custGeom>
            <a:ln w="73296">
              <a:solidFill>
                <a:srgbClr val="FF80E9"/>
              </a:solidFill>
            </a:ln>
          </p:spPr>
          <p:txBody>
            <a:bodyPr wrap="square" lIns="0" tIns="0" rIns="0" bIns="0" rtlCol="0"/>
            <a:lstStyle/>
            <a:p>
              <a:endParaRPr lang="es-PE" noProof="0" dirty="0">
                <a:latin typeface="Aptos" panose="020B0004020202020204" pitchFamily="34" charset="0"/>
              </a:endParaRPr>
            </a:p>
          </p:txBody>
        </p:sp>
      </p:grpSp>
      <p:sp>
        <p:nvSpPr>
          <p:cNvPr id="23" name="object 23"/>
          <p:cNvSpPr txBox="1"/>
          <p:nvPr/>
        </p:nvSpPr>
        <p:spPr>
          <a:xfrm>
            <a:off x="15824860" y="4641399"/>
            <a:ext cx="1694790" cy="392415"/>
          </a:xfrm>
          <a:prstGeom prst="rect">
            <a:avLst/>
          </a:prstGeom>
        </p:spPr>
        <p:txBody>
          <a:bodyPr vert="horz" wrap="square" lIns="0" tIns="15240" rIns="0" bIns="0" rtlCol="0">
            <a:spAutoFit/>
          </a:bodyPr>
          <a:lstStyle/>
          <a:p>
            <a:pPr marL="12700">
              <a:lnSpc>
                <a:spcPct val="100000"/>
              </a:lnSpc>
              <a:spcBef>
                <a:spcPts val="120"/>
              </a:spcBef>
            </a:pPr>
            <a:r>
              <a:rPr lang="es-PE" sz="2450" b="1" noProof="0" dirty="0">
                <a:latin typeface="Aptos" panose="020B0004020202020204" pitchFamily="34" charset="0"/>
                <a:cs typeface="Calibri"/>
              </a:rPr>
              <a:t>Predicción</a:t>
            </a:r>
            <a:endParaRPr lang="es-PE" sz="2450" noProof="0" dirty="0">
              <a:latin typeface="Aptos" panose="020B0004020202020204" pitchFamily="34" charset="0"/>
              <a:cs typeface="Calibri"/>
            </a:endParaRPr>
          </a:p>
        </p:txBody>
      </p:sp>
      <p:sp>
        <p:nvSpPr>
          <p:cNvPr id="24" name="object 24"/>
          <p:cNvSpPr txBox="1"/>
          <p:nvPr/>
        </p:nvSpPr>
        <p:spPr>
          <a:xfrm>
            <a:off x="15353813" y="6036133"/>
            <a:ext cx="2297430" cy="378309"/>
          </a:xfrm>
          <a:prstGeom prst="rect">
            <a:avLst/>
          </a:prstGeom>
          <a:solidFill>
            <a:srgbClr val="9BF89C"/>
          </a:solidFill>
        </p:spPr>
        <p:txBody>
          <a:bodyPr vert="horz" wrap="square" lIns="0" tIns="1270" rIns="0" bIns="0" rtlCol="0">
            <a:spAutoFit/>
          </a:bodyPr>
          <a:lstStyle/>
          <a:p>
            <a:pPr marL="165100">
              <a:lnSpc>
                <a:spcPct val="100000"/>
              </a:lnSpc>
            </a:pPr>
            <a:r>
              <a:rPr lang="es-PE" sz="2450" b="1" i="1" noProof="0" dirty="0">
                <a:solidFill>
                  <a:srgbClr val="404040"/>
                </a:solidFill>
                <a:latin typeface="Aptos" panose="020B0004020202020204" pitchFamily="34" charset="0"/>
                <a:cs typeface="Arial"/>
              </a:rPr>
              <a:t>Nuevos datos</a:t>
            </a:r>
            <a:endParaRPr lang="es-PE" sz="2450" noProof="0" dirty="0">
              <a:latin typeface="Aptos" panose="020B0004020202020204" pitchFamily="34" charset="0"/>
              <a:cs typeface="Arial"/>
            </a:endParaRPr>
          </a:p>
        </p:txBody>
      </p:sp>
      <p:grpSp>
        <p:nvGrpSpPr>
          <p:cNvPr id="25" name="object 25"/>
          <p:cNvGrpSpPr/>
          <p:nvPr/>
        </p:nvGrpSpPr>
        <p:grpSpPr>
          <a:xfrm>
            <a:off x="14051351" y="6020759"/>
            <a:ext cx="2630170" cy="1546225"/>
            <a:chOff x="14051351" y="6020759"/>
            <a:chExt cx="2630170" cy="1546225"/>
          </a:xfrm>
        </p:grpSpPr>
        <p:sp>
          <p:nvSpPr>
            <p:cNvPr id="26" name="object 26"/>
            <p:cNvSpPr/>
            <p:nvPr/>
          </p:nvSpPr>
          <p:spPr>
            <a:xfrm>
              <a:off x="14051351" y="6020759"/>
              <a:ext cx="1183005" cy="314325"/>
            </a:xfrm>
            <a:custGeom>
              <a:avLst/>
              <a:gdLst/>
              <a:ahLst/>
              <a:cxnLst/>
              <a:rect l="l" t="t" r="r" b="b"/>
              <a:pathLst>
                <a:path w="1183005" h="314325">
                  <a:moveTo>
                    <a:pt x="868675" y="0"/>
                  </a:moveTo>
                  <a:lnTo>
                    <a:pt x="868675" y="314126"/>
                  </a:lnTo>
                  <a:lnTo>
                    <a:pt x="1078092" y="209417"/>
                  </a:lnTo>
                  <a:lnTo>
                    <a:pt x="921029" y="209417"/>
                  </a:lnTo>
                  <a:lnTo>
                    <a:pt x="921029" y="104708"/>
                  </a:lnTo>
                  <a:lnTo>
                    <a:pt x="1078092" y="104708"/>
                  </a:lnTo>
                  <a:lnTo>
                    <a:pt x="868675" y="0"/>
                  </a:lnTo>
                  <a:close/>
                </a:path>
                <a:path w="1183005" h="314325">
                  <a:moveTo>
                    <a:pt x="868675" y="104708"/>
                  </a:moveTo>
                  <a:lnTo>
                    <a:pt x="0" y="104708"/>
                  </a:lnTo>
                  <a:lnTo>
                    <a:pt x="0" y="209417"/>
                  </a:lnTo>
                  <a:lnTo>
                    <a:pt x="868675" y="209417"/>
                  </a:lnTo>
                  <a:lnTo>
                    <a:pt x="868675" y="104708"/>
                  </a:lnTo>
                  <a:close/>
                </a:path>
                <a:path w="1183005" h="314325">
                  <a:moveTo>
                    <a:pt x="1078092" y="104708"/>
                  </a:moveTo>
                  <a:lnTo>
                    <a:pt x="921029" y="104708"/>
                  </a:lnTo>
                  <a:lnTo>
                    <a:pt x="921029" y="209417"/>
                  </a:lnTo>
                  <a:lnTo>
                    <a:pt x="1078092" y="209417"/>
                  </a:lnTo>
                  <a:lnTo>
                    <a:pt x="1182801" y="157063"/>
                  </a:lnTo>
                  <a:lnTo>
                    <a:pt x="1078092" y="104708"/>
                  </a:lnTo>
                  <a:close/>
                </a:path>
              </a:pathLst>
            </a:custGeom>
            <a:solidFill>
              <a:srgbClr val="19BD1B"/>
            </a:solidFill>
          </p:spPr>
          <p:txBody>
            <a:bodyPr wrap="square" lIns="0" tIns="0" rIns="0" bIns="0" rtlCol="0"/>
            <a:lstStyle/>
            <a:p>
              <a:endParaRPr lang="es-PE" noProof="0" dirty="0">
                <a:latin typeface="Aptos" panose="020B0004020202020204" pitchFamily="34" charset="0"/>
              </a:endParaRPr>
            </a:p>
          </p:txBody>
        </p:sp>
        <p:sp>
          <p:nvSpPr>
            <p:cNvPr id="27" name="object 27"/>
            <p:cNvSpPr/>
            <p:nvPr/>
          </p:nvSpPr>
          <p:spPr>
            <a:xfrm>
              <a:off x="16367375" y="6917435"/>
              <a:ext cx="314325" cy="649605"/>
            </a:xfrm>
            <a:custGeom>
              <a:avLst/>
              <a:gdLst/>
              <a:ahLst/>
              <a:cxnLst/>
              <a:rect l="l" t="t" r="r" b="b"/>
              <a:pathLst>
                <a:path w="314325" h="649604">
                  <a:moveTo>
                    <a:pt x="104708" y="334910"/>
                  </a:moveTo>
                  <a:lnTo>
                    <a:pt x="0" y="334910"/>
                  </a:lnTo>
                  <a:lnTo>
                    <a:pt x="157063" y="649036"/>
                  </a:lnTo>
                  <a:lnTo>
                    <a:pt x="287949" y="387264"/>
                  </a:lnTo>
                  <a:lnTo>
                    <a:pt x="104708" y="387264"/>
                  </a:lnTo>
                  <a:lnTo>
                    <a:pt x="104708" y="334910"/>
                  </a:lnTo>
                  <a:close/>
                </a:path>
                <a:path w="314325" h="649604">
                  <a:moveTo>
                    <a:pt x="209417" y="0"/>
                  </a:moveTo>
                  <a:lnTo>
                    <a:pt x="104708" y="0"/>
                  </a:lnTo>
                  <a:lnTo>
                    <a:pt x="104708" y="387264"/>
                  </a:lnTo>
                  <a:lnTo>
                    <a:pt x="209417" y="387264"/>
                  </a:lnTo>
                  <a:lnTo>
                    <a:pt x="209417" y="0"/>
                  </a:lnTo>
                  <a:close/>
                </a:path>
                <a:path w="314325" h="649604">
                  <a:moveTo>
                    <a:pt x="314126" y="334910"/>
                  </a:moveTo>
                  <a:lnTo>
                    <a:pt x="209417" y="334910"/>
                  </a:lnTo>
                  <a:lnTo>
                    <a:pt x="209417" y="387264"/>
                  </a:lnTo>
                  <a:lnTo>
                    <a:pt x="287949" y="387264"/>
                  </a:lnTo>
                  <a:lnTo>
                    <a:pt x="314126" y="334910"/>
                  </a:lnTo>
                  <a:close/>
                </a:path>
              </a:pathLst>
            </a:custGeom>
            <a:solidFill>
              <a:srgbClr val="009002"/>
            </a:solidFill>
          </p:spPr>
          <p:txBody>
            <a:bodyPr wrap="square" lIns="0" tIns="0" rIns="0" bIns="0" rtlCol="0"/>
            <a:lstStyle/>
            <a:p>
              <a:endParaRPr lang="es-PE" noProof="0" dirty="0">
                <a:latin typeface="Aptos" panose="020B0004020202020204" pitchFamily="34" charset="0"/>
              </a:endParaRPr>
            </a:p>
          </p:txBody>
        </p:sp>
      </p:grpSp>
      <p:sp>
        <p:nvSpPr>
          <p:cNvPr id="28" name="object 28"/>
          <p:cNvSpPr txBox="1"/>
          <p:nvPr/>
        </p:nvSpPr>
        <p:spPr>
          <a:xfrm>
            <a:off x="15672015" y="7654640"/>
            <a:ext cx="1704975" cy="425758"/>
          </a:xfrm>
          <a:prstGeom prst="rect">
            <a:avLst/>
          </a:prstGeom>
          <a:solidFill>
            <a:srgbClr val="FFD600"/>
          </a:solidFill>
        </p:spPr>
        <p:txBody>
          <a:bodyPr vert="horz" wrap="square" lIns="0" tIns="48260" rIns="0" bIns="0" rtlCol="0">
            <a:spAutoFit/>
          </a:bodyPr>
          <a:lstStyle/>
          <a:p>
            <a:pPr marL="456565">
              <a:lnSpc>
                <a:spcPct val="100000"/>
              </a:lnSpc>
              <a:spcBef>
                <a:spcPts val="380"/>
              </a:spcBef>
            </a:pPr>
            <a:r>
              <a:rPr lang="es-PE" sz="2450" b="1" i="1" noProof="0" dirty="0" err="1">
                <a:solidFill>
                  <a:srgbClr val="404040"/>
                </a:solidFill>
                <a:latin typeface="Aptos" panose="020B0004020202020204" pitchFamily="34" charset="0"/>
                <a:cs typeface="Arial"/>
              </a:rPr>
              <a:t>Label</a:t>
            </a:r>
            <a:endParaRPr lang="es-PE" sz="2450" noProof="0" dirty="0">
              <a:latin typeface="Aptos" panose="020B0004020202020204" pitchFamily="34" charset="0"/>
              <a:cs typeface="Arial"/>
            </a:endParaRPr>
          </a:p>
        </p:txBody>
      </p:sp>
      <p:pic>
        <p:nvPicPr>
          <p:cNvPr id="29" name="Picture 2" descr="Manual de Indentidad Visual Corporativa Marca UNCP - UNCP">
            <a:extLst>
              <a:ext uri="{FF2B5EF4-FFF2-40B4-BE49-F238E27FC236}">
                <a16:creationId xmlns:a16="http://schemas.microsoft.com/office/drawing/2014/main" id="{8353E91C-E249-0998-3098-9C6E549EB4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69215" algn="ctr">
              <a:lnSpc>
                <a:spcPct val="100000"/>
              </a:lnSpc>
              <a:spcBef>
                <a:spcPts val="90"/>
              </a:spcBef>
            </a:pPr>
            <a:r>
              <a:rPr lang="es-PE" noProof="0" dirty="0">
                <a:latin typeface="Aptos" panose="020B0004020202020204" pitchFamily="34" charset="0"/>
              </a:rPr>
              <a:t>METODOLOGÍA PARA CONSTRUIR ALGORITMOS DE ML</a:t>
            </a:r>
          </a:p>
        </p:txBody>
      </p:sp>
      <p:sp>
        <p:nvSpPr>
          <p:cNvPr id="3" name="object 3"/>
          <p:cNvSpPr txBox="1"/>
          <p:nvPr/>
        </p:nvSpPr>
        <p:spPr>
          <a:xfrm>
            <a:off x="1097213" y="2960612"/>
            <a:ext cx="17966690" cy="7710829"/>
          </a:xfrm>
          <a:prstGeom prst="rect">
            <a:avLst/>
          </a:prstGeom>
        </p:spPr>
        <p:txBody>
          <a:bodyPr vert="horz" wrap="square" lIns="0" tIns="17145" rIns="0" bIns="0" rtlCol="0">
            <a:spAutoFit/>
          </a:bodyPr>
          <a:lstStyle/>
          <a:p>
            <a:pPr marL="12700" algn="just">
              <a:lnSpc>
                <a:spcPct val="100000"/>
              </a:lnSpc>
              <a:spcBef>
                <a:spcPts val="135"/>
              </a:spcBef>
            </a:pPr>
            <a:r>
              <a:rPr lang="es-PE" sz="3600" b="1" i="1" noProof="0" dirty="0">
                <a:latin typeface="Aptos" panose="020B0004020202020204" pitchFamily="34" charset="0"/>
                <a:cs typeface="Arial"/>
              </a:rPr>
              <a:t>PRE-PROCESAMIENTO</a:t>
            </a:r>
            <a:endParaRPr lang="es-PE" sz="3600" noProof="0" dirty="0">
              <a:latin typeface="Aptos" panose="020B0004020202020204" pitchFamily="34" charset="0"/>
              <a:cs typeface="Arial"/>
            </a:endParaRPr>
          </a:p>
          <a:p>
            <a:pPr marL="974725" indent="-471805" algn="just">
              <a:lnSpc>
                <a:spcPct val="100000"/>
              </a:lnSpc>
              <a:spcBef>
                <a:spcPts val="1980"/>
              </a:spcBef>
              <a:buSzPct val="100000"/>
              <a:buFont typeface="Arial MT"/>
              <a:buChar char="•"/>
              <a:tabLst>
                <a:tab pos="975360" algn="l"/>
              </a:tabLst>
            </a:pPr>
            <a:r>
              <a:rPr lang="es-PE" sz="3050" noProof="0" dirty="0">
                <a:latin typeface="Aptos" panose="020B0004020202020204" pitchFamily="34" charset="0"/>
                <a:cs typeface="Tahoma"/>
              </a:rPr>
              <a:t>Es el paso más importante. Recordar: </a:t>
            </a:r>
            <a:r>
              <a:rPr lang="es-PE" sz="3050" noProof="0" dirty="0" err="1">
                <a:latin typeface="Aptos" panose="020B0004020202020204" pitchFamily="34" charset="0"/>
                <a:cs typeface="Tahoma"/>
              </a:rPr>
              <a:t>Garbage</a:t>
            </a:r>
            <a:r>
              <a:rPr lang="es-PE" sz="3050" noProof="0" dirty="0">
                <a:latin typeface="Aptos" panose="020B0004020202020204" pitchFamily="34" charset="0"/>
                <a:cs typeface="Tahoma"/>
              </a:rPr>
              <a:t> in, </a:t>
            </a:r>
            <a:r>
              <a:rPr lang="es-PE" sz="3050" noProof="0" dirty="0" err="1">
                <a:latin typeface="Aptos" panose="020B0004020202020204" pitchFamily="34" charset="0"/>
                <a:cs typeface="Tahoma"/>
              </a:rPr>
              <a:t>garbage</a:t>
            </a:r>
            <a:r>
              <a:rPr lang="es-PE" sz="3050" noProof="0" dirty="0">
                <a:latin typeface="Aptos" panose="020B0004020202020204" pitchFamily="34" charset="0"/>
                <a:cs typeface="Tahoma"/>
              </a:rPr>
              <a:t> </a:t>
            </a:r>
            <a:r>
              <a:rPr lang="es-PE" sz="3050" noProof="0" dirty="0" err="1">
                <a:latin typeface="Aptos" panose="020B0004020202020204" pitchFamily="34" charset="0"/>
                <a:cs typeface="Tahoma"/>
              </a:rPr>
              <a:t>out</a:t>
            </a:r>
            <a:r>
              <a:rPr lang="es-PE" sz="3050" noProof="0" dirty="0">
                <a:latin typeface="Aptos" panose="020B0004020202020204" pitchFamily="34" charset="0"/>
                <a:cs typeface="Tahoma"/>
              </a:rPr>
              <a:t>.</a:t>
            </a:r>
          </a:p>
          <a:p>
            <a:pPr marL="974725" marR="160655" indent="-471805" algn="just">
              <a:lnSpc>
                <a:spcPts val="3620"/>
              </a:lnSpc>
              <a:spcBef>
                <a:spcPts val="2605"/>
              </a:spcBef>
              <a:buSzPct val="100000"/>
              <a:buFont typeface="Arial MT"/>
              <a:buChar char="•"/>
              <a:tabLst>
                <a:tab pos="975360" algn="l"/>
              </a:tabLst>
            </a:pPr>
            <a:r>
              <a:rPr lang="es-PE" sz="3050" noProof="0" dirty="0">
                <a:latin typeface="Aptos" panose="020B0004020202020204" pitchFamily="34" charset="0"/>
                <a:cs typeface="Tahoma"/>
              </a:rPr>
              <a:t>Usualmente los datos se presentan en formatos no óptimos (o incluso inadecuados) para ser procesados por  el modelo.</a:t>
            </a:r>
          </a:p>
          <a:p>
            <a:pPr marL="974725" marR="192405" indent="-471805" algn="just">
              <a:lnSpc>
                <a:spcPct val="101600"/>
              </a:lnSpc>
              <a:spcBef>
                <a:spcPts val="2265"/>
              </a:spcBef>
              <a:buSzPct val="100000"/>
              <a:buFont typeface="Arial MT"/>
              <a:buChar char="•"/>
              <a:tabLst>
                <a:tab pos="975360" algn="l"/>
              </a:tabLst>
            </a:pPr>
            <a:r>
              <a:rPr lang="es-PE" sz="3050" noProof="0" dirty="0">
                <a:latin typeface="Aptos" panose="020B0004020202020204" pitchFamily="34" charset="0"/>
                <a:cs typeface="Tahoma"/>
              </a:rPr>
              <a:t>Muchos algoritmos requieren que las características estén en la misma escala para optimizar su rendimiento,  lo que se realiza frecuentemente aplicando técnicas de normalización o estandarización en los datos.</a:t>
            </a:r>
          </a:p>
          <a:p>
            <a:pPr marL="974725" marR="5080" indent="-471805" algn="just">
              <a:lnSpc>
                <a:spcPct val="99100"/>
              </a:lnSpc>
              <a:spcBef>
                <a:spcPts val="2470"/>
              </a:spcBef>
              <a:buSzPct val="100000"/>
              <a:buFont typeface="Arial MT"/>
              <a:buChar char="•"/>
              <a:tabLst>
                <a:tab pos="975360" algn="l"/>
              </a:tabLst>
            </a:pPr>
            <a:r>
              <a:rPr lang="es-PE" sz="3050" noProof="0" dirty="0">
                <a:latin typeface="Aptos" panose="020B0004020202020204" pitchFamily="34" charset="0"/>
                <a:cs typeface="Tahoma"/>
              </a:rPr>
              <a:t>Podemos también encontrar en algunos casos que las características seleccionadas están correlacionadas, y  por tanto son redundantes para extraer información con significado correcto de ellas. En este caso tendremos  que usar técnicas de reducción dimensional para comprimir las características en subespacios con menores  dimensiones.</a:t>
            </a:r>
          </a:p>
          <a:p>
            <a:pPr marL="974725" indent="-471805" algn="just">
              <a:lnSpc>
                <a:spcPct val="100000"/>
              </a:lnSpc>
              <a:spcBef>
                <a:spcPts val="2435"/>
              </a:spcBef>
              <a:buSzPct val="100000"/>
              <a:buFont typeface="Arial MT"/>
              <a:buChar char="•"/>
              <a:tabLst>
                <a:tab pos="975360" algn="l"/>
              </a:tabLst>
            </a:pPr>
            <a:r>
              <a:rPr lang="es-PE" sz="3050" noProof="0" dirty="0">
                <a:latin typeface="Aptos" panose="020B0004020202020204" pitchFamily="34" charset="0"/>
                <a:cs typeface="Tahoma"/>
              </a:rPr>
              <a:t>Hacer un correcto análisis estadístico es vital para lograr tener los datos para el algoritmo que queremos usar.</a:t>
            </a:r>
          </a:p>
        </p:txBody>
      </p:sp>
      <p:pic>
        <p:nvPicPr>
          <p:cNvPr id="4" name="Picture 2" descr="Manual de Indentidad Visual Corporativa Marca UNCP - UNCP">
            <a:extLst>
              <a:ext uri="{FF2B5EF4-FFF2-40B4-BE49-F238E27FC236}">
                <a16:creationId xmlns:a16="http://schemas.microsoft.com/office/drawing/2014/main" id="{42F6E223-9F9E-BF46-A722-719ECED2FE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69215" algn="ctr">
              <a:spcBef>
                <a:spcPts val="90"/>
              </a:spcBef>
            </a:pPr>
            <a:r>
              <a:rPr lang="es-PE" dirty="0">
                <a:latin typeface="Aptos" panose="020B0004020202020204" pitchFamily="34" charset="0"/>
              </a:rPr>
              <a:t>METODOLOGÍA PARA CONSTRUIR ALGORITMOS DE ML</a:t>
            </a:r>
          </a:p>
        </p:txBody>
      </p:sp>
      <p:sp>
        <p:nvSpPr>
          <p:cNvPr id="3" name="object 3"/>
          <p:cNvSpPr txBox="1"/>
          <p:nvPr/>
        </p:nvSpPr>
        <p:spPr>
          <a:xfrm>
            <a:off x="1097213" y="2960612"/>
            <a:ext cx="17713960" cy="7548798"/>
          </a:xfrm>
          <a:prstGeom prst="rect">
            <a:avLst/>
          </a:prstGeom>
        </p:spPr>
        <p:txBody>
          <a:bodyPr vert="horz" wrap="square" lIns="0" tIns="17145" rIns="0" bIns="0" rtlCol="0">
            <a:spAutoFit/>
          </a:bodyPr>
          <a:lstStyle/>
          <a:p>
            <a:pPr marL="12700">
              <a:lnSpc>
                <a:spcPct val="100000"/>
              </a:lnSpc>
              <a:spcBef>
                <a:spcPts val="135"/>
              </a:spcBef>
            </a:pPr>
            <a:r>
              <a:rPr lang="es-PE" sz="4000" b="1" i="1" noProof="0" dirty="0">
                <a:latin typeface="Aptos" panose="020B0004020202020204" pitchFamily="34" charset="0"/>
                <a:cs typeface="Arial"/>
              </a:rPr>
              <a:t>SELECCIÓN Y ENTRENAMIENTO DE MODELO</a:t>
            </a:r>
            <a:endParaRPr lang="es-PE" sz="4000" noProof="0" dirty="0">
              <a:latin typeface="Aptos" panose="020B0004020202020204" pitchFamily="34" charset="0"/>
              <a:cs typeface="Arial"/>
            </a:endParaRPr>
          </a:p>
          <a:p>
            <a:pPr marL="965835" marR="200025" indent="-457200" algn="just">
              <a:lnSpc>
                <a:spcPct val="100000"/>
              </a:lnSpc>
              <a:spcBef>
                <a:spcPts val="2530"/>
              </a:spcBef>
              <a:buSzPct val="100000"/>
              <a:buFont typeface="Arial" panose="020B0604020202020204" pitchFamily="34" charset="0"/>
              <a:buChar char="•"/>
              <a:tabLst>
                <a:tab pos="1006475" algn="l"/>
              </a:tabLst>
            </a:pPr>
            <a:r>
              <a:rPr lang="es-PE" sz="3050" dirty="0">
                <a:latin typeface="Aptos" panose="020B0004020202020204" pitchFamily="34" charset="0"/>
                <a:cs typeface="Tahoma"/>
              </a:rPr>
              <a:t>Es esencial comparar los diferentes algoritmos de un grupo para entrenar y seleccionar el de mejor rendimiento. Para realizar esto, es necesario seleccionar una métrica para medir el rendimiento  del modelo.</a:t>
            </a:r>
          </a:p>
          <a:p>
            <a:pPr marL="965835" marR="5080" indent="-457200" algn="just">
              <a:lnSpc>
                <a:spcPct val="101099"/>
              </a:lnSpc>
              <a:spcBef>
                <a:spcPts val="2415"/>
              </a:spcBef>
              <a:buSzPct val="100000"/>
              <a:buFont typeface="Arial" panose="020B0604020202020204" pitchFamily="34" charset="0"/>
              <a:buChar char="•"/>
              <a:tabLst>
                <a:tab pos="1006475" algn="l"/>
              </a:tabLst>
            </a:pPr>
            <a:r>
              <a:rPr lang="es-PE" sz="3050" noProof="0" dirty="0">
                <a:latin typeface="Aptos" panose="020B0004020202020204" pitchFamily="34" charset="0"/>
                <a:cs typeface="Tahoma"/>
              </a:rPr>
              <a:t>Cuanto no tenemos nada para comparar inicialmente, elegimos un modelo sencillo que llamamos </a:t>
            </a:r>
            <a:r>
              <a:rPr lang="es-PE" sz="3050" b="1" noProof="0" dirty="0" err="1">
                <a:latin typeface="Aptos" panose="020B0004020202020204" pitchFamily="34" charset="0"/>
                <a:cs typeface="Trebuchet MS"/>
              </a:rPr>
              <a:t>baseline</a:t>
            </a:r>
            <a:r>
              <a:rPr lang="es-PE" sz="3050" noProof="0" dirty="0">
                <a:latin typeface="Aptos" panose="020B0004020202020204" pitchFamily="34" charset="0"/>
                <a:cs typeface="Tahoma"/>
              </a:rPr>
              <a:t>,  que nos servirá para comparar el desarrollo de nuevos modelos. No siempre debe ser un modelo.</a:t>
            </a:r>
          </a:p>
          <a:p>
            <a:pPr marL="965835" marR="200025" indent="-457200" algn="just">
              <a:lnSpc>
                <a:spcPct val="100000"/>
              </a:lnSpc>
              <a:spcBef>
                <a:spcPts val="2530"/>
              </a:spcBef>
              <a:buSzPct val="100000"/>
              <a:buFont typeface="Arial" panose="020B0604020202020204" pitchFamily="34" charset="0"/>
              <a:buChar char="•"/>
              <a:tabLst>
                <a:tab pos="1006475" algn="l"/>
              </a:tabLst>
            </a:pPr>
            <a:r>
              <a:rPr lang="es-PE" sz="3050" noProof="0" dirty="0">
                <a:latin typeface="Aptos" panose="020B0004020202020204" pitchFamily="34" charset="0"/>
                <a:cs typeface="Tahoma"/>
              </a:rPr>
              <a:t>Para asegurarnos de que nuestro modelo funcionará adecuadamente con datos reales, podemos usar  </a:t>
            </a:r>
            <a:r>
              <a:rPr lang="es-PE" sz="3050" b="1" noProof="0" dirty="0">
                <a:latin typeface="Aptos" panose="020B0004020202020204" pitchFamily="34" charset="0"/>
                <a:cs typeface="Trebuchet MS"/>
              </a:rPr>
              <a:t>validación cruzada (Cross </a:t>
            </a:r>
            <a:r>
              <a:rPr lang="es-PE" sz="3050" b="1" noProof="0" dirty="0" err="1">
                <a:latin typeface="Aptos" panose="020B0004020202020204" pitchFamily="34" charset="0"/>
                <a:cs typeface="Trebuchet MS"/>
              </a:rPr>
              <a:t>Validation</a:t>
            </a:r>
            <a:r>
              <a:rPr lang="es-PE" sz="3050" b="1" noProof="0" dirty="0">
                <a:latin typeface="Aptos" panose="020B0004020202020204" pitchFamily="34" charset="0"/>
                <a:cs typeface="Trebuchet MS"/>
              </a:rPr>
              <a:t>) </a:t>
            </a:r>
            <a:r>
              <a:rPr lang="es-PE" sz="3050" noProof="0" dirty="0">
                <a:latin typeface="Aptos" panose="020B0004020202020204" pitchFamily="34" charset="0"/>
                <a:cs typeface="Tahoma"/>
              </a:rPr>
              <a:t>antes de utilizar el conjunto de datos de prueba para la evaluación  </a:t>
            </a:r>
            <a:r>
              <a:rPr lang="es-PE" sz="3050" noProof="0" dirty="0" err="1">
                <a:latin typeface="Aptos" panose="020B0004020202020204" pitchFamily="34" charset="0"/>
                <a:cs typeface="Verdana"/>
              </a:rPr>
              <a:t>ﬁ</a:t>
            </a:r>
            <a:r>
              <a:rPr lang="es-PE" sz="3050" noProof="0" dirty="0" err="1">
                <a:latin typeface="Aptos" panose="020B0004020202020204" pitchFamily="34" charset="0"/>
                <a:cs typeface="Tahoma"/>
              </a:rPr>
              <a:t>nal</a:t>
            </a:r>
            <a:r>
              <a:rPr lang="es-PE" sz="3050" noProof="0" dirty="0">
                <a:latin typeface="Aptos" panose="020B0004020202020204" pitchFamily="34" charset="0"/>
                <a:cs typeface="Tahoma"/>
              </a:rPr>
              <a:t> del modelo.</a:t>
            </a:r>
          </a:p>
          <a:p>
            <a:pPr marL="965835" marR="200025" indent="-457200" algn="just">
              <a:spcBef>
                <a:spcPts val="2530"/>
              </a:spcBef>
              <a:buSzPct val="100000"/>
              <a:buFont typeface="Arial" panose="020B0604020202020204" pitchFamily="34" charset="0"/>
              <a:buChar char="•"/>
              <a:tabLst>
                <a:tab pos="1006475" algn="l"/>
              </a:tabLst>
            </a:pPr>
            <a:r>
              <a:rPr lang="es-PE" sz="3050" dirty="0">
                <a:latin typeface="Aptos" panose="020B0004020202020204" pitchFamily="34" charset="0"/>
                <a:cs typeface="Tahoma"/>
              </a:rPr>
              <a:t>En general, los parámetros por defecto de los algoritmos de Machine </a:t>
            </a:r>
            <a:r>
              <a:rPr lang="es-PE" sz="3050" dirty="0" err="1">
                <a:latin typeface="Aptos" panose="020B0004020202020204" pitchFamily="34" charset="0"/>
                <a:cs typeface="Tahoma"/>
              </a:rPr>
              <a:t>Learning</a:t>
            </a:r>
            <a:r>
              <a:rPr lang="es-PE" sz="3050" dirty="0">
                <a:latin typeface="Aptos" panose="020B0004020202020204" pitchFamily="34" charset="0"/>
                <a:cs typeface="Tahoma"/>
              </a:rPr>
              <a:t> proporcionados por  las librerías no son los mejores para utilizar con nuestros datos, por lo que usaremos técnicas de optimización de </a:t>
            </a:r>
            <a:r>
              <a:rPr lang="es-PE" sz="3050" b="1" dirty="0" err="1">
                <a:latin typeface="Aptos" panose="020B0004020202020204" pitchFamily="34" charset="0"/>
                <a:cs typeface="Tahoma"/>
              </a:rPr>
              <a:t>hiperparámetros</a:t>
            </a:r>
            <a:r>
              <a:rPr lang="es-PE" sz="3050" b="1" dirty="0">
                <a:latin typeface="Aptos" panose="020B0004020202020204" pitchFamily="34" charset="0"/>
                <a:cs typeface="Tahoma"/>
              </a:rPr>
              <a:t>.</a:t>
            </a:r>
          </a:p>
        </p:txBody>
      </p:sp>
      <p:pic>
        <p:nvPicPr>
          <p:cNvPr id="4" name="Picture 2" descr="Manual de Indentidad Visual Corporativa Marca UNCP - UNCP">
            <a:extLst>
              <a:ext uri="{FF2B5EF4-FFF2-40B4-BE49-F238E27FC236}">
                <a16:creationId xmlns:a16="http://schemas.microsoft.com/office/drawing/2014/main" id="{5803B485-F2DC-1338-7B68-2F9A97DC92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69215" algn="ctr">
              <a:spcBef>
                <a:spcPts val="90"/>
              </a:spcBef>
            </a:pPr>
            <a:r>
              <a:rPr lang="es-PE" dirty="0">
                <a:latin typeface="Aptos" panose="020B0004020202020204" pitchFamily="34" charset="0"/>
              </a:rPr>
              <a:t>METODOLOGÍA PARA CONSTRUIR ALGORITMOS DE ML</a:t>
            </a:r>
          </a:p>
        </p:txBody>
      </p:sp>
      <p:sp>
        <p:nvSpPr>
          <p:cNvPr id="3" name="object 3"/>
          <p:cNvSpPr txBox="1"/>
          <p:nvPr/>
        </p:nvSpPr>
        <p:spPr>
          <a:xfrm>
            <a:off x="1097213" y="2960612"/>
            <a:ext cx="17632680" cy="5731697"/>
          </a:xfrm>
          <a:prstGeom prst="rect">
            <a:avLst/>
          </a:prstGeom>
        </p:spPr>
        <p:txBody>
          <a:bodyPr vert="horz" wrap="square" lIns="0" tIns="17145" rIns="0" bIns="0" rtlCol="0">
            <a:spAutoFit/>
          </a:bodyPr>
          <a:lstStyle/>
          <a:p>
            <a:pPr marL="12700">
              <a:lnSpc>
                <a:spcPct val="100000"/>
              </a:lnSpc>
              <a:spcBef>
                <a:spcPts val="135"/>
              </a:spcBef>
            </a:pPr>
            <a:r>
              <a:rPr lang="es-PE" sz="4000" b="1" i="1" noProof="0" dirty="0">
                <a:latin typeface="Aptos" panose="020B0004020202020204" pitchFamily="34" charset="0"/>
                <a:cs typeface="Arial"/>
              </a:rPr>
              <a:t>EVALUANDO Y PREDICIENDO CON DATOS NUEVOS</a:t>
            </a:r>
          </a:p>
          <a:p>
            <a:pPr marL="12700">
              <a:lnSpc>
                <a:spcPct val="100000"/>
              </a:lnSpc>
              <a:spcBef>
                <a:spcPts val="135"/>
              </a:spcBef>
            </a:pPr>
            <a:endParaRPr lang="es-PE" sz="2850" noProof="0" dirty="0">
              <a:latin typeface="Aptos" panose="020B0004020202020204" pitchFamily="34" charset="0"/>
              <a:cs typeface="Arial"/>
            </a:endParaRPr>
          </a:p>
          <a:p>
            <a:pPr marL="1003300" marR="5080" indent="-457200" algn="just">
              <a:lnSpc>
                <a:spcPct val="100000"/>
              </a:lnSpc>
              <a:spcBef>
                <a:spcPts val="1985"/>
              </a:spcBef>
              <a:buSzPct val="100000"/>
              <a:buFont typeface="Arial" panose="020B0604020202020204" pitchFamily="34" charset="0"/>
              <a:buChar char="•"/>
              <a:tabLst>
                <a:tab pos="1080770" algn="l"/>
              </a:tabLst>
            </a:pPr>
            <a:r>
              <a:rPr lang="es-PE" sz="3600" noProof="0" dirty="0">
                <a:latin typeface="Aptos" panose="020B0004020202020204" pitchFamily="34" charset="0"/>
                <a:cs typeface="Tahoma"/>
              </a:rPr>
              <a:t>Una vez que hemos seleccionado y ajustado un modelo a nuestro conjunto de datos de  entrenamiento, podemos usar los datos de prueba para estimar el rendimiento del modelo en los  datos nuevos, por lo que podemos hacer una estimación del error de </a:t>
            </a:r>
            <a:r>
              <a:rPr lang="es-PE" sz="3600" b="1" noProof="0" dirty="0">
                <a:latin typeface="Aptos" panose="020B0004020202020204" pitchFamily="34" charset="0"/>
                <a:cs typeface="Arial"/>
              </a:rPr>
              <a:t>generalización </a:t>
            </a:r>
            <a:r>
              <a:rPr lang="es-PE" sz="3600" noProof="0" dirty="0">
                <a:latin typeface="Aptos" panose="020B0004020202020204" pitchFamily="34" charset="0"/>
                <a:cs typeface="Tahoma"/>
              </a:rPr>
              <a:t>del modelo, o  evaluarlo utilizando alguna otra métrica.</a:t>
            </a:r>
          </a:p>
          <a:p>
            <a:pPr marL="546100" marR="5080" algn="just">
              <a:lnSpc>
                <a:spcPct val="100000"/>
              </a:lnSpc>
              <a:spcBef>
                <a:spcPts val="1985"/>
              </a:spcBef>
              <a:buSzPct val="100000"/>
              <a:tabLst>
                <a:tab pos="1080770" algn="l"/>
              </a:tabLst>
            </a:pPr>
            <a:endParaRPr lang="es-PE" sz="3600" noProof="0" dirty="0">
              <a:latin typeface="Aptos" panose="020B0004020202020204" pitchFamily="34" charset="0"/>
              <a:cs typeface="Tahoma"/>
            </a:endParaRPr>
          </a:p>
          <a:p>
            <a:pPr marL="1003300" marR="5080" indent="-457200" algn="just">
              <a:spcBef>
                <a:spcPts val="1985"/>
              </a:spcBef>
              <a:buSzPct val="100000"/>
              <a:buFont typeface="Arial" panose="020B0604020202020204" pitchFamily="34" charset="0"/>
              <a:buChar char="•"/>
              <a:tabLst>
                <a:tab pos="1080770" algn="l"/>
              </a:tabLst>
            </a:pPr>
            <a:r>
              <a:rPr lang="es-PE" sz="3600" dirty="0">
                <a:latin typeface="Aptos" panose="020B0004020202020204" pitchFamily="34" charset="0"/>
                <a:cs typeface="Tahoma"/>
              </a:rPr>
              <a:t>Si el modelo cumple nuestros objetivos, luego es ponerlo productivo en el contexto que se quiere  utilizar. En esta materia no veremos este paso.</a:t>
            </a:r>
          </a:p>
        </p:txBody>
      </p:sp>
      <p:pic>
        <p:nvPicPr>
          <p:cNvPr id="4" name="Picture 2" descr="Manual de Indentidad Visual Corporativa Marca UNCP - UNCP">
            <a:extLst>
              <a:ext uri="{FF2B5EF4-FFF2-40B4-BE49-F238E27FC236}">
                <a16:creationId xmlns:a16="http://schemas.microsoft.com/office/drawing/2014/main" id="{F91C76B1-94A0-7708-9FA9-91E5A0A174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6809" y="9693275"/>
            <a:ext cx="1522544" cy="13292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06402-C61C-CD97-A697-1927B35C3AC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F2D4A4E-2B58-6CF1-8823-C2B84D1BAB4D}"/>
              </a:ext>
            </a:extLst>
          </p:cNvPr>
          <p:cNvSpPr txBox="1"/>
          <p:nvPr/>
        </p:nvSpPr>
        <p:spPr>
          <a:xfrm>
            <a:off x="1216360" y="5229025"/>
            <a:ext cx="17065289" cy="1719189"/>
          </a:xfrm>
          <a:prstGeom prst="rect">
            <a:avLst/>
          </a:prstGeom>
        </p:spPr>
        <p:txBody>
          <a:bodyPr vert="horz" wrap="square" lIns="0" tIns="509905" rIns="0" bIns="0" rtlCol="0">
            <a:spAutoFit/>
          </a:bodyPr>
          <a:lstStyle/>
          <a:p>
            <a:pPr marL="601345" marR="5080" indent="-589280">
              <a:lnSpc>
                <a:spcPct val="70300"/>
              </a:lnSpc>
              <a:spcBef>
                <a:spcPts val="4015"/>
              </a:spcBef>
            </a:pPr>
            <a:r>
              <a:rPr lang="es-PE" sz="10950" b="1" i="1" noProof="0" dirty="0">
                <a:latin typeface="Arial"/>
                <a:cs typeface="Arial"/>
              </a:rPr>
              <a:t>GRACIAS!</a:t>
            </a:r>
            <a:endParaRPr lang="es-PE" sz="10950" noProof="0" dirty="0">
              <a:latin typeface="Arial"/>
              <a:cs typeface="Arial"/>
            </a:endParaRPr>
          </a:p>
        </p:txBody>
      </p:sp>
    </p:spTree>
    <p:extLst>
      <p:ext uri="{BB962C8B-B14F-4D97-AF65-F5344CB8AC3E}">
        <p14:creationId xmlns:p14="http://schemas.microsoft.com/office/powerpoint/2010/main" val="2352594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448</TotalTime>
  <Words>2880</Words>
  <Application>Microsoft Office PowerPoint</Application>
  <PresentationFormat>Personalizado</PresentationFormat>
  <Paragraphs>273</Paragraphs>
  <Slides>42</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42</vt:i4>
      </vt:variant>
    </vt:vector>
  </HeadingPairs>
  <TitlesOfParts>
    <vt:vector size="50" baseType="lpstr">
      <vt:lpstr>Aptos</vt:lpstr>
      <vt:lpstr>Arial</vt:lpstr>
      <vt:lpstr>Arial MT</vt:lpstr>
      <vt:lpstr>Calibri</vt:lpstr>
      <vt:lpstr>Tahoma</vt:lpstr>
      <vt:lpstr>Trebuchet MS</vt:lpstr>
      <vt:lpstr>Verdana</vt:lpstr>
      <vt:lpstr>Office Theme</vt:lpstr>
      <vt:lpstr>INTRODUCCIÓN</vt:lpstr>
      <vt:lpstr>AVISO LEGAL</vt:lpstr>
      <vt:lpstr>DATASETS</vt:lpstr>
      <vt:lpstr>HERRAMIENTAS</vt:lpstr>
      <vt:lpstr>PROGRAMA</vt:lpstr>
      <vt:lpstr>BIBLIOGRAFIA</vt:lpstr>
      <vt:lpstr>Presentación de PowerPoint</vt:lpstr>
      <vt:lpstr>APRENDIZAJE AUTOMÁTICO</vt:lpstr>
      <vt:lpstr>¿CUÁNDO USARLO?</vt:lpstr>
      <vt:lpstr>¿CUÁNDO USARLO?</vt:lpstr>
      <vt:lpstr>¿CUÁNDO USARLO?</vt:lpstr>
      <vt:lpstr>¿CUÁNDO USARLO?</vt:lpstr>
      <vt:lpstr>¿CUÁNDO USARLO?</vt:lpstr>
      <vt:lpstr>¿CUÁNDO USARLO?</vt:lpstr>
      <vt:lpstr>¿CUÁNDO USARLO?</vt:lpstr>
      <vt:lpstr>DEFINICIONES</vt:lpstr>
      <vt:lpstr>TERMINOLOGIA BÁSICA</vt:lpstr>
      <vt:lpstr>TERMINOLOGIA BÁSICA</vt:lpstr>
      <vt:lpstr>TERMINOLOGIA BÁSICA</vt:lpstr>
      <vt:lpstr>TIPOS DE APRENDIZAJE</vt:lpstr>
      <vt:lpstr>APRENDIZAJE SUPERVISADO</vt:lpstr>
      <vt:lpstr>APRENDIZAJE SUPERVISADO</vt:lpstr>
      <vt:lpstr>APRENDIZAJE SUPERVISADO</vt:lpstr>
      <vt:lpstr>APRENDIZAJE SUPERVISADO</vt:lpstr>
      <vt:lpstr>APRENDIZAJE SUPERVISADO</vt:lpstr>
      <vt:lpstr>APRENDIZAJE NO SUPERVISADO</vt:lpstr>
      <vt:lpstr>APRENDIZAJE NO SUPERVISADO</vt:lpstr>
      <vt:lpstr>APRENDIZAJE PROFUNDO</vt:lpstr>
      <vt:lpstr>Presentación de PowerPoint</vt:lpstr>
      <vt:lpstr>CICLO DE VIDA</vt:lpstr>
      <vt:lpstr>CICLO DE VIDA DE UN PROYECTO DE APRENDIZAJE AUTOMÁTICO</vt:lpstr>
      <vt:lpstr>CICLO DE VIDA DE UN PROYECTO DE APRENDIZAJE</vt:lpstr>
      <vt:lpstr>Presentación de PowerPoint</vt:lpstr>
      <vt:lpstr>ENTENDIENDO EL NEGOCIO</vt:lpstr>
      <vt:lpstr>ENTENDIENDO EL NEGOCIO</vt:lpstr>
      <vt:lpstr>ENTENDIENDO EL NEGOCIO</vt:lpstr>
      <vt:lpstr>Presentación de PowerPoint</vt:lpstr>
      <vt:lpstr>METODOLOGÍA PARA CONSTRUIR ALGORITMOS DE  ML</vt:lpstr>
      <vt:lpstr>METODOLOGÍA PARA CONSTRUIR ALGORITMOS DE ML</vt:lpstr>
      <vt:lpstr>METODOLOGÍA PARA CONSTRUIR ALGORITMOS DE ML</vt:lpstr>
      <vt:lpstr>METODOLOGÍA PARA CONSTRUIR ALGORITMOS DE ML</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JAIME ANTONIO HUAYTALLA PARIONA</cp:lastModifiedBy>
  <cp:revision>11</cp:revision>
  <dcterms:created xsi:type="dcterms:W3CDTF">2024-11-06T14:34:05Z</dcterms:created>
  <dcterms:modified xsi:type="dcterms:W3CDTF">2026-09-02T19:01:33Z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2024-06-15T00:00:00Z</vt:filetime>
  </property>
  <property fmtid="{D5CDD505-2E9C-101B-9397-08002B2CF9AE}" pid="3" name="LastSaved">
    <vt:filetime>2024-11-06T00:00:00Z</vt:filetime>
  </property>
</Properties>
</file>